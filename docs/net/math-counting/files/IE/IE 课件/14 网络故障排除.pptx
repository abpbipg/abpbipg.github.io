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28.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33.xml" ContentType="application/vnd.openxmlformats-officedocument.presentationml.notesSlide+xml"/>
  <Override PartName="/ppt/ink/ink29.xml" ContentType="application/inkml+xml"/>
  <Override PartName="/ppt/ink/ink30.xml" ContentType="application/inkml+xml"/>
  <Override PartName="/ppt/notesSlides/notesSlide34.xml" ContentType="application/vnd.openxmlformats-officedocument.presentationml.notesSlide+xml"/>
  <Override PartName="/ppt/ink/ink31.xml" ContentType="application/inkml+xml"/>
  <Override PartName="/ppt/notesSlides/notesSlide35.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notesSlides/notesSlide36.xml" ContentType="application/vnd.openxmlformats-officedocument.presentationml.notesSlide+xml"/>
  <Override PartName="/ppt/ink/ink38.xml" ContentType="application/inkml+xml"/>
  <Override PartName="/ppt/notesSlides/notesSlide37.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notesSlides/notesSlide38.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notesSlides/notesSlide39.xml" ContentType="application/vnd.openxmlformats-officedocument.presentationml.notesSlide+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notesSlides/notesSlide40.xml" ContentType="application/vnd.openxmlformats-officedocument.presentationml.notesSlide+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notesSlides/notesSlide41.xml" ContentType="application/vnd.openxmlformats-officedocument.presentationml.notesSlide+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notesSlides/notesSlide42.xml" ContentType="application/vnd.openxmlformats-officedocument.presentationml.notesSlide+xml"/>
  <Override PartName="/ppt/ink/ink123.xml" ContentType="application/inkml+xml"/>
  <Override PartName="/ppt/ink/ink124.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78"/>
  </p:notesMasterIdLst>
  <p:handoutMasterIdLst>
    <p:handoutMasterId r:id="rId79"/>
  </p:handoutMasterIdLst>
  <p:sldIdLst>
    <p:sldId id="311"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53" r:id="rId49"/>
    <p:sldId id="354" r:id="rId50"/>
    <p:sldId id="355" r:id="rId51"/>
    <p:sldId id="356" r:id="rId52"/>
    <p:sldId id="357" r:id="rId53"/>
    <p:sldId id="358" r:id="rId54"/>
    <p:sldId id="359" r:id="rId55"/>
    <p:sldId id="360" r:id="rId56"/>
    <p:sldId id="361" r:id="rId57"/>
    <p:sldId id="362" r:id="rId58"/>
    <p:sldId id="363" r:id="rId59"/>
    <p:sldId id="364" r:id="rId60"/>
    <p:sldId id="365" r:id="rId61"/>
    <p:sldId id="366" r:id="rId62"/>
    <p:sldId id="367" r:id="rId63"/>
    <p:sldId id="368" r:id="rId64"/>
    <p:sldId id="369" r:id="rId65"/>
    <p:sldId id="370" r:id="rId66"/>
    <p:sldId id="371" r:id="rId67"/>
    <p:sldId id="372" r:id="rId68"/>
    <p:sldId id="373" r:id="rId69"/>
    <p:sldId id="374" r:id="rId70"/>
    <p:sldId id="375" r:id="rId71"/>
    <p:sldId id="376" r:id="rId72"/>
    <p:sldId id="377" r:id="rId73"/>
    <p:sldId id="378" r:id="rId74"/>
    <p:sldId id="379" r:id="rId75"/>
    <p:sldId id="380" r:id="rId76"/>
    <p:sldId id="381" r:id="rId77"/>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795" userDrawn="1">
          <p15:clr>
            <a:srgbClr val="A4A3A4"/>
          </p15:clr>
        </p15:guide>
        <p15:guide id="4" orient="horz" pos="2160"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yuezjhw (Monk)" initials="W(" lastIdx="27" clrIdx="0">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B230"/>
    <a:srgbClr val="56C4D2"/>
    <a:srgbClr val="BEE9EE"/>
    <a:srgbClr val="ED6D00"/>
    <a:srgbClr val="30B5C5"/>
    <a:srgbClr val="94DAE2"/>
    <a:srgbClr val="ADCDEA"/>
    <a:srgbClr val="404040"/>
    <a:srgbClr val="EBEBEB"/>
    <a:srgbClr val="151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2DFF0D-42C5-4FE5-8A03-786A6A4DD3BC}" v="53" dt="2023-12-10T03:34:22.754"/>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67" autoAdjust="0"/>
  </p:normalViewPr>
  <p:slideViewPr>
    <p:cSldViewPr snapToGrid="0" snapToObjects="1">
      <p:cViewPr>
        <p:scale>
          <a:sx n="100" d="100"/>
          <a:sy n="100" d="100"/>
        </p:scale>
        <p:origin x="-300" y="-264"/>
      </p:cViewPr>
      <p:guideLst>
        <p:guide pos="3795"/>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7" d="100"/>
          <a:sy n="87" d="100"/>
        </p:scale>
        <p:origin x="3804" y="9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tableStyles" Target="tableStyles.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handoutMaster" Target="handoutMasters/handoutMaster1.xml"/><Relationship Id="rId5" Type="http://schemas.openxmlformats.org/officeDocument/2006/relationships/slideMaster" Target="slideMasters/slideMaster2.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notesMaster" Target="notesMasters/notesMaster1.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61" Type="http://schemas.openxmlformats.org/officeDocument/2006/relationships/slide" Target="slides/slide54.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A22DFF0D-42C5-4FE5-8A03-786A6A4DD3BC}"/>
    <pc:docChg chg="undo custSel modSld">
      <pc:chgData name="junpeng he" userId="51e7bc25f46b8d94" providerId="LiveId" clId="{A22DFF0D-42C5-4FE5-8A03-786A6A4DD3BC}" dt="2023-12-10T08:04:07.451" v="558" actId="207"/>
      <pc:docMkLst>
        <pc:docMk/>
      </pc:docMkLst>
      <pc:sldChg chg="modSp mod">
        <pc:chgData name="junpeng he" userId="51e7bc25f46b8d94" providerId="LiveId" clId="{A22DFF0D-42C5-4FE5-8A03-786A6A4DD3BC}" dt="2023-12-10T03:03:28.147" v="53" actId="20577"/>
        <pc:sldMkLst>
          <pc:docMk/>
          <pc:sldMk cId="3826961573" sldId="322"/>
        </pc:sldMkLst>
        <pc:spChg chg="mod">
          <ac:chgData name="junpeng he" userId="51e7bc25f46b8d94" providerId="LiveId" clId="{A22DFF0D-42C5-4FE5-8A03-786A6A4DD3BC}" dt="2023-12-10T03:03:28.147" v="53" actId="20577"/>
          <ac:spMkLst>
            <pc:docMk/>
            <pc:sldMk cId="3826961573" sldId="322"/>
            <ac:spMk id="3" creationId="{00000000-0000-0000-0000-000000000000}"/>
          </ac:spMkLst>
        </pc:spChg>
      </pc:sldChg>
      <pc:sldChg chg="addSp delSp modSp mod">
        <pc:chgData name="junpeng he" userId="51e7bc25f46b8d94" providerId="LiveId" clId="{A22DFF0D-42C5-4FE5-8A03-786A6A4DD3BC}" dt="2023-12-10T03:17:35.359" v="136"/>
        <pc:sldMkLst>
          <pc:docMk/>
          <pc:sldMk cId="2832114207" sldId="338"/>
        </pc:sldMkLst>
        <pc:grpChg chg="add del mod">
          <ac:chgData name="junpeng he" userId="51e7bc25f46b8d94" providerId="LiveId" clId="{A22DFF0D-42C5-4FE5-8A03-786A6A4DD3BC}" dt="2023-12-10T03:16:03.908" v="100"/>
          <ac:grpSpMkLst>
            <pc:docMk/>
            <pc:sldMk cId="2832114207" sldId="338"/>
            <ac:grpSpMk id="11" creationId="{994592E7-9D68-A450-033F-539DD44843BA}"/>
          </ac:grpSpMkLst>
        </pc:grpChg>
        <pc:grpChg chg="add del mod">
          <ac:chgData name="junpeng he" userId="51e7bc25f46b8d94" providerId="LiveId" clId="{A22DFF0D-42C5-4FE5-8A03-786A6A4DD3BC}" dt="2023-12-10T03:15:48.629" v="81"/>
          <ac:grpSpMkLst>
            <pc:docMk/>
            <pc:sldMk cId="2832114207" sldId="338"/>
            <ac:grpSpMk id="30" creationId="{D4EEFDA9-9819-5ADE-5E69-BA44AFBDF914}"/>
          </ac:grpSpMkLst>
        </pc:grpChg>
        <pc:grpChg chg="mod">
          <ac:chgData name="junpeng he" userId="51e7bc25f46b8d94" providerId="LiveId" clId="{A22DFF0D-42C5-4FE5-8A03-786A6A4DD3BC}" dt="2023-12-10T03:15:28.964" v="66"/>
          <ac:grpSpMkLst>
            <pc:docMk/>
            <pc:sldMk cId="2832114207" sldId="338"/>
            <ac:grpSpMk id="33" creationId="{52351F98-BE0B-F4F7-2E59-45A27406B8D6}"/>
          </ac:grpSpMkLst>
        </pc:grpChg>
        <pc:grpChg chg="mod">
          <ac:chgData name="junpeng he" userId="51e7bc25f46b8d94" providerId="LiveId" clId="{A22DFF0D-42C5-4FE5-8A03-786A6A4DD3BC}" dt="2023-12-10T03:15:47.967" v="78"/>
          <ac:grpSpMkLst>
            <pc:docMk/>
            <pc:sldMk cId="2832114207" sldId="338"/>
            <ac:grpSpMk id="36" creationId="{DAE428CD-DA85-2375-6539-24FEFF68EB35}"/>
          </ac:grpSpMkLst>
        </pc:grpChg>
        <pc:grpChg chg="mod">
          <ac:chgData name="junpeng he" userId="51e7bc25f46b8d94" providerId="LiveId" clId="{A22DFF0D-42C5-4FE5-8A03-786A6A4DD3BC}" dt="2023-12-10T03:16:02.318" v="92"/>
          <ac:grpSpMkLst>
            <pc:docMk/>
            <pc:sldMk cId="2832114207" sldId="338"/>
            <ac:grpSpMk id="44" creationId="{EB742E54-9B6D-C42E-4318-5B108482F402}"/>
          </ac:grpSpMkLst>
        </pc:grpChg>
        <pc:grpChg chg="del mod">
          <ac:chgData name="junpeng he" userId="51e7bc25f46b8d94" providerId="LiveId" clId="{A22DFF0D-42C5-4FE5-8A03-786A6A4DD3BC}" dt="2023-12-10T03:16:38.812" v="109"/>
          <ac:grpSpMkLst>
            <pc:docMk/>
            <pc:sldMk cId="2832114207" sldId="338"/>
            <ac:grpSpMk id="49" creationId="{B2657243-FCB5-F629-F9E4-336D38F4E86A}"/>
          </ac:grpSpMkLst>
        </pc:grpChg>
        <pc:grpChg chg="del mod">
          <ac:chgData name="junpeng he" userId="51e7bc25f46b8d94" providerId="LiveId" clId="{A22DFF0D-42C5-4FE5-8A03-786A6A4DD3BC}" dt="2023-12-10T03:16:44.492" v="111"/>
          <ac:grpSpMkLst>
            <pc:docMk/>
            <pc:sldMk cId="2832114207" sldId="338"/>
            <ac:grpSpMk id="54" creationId="{5690BA43-15E6-F882-2194-917BD27B93D8}"/>
          </ac:grpSpMkLst>
        </pc:grpChg>
        <pc:grpChg chg="del mod">
          <ac:chgData name="junpeng he" userId="51e7bc25f46b8d94" providerId="LiveId" clId="{A22DFF0D-42C5-4FE5-8A03-786A6A4DD3BC}" dt="2023-12-10T03:16:47.454" v="114"/>
          <ac:grpSpMkLst>
            <pc:docMk/>
            <pc:sldMk cId="2832114207" sldId="338"/>
            <ac:grpSpMk id="56" creationId="{43DAF14B-4A9A-3C4E-117C-7E6C6EBF5D69}"/>
          </ac:grpSpMkLst>
        </pc:grpChg>
        <pc:grpChg chg="del mod">
          <ac:chgData name="junpeng he" userId="51e7bc25f46b8d94" providerId="LiveId" clId="{A22DFF0D-42C5-4FE5-8A03-786A6A4DD3BC}" dt="2023-12-10T03:17:28.307" v="134"/>
          <ac:grpSpMkLst>
            <pc:docMk/>
            <pc:sldMk cId="2832114207" sldId="338"/>
            <ac:grpSpMk id="59" creationId="{EF6C4203-892A-0EE2-1274-4DF544479D12}"/>
          </ac:grpSpMkLst>
        </pc:grpChg>
        <pc:grpChg chg="del mod">
          <ac:chgData name="junpeng he" userId="51e7bc25f46b8d94" providerId="LiveId" clId="{A22DFF0D-42C5-4FE5-8A03-786A6A4DD3BC}" dt="2023-12-10T03:17:35.359" v="136"/>
          <ac:grpSpMkLst>
            <pc:docMk/>
            <pc:sldMk cId="2832114207" sldId="338"/>
            <ac:grpSpMk id="61" creationId="{6821B11E-B9A5-7983-5452-3886AD38B626}"/>
          </ac:grpSpMkLst>
        </pc:grpChg>
        <pc:grpChg chg="mod">
          <ac:chgData name="junpeng he" userId="51e7bc25f46b8d94" providerId="LiveId" clId="{A22DFF0D-42C5-4FE5-8A03-786A6A4DD3BC}" dt="2023-12-10T03:17:35.359" v="136"/>
          <ac:grpSpMkLst>
            <pc:docMk/>
            <pc:sldMk cId="2832114207" sldId="338"/>
            <ac:grpSpMk id="63" creationId="{FD3F1E24-9595-44BB-2380-EDF44945A895}"/>
          </ac:grpSpMkLst>
        </pc:grpChg>
        <pc:inkChg chg="add del mod">
          <ac:chgData name="junpeng he" userId="51e7bc25f46b8d94" providerId="LiveId" clId="{A22DFF0D-42C5-4FE5-8A03-786A6A4DD3BC}" dt="2023-12-10T03:16:04.261" v="101" actId="9405"/>
          <ac:inkMkLst>
            <pc:docMk/>
            <pc:sldMk cId="2832114207" sldId="338"/>
            <ac:inkMk id="8" creationId="{536CF3B5-F58C-9A98-0EA9-BE083F676C91}"/>
          </ac:inkMkLst>
        </pc:inkChg>
        <pc:inkChg chg="add del mod">
          <ac:chgData name="junpeng he" userId="51e7bc25f46b8d94" providerId="LiveId" clId="{A22DFF0D-42C5-4FE5-8A03-786A6A4DD3BC}" dt="2023-12-10T03:16:03.908" v="100"/>
          <ac:inkMkLst>
            <pc:docMk/>
            <pc:sldMk cId="2832114207" sldId="338"/>
            <ac:inkMk id="10" creationId="{25E47C02-1339-5EFE-F218-8951EB8611DB}"/>
          </ac:inkMkLst>
        </pc:inkChg>
        <pc:inkChg chg="add del mod">
          <ac:chgData name="junpeng he" userId="51e7bc25f46b8d94" providerId="LiveId" clId="{A22DFF0D-42C5-4FE5-8A03-786A6A4DD3BC}" dt="2023-12-10T03:16:03.691" v="98" actId="9405"/>
          <ac:inkMkLst>
            <pc:docMk/>
            <pc:sldMk cId="2832114207" sldId="338"/>
            <ac:inkMk id="17" creationId="{A430903A-3959-1069-D98A-B1E51F4E0D1D}"/>
          </ac:inkMkLst>
        </pc:inkChg>
        <pc:inkChg chg="add del mod">
          <ac:chgData name="junpeng he" userId="51e7bc25f46b8d94" providerId="LiveId" clId="{A22DFF0D-42C5-4FE5-8A03-786A6A4DD3BC}" dt="2023-12-10T03:16:03.482" v="97" actId="9405"/>
          <ac:inkMkLst>
            <pc:docMk/>
            <pc:sldMk cId="2832114207" sldId="338"/>
            <ac:inkMk id="27" creationId="{960AC171-61F7-996D-5857-025CA3C581B1}"/>
          </ac:inkMkLst>
        </pc:inkChg>
        <pc:inkChg chg="add del mod">
          <ac:chgData name="junpeng he" userId="51e7bc25f46b8d94" providerId="LiveId" clId="{A22DFF0D-42C5-4FE5-8A03-786A6A4DD3BC}" dt="2023-12-10T03:16:03.222" v="96" actId="9405"/>
          <ac:inkMkLst>
            <pc:docMk/>
            <pc:sldMk cId="2832114207" sldId="338"/>
            <ac:inkMk id="28" creationId="{3A2C92B4-D5C8-9D0A-C40A-AF3ED6D97374}"/>
          </ac:inkMkLst>
        </pc:inkChg>
        <pc:inkChg chg="add del mod">
          <ac:chgData name="junpeng he" userId="51e7bc25f46b8d94" providerId="LiveId" clId="{A22DFF0D-42C5-4FE5-8A03-786A6A4DD3BC}" dt="2023-12-10T03:15:48.629" v="81"/>
          <ac:inkMkLst>
            <pc:docMk/>
            <pc:sldMk cId="2832114207" sldId="338"/>
            <ac:inkMk id="29" creationId="{9172C7D5-F364-FE4C-B8D5-119A08657758}"/>
          </ac:inkMkLst>
        </pc:inkChg>
        <pc:inkChg chg="add del mod">
          <ac:chgData name="junpeng he" userId="51e7bc25f46b8d94" providerId="LiveId" clId="{A22DFF0D-42C5-4FE5-8A03-786A6A4DD3BC}" dt="2023-12-10T03:15:29.287" v="67" actId="9405"/>
          <ac:inkMkLst>
            <pc:docMk/>
            <pc:sldMk cId="2832114207" sldId="338"/>
            <ac:inkMk id="31" creationId="{14C83914-059F-9D02-85EF-C6F331293368}"/>
          </ac:inkMkLst>
        </pc:inkChg>
        <pc:inkChg chg="add del mod">
          <ac:chgData name="junpeng he" userId="51e7bc25f46b8d94" providerId="LiveId" clId="{A22DFF0D-42C5-4FE5-8A03-786A6A4DD3BC}" dt="2023-12-10T03:15:28.964" v="66"/>
          <ac:inkMkLst>
            <pc:docMk/>
            <pc:sldMk cId="2832114207" sldId="338"/>
            <ac:inkMk id="32" creationId="{0A75DA12-6164-E844-04B7-7B7B456C1C61}"/>
          </ac:inkMkLst>
        </pc:inkChg>
        <pc:inkChg chg="add del mod">
          <ac:chgData name="junpeng he" userId="51e7bc25f46b8d94" providerId="LiveId" clId="{A22DFF0D-42C5-4FE5-8A03-786A6A4DD3BC}" dt="2023-12-10T03:15:48.313" v="79" actId="9405"/>
          <ac:inkMkLst>
            <pc:docMk/>
            <pc:sldMk cId="2832114207" sldId="338"/>
            <ac:inkMk id="34" creationId="{0D58EB47-9B30-C003-F84D-E278BD026B40}"/>
          </ac:inkMkLst>
        </pc:inkChg>
        <pc:inkChg chg="add del mod">
          <ac:chgData name="junpeng he" userId="51e7bc25f46b8d94" providerId="LiveId" clId="{A22DFF0D-42C5-4FE5-8A03-786A6A4DD3BC}" dt="2023-12-10T03:15:47.967" v="78"/>
          <ac:inkMkLst>
            <pc:docMk/>
            <pc:sldMk cId="2832114207" sldId="338"/>
            <ac:inkMk id="35" creationId="{FBAE6646-3347-7D03-0F54-F1512720D8DB}"/>
          </ac:inkMkLst>
        </pc:inkChg>
        <pc:inkChg chg="add del">
          <ac:chgData name="junpeng he" userId="51e7bc25f46b8d94" providerId="LiveId" clId="{A22DFF0D-42C5-4FE5-8A03-786A6A4DD3BC}" dt="2023-12-10T03:15:43.509" v="72" actId="9405"/>
          <ac:inkMkLst>
            <pc:docMk/>
            <pc:sldMk cId="2832114207" sldId="338"/>
            <ac:inkMk id="37" creationId="{AEFBD00B-1C9F-844B-AF41-9C6C62F7BCC7}"/>
          </ac:inkMkLst>
        </pc:inkChg>
        <pc:inkChg chg="add del">
          <ac:chgData name="junpeng he" userId="51e7bc25f46b8d94" providerId="LiveId" clId="{A22DFF0D-42C5-4FE5-8A03-786A6A4DD3BC}" dt="2023-12-10T03:15:45.984" v="74" actId="9405"/>
          <ac:inkMkLst>
            <pc:docMk/>
            <pc:sldMk cId="2832114207" sldId="338"/>
            <ac:inkMk id="38" creationId="{72A06712-7918-91BC-F82F-7596D1C0315A}"/>
          </ac:inkMkLst>
        </pc:inkChg>
        <pc:inkChg chg="add del">
          <ac:chgData name="junpeng he" userId="51e7bc25f46b8d94" providerId="LiveId" clId="{A22DFF0D-42C5-4FE5-8A03-786A6A4DD3BC}" dt="2023-12-10T03:15:47.649" v="76" actId="9405"/>
          <ac:inkMkLst>
            <pc:docMk/>
            <pc:sldMk cId="2832114207" sldId="338"/>
            <ac:inkMk id="39" creationId="{98E14ECF-4ACC-ECFE-3523-E1EA54DED83F}"/>
          </ac:inkMkLst>
        </pc:inkChg>
        <pc:inkChg chg="add del mod">
          <ac:chgData name="junpeng he" userId="51e7bc25f46b8d94" providerId="LiveId" clId="{A22DFF0D-42C5-4FE5-8A03-786A6A4DD3BC}" dt="2023-12-10T03:16:02.984" v="95" actId="9405"/>
          <ac:inkMkLst>
            <pc:docMk/>
            <pc:sldMk cId="2832114207" sldId="338"/>
            <ac:inkMk id="40" creationId="{4200C3E5-91DC-D51C-1191-330F119117EE}"/>
          </ac:inkMkLst>
        </pc:inkChg>
        <pc:inkChg chg="add del mod">
          <ac:chgData name="junpeng he" userId="51e7bc25f46b8d94" providerId="LiveId" clId="{A22DFF0D-42C5-4FE5-8A03-786A6A4DD3BC}" dt="2023-12-10T03:16:02.723" v="94" actId="9405"/>
          <ac:inkMkLst>
            <pc:docMk/>
            <pc:sldMk cId="2832114207" sldId="338"/>
            <ac:inkMk id="41" creationId="{A766FB43-C18E-1655-A1C2-08585B58F348}"/>
          </ac:inkMkLst>
        </pc:inkChg>
        <pc:inkChg chg="add del mod">
          <ac:chgData name="junpeng he" userId="51e7bc25f46b8d94" providerId="LiveId" clId="{A22DFF0D-42C5-4FE5-8A03-786A6A4DD3BC}" dt="2023-12-10T03:16:02.519" v="93" actId="9405"/>
          <ac:inkMkLst>
            <pc:docMk/>
            <pc:sldMk cId="2832114207" sldId="338"/>
            <ac:inkMk id="42" creationId="{095B533C-B658-6CC8-223A-8BC7D42F53E6}"/>
          </ac:inkMkLst>
        </pc:inkChg>
        <pc:inkChg chg="add del mod">
          <ac:chgData name="junpeng he" userId="51e7bc25f46b8d94" providerId="LiveId" clId="{A22DFF0D-42C5-4FE5-8A03-786A6A4DD3BC}" dt="2023-12-10T03:16:02.318" v="92"/>
          <ac:inkMkLst>
            <pc:docMk/>
            <pc:sldMk cId="2832114207" sldId="338"/>
            <ac:inkMk id="43" creationId="{4154C21F-65C7-88A6-33AD-69C7B1ECEC1E}"/>
          </ac:inkMkLst>
        </pc:inkChg>
        <pc:inkChg chg="add del">
          <ac:chgData name="junpeng he" userId="51e7bc25f46b8d94" providerId="LiveId" clId="{A22DFF0D-42C5-4FE5-8A03-786A6A4DD3BC}" dt="2023-12-10T03:16:02.116" v="90" actId="9405"/>
          <ac:inkMkLst>
            <pc:docMk/>
            <pc:sldMk cId="2832114207" sldId="338"/>
            <ac:inkMk id="45" creationId="{96FD74E4-4DFD-0CC0-63DF-99100C151FD3}"/>
          </ac:inkMkLst>
        </pc:inkChg>
        <pc:inkChg chg="add del">
          <ac:chgData name="junpeng he" userId="51e7bc25f46b8d94" providerId="LiveId" clId="{A22DFF0D-42C5-4FE5-8A03-786A6A4DD3BC}" dt="2023-12-10T03:16:01.904" v="89" actId="9405"/>
          <ac:inkMkLst>
            <pc:docMk/>
            <pc:sldMk cId="2832114207" sldId="338"/>
            <ac:inkMk id="46" creationId="{54E45F5A-4C55-393C-1A4B-6B49E74ED25D}"/>
          </ac:inkMkLst>
        </pc:inkChg>
        <pc:inkChg chg="add mod">
          <ac:chgData name="junpeng he" userId="51e7bc25f46b8d94" providerId="LiveId" clId="{A22DFF0D-42C5-4FE5-8A03-786A6A4DD3BC}" dt="2023-12-10T03:17:35.359" v="136"/>
          <ac:inkMkLst>
            <pc:docMk/>
            <pc:sldMk cId="2832114207" sldId="338"/>
            <ac:inkMk id="47" creationId="{4AB23672-FCC3-BBA2-8203-DE9E44D09A0A}"/>
          </ac:inkMkLst>
        </pc:inkChg>
        <pc:inkChg chg="add mod">
          <ac:chgData name="junpeng he" userId="51e7bc25f46b8d94" providerId="LiveId" clId="{A22DFF0D-42C5-4FE5-8A03-786A6A4DD3BC}" dt="2023-12-10T03:17:35.359" v="136"/>
          <ac:inkMkLst>
            <pc:docMk/>
            <pc:sldMk cId="2832114207" sldId="338"/>
            <ac:inkMk id="48" creationId="{142AC7CF-9EC6-6209-59D4-1B458583FFFF}"/>
          </ac:inkMkLst>
        </pc:inkChg>
        <pc:inkChg chg="add mod">
          <ac:chgData name="junpeng he" userId="51e7bc25f46b8d94" providerId="LiveId" clId="{A22DFF0D-42C5-4FE5-8A03-786A6A4DD3BC}" dt="2023-12-10T03:17:35.359" v="136"/>
          <ac:inkMkLst>
            <pc:docMk/>
            <pc:sldMk cId="2832114207" sldId="338"/>
            <ac:inkMk id="50" creationId="{8120A5CF-8A65-5D9B-86BF-EDF82FD8951C}"/>
          </ac:inkMkLst>
        </pc:inkChg>
        <pc:inkChg chg="add mod">
          <ac:chgData name="junpeng he" userId="51e7bc25f46b8d94" providerId="LiveId" clId="{A22DFF0D-42C5-4FE5-8A03-786A6A4DD3BC}" dt="2023-12-10T03:17:35.359" v="136"/>
          <ac:inkMkLst>
            <pc:docMk/>
            <pc:sldMk cId="2832114207" sldId="338"/>
            <ac:inkMk id="51" creationId="{3F40DB04-D9A2-45FC-3B02-273F20BA56B9}"/>
          </ac:inkMkLst>
        </pc:inkChg>
        <pc:inkChg chg="add mod">
          <ac:chgData name="junpeng he" userId="51e7bc25f46b8d94" providerId="LiveId" clId="{A22DFF0D-42C5-4FE5-8A03-786A6A4DD3BC}" dt="2023-12-10T03:17:35.359" v="136"/>
          <ac:inkMkLst>
            <pc:docMk/>
            <pc:sldMk cId="2832114207" sldId="338"/>
            <ac:inkMk id="52" creationId="{8DB0B198-33CF-D071-CAC2-CE6C85613953}"/>
          </ac:inkMkLst>
        </pc:inkChg>
        <pc:inkChg chg="add mod">
          <ac:chgData name="junpeng he" userId="51e7bc25f46b8d94" providerId="LiveId" clId="{A22DFF0D-42C5-4FE5-8A03-786A6A4DD3BC}" dt="2023-12-10T03:17:35.359" v="136"/>
          <ac:inkMkLst>
            <pc:docMk/>
            <pc:sldMk cId="2832114207" sldId="338"/>
            <ac:inkMk id="53" creationId="{FFAA6B7F-F145-FC2A-A0FD-03FC50CF8C1B}"/>
          </ac:inkMkLst>
        </pc:inkChg>
        <pc:inkChg chg="add mod">
          <ac:chgData name="junpeng he" userId="51e7bc25f46b8d94" providerId="LiveId" clId="{A22DFF0D-42C5-4FE5-8A03-786A6A4DD3BC}" dt="2023-12-10T03:17:35.359" v="136"/>
          <ac:inkMkLst>
            <pc:docMk/>
            <pc:sldMk cId="2832114207" sldId="338"/>
            <ac:inkMk id="55" creationId="{8C1F84F5-C446-B707-048E-A6E48ADE8518}"/>
          </ac:inkMkLst>
        </pc:inkChg>
        <pc:inkChg chg="add mod">
          <ac:chgData name="junpeng he" userId="51e7bc25f46b8d94" providerId="LiveId" clId="{A22DFF0D-42C5-4FE5-8A03-786A6A4DD3BC}" dt="2023-12-10T03:17:35.359" v="136"/>
          <ac:inkMkLst>
            <pc:docMk/>
            <pc:sldMk cId="2832114207" sldId="338"/>
            <ac:inkMk id="57" creationId="{E4757132-A044-EA9F-03F5-12A6E385D3F7}"/>
          </ac:inkMkLst>
        </pc:inkChg>
        <pc:inkChg chg="add mod">
          <ac:chgData name="junpeng he" userId="51e7bc25f46b8d94" providerId="LiveId" clId="{A22DFF0D-42C5-4FE5-8A03-786A6A4DD3BC}" dt="2023-12-10T03:17:35.359" v="136"/>
          <ac:inkMkLst>
            <pc:docMk/>
            <pc:sldMk cId="2832114207" sldId="338"/>
            <ac:inkMk id="58" creationId="{E8CACC42-01CB-00F4-43FF-AF75E5D985F6}"/>
          </ac:inkMkLst>
        </pc:inkChg>
        <pc:inkChg chg="add mod">
          <ac:chgData name="junpeng he" userId="51e7bc25f46b8d94" providerId="LiveId" clId="{A22DFF0D-42C5-4FE5-8A03-786A6A4DD3BC}" dt="2023-12-10T03:17:35.359" v="136"/>
          <ac:inkMkLst>
            <pc:docMk/>
            <pc:sldMk cId="2832114207" sldId="338"/>
            <ac:inkMk id="60" creationId="{2D809159-86AA-B82D-AB25-CE54A32DFEE7}"/>
          </ac:inkMkLst>
        </pc:inkChg>
        <pc:inkChg chg="add mod">
          <ac:chgData name="junpeng he" userId="51e7bc25f46b8d94" providerId="LiveId" clId="{A22DFF0D-42C5-4FE5-8A03-786A6A4DD3BC}" dt="2023-12-10T03:17:35.359" v="136"/>
          <ac:inkMkLst>
            <pc:docMk/>
            <pc:sldMk cId="2832114207" sldId="338"/>
            <ac:inkMk id="62" creationId="{162F9D9E-1D2F-2E97-ABF8-17762E2392C2}"/>
          </ac:inkMkLst>
        </pc:inkChg>
      </pc:sldChg>
      <pc:sldChg chg="addSp delSp modSp mod">
        <pc:chgData name="junpeng he" userId="51e7bc25f46b8d94" providerId="LiveId" clId="{A22DFF0D-42C5-4FE5-8A03-786A6A4DD3BC}" dt="2023-12-10T03:17:18.572" v="132"/>
        <pc:sldMkLst>
          <pc:docMk/>
          <pc:sldMk cId="1095489749" sldId="339"/>
        </pc:sldMkLst>
        <pc:grpChg chg="del mod">
          <ac:chgData name="junpeng he" userId="51e7bc25f46b8d94" providerId="LiveId" clId="{A22DFF0D-42C5-4FE5-8A03-786A6A4DD3BC}" dt="2023-12-10T03:17:11.563" v="124"/>
          <ac:grpSpMkLst>
            <pc:docMk/>
            <pc:sldMk cId="1095489749" sldId="339"/>
            <ac:grpSpMk id="17" creationId="{B69A0E95-6D0A-91FA-3356-B3BB3943F8A1}"/>
          </ac:grpSpMkLst>
        </pc:grpChg>
        <pc:grpChg chg="del mod">
          <ac:chgData name="junpeng he" userId="51e7bc25f46b8d94" providerId="LiveId" clId="{A22DFF0D-42C5-4FE5-8A03-786A6A4DD3BC}" dt="2023-12-10T03:17:12.714" v="126"/>
          <ac:grpSpMkLst>
            <pc:docMk/>
            <pc:sldMk cId="1095489749" sldId="339"/>
            <ac:grpSpMk id="26" creationId="{25500CC3-0DD8-1032-D450-7FABE9D2E73B}"/>
          </ac:grpSpMkLst>
        </pc:grpChg>
        <pc:grpChg chg="del mod">
          <ac:chgData name="junpeng he" userId="51e7bc25f46b8d94" providerId="LiveId" clId="{A22DFF0D-42C5-4FE5-8A03-786A6A4DD3BC}" dt="2023-12-10T03:17:15.938" v="128"/>
          <ac:grpSpMkLst>
            <pc:docMk/>
            <pc:sldMk cId="1095489749" sldId="339"/>
            <ac:grpSpMk id="30" creationId="{5262257B-06B5-261F-0327-C4847C931A1C}"/>
          </ac:grpSpMkLst>
        </pc:grpChg>
        <pc:grpChg chg="del mod">
          <ac:chgData name="junpeng he" userId="51e7bc25f46b8d94" providerId="LiveId" clId="{A22DFF0D-42C5-4FE5-8A03-786A6A4DD3BC}" dt="2023-12-10T03:17:18.572" v="132"/>
          <ac:grpSpMkLst>
            <pc:docMk/>
            <pc:sldMk cId="1095489749" sldId="339"/>
            <ac:grpSpMk id="32" creationId="{62A04260-6CA2-9059-FE09-7ED34E6A39E8}"/>
          </ac:grpSpMkLst>
        </pc:grpChg>
        <pc:grpChg chg="mod">
          <ac:chgData name="junpeng he" userId="51e7bc25f46b8d94" providerId="LiveId" clId="{A22DFF0D-42C5-4FE5-8A03-786A6A4DD3BC}" dt="2023-12-10T03:17:18.572" v="132"/>
          <ac:grpSpMkLst>
            <pc:docMk/>
            <pc:sldMk cId="1095489749" sldId="339"/>
            <ac:grpSpMk id="36" creationId="{B5AF67EE-B1B4-0385-6360-B3862B5895AA}"/>
          </ac:grpSpMkLst>
        </pc:grpChg>
        <pc:inkChg chg="add mod">
          <ac:chgData name="junpeng he" userId="51e7bc25f46b8d94" providerId="LiveId" clId="{A22DFF0D-42C5-4FE5-8A03-786A6A4DD3BC}" dt="2023-12-10T03:17:18.572" v="132"/>
          <ac:inkMkLst>
            <pc:docMk/>
            <pc:sldMk cId="1095489749" sldId="339"/>
            <ac:inkMk id="4" creationId="{986E4073-DDC2-CDD3-A5CC-506C60E70403}"/>
          </ac:inkMkLst>
        </pc:inkChg>
        <pc:inkChg chg="add mod">
          <ac:chgData name="junpeng he" userId="51e7bc25f46b8d94" providerId="LiveId" clId="{A22DFF0D-42C5-4FE5-8A03-786A6A4DD3BC}" dt="2023-12-10T03:17:18.572" v="132"/>
          <ac:inkMkLst>
            <pc:docMk/>
            <pc:sldMk cId="1095489749" sldId="339"/>
            <ac:inkMk id="15" creationId="{46E35422-931F-76EA-A3CA-AE10BD29E929}"/>
          </ac:inkMkLst>
        </pc:inkChg>
        <pc:inkChg chg="add mod">
          <ac:chgData name="junpeng he" userId="51e7bc25f46b8d94" providerId="LiveId" clId="{A22DFF0D-42C5-4FE5-8A03-786A6A4DD3BC}" dt="2023-12-10T03:17:18.572" v="132"/>
          <ac:inkMkLst>
            <pc:docMk/>
            <pc:sldMk cId="1095489749" sldId="339"/>
            <ac:inkMk id="16" creationId="{6C795895-B1B5-B74B-AAB0-D85B283ABB8E}"/>
          </ac:inkMkLst>
        </pc:inkChg>
        <pc:inkChg chg="add mod">
          <ac:chgData name="junpeng he" userId="51e7bc25f46b8d94" providerId="LiveId" clId="{A22DFF0D-42C5-4FE5-8A03-786A6A4DD3BC}" dt="2023-12-10T03:17:18.572" v="132"/>
          <ac:inkMkLst>
            <pc:docMk/>
            <pc:sldMk cId="1095489749" sldId="339"/>
            <ac:inkMk id="18" creationId="{0F3ED723-B542-7DC0-99A1-B317CB044BFD}"/>
          </ac:inkMkLst>
        </pc:inkChg>
        <pc:inkChg chg="add mod">
          <ac:chgData name="junpeng he" userId="51e7bc25f46b8d94" providerId="LiveId" clId="{A22DFF0D-42C5-4FE5-8A03-786A6A4DD3BC}" dt="2023-12-10T03:17:18.572" v="132"/>
          <ac:inkMkLst>
            <pc:docMk/>
            <pc:sldMk cId="1095489749" sldId="339"/>
            <ac:inkMk id="21" creationId="{683E34B1-0D62-9828-5DC0-FE77FE69C17F}"/>
          </ac:inkMkLst>
        </pc:inkChg>
        <pc:inkChg chg="add mod">
          <ac:chgData name="junpeng he" userId="51e7bc25f46b8d94" providerId="LiveId" clId="{A22DFF0D-42C5-4FE5-8A03-786A6A4DD3BC}" dt="2023-12-10T03:17:18.572" v="132"/>
          <ac:inkMkLst>
            <pc:docMk/>
            <pc:sldMk cId="1095489749" sldId="339"/>
            <ac:inkMk id="22" creationId="{0E0BC861-2171-EA23-CD39-D650D3D963E0}"/>
          </ac:inkMkLst>
        </pc:inkChg>
        <pc:inkChg chg="add mod">
          <ac:chgData name="junpeng he" userId="51e7bc25f46b8d94" providerId="LiveId" clId="{A22DFF0D-42C5-4FE5-8A03-786A6A4DD3BC}" dt="2023-12-10T03:17:18.572" v="132"/>
          <ac:inkMkLst>
            <pc:docMk/>
            <pc:sldMk cId="1095489749" sldId="339"/>
            <ac:inkMk id="24" creationId="{BE1E050F-FEE9-A9F5-E6B4-636A8AC902C4}"/>
          </ac:inkMkLst>
        </pc:inkChg>
        <pc:inkChg chg="add mod">
          <ac:chgData name="junpeng he" userId="51e7bc25f46b8d94" providerId="LiveId" clId="{A22DFF0D-42C5-4FE5-8A03-786A6A4DD3BC}" dt="2023-12-10T03:17:18.572" v="132"/>
          <ac:inkMkLst>
            <pc:docMk/>
            <pc:sldMk cId="1095489749" sldId="339"/>
            <ac:inkMk id="25" creationId="{6CC59048-37D0-080D-CBF5-F82943DBDF03}"/>
          </ac:inkMkLst>
        </pc:inkChg>
        <pc:inkChg chg="add mod">
          <ac:chgData name="junpeng he" userId="51e7bc25f46b8d94" providerId="LiveId" clId="{A22DFF0D-42C5-4FE5-8A03-786A6A4DD3BC}" dt="2023-12-10T03:17:18.572" v="132"/>
          <ac:inkMkLst>
            <pc:docMk/>
            <pc:sldMk cId="1095489749" sldId="339"/>
            <ac:inkMk id="28" creationId="{9B700132-FAC1-CC89-2E95-73EF2437205B}"/>
          </ac:inkMkLst>
        </pc:inkChg>
        <pc:inkChg chg="add mod">
          <ac:chgData name="junpeng he" userId="51e7bc25f46b8d94" providerId="LiveId" clId="{A22DFF0D-42C5-4FE5-8A03-786A6A4DD3BC}" dt="2023-12-10T03:17:18.572" v="132"/>
          <ac:inkMkLst>
            <pc:docMk/>
            <pc:sldMk cId="1095489749" sldId="339"/>
            <ac:inkMk id="31" creationId="{44CE131D-BA29-A247-F352-2104A9711AB3}"/>
          </ac:inkMkLst>
        </pc:inkChg>
        <pc:inkChg chg="add mod">
          <ac:chgData name="junpeng he" userId="51e7bc25f46b8d94" providerId="LiveId" clId="{A22DFF0D-42C5-4FE5-8A03-786A6A4DD3BC}" dt="2023-12-10T03:17:18.572" v="132"/>
          <ac:inkMkLst>
            <pc:docMk/>
            <pc:sldMk cId="1095489749" sldId="339"/>
            <ac:inkMk id="33" creationId="{B1F01B71-AA6E-F767-8078-A038F05DB380}"/>
          </ac:inkMkLst>
        </pc:inkChg>
        <pc:inkChg chg="add mod">
          <ac:chgData name="junpeng he" userId="51e7bc25f46b8d94" providerId="LiveId" clId="{A22DFF0D-42C5-4FE5-8A03-786A6A4DD3BC}" dt="2023-12-10T03:17:18.572" v="132"/>
          <ac:inkMkLst>
            <pc:docMk/>
            <pc:sldMk cId="1095489749" sldId="339"/>
            <ac:inkMk id="34" creationId="{81A58459-F0F5-CB67-1F6D-6CFE2D62A168}"/>
          </ac:inkMkLst>
        </pc:inkChg>
        <pc:inkChg chg="add mod">
          <ac:chgData name="junpeng he" userId="51e7bc25f46b8d94" providerId="LiveId" clId="{A22DFF0D-42C5-4FE5-8A03-786A6A4DD3BC}" dt="2023-12-10T03:17:18.572" v="132"/>
          <ac:inkMkLst>
            <pc:docMk/>
            <pc:sldMk cId="1095489749" sldId="339"/>
            <ac:inkMk id="35" creationId="{67FEEF65-73B0-0165-2F6A-14322A1CFC97}"/>
          </ac:inkMkLst>
        </pc:inkChg>
      </pc:sldChg>
      <pc:sldChg chg="addSp delSp mod">
        <pc:chgData name="junpeng he" userId="51e7bc25f46b8d94" providerId="LiveId" clId="{A22DFF0D-42C5-4FE5-8A03-786A6A4DD3BC}" dt="2023-12-10T03:18:04.434" v="138" actId="9405"/>
        <pc:sldMkLst>
          <pc:docMk/>
          <pc:sldMk cId="685288314" sldId="342"/>
        </pc:sldMkLst>
        <pc:inkChg chg="add del">
          <ac:chgData name="junpeng he" userId="51e7bc25f46b8d94" providerId="LiveId" clId="{A22DFF0D-42C5-4FE5-8A03-786A6A4DD3BC}" dt="2023-12-10T03:18:04.434" v="138" actId="9405"/>
          <ac:inkMkLst>
            <pc:docMk/>
            <pc:sldMk cId="685288314" sldId="342"/>
            <ac:inkMk id="3" creationId="{075AB6B3-04DA-1D76-D82E-B6E13FE9614D}"/>
          </ac:inkMkLst>
        </pc:inkChg>
      </pc:sldChg>
      <pc:sldChg chg="addSp delSp modSp mod">
        <pc:chgData name="junpeng he" userId="51e7bc25f46b8d94" providerId="LiveId" clId="{A22DFF0D-42C5-4FE5-8A03-786A6A4DD3BC}" dt="2023-12-10T03:19:31.818" v="158" actId="9405"/>
        <pc:sldMkLst>
          <pc:docMk/>
          <pc:sldMk cId="2431926673" sldId="343"/>
        </pc:sldMkLst>
        <pc:grpChg chg="mod">
          <ac:chgData name="junpeng he" userId="51e7bc25f46b8d94" providerId="LiveId" clId="{A22DFF0D-42C5-4FE5-8A03-786A6A4DD3BC}" dt="2023-12-10T03:19:29.946" v="153"/>
          <ac:grpSpMkLst>
            <pc:docMk/>
            <pc:sldMk cId="2431926673" sldId="343"/>
            <ac:grpSpMk id="28" creationId="{98C7B6AC-E929-324A-4B1F-F8AF634276A7}"/>
          </ac:grpSpMkLst>
        </pc:grpChg>
        <pc:inkChg chg="add mod">
          <ac:chgData name="junpeng he" userId="51e7bc25f46b8d94" providerId="LiveId" clId="{A22DFF0D-42C5-4FE5-8A03-786A6A4DD3BC}" dt="2023-12-10T03:19:29.946" v="153"/>
          <ac:inkMkLst>
            <pc:docMk/>
            <pc:sldMk cId="2431926673" sldId="343"/>
            <ac:inkMk id="2" creationId="{90A7DCB2-480B-794A-95C4-3C9D323085DD}"/>
          </ac:inkMkLst>
        </pc:inkChg>
        <pc:inkChg chg="add mod">
          <ac:chgData name="junpeng he" userId="51e7bc25f46b8d94" providerId="LiveId" clId="{A22DFF0D-42C5-4FE5-8A03-786A6A4DD3BC}" dt="2023-12-10T03:19:29.946" v="153"/>
          <ac:inkMkLst>
            <pc:docMk/>
            <pc:sldMk cId="2431926673" sldId="343"/>
            <ac:inkMk id="4" creationId="{8A1B6210-142A-1DC2-2043-C3791CA6D89D}"/>
          </ac:inkMkLst>
        </pc:inkChg>
        <pc:inkChg chg="add mod">
          <ac:chgData name="junpeng he" userId="51e7bc25f46b8d94" providerId="LiveId" clId="{A22DFF0D-42C5-4FE5-8A03-786A6A4DD3BC}" dt="2023-12-10T03:19:29.946" v="153"/>
          <ac:inkMkLst>
            <pc:docMk/>
            <pc:sldMk cId="2431926673" sldId="343"/>
            <ac:inkMk id="15" creationId="{6B2EC3AF-ADA6-1503-2323-5258E3250526}"/>
          </ac:inkMkLst>
        </pc:inkChg>
        <pc:inkChg chg="add mod">
          <ac:chgData name="junpeng he" userId="51e7bc25f46b8d94" providerId="LiveId" clId="{A22DFF0D-42C5-4FE5-8A03-786A6A4DD3BC}" dt="2023-12-10T03:19:29.946" v="153"/>
          <ac:inkMkLst>
            <pc:docMk/>
            <pc:sldMk cId="2431926673" sldId="343"/>
            <ac:inkMk id="18" creationId="{BD0EB4E4-920C-E6BA-9A9B-510A8DEADCC0}"/>
          </ac:inkMkLst>
        </pc:inkChg>
        <pc:inkChg chg="add del mod">
          <ac:chgData name="junpeng he" userId="51e7bc25f46b8d94" providerId="LiveId" clId="{A22DFF0D-42C5-4FE5-8A03-786A6A4DD3BC}" dt="2023-12-10T03:19:31.818" v="158" actId="9405"/>
          <ac:inkMkLst>
            <pc:docMk/>
            <pc:sldMk cId="2431926673" sldId="343"/>
            <ac:inkMk id="19" creationId="{B088B722-74AD-F4E6-8A81-5BA247553D08}"/>
          </ac:inkMkLst>
        </pc:inkChg>
        <pc:inkChg chg="add del mod">
          <ac:chgData name="junpeng he" userId="51e7bc25f46b8d94" providerId="LiveId" clId="{A22DFF0D-42C5-4FE5-8A03-786A6A4DD3BC}" dt="2023-12-10T03:19:31.184" v="157" actId="9405"/>
          <ac:inkMkLst>
            <pc:docMk/>
            <pc:sldMk cId="2431926673" sldId="343"/>
            <ac:inkMk id="21" creationId="{4978AD3F-C299-410B-C21F-43F9BDC72DFC}"/>
          </ac:inkMkLst>
        </pc:inkChg>
        <pc:inkChg chg="add del mod">
          <ac:chgData name="junpeng he" userId="51e7bc25f46b8d94" providerId="LiveId" clId="{A22DFF0D-42C5-4FE5-8A03-786A6A4DD3BC}" dt="2023-12-10T03:19:30.865" v="156" actId="9405"/>
          <ac:inkMkLst>
            <pc:docMk/>
            <pc:sldMk cId="2431926673" sldId="343"/>
            <ac:inkMk id="22" creationId="{80B088CB-2D2A-E712-87AA-332FF634F17A}"/>
          </ac:inkMkLst>
        </pc:inkChg>
        <pc:inkChg chg="add del mod">
          <ac:chgData name="junpeng he" userId="51e7bc25f46b8d94" providerId="LiveId" clId="{A22DFF0D-42C5-4FE5-8A03-786A6A4DD3BC}" dt="2023-12-10T03:19:30.512" v="155" actId="9405"/>
          <ac:inkMkLst>
            <pc:docMk/>
            <pc:sldMk cId="2431926673" sldId="343"/>
            <ac:inkMk id="24" creationId="{5F8496DB-64BD-CA20-27CB-346959FE73D3}"/>
          </ac:inkMkLst>
        </pc:inkChg>
        <pc:inkChg chg="add del mod">
          <ac:chgData name="junpeng he" userId="51e7bc25f46b8d94" providerId="LiveId" clId="{A22DFF0D-42C5-4FE5-8A03-786A6A4DD3BC}" dt="2023-12-10T03:19:30.185" v="154" actId="9405"/>
          <ac:inkMkLst>
            <pc:docMk/>
            <pc:sldMk cId="2431926673" sldId="343"/>
            <ac:inkMk id="25" creationId="{5456B382-0323-781B-916E-4B2C7CD9B867}"/>
          </ac:inkMkLst>
        </pc:inkChg>
        <pc:inkChg chg="add del mod">
          <ac:chgData name="junpeng he" userId="51e7bc25f46b8d94" providerId="LiveId" clId="{A22DFF0D-42C5-4FE5-8A03-786A6A4DD3BC}" dt="2023-12-10T03:19:29.946" v="153"/>
          <ac:inkMkLst>
            <pc:docMk/>
            <pc:sldMk cId="2431926673" sldId="343"/>
            <ac:inkMk id="27" creationId="{EE1B0656-4A5E-F000-332F-A758D4CB32ED}"/>
          </ac:inkMkLst>
        </pc:inkChg>
      </pc:sldChg>
      <pc:sldChg chg="addSp mod">
        <pc:chgData name="junpeng he" userId="51e7bc25f46b8d94" providerId="LiveId" clId="{A22DFF0D-42C5-4FE5-8A03-786A6A4DD3BC}" dt="2023-12-10T03:19:12.635" v="140" actId="9405"/>
        <pc:sldMkLst>
          <pc:docMk/>
          <pc:sldMk cId="428276023" sldId="344"/>
        </pc:sldMkLst>
        <pc:inkChg chg="add">
          <ac:chgData name="junpeng he" userId="51e7bc25f46b8d94" providerId="LiveId" clId="{A22DFF0D-42C5-4FE5-8A03-786A6A4DD3BC}" dt="2023-12-10T03:19:11.474" v="139" actId="9405"/>
          <ac:inkMkLst>
            <pc:docMk/>
            <pc:sldMk cId="428276023" sldId="344"/>
            <ac:inkMk id="2" creationId="{F62BEC59-6EC7-66C1-0CC6-1096370EDA7B}"/>
          </ac:inkMkLst>
        </pc:inkChg>
        <pc:inkChg chg="add">
          <ac:chgData name="junpeng he" userId="51e7bc25f46b8d94" providerId="LiveId" clId="{A22DFF0D-42C5-4FE5-8A03-786A6A4DD3BC}" dt="2023-12-10T03:19:12.635" v="140" actId="9405"/>
          <ac:inkMkLst>
            <pc:docMk/>
            <pc:sldMk cId="428276023" sldId="344"/>
            <ac:inkMk id="4" creationId="{3A891CD2-4FD0-B7CF-689A-7EC423D6DC6C}"/>
          </ac:inkMkLst>
        </pc:inkChg>
      </pc:sldChg>
      <pc:sldChg chg="addSp delSp modSp mod">
        <pc:chgData name="junpeng he" userId="51e7bc25f46b8d94" providerId="LiveId" clId="{A22DFF0D-42C5-4FE5-8A03-786A6A4DD3BC}" dt="2023-12-10T03:22:22.127" v="188" actId="9405"/>
        <pc:sldMkLst>
          <pc:docMk/>
          <pc:sldMk cId="3710433617" sldId="345"/>
        </pc:sldMkLst>
        <pc:grpChg chg="mod">
          <ac:chgData name="junpeng he" userId="51e7bc25f46b8d94" providerId="LiveId" clId="{A22DFF0D-42C5-4FE5-8A03-786A6A4DD3BC}" dt="2023-12-10T03:21:31.250" v="173"/>
          <ac:grpSpMkLst>
            <pc:docMk/>
            <pc:sldMk cId="3710433617" sldId="345"/>
            <ac:grpSpMk id="22" creationId="{9D224295-3ECB-296F-61A7-037B6BC89055}"/>
          </ac:grpSpMkLst>
        </pc:grpChg>
        <pc:grpChg chg="mod">
          <ac:chgData name="junpeng he" userId="51e7bc25f46b8d94" providerId="LiveId" clId="{A22DFF0D-42C5-4FE5-8A03-786A6A4DD3BC}" dt="2023-12-10T03:21:45.398" v="178"/>
          <ac:grpSpMkLst>
            <pc:docMk/>
            <pc:sldMk cId="3710433617" sldId="345"/>
            <ac:grpSpMk id="25" creationId="{DCFD8B90-1BEF-7241-16CC-53EEAFBAF3C1}"/>
          </ac:grpSpMkLst>
        </pc:grpChg>
        <pc:inkChg chg="add del">
          <ac:chgData name="junpeng he" userId="51e7bc25f46b8d94" providerId="LiveId" clId="{A22DFF0D-42C5-4FE5-8A03-786A6A4DD3BC}" dt="2023-12-10T03:21:53.644" v="186" actId="9405"/>
          <ac:inkMkLst>
            <pc:docMk/>
            <pc:sldMk cId="3710433617" sldId="345"/>
            <ac:inkMk id="2" creationId="{D769C2F1-5D18-181D-8D29-1FD31C967B14}"/>
          </ac:inkMkLst>
        </pc:inkChg>
        <pc:inkChg chg="add del">
          <ac:chgData name="junpeng he" userId="51e7bc25f46b8d94" providerId="LiveId" clId="{A22DFF0D-42C5-4FE5-8A03-786A6A4DD3BC}" dt="2023-12-10T03:21:53.382" v="185" actId="9405"/>
          <ac:inkMkLst>
            <pc:docMk/>
            <pc:sldMk cId="3710433617" sldId="345"/>
            <ac:inkMk id="4" creationId="{902AF4B0-FA6F-D54C-A056-09F1DDFC65BF}"/>
          </ac:inkMkLst>
        </pc:inkChg>
        <pc:inkChg chg="add del mod">
          <ac:chgData name="junpeng he" userId="51e7bc25f46b8d94" providerId="LiveId" clId="{A22DFF0D-42C5-4FE5-8A03-786A6A4DD3BC}" dt="2023-12-10T03:21:53.135" v="184" actId="9405"/>
          <ac:inkMkLst>
            <pc:docMk/>
            <pc:sldMk cId="3710433617" sldId="345"/>
            <ac:inkMk id="15" creationId="{6C096E45-EC44-BC06-8138-325A15030AEF}"/>
          </ac:inkMkLst>
        </pc:inkChg>
        <pc:inkChg chg="add del mod">
          <ac:chgData name="junpeng he" userId="51e7bc25f46b8d94" providerId="LiveId" clId="{A22DFF0D-42C5-4FE5-8A03-786A6A4DD3BC}" dt="2023-12-10T03:21:52.728" v="183" actId="9405"/>
          <ac:inkMkLst>
            <pc:docMk/>
            <pc:sldMk cId="3710433617" sldId="345"/>
            <ac:inkMk id="18" creationId="{FD887B68-2605-2C51-980F-E5E794B24DD1}"/>
          </ac:inkMkLst>
        </pc:inkChg>
        <pc:inkChg chg="add del mod">
          <ac:chgData name="junpeng he" userId="51e7bc25f46b8d94" providerId="LiveId" clId="{A22DFF0D-42C5-4FE5-8A03-786A6A4DD3BC}" dt="2023-12-10T03:21:31.652" v="174" actId="9405"/>
          <ac:inkMkLst>
            <pc:docMk/>
            <pc:sldMk cId="3710433617" sldId="345"/>
            <ac:inkMk id="19" creationId="{80714990-6FD5-9D44-4B7B-10FD261BA47B}"/>
          </ac:inkMkLst>
        </pc:inkChg>
        <pc:inkChg chg="add del mod">
          <ac:chgData name="junpeng he" userId="51e7bc25f46b8d94" providerId="LiveId" clId="{A22DFF0D-42C5-4FE5-8A03-786A6A4DD3BC}" dt="2023-12-10T03:21:31.250" v="173"/>
          <ac:inkMkLst>
            <pc:docMk/>
            <pc:sldMk cId="3710433617" sldId="345"/>
            <ac:inkMk id="21" creationId="{F53B8F36-D1A0-32D2-D895-A6B06156C84E}"/>
          </ac:inkMkLst>
        </pc:inkChg>
        <pc:inkChg chg="add del mod">
          <ac:chgData name="junpeng he" userId="51e7bc25f46b8d94" providerId="LiveId" clId="{A22DFF0D-42C5-4FE5-8A03-786A6A4DD3BC}" dt="2023-12-10T03:21:45.398" v="178"/>
          <ac:inkMkLst>
            <pc:docMk/>
            <pc:sldMk cId="3710433617" sldId="345"/>
            <ac:inkMk id="24" creationId="{C785E964-BC28-5982-FF48-68A342BD4EFB}"/>
          </ac:inkMkLst>
        </pc:inkChg>
        <pc:inkChg chg="add del">
          <ac:chgData name="junpeng he" userId="51e7bc25f46b8d94" providerId="LiveId" clId="{A22DFF0D-42C5-4FE5-8A03-786A6A4DD3BC}" dt="2023-12-10T03:21:50.059" v="180" actId="9405"/>
          <ac:inkMkLst>
            <pc:docMk/>
            <pc:sldMk cId="3710433617" sldId="345"/>
            <ac:inkMk id="27" creationId="{AC6AFFE5-CB49-B7C6-8206-622AF3089B75}"/>
          </ac:inkMkLst>
        </pc:inkChg>
        <pc:inkChg chg="add del">
          <ac:chgData name="junpeng he" userId="51e7bc25f46b8d94" providerId="LiveId" clId="{A22DFF0D-42C5-4FE5-8A03-786A6A4DD3BC}" dt="2023-12-10T03:21:52.489" v="182" actId="9405"/>
          <ac:inkMkLst>
            <pc:docMk/>
            <pc:sldMk cId="3710433617" sldId="345"/>
            <ac:inkMk id="28" creationId="{96BC386D-4237-787D-C0A6-D21294ED1E2E}"/>
          </ac:inkMkLst>
        </pc:inkChg>
        <pc:inkChg chg="add">
          <ac:chgData name="junpeng he" userId="51e7bc25f46b8d94" providerId="LiveId" clId="{A22DFF0D-42C5-4FE5-8A03-786A6A4DD3BC}" dt="2023-12-10T03:22:22.127" v="188" actId="9405"/>
          <ac:inkMkLst>
            <pc:docMk/>
            <pc:sldMk cId="3710433617" sldId="345"/>
            <ac:inkMk id="30" creationId="{1CD59723-C51D-DDBB-EC63-EE9ADA8DFAD1}"/>
          </ac:inkMkLst>
        </pc:inkChg>
      </pc:sldChg>
      <pc:sldChg chg="addSp mod">
        <pc:chgData name="junpeng he" userId="51e7bc25f46b8d94" providerId="LiveId" clId="{A22DFF0D-42C5-4FE5-8A03-786A6A4DD3BC}" dt="2023-12-10T03:20:34.589" v="164" actId="9405"/>
        <pc:sldMkLst>
          <pc:docMk/>
          <pc:sldMk cId="1263716522" sldId="346"/>
        </pc:sldMkLst>
        <pc:inkChg chg="add">
          <ac:chgData name="junpeng he" userId="51e7bc25f46b8d94" providerId="LiveId" clId="{A22DFF0D-42C5-4FE5-8A03-786A6A4DD3BC}" dt="2023-12-10T03:19:56.661" v="159" actId="9405"/>
          <ac:inkMkLst>
            <pc:docMk/>
            <pc:sldMk cId="1263716522" sldId="346"/>
            <ac:inkMk id="2" creationId="{14673438-A85C-4F86-16E8-0B4D63AD5349}"/>
          </ac:inkMkLst>
        </pc:inkChg>
        <pc:inkChg chg="add">
          <ac:chgData name="junpeng he" userId="51e7bc25f46b8d94" providerId="LiveId" clId="{A22DFF0D-42C5-4FE5-8A03-786A6A4DD3BC}" dt="2023-12-10T03:19:57.987" v="160" actId="9405"/>
          <ac:inkMkLst>
            <pc:docMk/>
            <pc:sldMk cId="1263716522" sldId="346"/>
            <ac:inkMk id="4" creationId="{C08094AD-9479-2D8C-ED6D-4036B6EA4CB9}"/>
          </ac:inkMkLst>
        </pc:inkChg>
        <pc:inkChg chg="add">
          <ac:chgData name="junpeng he" userId="51e7bc25f46b8d94" providerId="LiveId" clId="{A22DFF0D-42C5-4FE5-8A03-786A6A4DD3BC}" dt="2023-12-10T03:19:59.107" v="161" actId="9405"/>
          <ac:inkMkLst>
            <pc:docMk/>
            <pc:sldMk cId="1263716522" sldId="346"/>
            <ac:inkMk id="5" creationId="{C974C157-7112-9740-F651-A79704E79550}"/>
          </ac:inkMkLst>
        </pc:inkChg>
        <pc:inkChg chg="add">
          <ac:chgData name="junpeng he" userId="51e7bc25f46b8d94" providerId="LiveId" clId="{A22DFF0D-42C5-4FE5-8A03-786A6A4DD3BC}" dt="2023-12-10T03:20:24.584" v="162" actId="9405"/>
          <ac:inkMkLst>
            <pc:docMk/>
            <pc:sldMk cId="1263716522" sldId="346"/>
            <ac:inkMk id="6" creationId="{ADC3DF4C-8777-AA3B-666B-30FF0D5BC069}"/>
          </ac:inkMkLst>
        </pc:inkChg>
        <pc:inkChg chg="add">
          <ac:chgData name="junpeng he" userId="51e7bc25f46b8d94" providerId="LiveId" clId="{A22DFF0D-42C5-4FE5-8A03-786A6A4DD3BC}" dt="2023-12-10T03:20:28.371" v="163" actId="9405"/>
          <ac:inkMkLst>
            <pc:docMk/>
            <pc:sldMk cId="1263716522" sldId="346"/>
            <ac:inkMk id="7" creationId="{D5A07B4D-6F0B-4B51-94EA-FF0E721084E9}"/>
          </ac:inkMkLst>
        </pc:inkChg>
        <pc:inkChg chg="add">
          <ac:chgData name="junpeng he" userId="51e7bc25f46b8d94" providerId="LiveId" clId="{A22DFF0D-42C5-4FE5-8A03-786A6A4DD3BC}" dt="2023-12-10T03:20:34.589" v="164" actId="9405"/>
          <ac:inkMkLst>
            <pc:docMk/>
            <pc:sldMk cId="1263716522" sldId="346"/>
            <ac:inkMk id="8" creationId="{8759ABAC-32B3-B267-9648-DE65582EA9AD}"/>
          </ac:inkMkLst>
        </pc:inkChg>
      </pc:sldChg>
      <pc:sldChg chg="addSp mod">
        <pc:chgData name="junpeng he" userId="51e7bc25f46b8d94" providerId="LiveId" clId="{A22DFF0D-42C5-4FE5-8A03-786A6A4DD3BC}" dt="2023-12-10T03:22:15.002" v="187" actId="9405"/>
        <pc:sldMkLst>
          <pc:docMk/>
          <pc:sldMk cId="3242722169" sldId="347"/>
        </pc:sldMkLst>
        <pc:inkChg chg="add">
          <ac:chgData name="junpeng he" userId="51e7bc25f46b8d94" providerId="LiveId" clId="{A22DFF0D-42C5-4FE5-8A03-786A6A4DD3BC}" dt="2023-12-10T03:22:15.002" v="187" actId="9405"/>
          <ac:inkMkLst>
            <pc:docMk/>
            <pc:sldMk cId="3242722169" sldId="347"/>
            <ac:inkMk id="3" creationId="{E68BC07E-50BA-C7B7-404A-B909F9216CE9}"/>
          </ac:inkMkLst>
        </pc:inkChg>
      </pc:sldChg>
      <pc:sldChg chg="addSp delSp modSp mod">
        <pc:chgData name="junpeng he" userId="51e7bc25f46b8d94" providerId="LiveId" clId="{A22DFF0D-42C5-4FE5-8A03-786A6A4DD3BC}" dt="2023-12-10T03:26:00.199" v="223" actId="9405"/>
        <pc:sldMkLst>
          <pc:docMk/>
          <pc:sldMk cId="2664720538" sldId="348"/>
        </pc:sldMkLst>
        <pc:grpChg chg="mod">
          <ac:chgData name="junpeng he" userId="51e7bc25f46b8d94" providerId="LiveId" clId="{A22DFF0D-42C5-4FE5-8A03-786A6A4DD3BC}" dt="2023-12-10T03:23:07.160" v="199"/>
          <ac:grpSpMkLst>
            <pc:docMk/>
            <pc:sldMk cId="2664720538" sldId="348"/>
            <ac:grpSpMk id="17" creationId="{8C5BD1AD-C32D-9226-20EE-3C809D77318C}"/>
          </ac:grpSpMkLst>
        </pc:grpChg>
        <pc:grpChg chg="mod">
          <ac:chgData name="junpeng he" userId="51e7bc25f46b8d94" providerId="LiveId" clId="{A22DFF0D-42C5-4FE5-8A03-786A6A4DD3BC}" dt="2023-12-10T03:25:55.208" v="221"/>
          <ac:grpSpMkLst>
            <pc:docMk/>
            <pc:sldMk cId="2664720538" sldId="348"/>
            <ac:grpSpMk id="20" creationId="{42BF7E43-D997-D9BB-4A59-26EF6968307E}"/>
          </ac:grpSpMkLst>
        </pc:grpChg>
        <pc:inkChg chg="add">
          <ac:chgData name="junpeng he" userId="51e7bc25f46b8d94" providerId="LiveId" clId="{A22DFF0D-42C5-4FE5-8A03-786A6A4DD3BC}" dt="2023-12-10T03:23:03.176" v="189" actId="9405"/>
          <ac:inkMkLst>
            <pc:docMk/>
            <pc:sldMk cId="2664720538" sldId="348"/>
            <ac:inkMk id="2" creationId="{C08C2717-4925-718A-B9B2-9DA81F5983E3}"/>
          </ac:inkMkLst>
        </pc:inkChg>
        <pc:inkChg chg="add del">
          <ac:chgData name="junpeng he" userId="51e7bc25f46b8d94" providerId="LiveId" clId="{A22DFF0D-42C5-4FE5-8A03-786A6A4DD3BC}" dt="2023-12-10T03:23:08.721" v="205" actId="9405"/>
          <ac:inkMkLst>
            <pc:docMk/>
            <pc:sldMk cId="2664720538" sldId="348"/>
            <ac:inkMk id="3" creationId="{BE142FBD-E568-EF43-A5B1-C90A69986CBA}"/>
          </ac:inkMkLst>
        </pc:inkChg>
        <pc:inkChg chg="add del">
          <ac:chgData name="junpeng he" userId="51e7bc25f46b8d94" providerId="LiveId" clId="{A22DFF0D-42C5-4FE5-8A03-786A6A4DD3BC}" dt="2023-12-10T03:23:08.424" v="204" actId="9405"/>
          <ac:inkMkLst>
            <pc:docMk/>
            <pc:sldMk cId="2664720538" sldId="348"/>
            <ac:inkMk id="10" creationId="{955E0B05-589C-7790-78A9-BAFD9085227A}"/>
          </ac:inkMkLst>
        </pc:inkChg>
        <pc:inkChg chg="add del">
          <ac:chgData name="junpeng he" userId="51e7bc25f46b8d94" providerId="LiveId" clId="{A22DFF0D-42C5-4FE5-8A03-786A6A4DD3BC}" dt="2023-12-10T03:23:08.177" v="203" actId="9405"/>
          <ac:inkMkLst>
            <pc:docMk/>
            <pc:sldMk cId="2664720538" sldId="348"/>
            <ac:inkMk id="11" creationId="{C30FD2DA-8D88-9DDB-3C1F-AA85EE64C0D4}"/>
          </ac:inkMkLst>
        </pc:inkChg>
        <pc:inkChg chg="add del">
          <ac:chgData name="junpeng he" userId="51e7bc25f46b8d94" providerId="LiveId" clId="{A22DFF0D-42C5-4FE5-8A03-786A6A4DD3BC}" dt="2023-12-10T03:23:07.928" v="202" actId="9405"/>
          <ac:inkMkLst>
            <pc:docMk/>
            <pc:sldMk cId="2664720538" sldId="348"/>
            <ac:inkMk id="13" creationId="{CF843864-827A-5A3F-0914-6CDC119885CF}"/>
          </ac:inkMkLst>
        </pc:inkChg>
        <pc:inkChg chg="add del mod">
          <ac:chgData name="junpeng he" userId="51e7bc25f46b8d94" providerId="LiveId" clId="{A22DFF0D-42C5-4FE5-8A03-786A6A4DD3BC}" dt="2023-12-10T03:23:07.679" v="201" actId="9405"/>
          <ac:inkMkLst>
            <pc:docMk/>
            <pc:sldMk cId="2664720538" sldId="348"/>
            <ac:inkMk id="14" creationId="{A66A9F44-7622-66B6-6FD3-5CD258CF93EE}"/>
          </ac:inkMkLst>
        </pc:inkChg>
        <pc:inkChg chg="add del mod">
          <ac:chgData name="junpeng he" userId="51e7bc25f46b8d94" providerId="LiveId" clId="{A22DFF0D-42C5-4FE5-8A03-786A6A4DD3BC}" dt="2023-12-10T03:23:07.436" v="200" actId="9405"/>
          <ac:inkMkLst>
            <pc:docMk/>
            <pc:sldMk cId="2664720538" sldId="348"/>
            <ac:inkMk id="15" creationId="{9CB30AF8-E510-2166-3337-72CC1DDACC29}"/>
          </ac:inkMkLst>
        </pc:inkChg>
        <pc:inkChg chg="add del mod">
          <ac:chgData name="junpeng he" userId="51e7bc25f46b8d94" providerId="LiveId" clId="{A22DFF0D-42C5-4FE5-8A03-786A6A4DD3BC}" dt="2023-12-10T03:23:07.160" v="199"/>
          <ac:inkMkLst>
            <pc:docMk/>
            <pc:sldMk cId="2664720538" sldId="348"/>
            <ac:inkMk id="16" creationId="{4E4E7B60-4CCD-018D-845D-C8F8DC8947BC}"/>
          </ac:inkMkLst>
        </pc:inkChg>
        <pc:inkChg chg="add mod">
          <ac:chgData name="junpeng he" userId="51e7bc25f46b8d94" providerId="LiveId" clId="{A22DFF0D-42C5-4FE5-8A03-786A6A4DD3BC}" dt="2023-12-10T03:25:55.208" v="221"/>
          <ac:inkMkLst>
            <pc:docMk/>
            <pc:sldMk cId="2664720538" sldId="348"/>
            <ac:inkMk id="18" creationId="{7EBECC8A-CBA2-B8F3-89D4-89142ABF63BD}"/>
          </ac:inkMkLst>
        </pc:inkChg>
        <pc:inkChg chg="add mod">
          <ac:chgData name="junpeng he" userId="51e7bc25f46b8d94" providerId="LiveId" clId="{A22DFF0D-42C5-4FE5-8A03-786A6A4DD3BC}" dt="2023-12-10T03:25:55.208" v="221"/>
          <ac:inkMkLst>
            <pc:docMk/>
            <pc:sldMk cId="2664720538" sldId="348"/>
            <ac:inkMk id="19" creationId="{C5EA3D92-F4B6-D853-B535-533C10AFC14D}"/>
          </ac:inkMkLst>
        </pc:inkChg>
        <pc:inkChg chg="add del">
          <ac:chgData name="junpeng he" userId="51e7bc25f46b8d94" providerId="LiveId" clId="{A22DFF0D-42C5-4FE5-8A03-786A6A4DD3BC}" dt="2023-12-10T03:26:00.199" v="223" actId="9405"/>
          <ac:inkMkLst>
            <pc:docMk/>
            <pc:sldMk cId="2664720538" sldId="348"/>
            <ac:inkMk id="21" creationId="{C9728D53-376C-343C-DF58-A68E5F146C63}"/>
          </ac:inkMkLst>
        </pc:inkChg>
      </pc:sldChg>
      <pc:sldChg chg="addSp modSp mod">
        <pc:chgData name="junpeng he" userId="51e7bc25f46b8d94" providerId="LiveId" clId="{A22DFF0D-42C5-4FE5-8A03-786A6A4DD3BC}" dt="2023-12-10T03:26:49.846" v="239"/>
        <pc:sldMkLst>
          <pc:docMk/>
          <pc:sldMk cId="2086885817" sldId="349"/>
        </pc:sldMkLst>
        <pc:grpChg chg="mod">
          <ac:chgData name="junpeng he" userId="51e7bc25f46b8d94" providerId="LiveId" clId="{A22DFF0D-42C5-4FE5-8A03-786A6A4DD3BC}" dt="2023-12-10T03:26:44.684" v="236"/>
          <ac:grpSpMkLst>
            <pc:docMk/>
            <pc:sldMk cId="2086885817" sldId="349"/>
            <ac:grpSpMk id="25" creationId="{C03BC0E9-EE17-8914-57FD-DBA1D398B730}"/>
          </ac:grpSpMkLst>
        </pc:grpChg>
        <pc:grpChg chg="mod">
          <ac:chgData name="junpeng he" userId="51e7bc25f46b8d94" providerId="LiveId" clId="{A22DFF0D-42C5-4FE5-8A03-786A6A4DD3BC}" dt="2023-12-10T03:26:44.684" v="236"/>
          <ac:grpSpMkLst>
            <pc:docMk/>
            <pc:sldMk cId="2086885817" sldId="349"/>
            <ac:grpSpMk id="55" creationId="{B29ACD4E-E355-51B2-38FE-15C06D3F7E84}"/>
          </ac:grpSpMkLst>
        </pc:grpChg>
        <pc:grpChg chg="mod">
          <ac:chgData name="junpeng he" userId="51e7bc25f46b8d94" providerId="LiveId" clId="{A22DFF0D-42C5-4FE5-8A03-786A6A4DD3BC}" dt="2023-12-10T03:26:49.846" v="239"/>
          <ac:grpSpMkLst>
            <pc:docMk/>
            <pc:sldMk cId="2086885817" sldId="349"/>
            <ac:grpSpMk id="59" creationId="{6C23BD02-6CD6-32B5-B552-B5A4CA181C14}"/>
          </ac:grpSpMkLst>
        </pc:grpChg>
        <pc:inkChg chg="add">
          <ac:chgData name="junpeng he" userId="51e7bc25f46b8d94" providerId="LiveId" clId="{A22DFF0D-42C5-4FE5-8A03-786A6A4DD3BC}" dt="2023-12-10T03:23:30.677" v="206" actId="9405"/>
          <ac:inkMkLst>
            <pc:docMk/>
            <pc:sldMk cId="2086885817" sldId="349"/>
            <ac:inkMk id="3" creationId="{455FB5D3-997F-FDB4-89C3-2444DD2404A1}"/>
          </ac:inkMkLst>
        </pc:inkChg>
        <pc:inkChg chg="add">
          <ac:chgData name="junpeng he" userId="51e7bc25f46b8d94" providerId="LiveId" clId="{A22DFF0D-42C5-4FE5-8A03-786A6A4DD3BC}" dt="2023-12-10T03:23:32.958" v="207" actId="9405"/>
          <ac:inkMkLst>
            <pc:docMk/>
            <pc:sldMk cId="2086885817" sldId="349"/>
            <ac:inkMk id="10" creationId="{C5FBE757-C127-5EF5-24F6-C8F5B8B494C6}"/>
          </ac:inkMkLst>
        </pc:inkChg>
        <pc:inkChg chg="add">
          <ac:chgData name="junpeng he" userId="51e7bc25f46b8d94" providerId="LiveId" clId="{A22DFF0D-42C5-4FE5-8A03-786A6A4DD3BC}" dt="2023-12-10T03:26:32.993" v="224" actId="9405"/>
          <ac:inkMkLst>
            <pc:docMk/>
            <pc:sldMk cId="2086885817" sldId="349"/>
            <ac:inkMk id="11" creationId="{8FE3610A-EC05-0BBC-DE56-1A482E374C0A}"/>
          </ac:inkMkLst>
        </pc:inkChg>
        <pc:inkChg chg="add">
          <ac:chgData name="junpeng he" userId="51e7bc25f46b8d94" providerId="LiveId" clId="{A22DFF0D-42C5-4FE5-8A03-786A6A4DD3BC}" dt="2023-12-10T03:26:36.475" v="225" actId="9405"/>
          <ac:inkMkLst>
            <pc:docMk/>
            <pc:sldMk cId="2086885817" sldId="349"/>
            <ac:inkMk id="13" creationId="{4D3D70F8-3502-8A7F-E324-0AA41B438DA9}"/>
          </ac:inkMkLst>
        </pc:inkChg>
        <pc:inkChg chg="add">
          <ac:chgData name="junpeng he" userId="51e7bc25f46b8d94" providerId="LiveId" clId="{A22DFF0D-42C5-4FE5-8A03-786A6A4DD3BC}" dt="2023-12-10T03:26:38.304" v="226" actId="9405"/>
          <ac:inkMkLst>
            <pc:docMk/>
            <pc:sldMk cId="2086885817" sldId="349"/>
            <ac:inkMk id="14" creationId="{ADE44764-5762-B2DA-B742-7CEC69DC0117}"/>
          </ac:inkMkLst>
        </pc:inkChg>
        <pc:inkChg chg="add mod">
          <ac:chgData name="junpeng he" userId="51e7bc25f46b8d94" providerId="LiveId" clId="{A22DFF0D-42C5-4FE5-8A03-786A6A4DD3BC}" dt="2023-12-10T03:26:44.684" v="236"/>
          <ac:inkMkLst>
            <pc:docMk/>
            <pc:sldMk cId="2086885817" sldId="349"/>
            <ac:inkMk id="15" creationId="{DA3A2748-A1EE-D802-497A-D8EA5DE2A242}"/>
          </ac:inkMkLst>
        </pc:inkChg>
        <pc:inkChg chg="add mod">
          <ac:chgData name="junpeng he" userId="51e7bc25f46b8d94" providerId="LiveId" clId="{A22DFF0D-42C5-4FE5-8A03-786A6A4DD3BC}" dt="2023-12-10T03:26:44.684" v="236"/>
          <ac:inkMkLst>
            <pc:docMk/>
            <pc:sldMk cId="2086885817" sldId="349"/>
            <ac:inkMk id="16" creationId="{0CF0710B-C57E-73BC-C98B-8506474B709C}"/>
          </ac:inkMkLst>
        </pc:inkChg>
        <pc:inkChg chg="add mod">
          <ac:chgData name="junpeng he" userId="51e7bc25f46b8d94" providerId="LiveId" clId="{A22DFF0D-42C5-4FE5-8A03-786A6A4DD3BC}" dt="2023-12-10T03:26:44.684" v="236"/>
          <ac:inkMkLst>
            <pc:docMk/>
            <pc:sldMk cId="2086885817" sldId="349"/>
            <ac:inkMk id="17" creationId="{33A7BB70-FF4D-5816-1477-42648D3211F2}"/>
          </ac:inkMkLst>
        </pc:inkChg>
        <pc:inkChg chg="add mod">
          <ac:chgData name="junpeng he" userId="51e7bc25f46b8d94" providerId="LiveId" clId="{A22DFF0D-42C5-4FE5-8A03-786A6A4DD3BC}" dt="2023-12-10T03:26:44.684" v="236"/>
          <ac:inkMkLst>
            <pc:docMk/>
            <pc:sldMk cId="2086885817" sldId="349"/>
            <ac:inkMk id="18" creationId="{C6A9A65E-6349-6315-5DE5-AE44A99D26FF}"/>
          </ac:inkMkLst>
        </pc:inkChg>
        <pc:inkChg chg="add mod">
          <ac:chgData name="junpeng he" userId="51e7bc25f46b8d94" providerId="LiveId" clId="{A22DFF0D-42C5-4FE5-8A03-786A6A4DD3BC}" dt="2023-12-10T03:26:44.684" v="236"/>
          <ac:inkMkLst>
            <pc:docMk/>
            <pc:sldMk cId="2086885817" sldId="349"/>
            <ac:inkMk id="19" creationId="{FD83C630-F76B-3628-83A5-C60BBC08C3C6}"/>
          </ac:inkMkLst>
        </pc:inkChg>
        <pc:inkChg chg="add mod">
          <ac:chgData name="junpeng he" userId="51e7bc25f46b8d94" providerId="LiveId" clId="{A22DFF0D-42C5-4FE5-8A03-786A6A4DD3BC}" dt="2023-12-10T03:26:44.684" v="236"/>
          <ac:inkMkLst>
            <pc:docMk/>
            <pc:sldMk cId="2086885817" sldId="349"/>
            <ac:inkMk id="20" creationId="{FFD0AC9F-4C0E-66A1-316A-E9A5C56EB876}"/>
          </ac:inkMkLst>
        </pc:inkChg>
        <pc:inkChg chg="add mod">
          <ac:chgData name="junpeng he" userId="51e7bc25f46b8d94" providerId="LiveId" clId="{A22DFF0D-42C5-4FE5-8A03-786A6A4DD3BC}" dt="2023-12-10T03:26:44.684" v="236"/>
          <ac:inkMkLst>
            <pc:docMk/>
            <pc:sldMk cId="2086885817" sldId="349"/>
            <ac:inkMk id="21" creationId="{21513AB8-319C-BDC4-CD9A-8B6725E23919}"/>
          </ac:inkMkLst>
        </pc:inkChg>
        <pc:inkChg chg="add mod">
          <ac:chgData name="junpeng he" userId="51e7bc25f46b8d94" providerId="LiveId" clId="{A22DFF0D-42C5-4FE5-8A03-786A6A4DD3BC}" dt="2023-12-10T03:26:44.684" v="236"/>
          <ac:inkMkLst>
            <pc:docMk/>
            <pc:sldMk cId="2086885817" sldId="349"/>
            <ac:inkMk id="22" creationId="{06713A84-9A60-64A4-DDE7-7C3662B47E59}"/>
          </ac:inkMkLst>
        </pc:inkChg>
        <pc:inkChg chg="add mod">
          <ac:chgData name="junpeng he" userId="51e7bc25f46b8d94" providerId="LiveId" clId="{A22DFF0D-42C5-4FE5-8A03-786A6A4DD3BC}" dt="2023-12-10T03:26:44.684" v="236"/>
          <ac:inkMkLst>
            <pc:docMk/>
            <pc:sldMk cId="2086885817" sldId="349"/>
            <ac:inkMk id="23" creationId="{32E9DC95-B5FF-8F6D-3F1D-A0E839F4EFE2}"/>
          </ac:inkMkLst>
        </pc:inkChg>
        <pc:inkChg chg="add mod">
          <ac:chgData name="junpeng he" userId="51e7bc25f46b8d94" providerId="LiveId" clId="{A22DFF0D-42C5-4FE5-8A03-786A6A4DD3BC}" dt="2023-12-10T03:26:49.846" v="239"/>
          <ac:inkMkLst>
            <pc:docMk/>
            <pc:sldMk cId="2086885817" sldId="349"/>
            <ac:inkMk id="56" creationId="{8FC12D37-CB3D-A4B8-5F04-44FEA7780DD0}"/>
          </ac:inkMkLst>
        </pc:inkChg>
        <pc:inkChg chg="add mod">
          <ac:chgData name="junpeng he" userId="51e7bc25f46b8d94" providerId="LiveId" clId="{A22DFF0D-42C5-4FE5-8A03-786A6A4DD3BC}" dt="2023-12-10T03:26:49.846" v="239"/>
          <ac:inkMkLst>
            <pc:docMk/>
            <pc:sldMk cId="2086885817" sldId="349"/>
            <ac:inkMk id="58" creationId="{1D95F229-0F69-D350-5835-2E5C12A83338}"/>
          </ac:inkMkLst>
        </pc:inkChg>
      </pc:sldChg>
      <pc:sldChg chg="addSp delSp modSp mod">
        <pc:chgData name="junpeng he" userId="51e7bc25f46b8d94" providerId="LiveId" clId="{A22DFF0D-42C5-4FE5-8A03-786A6A4DD3BC}" dt="2023-12-10T03:28:49.280" v="268" actId="9405"/>
        <pc:sldMkLst>
          <pc:docMk/>
          <pc:sldMk cId="3255941476" sldId="350"/>
        </pc:sldMkLst>
        <pc:grpChg chg="add del mod">
          <ac:chgData name="junpeng he" userId="51e7bc25f46b8d94" providerId="LiveId" clId="{A22DFF0D-42C5-4FE5-8A03-786A6A4DD3BC}" dt="2023-12-10T03:28:41.218" v="267"/>
          <ac:grpSpMkLst>
            <pc:docMk/>
            <pc:sldMk cId="3255941476" sldId="350"/>
            <ac:grpSpMk id="14" creationId="{35CFA9AC-CC59-8909-7864-D6F27E1676A8}"/>
          </ac:grpSpMkLst>
        </pc:grpChg>
        <pc:grpChg chg="add del mod">
          <ac:chgData name="junpeng he" userId="51e7bc25f46b8d94" providerId="LiveId" clId="{A22DFF0D-42C5-4FE5-8A03-786A6A4DD3BC}" dt="2023-12-10T03:28:41.218" v="267"/>
          <ac:grpSpMkLst>
            <pc:docMk/>
            <pc:sldMk cId="3255941476" sldId="350"/>
            <ac:grpSpMk id="19" creationId="{BC79771E-3A13-1B0F-976C-F74EC7F4EB7C}"/>
          </ac:grpSpMkLst>
        </pc:grpChg>
        <pc:grpChg chg="mod">
          <ac:chgData name="junpeng he" userId="51e7bc25f46b8d94" providerId="LiveId" clId="{A22DFF0D-42C5-4FE5-8A03-786A6A4DD3BC}" dt="2023-12-10T03:27:26.068" v="247"/>
          <ac:grpSpMkLst>
            <pc:docMk/>
            <pc:sldMk cId="3255941476" sldId="350"/>
            <ac:grpSpMk id="54" creationId="{867B20BC-6A41-2854-12AB-BFBFAADBC03D}"/>
          </ac:grpSpMkLst>
        </pc:grpChg>
        <pc:grpChg chg="add del mod">
          <ac:chgData name="junpeng he" userId="51e7bc25f46b8d94" providerId="LiveId" clId="{A22DFF0D-42C5-4FE5-8A03-786A6A4DD3BC}" dt="2023-12-10T03:28:41.218" v="267"/>
          <ac:grpSpMkLst>
            <pc:docMk/>
            <pc:sldMk cId="3255941476" sldId="350"/>
            <ac:grpSpMk id="63" creationId="{A359C65B-1C71-7936-D796-233B80E600DC}"/>
          </ac:grpSpMkLst>
        </pc:grpChg>
        <pc:grpChg chg="mod">
          <ac:chgData name="junpeng he" userId="51e7bc25f46b8d94" providerId="LiveId" clId="{A22DFF0D-42C5-4FE5-8A03-786A6A4DD3BC}" dt="2023-12-10T03:28:41.218" v="267"/>
          <ac:grpSpMkLst>
            <pc:docMk/>
            <pc:sldMk cId="3255941476" sldId="350"/>
            <ac:grpSpMk id="69" creationId="{EB67FCBC-F4F9-7B1D-2949-6E1F7D1D49A7}"/>
          </ac:grpSpMkLst>
        </pc:grpChg>
        <pc:inkChg chg="add">
          <ac:chgData name="junpeng he" userId="51e7bc25f46b8d94" providerId="LiveId" clId="{A22DFF0D-42C5-4FE5-8A03-786A6A4DD3BC}" dt="2023-12-10T03:23:45.589" v="208" actId="9405"/>
          <ac:inkMkLst>
            <pc:docMk/>
            <pc:sldMk cId="3255941476" sldId="350"/>
            <ac:inkMk id="2" creationId="{52EB1735-A0B4-3376-099E-36F690FF5B64}"/>
          </ac:inkMkLst>
        </pc:inkChg>
        <pc:inkChg chg="add mod">
          <ac:chgData name="junpeng he" userId="51e7bc25f46b8d94" providerId="LiveId" clId="{A22DFF0D-42C5-4FE5-8A03-786A6A4DD3BC}" dt="2023-12-10T03:28:41.218" v="267"/>
          <ac:inkMkLst>
            <pc:docMk/>
            <pc:sldMk cId="3255941476" sldId="350"/>
            <ac:inkMk id="10" creationId="{C52C2F98-2914-B838-CBB5-F7AD629F46AD}"/>
          </ac:inkMkLst>
        </pc:inkChg>
        <pc:inkChg chg="add mod">
          <ac:chgData name="junpeng he" userId="51e7bc25f46b8d94" providerId="LiveId" clId="{A22DFF0D-42C5-4FE5-8A03-786A6A4DD3BC}" dt="2023-12-10T03:28:41.218" v="267"/>
          <ac:inkMkLst>
            <pc:docMk/>
            <pc:sldMk cId="3255941476" sldId="350"/>
            <ac:inkMk id="11" creationId="{65D1786A-0699-B049-333E-190DB354E9E9}"/>
          </ac:inkMkLst>
        </pc:inkChg>
        <pc:inkChg chg="add mod">
          <ac:chgData name="junpeng he" userId="51e7bc25f46b8d94" providerId="LiveId" clId="{A22DFF0D-42C5-4FE5-8A03-786A6A4DD3BC}" dt="2023-12-10T03:28:41.218" v="267"/>
          <ac:inkMkLst>
            <pc:docMk/>
            <pc:sldMk cId="3255941476" sldId="350"/>
            <ac:inkMk id="13" creationId="{7AFAB627-ACD3-4F8E-2195-9BC65607E78C}"/>
          </ac:inkMkLst>
        </pc:inkChg>
        <pc:inkChg chg="add mod">
          <ac:chgData name="junpeng he" userId="51e7bc25f46b8d94" providerId="LiveId" clId="{A22DFF0D-42C5-4FE5-8A03-786A6A4DD3BC}" dt="2023-12-10T03:28:41.218" v="267"/>
          <ac:inkMkLst>
            <pc:docMk/>
            <pc:sldMk cId="3255941476" sldId="350"/>
            <ac:inkMk id="15" creationId="{AB63ED27-FE66-70B4-506E-4A2E3D62CEAE}"/>
          </ac:inkMkLst>
        </pc:inkChg>
        <pc:inkChg chg="add mod">
          <ac:chgData name="junpeng he" userId="51e7bc25f46b8d94" providerId="LiveId" clId="{A22DFF0D-42C5-4FE5-8A03-786A6A4DD3BC}" dt="2023-12-10T03:28:41.218" v="267"/>
          <ac:inkMkLst>
            <pc:docMk/>
            <pc:sldMk cId="3255941476" sldId="350"/>
            <ac:inkMk id="16" creationId="{B8CB3F8C-4588-A64A-2CD9-159CEA172131}"/>
          </ac:inkMkLst>
        </pc:inkChg>
        <pc:inkChg chg="add mod">
          <ac:chgData name="junpeng he" userId="51e7bc25f46b8d94" providerId="LiveId" clId="{A22DFF0D-42C5-4FE5-8A03-786A6A4DD3BC}" dt="2023-12-10T03:28:41.218" v="267"/>
          <ac:inkMkLst>
            <pc:docMk/>
            <pc:sldMk cId="3255941476" sldId="350"/>
            <ac:inkMk id="17" creationId="{B3D5022E-1E83-EE52-4BBD-D3A1CC6F4EBB}"/>
          </ac:inkMkLst>
        </pc:inkChg>
        <pc:inkChg chg="add mod">
          <ac:chgData name="junpeng he" userId="51e7bc25f46b8d94" providerId="LiveId" clId="{A22DFF0D-42C5-4FE5-8A03-786A6A4DD3BC}" dt="2023-12-10T03:28:41.218" v="267"/>
          <ac:inkMkLst>
            <pc:docMk/>
            <pc:sldMk cId="3255941476" sldId="350"/>
            <ac:inkMk id="18" creationId="{9E06EC2D-71A7-407D-326D-810BAA23F841}"/>
          </ac:inkMkLst>
        </pc:inkChg>
        <pc:inkChg chg="add">
          <ac:chgData name="junpeng he" userId="51e7bc25f46b8d94" providerId="LiveId" clId="{A22DFF0D-42C5-4FE5-8A03-786A6A4DD3BC}" dt="2023-12-10T03:24:26.720" v="218" actId="9405"/>
          <ac:inkMkLst>
            <pc:docMk/>
            <pc:sldMk cId="3255941476" sldId="350"/>
            <ac:inkMk id="20" creationId="{2ED881CB-7592-9E8F-390D-503B191F63C2}"/>
          </ac:inkMkLst>
        </pc:inkChg>
        <pc:inkChg chg="add">
          <ac:chgData name="junpeng he" userId="51e7bc25f46b8d94" providerId="LiveId" clId="{A22DFF0D-42C5-4FE5-8A03-786A6A4DD3BC}" dt="2023-12-10T03:27:02.163" v="240" actId="9405"/>
          <ac:inkMkLst>
            <pc:docMk/>
            <pc:sldMk cId="3255941476" sldId="350"/>
            <ac:inkMk id="21" creationId="{4BD4110A-340B-2B66-7183-24C9069EA587}"/>
          </ac:inkMkLst>
        </pc:inkChg>
        <pc:inkChg chg="add del">
          <ac:chgData name="junpeng he" userId="51e7bc25f46b8d94" providerId="LiveId" clId="{A22DFF0D-42C5-4FE5-8A03-786A6A4DD3BC}" dt="2023-12-10T03:27:20.101" v="242" actId="9405"/>
          <ac:inkMkLst>
            <pc:docMk/>
            <pc:sldMk cId="3255941476" sldId="350"/>
            <ac:inkMk id="22" creationId="{26189D5B-76C6-8883-0496-A98882A8C0D5}"/>
          </ac:inkMkLst>
        </pc:inkChg>
        <pc:inkChg chg="add mod">
          <ac:chgData name="junpeng he" userId="51e7bc25f46b8d94" providerId="LiveId" clId="{A22DFF0D-42C5-4FE5-8A03-786A6A4DD3BC}" dt="2023-12-10T03:27:26.068" v="247"/>
          <ac:inkMkLst>
            <pc:docMk/>
            <pc:sldMk cId="3255941476" sldId="350"/>
            <ac:inkMk id="23" creationId="{478A4647-8512-D8E4-91DD-353D60C48953}"/>
          </ac:inkMkLst>
        </pc:inkChg>
        <pc:inkChg chg="add mod">
          <ac:chgData name="junpeng he" userId="51e7bc25f46b8d94" providerId="LiveId" clId="{A22DFF0D-42C5-4FE5-8A03-786A6A4DD3BC}" dt="2023-12-10T03:27:26.068" v="247"/>
          <ac:inkMkLst>
            <pc:docMk/>
            <pc:sldMk cId="3255941476" sldId="350"/>
            <ac:inkMk id="25" creationId="{A5BB8F7A-95F9-3C49-8725-5745E0658BF7}"/>
          </ac:inkMkLst>
        </pc:inkChg>
        <pc:inkChg chg="add mod">
          <ac:chgData name="junpeng he" userId="51e7bc25f46b8d94" providerId="LiveId" clId="{A22DFF0D-42C5-4FE5-8A03-786A6A4DD3BC}" dt="2023-12-10T03:27:26.068" v="247"/>
          <ac:inkMkLst>
            <pc:docMk/>
            <pc:sldMk cId="3255941476" sldId="350"/>
            <ac:inkMk id="42" creationId="{AFB822DB-EC72-6314-F961-25D12A99D373}"/>
          </ac:inkMkLst>
        </pc:inkChg>
        <pc:inkChg chg="add mod">
          <ac:chgData name="junpeng he" userId="51e7bc25f46b8d94" providerId="LiveId" clId="{A22DFF0D-42C5-4FE5-8A03-786A6A4DD3BC}" dt="2023-12-10T03:27:26.068" v="247"/>
          <ac:inkMkLst>
            <pc:docMk/>
            <pc:sldMk cId="3255941476" sldId="350"/>
            <ac:inkMk id="50" creationId="{493C964E-8716-30E8-8256-422862F26C93}"/>
          </ac:inkMkLst>
        </pc:inkChg>
        <pc:inkChg chg="add del">
          <ac:chgData name="junpeng he" userId="51e7bc25f46b8d94" providerId="LiveId" clId="{A22DFF0D-42C5-4FE5-8A03-786A6A4DD3BC}" dt="2023-12-10T03:27:42.054" v="249" actId="9405"/>
          <ac:inkMkLst>
            <pc:docMk/>
            <pc:sldMk cId="3255941476" sldId="350"/>
            <ac:inkMk id="55" creationId="{775C44E9-1763-233A-224D-732CCF4717B1}"/>
          </ac:inkMkLst>
        </pc:inkChg>
        <pc:inkChg chg="add">
          <ac:chgData name="junpeng he" userId="51e7bc25f46b8d94" providerId="LiveId" clId="{A22DFF0D-42C5-4FE5-8A03-786A6A4DD3BC}" dt="2023-12-10T03:27:44.456" v="250" actId="9405"/>
          <ac:inkMkLst>
            <pc:docMk/>
            <pc:sldMk cId="3255941476" sldId="350"/>
            <ac:inkMk id="56" creationId="{9F6EACAC-6644-AB5A-E174-1CF7874DD9F4}"/>
          </ac:inkMkLst>
        </pc:inkChg>
        <pc:inkChg chg="add">
          <ac:chgData name="junpeng he" userId="51e7bc25f46b8d94" providerId="LiveId" clId="{A22DFF0D-42C5-4FE5-8A03-786A6A4DD3BC}" dt="2023-12-10T03:27:50.462" v="251" actId="9405"/>
          <ac:inkMkLst>
            <pc:docMk/>
            <pc:sldMk cId="3255941476" sldId="350"/>
            <ac:inkMk id="58" creationId="{9D84F0BD-6B28-A58B-96A6-ACBC019E6C55}"/>
          </ac:inkMkLst>
        </pc:inkChg>
        <pc:inkChg chg="add del">
          <ac:chgData name="junpeng he" userId="51e7bc25f46b8d94" providerId="LiveId" clId="{A22DFF0D-42C5-4FE5-8A03-786A6A4DD3BC}" dt="2023-12-10T03:27:54.584" v="253" actId="9405"/>
          <ac:inkMkLst>
            <pc:docMk/>
            <pc:sldMk cId="3255941476" sldId="350"/>
            <ac:inkMk id="59" creationId="{FB3F8B32-8E69-F1EA-3AB3-6EC36A57DAB9}"/>
          </ac:inkMkLst>
        </pc:inkChg>
        <pc:inkChg chg="add mod">
          <ac:chgData name="junpeng he" userId="51e7bc25f46b8d94" providerId="LiveId" clId="{A22DFF0D-42C5-4FE5-8A03-786A6A4DD3BC}" dt="2023-12-10T03:28:41.218" v="267"/>
          <ac:inkMkLst>
            <pc:docMk/>
            <pc:sldMk cId="3255941476" sldId="350"/>
            <ac:inkMk id="60" creationId="{67A85EFD-CA6D-A705-7A6C-348FC2264D0F}"/>
          </ac:inkMkLst>
        </pc:inkChg>
        <pc:inkChg chg="add mod">
          <ac:chgData name="junpeng he" userId="51e7bc25f46b8d94" providerId="LiveId" clId="{A22DFF0D-42C5-4FE5-8A03-786A6A4DD3BC}" dt="2023-12-10T03:28:41.218" v="267"/>
          <ac:inkMkLst>
            <pc:docMk/>
            <pc:sldMk cId="3255941476" sldId="350"/>
            <ac:inkMk id="61" creationId="{7763322F-AE3F-B189-7B83-8C3CDF3CD460}"/>
          </ac:inkMkLst>
        </pc:inkChg>
        <pc:inkChg chg="add del">
          <ac:chgData name="junpeng he" userId="51e7bc25f46b8d94" providerId="LiveId" clId="{A22DFF0D-42C5-4FE5-8A03-786A6A4DD3BC}" dt="2023-12-10T03:27:57.668" v="257" actId="9405"/>
          <ac:inkMkLst>
            <pc:docMk/>
            <pc:sldMk cId="3255941476" sldId="350"/>
            <ac:inkMk id="62" creationId="{024EF204-EB81-19BB-B16A-759A3374B1C8}"/>
          </ac:inkMkLst>
        </pc:inkChg>
        <pc:inkChg chg="add">
          <ac:chgData name="junpeng he" userId="51e7bc25f46b8d94" providerId="LiveId" clId="{A22DFF0D-42C5-4FE5-8A03-786A6A4DD3BC}" dt="2023-12-10T03:28:03.544" v="259" actId="9405"/>
          <ac:inkMkLst>
            <pc:docMk/>
            <pc:sldMk cId="3255941476" sldId="350"/>
            <ac:inkMk id="64" creationId="{7EC8F4F0-627E-9C07-A970-04D4BBED0AD2}"/>
          </ac:inkMkLst>
        </pc:inkChg>
        <pc:inkChg chg="add">
          <ac:chgData name="junpeng he" userId="51e7bc25f46b8d94" providerId="LiveId" clId="{A22DFF0D-42C5-4FE5-8A03-786A6A4DD3BC}" dt="2023-12-10T03:28:33.230" v="260" actId="9405"/>
          <ac:inkMkLst>
            <pc:docMk/>
            <pc:sldMk cId="3255941476" sldId="350"/>
            <ac:inkMk id="65" creationId="{28E4BB14-1362-A9F3-4607-CE041C0CB78D}"/>
          </ac:inkMkLst>
        </pc:inkChg>
        <pc:inkChg chg="add">
          <ac:chgData name="junpeng he" userId="51e7bc25f46b8d94" providerId="LiveId" clId="{A22DFF0D-42C5-4FE5-8A03-786A6A4DD3BC}" dt="2023-12-10T03:28:36.244" v="261" actId="9405"/>
          <ac:inkMkLst>
            <pc:docMk/>
            <pc:sldMk cId="3255941476" sldId="350"/>
            <ac:inkMk id="66" creationId="{15E524A4-0A80-2FE6-76C0-6B8E58FBEE9C}"/>
          </ac:inkMkLst>
        </pc:inkChg>
        <pc:inkChg chg="add del">
          <ac:chgData name="junpeng he" userId="51e7bc25f46b8d94" providerId="LiveId" clId="{A22DFF0D-42C5-4FE5-8A03-786A6A4DD3BC}" dt="2023-12-10T03:28:39.257" v="263" actId="9405"/>
          <ac:inkMkLst>
            <pc:docMk/>
            <pc:sldMk cId="3255941476" sldId="350"/>
            <ac:inkMk id="67" creationId="{FE82AF43-6F91-CC9D-4A04-D33595C5810D}"/>
          </ac:inkMkLst>
        </pc:inkChg>
        <pc:inkChg chg="add del mod">
          <ac:chgData name="junpeng he" userId="51e7bc25f46b8d94" providerId="LiveId" clId="{A22DFF0D-42C5-4FE5-8A03-786A6A4DD3BC}" dt="2023-12-10T03:28:41.218" v="267"/>
          <ac:inkMkLst>
            <pc:docMk/>
            <pc:sldMk cId="3255941476" sldId="350"/>
            <ac:inkMk id="68" creationId="{02233546-EF1A-49DA-34DB-E8625A5A4ED5}"/>
          </ac:inkMkLst>
        </pc:inkChg>
        <pc:inkChg chg="add">
          <ac:chgData name="junpeng he" userId="51e7bc25f46b8d94" providerId="LiveId" clId="{A22DFF0D-42C5-4FE5-8A03-786A6A4DD3BC}" dt="2023-12-10T03:28:49.280" v="268" actId="9405"/>
          <ac:inkMkLst>
            <pc:docMk/>
            <pc:sldMk cId="3255941476" sldId="350"/>
            <ac:inkMk id="70" creationId="{FA7BFFC9-CC12-A4EF-5939-BAD73BAFE360}"/>
          </ac:inkMkLst>
        </pc:inkChg>
      </pc:sldChg>
      <pc:sldChg chg="addSp delSp modSp mod">
        <pc:chgData name="junpeng he" userId="51e7bc25f46b8d94" providerId="LiveId" clId="{A22DFF0D-42C5-4FE5-8A03-786A6A4DD3BC}" dt="2023-12-10T03:31:16.296" v="312"/>
        <pc:sldMkLst>
          <pc:docMk/>
          <pc:sldMk cId="927338326" sldId="351"/>
        </pc:sldMkLst>
        <pc:grpChg chg="del mod">
          <ac:chgData name="junpeng he" userId="51e7bc25f46b8d94" providerId="LiveId" clId="{A22DFF0D-42C5-4FE5-8A03-786A6A4DD3BC}" dt="2023-12-10T03:30:08" v="279"/>
          <ac:grpSpMkLst>
            <pc:docMk/>
            <pc:sldMk cId="927338326" sldId="351"/>
            <ac:grpSpMk id="15" creationId="{E600A86F-6751-A556-53CA-7AD442101AEF}"/>
          </ac:grpSpMkLst>
        </pc:grpChg>
        <pc:grpChg chg="del mod">
          <ac:chgData name="junpeng he" userId="51e7bc25f46b8d94" providerId="LiveId" clId="{A22DFF0D-42C5-4FE5-8A03-786A6A4DD3BC}" dt="2023-12-10T03:30:36.870" v="295"/>
          <ac:grpSpMkLst>
            <pc:docMk/>
            <pc:sldMk cId="927338326" sldId="351"/>
            <ac:grpSpMk id="22" creationId="{A83C1748-1FA9-2333-932C-3960A5BA3A40}"/>
          </ac:grpSpMkLst>
        </pc:grpChg>
        <pc:grpChg chg="del mod">
          <ac:chgData name="junpeng he" userId="51e7bc25f46b8d94" providerId="LiveId" clId="{A22DFF0D-42C5-4FE5-8A03-786A6A4DD3BC}" dt="2023-12-10T03:30:36.870" v="295"/>
          <ac:grpSpMkLst>
            <pc:docMk/>
            <pc:sldMk cId="927338326" sldId="351"/>
            <ac:grpSpMk id="55" creationId="{26C8B0E4-9C5C-06A8-03B0-B55AA17CC364}"/>
          </ac:grpSpMkLst>
        </pc:grpChg>
        <pc:grpChg chg="del mod">
          <ac:chgData name="junpeng he" userId="51e7bc25f46b8d94" providerId="LiveId" clId="{A22DFF0D-42C5-4FE5-8A03-786A6A4DD3BC}" dt="2023-12-10T03:30:36.870" v="295"/>
          <ac:grpSpMkLst>
            <pc:docMk/>
            <pc:sldMk cId="927338326" sldId="351"/>
            <ac:grpSpMk id="58" creationId="{2182D635-E9C5-2FAA-DD98-C6EA4C3512DA}"/>
          </ac:grpSpMkLst>
        </pc:grpChg>
        <pc:grpChg chg="del mod">
          <ac:chgData name="junpeng he" userId="51e7bc25f46b8d94" providerId="LiveId" clId="{A22DFF0D-42C5-4FE5-8A03-786A6A4DD3BC}" dt="2023-12-10T03:30:36.870" v="295"/>
          <ac:grpSpMkLst>
            <pc:docMk/>
            <pc:sldMk cId="927338326" sldId="351"/>
            <ac:grpSpMk id="61" creationId="{6346A946-9F9E-BE0B-9F67-D1BBED6EAD82}"/>
          </ac:grpSpMkLst>
        </pc:grpChg>
        <pc:grpChg chg="del mod">
          <ac:chgData name="junpeng he" userId="51e7bc25f46b8d94" providerId="LiveId" clId="{A22DFF0D-42C5-4FE5-8A03-786A6A4DD3BC}" dt="2023-12-10T03:30:45.240" v="305"/>
          <ac:grpSpMkLst>
            <pc:docMk/>
            <pc:sldMk cId="927338326" sldId="351"/>
            <ac:grpSpMk id="67" creationId="{660F92CD-F0D8-B9FD-924E-D397C7494942}"/>
          </ac:grpSpMkLst>
        </pc:grpChg>
        <pc:grpChg chg="del mod">
          <ac:chgData name="junpeng he" userId="51e7bc25f46b8d94" providerId="LiveId" clId="{A22DFF0D-42C5-4FE5-8A03-786A6A4DD3BC}" dt="2023-12-10T03:31:16.296" v="312"/>
          <ac:grpSpMkLst>
            <pc:docMk/>
            <pc:sldMk cId="927338326" sldId="351"/>
            <ac:grpSpMk id="77" creationId="{3A490972-7AE0-8533-8AB5-C8C0D8FF0589}"/>
          </ac:grpSpMkLst>
        </pc:grpChg>
        <pc:grpChg chg="mod">
          <ac:chgData name="junpeng he" userId="51e7bc25f46b8d94" providerId="LiveId" clId="{A22DFF0D-42C5-4FE5-8A03-786A6A4DD3BC}" dt="2023-12-10T03:31:10.506" v="310"/>
          <ac:grpSpMkLst>
            <pc:docMk/>
            <pc:sldMk cId="927338326" sldId="351"/>
            <ac:grpSpMk id="82" creationId="{A31F3A1A-A2DB-E6C5-130F-B67293D3516C}"/>
          </ac:grpSpMkLst>
        </pc:grpChg>
        <pc:grpChg chg="mod">
          <ac:chgData name="junpeng he" userId="51e7bc25f46b8d94" providerId="LiveId" clId="{A22DFF0D-42C5-4FE5-8A03-786A6A4DD3BC}" dt="2023-12-10T03:31:16.296" v="312"/>
          <ac:grpSpMkLst>
            <pc:docMk/>
            <pc:sldMk cId="927338326" sldId="351"/>
            <ac:grpSpMk id="84" creationId="{FEA32ABC-11B5-4C79-5A2A-3BB81E563B81}"/>
          </ac:grpSpMkLst>
        </pc:grpChg>
        <pc:inkChg chg="add">
          <ac:chgData name="junpeng he" userId="51e7bc25f46b8d94" providerId="LiveId" clId="{A22DFF0D-42C5-4FE5-8A03-786A6A4DD3BC}" dt="2023-12-10T03:29:30.554" v="269" actId="9405"/>
          <ac:inkMkLst>
            <pc:docMk/>
            <pc:sldMk cId="927338326" sldId="351"/>
            <ac:inkMk id="11" creationId="{50D9A7A2-D8DF-E847-9B1A-E7094BE045B9}"/>
          </ac:inkMkLst>
        </pc:inkChg>
        <pc:inkChg chg="add mod">
          <ac:chgData name="junpeng he" userId="51e7bc25f46b8d94" providerId="LiveId" clId="{A22DFF0D-42C5-4FE5-8A03-786A6A4DD3BC}" dt="2023-12-10T03:30:36.870" v="295"/>
          <ac:inkMkLst>
            <pc:docMk/>
            <pc:sldMk cId="927338326" sldId="351"/>
            <ac:inkMk id="13" creationId="{67C23CA9-DE56-D77C-73E9-839576281C03}"/>
          </ac:inkMkLst>
        </pc:inkChg>
        <pc:inkChg chg="add mod">
          <ac:chgData name="junpeng he" userId="51e7bc25f46b8d94" providerId="LiveId" clId="{A22DFF0D-42C5-4FE5-8A03-786A6A4DD3BC}" dt="2023-12-10T03:30:36.870" v="295"/>
          <ac:inkMkLst>
            <pc:docMk/>
            <pc:sldMk cId="927338326" sldId="351"/>
            <ac:inkMk id="14" creationId="{28500E50-DD06-E099-4E0B-9D429F09E916}"/>
          </ac:inkMkLst>
        </pc:inkChg>
        <pc:inkChg chg="add">
          <ac:chgData name="junpeng he" userId="51e7bc25f46b8d94" providerId="LiveId" clId="{A22DFF0D-42C5-4FE5-8A03-786A6A4DD3BC}" dt="2023-12-10T03:29:37.745" v="273" actId="9405"/>
          <ac:inkMkLst>
            <pc:docMk/>
            <pc:sldMk cId="927338326" sldId="351"/>
            <ac:inkMk id="16" creationId="{45AEF4FF-9628-393E-B907-4C83E3608209}"/>
          </ac:inkMkLst>
        </pc:inkChg>
        <pc:inkChg chg="add mod">
          <ac:chgData name="junpeng he" userId="51e7bc25f46b8d94" providerId="LiveId" clId="{A22DFF0D-42C5-4FE5-8A03-786A6A4DD3BC}" dt="2023-12-10T03:31:16.296" v="312"/>
          <ac:inkMkLst>
            <pc:docMk/>
            <pc:sldMk cId="927338326" sldId="351"/>
            <ac:inkMk id="17" creationId="{79313114-7BB2-91BA-8E5E-D35817EBCE79}"/>
          </ac:inkMkLst>
        </pc:inkChg>
        <pc:inkChg chg="add mod">
          <ac:chgData name="junpeng he" userId="51e7bc25f46b8d94" providerId="LiveId" clId="{A22DFF0D-42C5-4FE5-8A03-786A6A4DD3BC}" dt="2023-12-10T03:31:16.296" v="312"/>
          <ac:inkMkLst>
            <pc:docMk/>
            <pc:sldMk cId="927338326" sldId="351"/>
            <ac:inkMk id="18" creationId="{A5526764-A3E2-931F-D394-0149C9E59A50}"/>
          </ac:inkMkLst>
        </pc:inkChg>
        <pc:inkChg chg="add mod">
          <ac:chgData name="junpeng he" userId="51e7bc25f46b8d94" providerId="LiveId" clId="{A22DFF0D-42C5-4FE5-8A03-786A6A4DD3BC}" dt="2023-12-10T03:30:36.870" v="295"/>
          <ac:inkMkLst>
            <pc:docMk/>
            <pc:sldMk cId="927338326" sldId="351"/>
            <ac:inkMk id="19" creationId="{86D24F8C-2CE3-C10C-8E63-A7FB4A0F0D0E}"/>
          </ac:inkMkLst>
        </pc:inkChg>
        <pc:inkChg chg="add mod">
          <ac:chgData name="junpeng he" userId="51e7bc25f46b8d94" providerId="LiveId" clId="{A22DFF0D-42C5-4FE5-8A03-786A6A4DD3BC}" dt="2023-12-10T03:30:36.870" v="295"/>
          <ac:inkMkLst>
            <pc:docMk/>
            <pc:sldMk cId="927338326" sldId="351"/>
            <ac:inkMk id="20" creationId="{96E6AAF6-0BF9-518F-ACD0-A52F85BAEC0E}"/>
          </ac:inkMkLst>
        </pc:inkChg>
        <pc:inkChg chg="add mod">
          <ac:chgData name="junpeng he" userId="51e7bc25f46b8d94" providerId="LiveId" clId="{A22DFF0D-42C5-4FE5-8A03-786A6A4DD3BC}" dt="2023-12-10T03:30:36.870" v="295"/>
          <ac:inkMkLst>
            <pc:docMk/>
            <pc:sldMk cId="927338326" sldId="351"/>
            <ac:inkMk id="21" creationId="{25CCEA0F-3EF2-C977-DEBB-8D19933915DC}"/>
          </ac:inkMkLst>
        </pc:inkChg>
        <pc:inkChg chg="add mod">
          <ac:chgData name="junpeng he" userId="51e7bc25f46b8d94" providerId="LiveId" clId="{A22DFF0D-42C5-4FE5-8A03-786A6A4DD3BC}" dt="2023-12-10T03:31:16.296" v="312"/>
          <ac:inkMkLst>
            <pc:docMk/>
            <pc:sldMk cId="927338326" sldId="351"/>
            <ac:inkMk id="23" creationId="{6B476830-0BEC-3491-2E1D-4191A1E1DD71}"/>
          </ac:inkMkLst>
        </pc:inkChg>
        <pc:inkChg chg="add mod">
          <ac:chgData name="junpeng he" userId="51e7bc25f46b8d94" providerId="LiveId" clId="{A22DFF0D-42C5-4FE5-8A03-786A6A4DD3BC}" dt="2023-12-10T03:31:16.296" v="312"/>
          <ac:inkMkLst>
            <pc:docMk/>
            <pc:sldMk cId="927338326" sldId="351"/>
            <ac:inkMk id="25" creationId="{383C69DE-EB68-825F-79C4-71BDF54649AA}"/>
          </ac:inkMkLst>
        </pc:inkChg>
        <pc:inkChg chg="add mod">
          <ac:chgData name="junpeng he" userId="51e7bc25f46b8d94" providerId="LiveId" clId="{A22DFF0D-42C5-4FE5-8A03-786A6A4DD3BC}" dt="2023-12-10T03:31:16.296" v="312"/>
          <ac:inkMkLst>
            <pc:docMk/>
            <pc:sldMk cId="927338326" sldId="351"/>
            <ac:inkMk id="42" creationId="{DAF90198-6D3A-314D-CF34-BF1843276964}"/>
          </ac:inkMkLst>
        </pc:inkChg>
        <pc:inkChg chg="add mod">
          <ac:chgData name="junpeng he" userId="51e7bc25f46b8d94" providerId="LiveId" clId="{A22DFF0D-42C5-4FE5-8A03-786A6A4DD3BC}" dt="2023-12-10T03:31:16.296" v="312"/>
          <ac:inkMkLst>
            <pc:docMk/>
            <pc:sldMk cId="927338326" sldId="351"/>
            <ac:inkMk id="56" creationId="{A19286F1-937E-D128-6504-B7D9FF05A550}"/>
          </ac:inkMkLst>
        </pc:inkChg>
        <pc:inkChg chg="add mod">
          <ac:chgData name="junpeng he" userId="51e7bc25f46b8d94" providerId="LiveId" clId="{A22DFF0D-42C5-4FE5-8A03-786A6A4DD3BC}" dt="2023-12-10T03:31:16.296" v="312"/>
          <ac:inkMkLst>
            <pc:docMk/>
            <pc:sldMk cId="927338326" sldId="351"/>
            <ac:inkMk id="57" creationId="{DC37E2FC-E529-5320-374C-239E0B048A54}"/>
          </ac:inkMkLst>
        </pc:inkChg>
        <pc:inkChg chg="add mod">
          <ac:chgData name="junpeng he" userId="51e7bc25f46b8d94" providerId="LiveId" clId="{A22DFF0D-42C5-4FE5-8A03-786A6A4DD3BC}" dt="2023-12-10T03:31:16.296" v="312"/>
          <ac:inkMkLst>
            <pc:docMk/>
            <pc:sldMk cId="927338326" sldId="351"/>
            <ac:inkMk id="59" creationId="{ECD87D67-3855-31A9-9807-FE1BFD3AE6E2}"/>
          </ac:inkMkLst>
        </pc:inkChg>
        <pc:inkChg chg="add mod">
          <ac:chgData name="junpeng he" userId="51e7bc25f46b8d94" providerId="LiveId" clId="{A22DFF0D-42C5-4FE5-8A03-786A6A4DD3BC}" dt="2023-12-10T03:31:16.296" v="312"/>
          <ac:inkMkLst>
            <pc:docMk/>
            <pc:sldMk cId="927338326" sldId="351"/>
            <ac:inkMk id="60" creationId="{CCCEE2A9-DC2C-CDA5-ECCD-8D60AA6014AA}"/>
          </ac:inkMkLst>
        </pc:inkChg>
        <pc:inkChg chg="add mod">
          <ac:chgData name="junpeng he" userId="51e7bc25f46b8d94" providerId="LiveId" clId="{A22DFF0D-42C5-4FE5-8A03-786A6A4DD3BC}" dt="2023-12-10T03:31:16.296" v="312"/>
          <ac:inkMkLst>
            <pc:docMk/>
            <pc:sldMk cId="927338326" sldId="351"/>
            <ac:inkMk id="62" creationId="{070BE101-10B8-1090-A576-A10D012403D2}"/>
          </ac:inkMkLst>
        </pc:inkChg>
        <pc:inkChg chg="add mod">
          <ac:chgData name="junpeng he" userId="51e7bc25f46b8d94" providerId="LiveId" clId="{A22DFF0D-42C5-4FE5-8A03-786A6A4DD3BC}" dt="2023-12-10T03:31:16.296" v="312"/>
          <ac:inkMkLst>
            <pc:docMk/>
            <pc:sldMk cId="927338326" sldId="351"/>
            <ac:inkMk id="63" creationId="{5B6440E1-8076-063E-0555-1CD22D0DAC6A}"/>
          </ac:inkMkLst>
        </pc:inkChg>
        <pc:inkChg chg="add mod">
          <ac:chgData name="junpeng he" userId="51e7bc25f46b8d94" providerId="LiveId" clId="{A22DFF0D-42C5-4FE5-8A03-786A6A4DD3BC}" dt="2023-12-10T03:31:16.296" v="312"/>
          <ac:inkMkLst>
            <pc:docMk/>
            <pc:sldMk cId="927338326" sldId="351"/>
            <ac:inkMk id="64" creationId="{63237116-B78A-E21F-DBD5-C1B420AF769F}"/>
          </ac:inkMkLst>
        </pc:inkChg>
        <pc:inkChg chg="add mod">
          <ac:chgData name="junpeng he" userId="51e7bc25f46b8d94" providerId="LiveId" clId="{A22DFF0D-42C5-4FE5-8A03-786A6A4DD3BC}" dt="2023-12-10T03:31:16.296" v="312"/>
          <ac:inkMkLst>
            <pc:docMk/>
            <pc:sldMk cId="927338326" sldId="351"/>
            <ac:inkMk id="65" creationId="{F6315B25-A0CD-B5C4-BEB8-21874A88D70F}"/>
          </ac:inkMkLst>
        </pc:inkChg>
        <pc:inkChg chg="add mod">
          <ac:chgData name="junpeng he" userId="51e7bc25f46b8d94" providerId="LiveId" clId="{A22DFF0D-42C5-4FE5-8A03-786A6A4DD3BC}" dt="2023-12-10T03:31:16.296" v="312"/>
          <ac:inkMkLst>
            <pc:docMk/>
            <pc:sldMk cId="927338326" sldId="351"/>
            <ac:inkMk id="66" creationId="{264522E2-C4B6-7C71-C0BD-928902AE33D9}"/>
          </ac:inkMkLst>
        </pc:inkChg>
        <pc:inkChg chg="add mod">
          <ac:chgData name="junpeng he" userId="51e7bc25f46b8d94" providerId="LiveId" clId="{A22DFF0D-42C5-4FE5-8A03-786A6A4DD3BC}" dt="2023-12-10T03:31:16.296" v="312"/>
          <ac:inkMkLst>
            <pc:docMk/>
            <pc:sldMk cId="927338326" sldId="351"/>
            <ac:inkMk id="68" creationId="{E8375E46-C35F-89D6-3CC2-B9EA35A36FB0}"/>
          </ac:inkMkLst>
        </pc:inkChg>
        <pc:inkChg chg="add mod">
          <ac:chgData name="junpeng he" userId="51e7bc25f46b8d94" providerId="LiveId" clId="{A22DFF0D-42C5-4FE5-8A03-786A6A4DD3BC}" dt="2023-12-10T03:31:16.296" v="312"/>
          <ac:inkMkLst>
            <pc:docMk/>
            <pc:sldMk cId="927338326" sldId="351"/>
            <ac:inkMk id="69" creationId="{9F3FD988-394D-75C3-6E41-F11BE13C57E8}"/>
          </ac:inkMkLst>
        </pc:inkChg>
        <pc:inkChg chg="add mod">
          <ac:chgData name="junpeng he" userId="51e7bc25f46b8d94" providerId="LiveId" clId="{A22DFF0D-42C5-4FE5-8A03-786A6A4DD3BC}" dt="2023-12-10T03:31:16.296" v="312"/>
          <ac:inkMkLst>
            <pc:docMk/>
            <pc:sldMk cId="927338326" sldId="351"/>
            <ac:inkMk id="70" creationId="{FD5266AB-9882-B11A-297B-ECC36883172F}"/>
          </ac:inkMkLst>
        </pc:inkChg>
        <pc:inkChg chg="add mod">
          <ac:chgData name="junpeng he" userId="51e7bc25f46b8d94" providerId="LiveId" clId="{A22DFF0D-42C5-4FE5-8A03-786A6A4DD3BC}" dt="2023-12-10T03:31:16.296" v="312"/>
          <ac:inkMkLst>
            <pc:docMk/>
            <pc:sldMk cId="927338326" sldId="351"/>
            <ac:inkMk id="71" creationId="{C007DD92-825D-E735-F411-A9A37179A1CC}"/>
          </ac:inkMkLst>
        </pc:inkChg>
        <pc:inkChg chg="add mod">
          <ac:chgData name="junpeng he" userId="51e7bc25f46b8d94" providerId="LiveId" clId="{A22DFF0D-42C5-4FE5-8A03-786A6A4DD3BC}" dt="2023-12-10T03:31:16.296" v="312"/>
          <ac:inkMkLst>
            <pc:docMk/>
            <pc:sldMk cId="927338326" sldId="351"/>
            <ac:inkMk id="72" creationId="{5E1C8C3A-AFB7-12BD-F0C4-0BA300B21A34}"/>
          </ac:inkMkLst>
        </pc:inkChg>
        <pc:inkChg chg="add mod">
          <ac:chgData name="junpeng he" userId="51e7bc25f46b8d94" providerId="LiveId" clId="{A22DFF0D-42C5-4FE5-8A03-786A6A4DD3BC}" dt="2023-12-10T03:31:16.296" v="312"/>
          <ac:inkMkLst>
            <pc:docMk/>
            <pc:sldMk cId="927338326" sldId="351"/>
            <ac:inkMk id="73" creationId="{2E0C16A2-6714-4BA1-2B27-9D7205AF1162}"/>
          </ac:inkMkLst>
        </pc:inkChg>
        <pc:inkChg chg="add mod">
          <ac:chgData name="junpeng he" userId="51e7bc25f46b8d94" providerId="LiveId" clId="{A22DFF0D-42C5-4FE5-8A03-786A6A4DD3BC}" dt="2023-12-10T03:31:16.296" v="312"/>
          <ac:inkMkLst>
            <pc:docMk/>
            <pc:sldMk cId="927338326" sldId="351"/>
            <ac:inkMk id="74" creationId="{FFD7C550-721F-5354-1D94-0619FFCF857B}"/>
          </ac:inkMkLst>
        </pc:inkChg>
        <pc:inkChg chg="add mod">
          <ac:chgData name="junpeng he" userId="51e7bc25f46b8d94" providerId="LiveId" clId="{A22DFF0D-42C5-4FE5-8A03-786A6A4DD3BC}" dt="2023-12-10T03:31:16.296" v="312"/>
          <ac:inkMkLst>
            <pc:docMk/>
            <pc:sldMk cId="927338326" sldId="351"/>
            <ac:inkMk id="75" creationId="{E0EC0C05-3950-1E96-A79C-E6E51D2B504B}"/>
          </ac:inkMkLst>
        </pc:inkChg>
        <pc:inkChg chg="add mod">
          <ac:chgData name="junpeng he" userId="51e7bc25f46b8d94" providerId="LiveId" clId="{A22DFF0D-42C5-4FE5-8A03-786A6A4DD3BC}" dt="2023-12-10T03:31:16.296" v="312"/>
          <ac:inkMkLst>
            <pc:docMk/>
            <pc:sldMk cId="927338326" sldId="351"/>
            <ac:inkMk id="76" creationId="{47CB9078-CB2F-8DB9-AA91-1AD8C3A5D85A}"/>
          </ac:inkMkLst>
        </pc:inkChg>
        <pc:inkChg chg="add">
          <ac:chgData name="junpeng he" userId="51e7bc25f46b8d94" providerId="LiveId" clId="{A22DFF0D-42C5-4FE5-8A03-786A6A4DD3BC}" dt="2023-12-10T03:31:00.615" v="306" actId="9405"/>
          <ac:inkMkLst>
            <pc:docMk/>
            <pc:sldMk cId="927338326" sldId="351"/>
            <ac:inkMk id="78" creationId="{0287F676-D974-3020-2B6A-02CD019BA6FD}"/>
          </ac:inkMkLst>
        </pc:inkChg>
        <pc:inkChg chg="add">
          <ac:chgData name="junpeng he" userId="51e7bc25f46b8d94" providerId="LiveId" clId="{A22DFF0D-42C5-4FE5-8A03-786A6A4DD3BC}" dt="2023-12-10T03:31:06.962" v="307" actId="9405"/>
          <ac:inkMkLst>
            <pc:docMk/>
            <pc:sldMk cId="927338326" sldId="351"/>
            <ac:inkMk id="79" creationId="{2F340052-15DC-F139-A1E4-B96F9B5C8D45}"/>
          </ac:inkMkLst>
        </pc:inkChg>
        <pc:inkChg chg="add mod">
          <ac:chgData name="junpeng he" userId="51e7bc25f46b8d94" providerId="LiveId" clId="{A22DFF0D-42C5-4FE5-8A03-786A6A4DD3BC}" dt="2023-12-10T03:31:10.506" v="310"/>
          <ac:inkMkLst>
            <pc:docMk/>
            <pc:sldMk cId="927338326" sldId="351"/>
            <ac:inkMk id="80" creationId="{E4CA1735-7F21-7907-BA15-6B85BBA04936}"/>
          </ac:inkMkLst>
        </pc:inkChg>
        <pc:inkChg chg="add mod">
          <ac:chgData name="junpeng he" userId="51e7bc25f46b8d94" providerId="LiveId" clId="{A22DFF0D-42C5-4FE5-8A03-786A6A4DD3BC}" dt="2023-12-10T03:31:10.506" v="310"/>
          <ac:inkMkLst>
            <pc:docMk/>
            <pc:sldMk cId="927338326" sldId="351"/>
            <ac:inkMk id="81" creationId="{C96C39AB-1D7B-5968-93A3-CCE5C16F7EDA}"/>
          </ac:inkMkLst>
        </pc:inkChg>
        <pc:inkChg chg="add mod">
          <ac:chgData name="junpeng he" userId="51e7bc25f46b8d94" providerId="LiveId" clId="{A22DFF0D-42C5-4FE5-8A03-786A6A4DD3BC}" dt="2023-12-10T03:31:16.296" v="312"/>
          <ac:inkMkLst>
            <pc:docMk/>
            <pc:sldMk cId="927338326" sldId="351"/>
            <ac:inkMk id="83" creationId="{49F4D09A-C5BB-5293-A3E5-CCFF9952FE5D}"/>
          </ac:inkMkLst>
        </pc:inkChg>
      </pc:sldChg>
      <pc:sldChg chg="addSp delSp modSp mod">
        <pc:chgData name="junpeng he" userId="51e7bc25f46b8d94" providerId="LiveId" clId="{A22DFF0D-42C5-4FE5-8A03-786A6A4DD3BC}" dt="2023-12-10T03:32:05.522" v="322"/>
        <pc:sldMkLst>
          <pc:docMk/>
          <pc:sldMk cId="4052726031" sldId="352"/>
        </pc:sldMkLst>
        <pc:grpChg chg="del mod">
          <ac:chgData name="junpeng he" userId="51e7bc25f46b8d94" providerId="LiveId" clId="{A22DFF0D-42C5-4FE5-8A03-786A6A4DD3BC}" dt="2023-12-10T03:32:05.522" v="322"/>
          <ac:grpSpMkLst>
            <pc:docMk/>
            <pc:sldMk cId="4052726031" sldId="352"/>
            <ac:grpSpMk id="19" creationId="{A9321970-DB7D-990C-D273-9E84D4745893}"/>
          </ac:grpSpMkLst>
        </pc:grpChg>
        <pc:grpChg chg="mod">
          <ac:chgData name="junpeng he" userId="51e7bc25f46b8d94" providerId="LiveId" clId="{A22DFF0D-42C5-4FE5-8A03-786A6A4DD3BC}" dt="2023-12-10T03:32:05.522" v="322"/>
          <ac:grpSpMkLst>
            <pc:docMk/>
            <pc:sldMk cId="4052726031" sldId="352"/>
            <ac:grpSpMk id="21" creationId="{82A05C81-3317-4C48-C79C-6548D07AA395}"/>
          </ac:grpSpMkLst>
        </pc:grpChg>
        <pc:inkChg chg="add">
          <ac:chgData name="junpeng he" userId="51e7bc25f46b8d94" providerId="LiveId" clId="{A22DFF0D-42C5-4FE5-8A03-786A6A4DD3BC}" dt="2023-12-10T03:31:37.158" v="313" actId="9405"/>
          <ac:inkMkLst>
            <pc:docMk/>
            <pc:sldMk cId="4052726031" sldId="352"/>
            <ac:inkMk id="11" creationId="{E5BDC20D-07BF-28A6-2DE5-D07791C0145A}"/>
          </ac:inkMkLst>
        </pc:inkChg>
        <pc:inkChg chg="add">
          <ac:chgData name="junpeng he" userId="51e7bc25f46b8d94" providerId="LiveId" clId="{A22DFF0D-42C5-4FE5-8A03-786A6A4DD3BC}" dt="2023-12-10T03:31:46.893" v="314" actId="9405"/>
          <ac:inkMkLst>
            <pc:docMk/>
            <pc:sldMk cId="4052726031" sldId="352"/>
            <ac:inkMk id="13" creationId="{64F0A359-BD74-1A27-0537-4D28588CEC82}"/>
          </ac:inkMkLst>
        </pc:inkChg>
        <pc:inkChg chg="add">
          <ac:chgData name="junpeng he" userId="51e7bc25f46b8d94" providerId="LiveId" clId="{A22DFF0D-42C5-4FE5-8A03-786A6A4DD3BC}" dt="2023-12-10T03:31:49.593" v="315" actId="9405"/>
          <ac:inkMkLst>
            <pc:docMk/>
            <pc:sldMk cId="4052726031" sldId="352"/>
            <ac:inkMk id="14" creationId="{7FB72C4A-B2DD-BDA9-39AD-6999B8E63144}"/>
          </ac:inkMkLst>
        </pc:inkChg>
        <pc:inkChg chg="add">
          <ac:chgData name="junpeng he" userId="51e7bc25f46b8d94" providerId="LiveId" clId="{A22DFF0D-42C5-4FE5-8A03-786A6A4DD3BC}" dt="2023-12-10T03:31:53.395" v="316" actId="9405"/>
          <ac:inkMkLst>
            <pc:docMk/>
            <pc:sldMk cId="4052726031" sldId="352"/>
            <ac:inkMk id="15" creationId="{B776BA2C-DABB-DC16-F3BD-362D20187947}"/>
          </ac:inkMkLst>
        </pc:inkChg>
        <pc:inkChg chg="add mod">
          <ac:chgData name="junpeng he" userId="51e7bc25f46b8d94" providerId="LiveId" clId="{A22DFF0D-42C5-4FE5-8A03-786A6A4DD3BC}" dt="2023-12-10T03:32:05.522" v="322"/>
          <ac:inkMkLst>
            <pc:docMk/>
            <pc:sldMk cId="4052726031" sldId="352"/>
            <ac:inkMk id="16" creationId="{F5E01321-8C57-C413-B7B1-BB7497003725}"/>
          </ac:inkMkLst>
        </pc:inkChg>
        <pc:inkChg chg="add mod">
          <ac:chgData name="junpeng he" userId="51e7bc25f46b8d94" providerId="LiveId" clId="{A22DFF0D-42C5-4FE5-8A03-786A6A4DD3BC}" dt="2023-12-10T03:32:05.522" v="322"/>
          <ac:inkMkLst>
            <pc:docMk/>
            <pc:sldMk cId="4052726031" sldId="352"/>
            <ac:inkMk id="17" creationId="{5F4081BC-C259-D619-34DC-B981643F81BF}"/>
          </ac:inkMkLst>
        </pc:inkChg>
        <pc:inkChg chg="add mod">
          <ac:chgData name="junpeng he" userId="51e7bc25f46b8d94" providerId="LiveId" clId="{A22DFF0D-42C5-4FE5-8A03-786A6A4DD3BC}" dt="2023-12-10T03:32:05.522" v="322"/>
          <ac:inkMkLst>
            <pc:docMk/>
            <pc:sldMk cId="4052726031" sldId="352"/>
            <ac:inkMk id="18" creationId="{E4969550-810F-4224-A870-E741E3DFBF2F}"/>
          </ac:inkMkLst>
        </pc:inkChg>
        <pc:inkChg chg="add mod">
          <ac:chgData name="junpeng he" userId="51e7bc25f46b8d94" providerId="LiveId" clId="{A22DFF0D-42C5-4FE5-8A03-786A6A4DD3BC}" dt="2023-12-10T03:32:05.522" v="322"/>
          <ac:inkMkLst>
            <pc:docMk/>
            <pc:sldMk cId="4052726031" sldId="352"/>
            <ac:inkMk id="20" creationId="{D9045E50-7CFF-7AF5-EA42-0D5C1061C990}"/>
          </ac:inkMkLst>
        </pc:inkChg>
      </pc:sldChg>
      <pc:sldChg chg="addSp delSp modSp mod">
        <pc:chgData name="junpeng he" userId="51e7bc25f46b8d94" providerId="LiveId" clId="{A22DFF0D-42C5-4FE5-8A03-786A6A4DD3BC}" dt="2023-12-10T03:33:58.783" v="336" actId="9405"/>
        <pc:sldMkLst>
          <pc:docMk/>
          <pc:sldMk cId="975692329" sldId="353"/>
        </pc:sldMkLst>
        <pc:grpChg chg="mod">
          <ac:chgData name="junpeng he" userId="51e7bc25f46b8d94" providerId="LiveId" clId="{A22DFF0D-42C5-4FE5-8A03-786A6A4DD3BC}" dt="2023-12-10T03:33:58.505" v="335"/>
          <ac:grpSpMkLst>
            <pc:docMk/>
            <pc:sldMk cId="975692329" sldId="353"/>
            <ac:grpSpMk id="17" creationId="{A30887B1-40B7-C680-C261-961BF19D2C22}"/>
          </ac:grpSpMkLst>
        </pc:grpChg>
        <pc:inkChg chg="add">
          <ac:chgData name="junpeng he" userId="51e7bc25f46b8d94" providerId="LiveId" clId="{A22DFF0D-42C5-4FE5-8A03-786A6A4DD3BC}" dt="2023-12-10T03:32:40.767" v="323" actId="9405"/>
          <ac:inkMkLst>
            <pc:docMk/>
            <pc:sldMk cId="975692329" sldId="353"/>
            <ac:inkMk id="3" creationId="{4F9D7BEE-A916-3839-29B0-55B4FADBE3F4}"/>
          </ac:inkMkLst>
        </pc:inkChg>
        <pc:inkChg chg="add del">
          <ac:chgData name="junpeng he" userId="51e7bc25f46b8d94" providerId="LiveId" clId="{A22DFF0D-42C5-4FE5-8A03-786A6A4DD3BC}" dt="2023-12-10T03:33:16.946" v="329" actId="9405"/>
          <ac:inkMkLst>
            <pc:docMk/>
            <pc:sldMk cId="975692329" sldId="353"/>
            <ac:inkMk id="10" creationId="{88F2D34D-27DE-E7FF-96D3-50EB4401B025}"/>
          </ac:inkMkLst>
        </pc:inkChg>
        <pc:inkChg chg="add del">
          <ac:chgData name="junpeng he" userId="51e7bc25f46b8d94" providerId="LiveId" clId="{A22DFF0D-42C5-4FE5-8A03-786A6A4DD3BC}" dt="2023-12-10T03:33:16.111" v="328" actId="9405"/>
          <ac:inkMkLst>
            <pc:docMk/>
            <pc:sldMk cId="975692329" sldId="353"/>
            <ac:inkMk id="11" creationId="{C76AE8FF-DDC1-DAED-1C7D-926A34878477}"/>
          </ac:inkMkLst>
        </pc:inkChg>
        <pc:inkChg chg="add del">
          <ac:chgData name="junpeng he" userId="51e7bc25f46b8d94" providerId="LiveId" clId="{A22DFF0D-42C5-4FE5-8A03-786A6A4DD3BC}" dt="2023-12-10T03:33:15.513" v="327" actId="9405"/>
          <ac:inkMkLst>
            <pc:docMk/>
            <pc:sldMk cId="975692329" sldId="353"/>
            <ac:inkMk id="13" creationId="{B4ABA514-85FD-3CD5-CCDC-AD1A14674AFD}"/>
          </ac:inkMkLst>
        </pc:inkChg>
        <pc:inkChg chg="add">
          <ac:chgData name="junpeng he" userId="51e7bc25f46b8d94" providerId="LiveId" clId="{A22DFF0D-42C5-4FE5-8A03-786A6A4DD3BC}" dt="2023-12-10T03:33:49.726" v="330" actId="9405"/>
          <ac:inkMkLst>
            <pc:docMk/>
            <pc:sldMk cId="975692329" sldId="353"/>
            <ac:inkMk id="14" creationId="{F96E1756-2244-0F2B-BAE0-EBB0149EB0FF}"/>
          </ac:inkMkLst>
        </pc:inkChg>
        <pc:inkChg chg="add del mod">
          <ac:chgData name="junpeng he" userId="51e7bc25f46b8d94" providerId="LiveId" clId="{A22DFF0D-42C5-4FE5-8A03-786A6A4DD3BC}" dt="2023-12-10T03:33:58.783" v="336" actId="9405"/>
          <ac:inkMkLst>
            <pc:docMk/>
            <pc:sldMk cId="975692329" sldId="353"/>
            <ac:inkMk id="15" creationId="{24E6590B-5B0D-8726-05AD-CBE8C516589F}"/>
          </ac:inkMkLst>
        </pc:inkChg>
        <pc:inkChg chg="add del mod">
          <ac:chgData name="junpeng he" userId="51e7bc25f46b8d94" providerId="LiveId" clId="{A22DFF0D-42C5-4FE5-8A03-786A6A4DD3BC}" dt="2023-12-10T03:33:58.505" v="335"/>
          <ac:inkMkLst>
            <pc:docMk/>
            <pc:sldMk cId="975692329" sldId="353"/>
            <ac:inkMk id="16" creationId="{1BADD1C3-45ED-A7A2-FB91-931DD9639BD3}"/>
          </ac:inkMkLst>
        </pc:inkChg>
      </pc:sldChg>
      <pc:sldChg chg="addSp delSp modSp mod">
        <pc:chgData name="junpeng he" userId="51e7bc25f46b8d94" providerId="LiveId" clId="{A22DFF0D-42C5-4FE5-8A03-786A6A4DD3BC}" dt="2023-12-10T03:34:23.357" v="342" actId="9405"/>
        <pc:sldMkLst>
          <pc:docMk/>
          <pc:sldMk cId="3265758727" sldId="354"/>
        </pc:sldMkLst>
        <pc:grpChg chg="mod">
          <ac:chgData name="junpeng he" userId="51e7bc25f46b8d94" providerId="LiveId" clId="{A22DFF0D-42C5-4FE5-8A03-786A6A4DD3BC}" dt="2023-12-10T03:34:22.754" v="341"/>
          <ac:grpSpMkLst>
            <pc:docMk/>
            <pc:sldMk cId="3265758727" sldId="354"/>
            <ac:grpSpMk id="11" creationId="{74B2116A-A1FE-DC27-738D-77ECE91CE1E2}"/>
          </ac:grpSpMkLst>
        </pc:grpChg>
        <pc:inkChg chg="add del mod">
          <ac:chgData name="junpeng he" userId="51e7bc25f46b8d94" providerId="LiveId" clId="{A22DFF0D-42C5-4FE5-8A03-786A6A4DD3BC}" dt="2023-12-10T03:34:23.357" v="342" actId="9405"/>
          <ac:inkMkLst>
            <pc:docMk/>
            <pc:sldMk cId="3265758727" sldId="354"/>
            <ac:inkMk id="3" creationId="{2E22B1DD-391A-46A2-340F-ACC86E73BBF0}"/>
          </ac:inkMkLst>
        </pc:inkChg>
        <pc:inkChg chg="add del mod">
          <ac:chgData name="junpeng he" userId="51e7bc25f46b8d94" providerId="LiveId" clId="{A22DFF0D-42C5-4FE5-8A03-786A6A4DD3BC}" dt="2023-12-10T03:34:22.754" v="341"/>
          <ac:inkMkLst>
            <pc:docMk/>
            <pc:sldMk cId="3265758727" sldId="354"/>
            <ac:inkMk id="10" creationId="{2BACC42E-34A7-774E-0CF8-239A8A33F051}"/>
          </ac:inkMkLst>
        </pc:inkChg>
      </pc:sldChg>
      <pc:sldChg chg="modSp mod">
        <pc:chgData name="junpeng he" userId="51e7bc25f46b8d94" providerId="LiveId" clId="{A22DFF0D-42C5-4FE5-8A03-786A6A4DD3BC}" dt="2023-12-10T06:02:01.908" v="344" actId="14100"/>
        <pc:sldMkLst>
          <pc:docMk/>
          <pc:sldMk cId="2869321267" sldId="356"/>
        </pc:sldMkLst>
        <pc:spChg chg="mod">
          <ac:chgData name="junpeng he" userId="51e7bc25f46b8d94" providerId="LiveId" clId="{A22DFF0D-42C5-4FE5-8A03-786A6A4DD3BC}" dt="2023-12-10T06:01:21.225" v="343" actId="13926"/>
          <ac:spMkLst>
            <pc:docMk/>
            <pc:sldMk cId="2869321267" sldId="356"/>
            <ac:spMk id="44" creationId="{00000000-0000-0000-0000-000000000000}"/>
          </ac:spMkLst>
        </pc:spChg>
        <pc:picChg chg="mod">
          <ac:chgData name="junpeng he" userId="51e7bc25f46b8d94" providerId="LiveId" clId="{A22DFF0D-42C5-4FE5-8A03-786A6A4DD3BC}" dt="2023-12-10T06:02:01.908" v="344" actId="14100"/>
          <ac:picMkLst>
            <pc:docMk/>
            <pc:sldMk cId="2869321267" sldId="356"/>
            <ac:picMk id="54" creationId="{00000000-0000-0000-0000-000000000000}"/>
          </ac:picMkLst>
        </pc:picChg>
        <pc:cxnChg chg="mod">
          <ac:chgData name="junpeng he" userId="51e7bc25f46b8d94" providerId="LiveId" clId="{A22DFF0D-42C5-4FE5-8A03-786A6A4DD3BC}" dt="2023-12-10T06:02:01.908" v="344" actId="14100"/>
          <ac:cxnSpMkLst>
            <pc:docMk/>
            <pc:sldMk cId="2869321267" sldId="356"/>
            <ac:cxnSpMk id="77" creationId="{00000000-0000-0000-0000-000000000000}"/>
          </ac:cxnSpMkLst>
        </pc:cxnChg>
      </pc:sldChg>
      <pc:sldChg chg="modSp mod">
        <pc:chgData name="junpeng he" userId="51e7bc25f46b8d94" providerId="LiveId" clId="{A22DFF0D-42C5-4FE5-8A03-786A6A4DD3BC}" dt="2023-12-10T06:05:02.509" v="410" actId="207"/>
        <pc:sldMkLst>
          <pc:docMk/>
          <pc:sldMk cId="2808239871" sldId="358"/>
        </pc:sldMkLst>
        <pc:spChg chg="mod">
          <ac:chgData name="junpeng he" userId="51e7bc25f46b8d94" providerId="LiveId" clId="{A22DFF0D-42C5-4FE5-8A03-786A6A4DD3BC}" dt="2023-12-10T06:05:02.509" v="410" actId="207"/>
          <ac:spMkLst>
            <pc:docMk/>
            <pc:sldMk cId="2808239871" sldId="358"/>
            <ac:spMk id="14" creationId="{00000000-0000-0000-0000-000000000000}"/>
          </ac:spMkLst>
        </pc:spChg>
      </pc:sldChg>
      <pc:sldChg chg="modSp mod">
        <pc:chgData name="junpeng he" userId="51e7bc25f46b8d94" providerId="LiveId" clId="{A22DFF0D-42C5-4FE5-8A03-786A6A4DD3BC}" dt="2023-12-10T06:06:05.037" v="411" actId="207"/>
        <pc:sldMkLst>
          <pc:docMk/>
          <pc:sldMk cId="2347544974" sldId="360"/>
        </pc:sldMkLst>
        <pc:spChg chg="mod">
          <ac:chgData name="junpeng he" userId="51e7bc25f46b8d94" providerId="LiveId" clId="{A22DFF0D-42C5-4FE5-8A03-786A6A4DD3BC}" dt="2023-12-10T06:06:05.037" v="411" actId="207"/>
          <ac:spMkLst>
            <pc:docMk/>
            <pc:sldMk cId="2347544974" sldId="360"/>
            <ac:spMk id="44" creationId="{00000000-0000-0000-0000-000000000000}"/>
          </ac:spMkLst>
        </pc:spChg>
      </pc:sldChg>
      <pc:sldChg chg="modSp mod">
        <pc:chgData name="junpeng he" userId="51e7bc25f46b8d94" providerId="LiveId" clId="{A22DFF0D-42C5-4FE5-8A03-786A6A4DD3BC}" dt="2023-12-10T06:06:56.414" v="413" actId="207"/>
        <pc:sldMkLst>
          <pc:docMk/>
          <pc:sldMk cId="626432197" sldId="361"/>
        </pc:sldMkLst>
        <pc:spChg chg="mod">
          <ac:chgData name="junpeng he" userId="51e7bc25f46b8d94" providerId="LiveId" clId="{A22DFF0D-42C5-4FE5-8A03-786A6A4DD3BC}" dt="2023-12-10T06:06:56.414" v="413" actId="207"/>
          <ac:spMkLst>
            <pc:docMk/>
            <pc:sldMk cId="626432197" sldId="361"/>
            <ac:spMk id="43" creationId="{00000000-0000-0000-0000-000000000000}"/>
          </ac:spMkLst>
        </pc:spChg>
        <pc:spChg chg="mod">
          <ac:chgData name="junpeng he" userId="51e7bc25f46b8d94" providerId="LiveId" clId="{A22DFF0D-42C5-4FE5-8A03-786A6A4DD3BC}" dt="2023-12-10T06:06:42.373" v="412" actId="207"/>
          <ac:spMkLst>
            <pc:docMk/>
            <pc:sldMk cId="626432197" sldId="361"/>
            <ac:spMk id="44" creationId="{00000000-0000-0000-0000-000000000000}"/>
          </ac:spMkLst>
        </pc:spChg>
      </pc:sldChg>
      <pc:sldChg chg="modSp mod">
        <pc:chgData name="junpeng he" userId="51e7bc25f46b8d94" providerId="LiveId" clId="{A22DFF0D-42C5-4FE5-8A03-786A6A4DD3BC}" dt="2023-12-10T06:09:21.611" v="432" actId="207"/>
        <pc:sldMkLst>
          <pc:docMk/>
          <pc:sldMk cId="2308408322" sldId="362"/>
        </pc:sldMkLst>
        <pc:spChg chg="mod">
          <ac:chgData name="junpeng he" userId="51e7bc25f46b8d94" providerId="LiveId" clId="{A22DFF0D-42C5-4FE5-8A03-786A6A4DD3BC}" dt="2023-12-10T06:09:21.611" v="432" actId="207"/>
          <ac:spMkLst>
            <pc:docMk/>
            <pc:sldMk cId="2308408322" sldId="362"/>
            <ac:spMk id="41" creationId="{00000000-0000-0000-0000-000000000000}"/>
          </ac:spMkLst>
        </pc:spChg>
        <pc:spChg chg="mod">
          <ac:chgData name="junpeng he" userId="51e7bc25f46b8d94" providerId="LiveId" clId="{A22DFF0D-42C5-4FE5-8A03-786A6A4DD3BC}" dt="2023-12-10T06:09:06.871" v="431" actId="20577"/>
          <ac:spMkLst>
            <pc:docMk/>
            <pc:sldMk cId="2308408322" sldId="362"/>
            <ac:spMk id="50" creationId="{00000000-0000-0000-0000-000000000000}"/>
          </ac:spMkLst>
        </pc:spChg>
      </pc:sldChg>
      <pc:sldChg chg="modSp mod">
        <pc:chgData name="junpeng he" userId="51e7bc25f46b8d94" providerId="LiveId" clId="{A22DFF0D-42C5-4FE5-8A03-786A6A4DD3BC}" dt="2023-12-10T06:10:05.019" v="465" actId="20577"/>
        <pc:sldMkLst>
          <pc:docMk/>
          <pc:sldMk cId="2433841764" sldId="363"/>
        </pc:sldMkLst>
        <pc:spChg chg="mod">
          <ac:chgData name="junpeng he" userId="51e7bc25f46b8d94" providerId="LiveId" clId="{A22DFF0D-42C5-4FE5-8A03-786A6A4DD3BC}" dt="2023-12-10T06:10:05.019" v="465" actId="20577"/>
          <ac:spMkLst>
            <pc:docMk/>
            <pc:sldMk cId="2433841764" sldId="363"/>
            <ac:spMk id="13" creationId="{00000000-0000-0000-0000-000000000000}"/>
          </ac:spMkLst>
        </pc:spChg>
      </pc:sldChg>
      <pc:sldChg chg="modSp mod">
        <pc:chgData name="junpeng he" userId="51e7bc25f46b8d94" providerId="LiveId" clId="{A22DFF0D-42C5-4FE5-8A03-786A6A4DD3BC}" dt="2023-12-10T06:12:25.988" v="467" actId="13926"/>
        <pc:sldMkLst>
          <pc:docMk/>
          <pc:sldMk cId="542268418" sldId="366"/>
        </pc:sldMkLst>
        <pc:spChg chg="mod">
          <ac:chgData name="junpeng he" userId="51e7bc25f46b8d94" providerId="LiveId" clId="{A22DFF0D-42C5-4FE5-8A03-786A6A4DD3BC}" dt="2023-12-10T06:12:25.988" v="467" actId="13926"/>
          <ac:spMkLst>
            <pc:docMk/>
            <pc:sldMk cId="542268418" sldId="366"/>
            <ac:spMk id="41" creationId="{00000000-0000-0000-0000-000000000000}"/>
          </ac:spMkLst>
        </pc:spChg>
        <pc:graphicFrameChg chg="modGraphic">
          <ac:chgData name="junpeng he" userId="51e7bc25f46b8d94" providerId="LiveId" clId="{A22DFF0D-42C5-4FE5-8A03-786A6A4DD3BC}" dt="2023-12-10T06:12:12.482" v="466" actId="207"/>
          <ac:graphicFrameMkLst>
            <pc:docMk/>
            <pc:sldMk cId="542268418" sldId="366"/>
            <ac:graphicFrameMk id="3" creationId="{00000000-0000-0000-0000-000000000000}"/>
          </ac:graphicFrameMkLst>
        </pc:graphicFrameChg>
      </pc:sldChg>
      <pc:sldChg chg="modSp mod">
        <pc:chgData name="junpeng he" userId="51e7bc25f46b8d94" providerId="LiveId" clId="{A22DFF0D-42C5-4FE5-8A03-786A6A4DD3BC}" dt="2023-12-10T07:58:19.471" v="469" actId="13926"/>
        <pc:sldMkLst>
          <pc:docMk/>
          <pc:sldMk cId="555247639" sldId="375"/>
        </pc:sldMkLst>
        <pc:spChg chg="mod">
          <ac:chgData name="junpeng he" userId="51e7bc25f46b8d94" providerId="LiveId" clId="{A22DFF0D-42C5-4FE5-8A03-786A6A4DD3BC}" dt="2023-12-10T07:58:19.471" v="469" actId="13926"/>
          <ac:spMkLst>
            <pc:docMk/>
            <pc:sldMk cId="555247639" sldId="375"/>
            <ac:spMk id="6" creationId="{00000000-0000-0000-0000-000000000000}"/>
          </ac:spMkLst>
        </pc:spChg>
      </pc:sldChg>
      <pc:sldChg chg="modSp mod">
        <pc:chgData name="junpeng he" userId="51e7bc25f46b8d94" providerId="LiveId" clId="{A22DFF0D-42C5-4FE5-8A03-786A6A4DD3BC}" dt="2023-12-10T08:04:07.451" v="558" actId="207"/>
        <pc:sldMkLst>
          <pc:docMk/>
          <pc:sldMk cId="3507395943" sldId="379"/>
        </pc:sldMkLst>
        <pc:spChg chg="mod">
          <ac:chgData name="junpeng he" userId="51e7bc25f46b8d94" providerId="LiveId" clId="{A22DFF0D-42C5-4FE5-8A03-786A6A4DD3BC}" dt="2023-12-10T08:04:07.451" v="558" actId="207"/>
          <ac:spMkLst>
            <pc:docMk/>
            <pc:sldMk cId="3507395943" sldId="379"/>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12/10/2023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27.321"/>
    </inkml:context>
    <inkml:brush xml:id="br0">
      <inkml:brushProperty name="width" value="0.05" units="cm"/>
      <inkml:brushProperty name="height" value="0.05" units="cm"/>
      <inkml:brushProperty name="color" value="#E71224"/>
    </inkml:brush>
  </inkml:definitions>
  <inkml:trace contextRef="#ctx0" brushRef="#br0">45 4 24575,'48'-2'0,"-26"1"0,-1 1 0,1 0 0,34 6 0,-53-5 0,0 0 0,-1 0 0,1 0 0,0 0 0,-1 1 0,1-1 0,-1 1 0,1 0 0,-1-1 0,0 1 0,0 0 0,0 0 0,0 0 0,0 1 0,0-1 0,-1 0 0,1 1 0,-1-1 0,1 1 0,-1 0 0,0-1 0,0 1 0,0 0 0,0 0 0,-1 0 0,1 0 0,-1 3 0,2 9 0,-1 0 0,-1 0 0,-3 29 0,3-42 0,-1 3 0,0 0 0,0-1 0,0 1 0,0-1 0,-1 0 0,1 1 0,-1-1 0,0 0 0,0 0 0,-1 0 0,0 0 0,1 0 0,-1-1 0,0 1 0,0-1 0,-1 0 0,1 0 0,-5 3 0,-6 3 0,0-1 0,-1 0 0,-27 10 0,7-3 0,-7 0 0,31-12 0,0 1 0,-18 8 0,29-12 0,0 0 0,0 0 0,-1 0 0,1 1 0,0-1 0,0 0 0,-1 0 0,1 0 0,0 0 0,0 0 0,0 0 0,-1 1 0,1-1 0,0 0 0,0 0 0,0 0 0,0 0 0,-1 1 0,1-1 0,0 0 0,0 0 0,0 1 0,0-1 0,0 0 0,0 0 0,0 1 0,0-1 0,0 0 0,0 0 0,0 1 0,0-1 0,0 0 0,0 1 0,7 3 0,15 0 0,248 1 77,-167-7-1519,-74 2-5384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4.844"/>
    </inkml:context>
    <inkml:brush xml:id="br0">
      <inkml:brushProperty name="width" value="0.05" units="cm"/>
      <inkml:brushProperty name="height" value="0.05" units="cm"/>
      <inkml:brushProperty name="color" value="#E71224"/>
    </inkml:brush>
  </inkml:definitions>
  <inkml:trace contextRef="#ctx0" brushRef="#br0">0 174 24575,'53'-2'0,"-1"-2"0,94-19 0,-7-2 0,255-10 0,144 34 0,-300 3 0,1104-1 0,-873-33 0,-53 0 0,-176 33 0,46-2 0,-116-9 0,54-1 0,973 9 0,-579 4 0,1023-2 0,-1614 1 0,44 8 0,4 1 0,-42-8 0,1 3 0,0 0 0,-1 2 0,0 1 0,41 18 0,-52-17 0,-1 1 0,0 1 0,-1 1 0,0 1 0,-1 0 0,-1 2 0,0 0 0,25 28 0,-22-20 0,-1 2 0,-1 0 0,18 32 0,-29-42 0,39 77 0,-43-80 0,1 1 0,-1-1 0,-1 1 0,0 0 0,1 25 0,-4 178 0,0-207 0,-2 1 0,1-1 0,-1 0 0,0 1 0,-1-1 0,0 0 0,0-1 0,-1 1 0,0 0 0,-1-1 0,-9 13 0,5-11 0,1 0 0,-2 0 0,1-1 0,-1-1 0,-1 1 0,0-2 0,-17 11 0,-9-1 0,-1-1 0,-1-1 0,-1-2 0,-53 10 0,-284 44 0,-6-20 0,103-15 0,243-27 0,-680 61 0,-828-44 0,-3377-23-1365,4897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5.468"/>
    </inkml:context>
    <inkml:brush xml:id="br0">
      <inkml:brushProperty name="width" value="0.05" units="cm"/>
      <inkml:brushProperty name="height" value="0.05" units="cm"/>
      <inkml:brushProperty name="color" value="#E71224"/>
    </inkml:brush>
  </inkml:definitions>
  <inkml:trace contextRef="#ctx0" brushRef="#br0">357 1 24575,'-5'1'0,"1"0"0,-1 0 0,1 1 0,-1 0 0,1 0 0,0 0 0,0 0 0,0 0 0,0 1 0,0 0 0,-6 6 0,1-2 0,-100 73 0,-42 33 0,148-111 0,0 1 0,0 0 0,0-1 0,0 1 0,1 0 0,-1 0 0,1 0 0,0 1 0,-2 3 0,3-6 0,1 0 0,-1 1 0,1-1 0,0 0 0,-1 1 0,1-1 0,0 1 0,0-1 0,0 1 0,0-1 0,1 0 0,-1 1 0,0-1 0,1 0 0,-1 1 0,0-1 0,1 0 0,0 1 0,-1-1 0,1 0 0,0 0 0,-1 1 0,1-1 0,0 0 0,0 0 0,0 0 0,2 2 0,11 8 0,0-1 0,0 0 0,1-1 0,1-1 0,-1 0 0,30 10 0,-14-5 0,275 108 339,31 13-2043,-252-96-5122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6.809"/>
    </inkml:context>
    <inkml:brush xml:id="br0">
      <inkml:brushProperty name="width" value="0.05" units="cm"/>
      <inkml:brushProperty name="height" value="0.05" units="cm"/>
      <inkml:brushProperty name="color" value="#E71224"/>
    </inkml:brush>
  </inkml:definitions>
  <inkml:trace contextRef="#ctx0" brushRef="#br0">9241 1 24575,'-20'6'0,"1"0"0,0 2 0,-18 10 0,11-5 0,-479 235-1567,209-101 148,-1279 658-4746,-716 458 5082,-361 178-1210,930-523 7194,1643-875-5466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7.139"/>
    </inkml:context>
    <inkml:brush xml:id="br0">
      <inkml:brushProperty name="width" value="0.05" units="cm"/>
      <inkml:brushProperty name="height" value="0.05" units="cm"/>
      <inkml:brushProperty name="color" value="#E71224"/>
    </inkml:brush>
  </inkml:definitions>
  <inkml:trace contextRef="#ctx0" brushRef="#br0">585 0 24575,'0'8'0,"-1"1"0,-1-1 0,1 0 0,-1 0 0,-1 0 0,-4 11 0,-3 7 0,-24 73 0,-71 142 0,-69 86 0,57-112 0,84-149 0,15-29 0,-33 53 0,34-72-1365,7-15-5461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7.500"/>
    </inkml:context>
    <inkml:brush xml:id="br0">
      <inkml:brushProperty name="width" value="0.05" units="cm"/>
      <inkml:brushProperty name="height" value="0.05" units="cm"/>
      <inkml:brushProperty name="color" value="#E71224"/>
    </inkml:brush>
  </inkml:definitions>
  <inkml:trace contextRef="#ctx0" brushRef="#br0">393 1 24575,'10'0'0,"0"1"0,0 1 0,0-1 0,-1 2 0,1-1 0,-1 1 0,0 0 0,15 8 0,4 5 0,34 24 0,-43-27 0,45 32 0,-2 2 0,-2 4 0,-2 1 0,81 97 0,-126-133 0,0 1 0,-2 0 0,0 0 0,-1 1 0,0 1 0,12 35 0,-20-47 0,0 0 0,0 0 0,-1 0 0,0 1 0,0-1 0,-1 0 0,0 0 0,0 0 0,-1 1 0,0-1 0,0 0 0,0 0 0,-1 0 0,0 0 0,0 0 0,-1 0 0,0-1 0,0 1 0,-1-1 0,0 0 0,0 0 0,-9 10 0,-1-2 0,-1-2 0,0 0 0,0 0 0,-2-2 0,1 0 0,-1 0 0,0-2 0,-1 0 0,-35 10 0,0-4 0,-1-3 0,-68 7 0,84-14 0,-1-2 0,1-2 0,0-1 0,-1-2 0,-74-15 0,92 13 0,0-1 0,1-1 0,0-1 0,0 0 0,1-2 0,0 0 0,1-1 0,0-1 0,0-1 0,1 0 0,1-1 0,-16-19 0,1-10-1365,11 5-5461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37.868"/>
    </inkml:context>
    <inkml:brush xml:id="br0">
      <inkml:brushProperty name="width" value="0.05" units="cm"/>
      <inkml:brushProperty name="height" value="0.05" units="cm"/>
      <inkml:brushProperty name="color" value="#E71224"/>
    </inkml:brush>
  </inkml:definitions>
  <inkml:trace contextRef="#ctx0" brushRef="#br0">560 1 24575,'0'1'0,"-1"1"0,0-1 0,1 1 0,-1-1 0,0 1 0,0-1 0,0 0 0,0 1 0,0-1 0,-1 0 0,1 0 0,0 0 0,0 0 0,-1 0 0,1 0 0,-4 2 0,-1 1 0,-70 49 0,-28 21 0,59-38 0,1 1 0,3 3 0,-51 60 0,76-80 0,1 2 0,0 0 0,2 0 0,0 1 0,2 1 0,0 0 0,2 1 0,1 0 0,-9 42 0,16-61 0,0 0 0,1 0 0,-1 1 0,1-1 0,0 0 0,1 0 0,-1 0 0,1 1 0,1-1 0,1 6 0,-2-9 0,0 0 0,1-1 0,-1 1 0,1 0 0,0-1 0,0 0 0,0 1 0,0-1 0,0 0 0,0 0 0,1 0 0,-1 0 0,0-1 0,1 1 0,0 0 0,-1-1 0,1 0 0,0 0 0,0 0 0,0 0 0,0 0 0,4 0 0,18 3 0,0-1 0,0-2 0,0 0 0,0-2 0,32-4 0,-14-2 0,0-2 0,49-16 0,-17-3-1365,-12 2-5461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43.506"/>
    </inkml:context>
    <inkml:brush xml:id="br0">
      <inkml:brushProperty name="width" value="0.05" units="cm"/>
      <inkml:brushProperty name="height" value="0.05" units="cm"/>
      <inkml:brushProperty name="color" value="#E71224"/>
    </inkml:brush>
  </inkml:definitions>
  <inkml:trace contextRef="#ctx0" brushRef="#br0">283 26 24575,'-10'2'0,"0"0"0,1 0 0,0 1 0,0 0 0,0 1 0,0 0 0,0 1 0,-15 10 0,12-8 0,-4 3 0,0 1 0,1 0 0,0 1 0,1 1 0,0 0 0,-24 30 0,33-36 0,0 0 0,0 0 0,1 0 0,0 0 0,0 1 0,1 0 0,0-1 0,0 1 0,1 0 0,0 1 0,0-1 0,1 0 0,0 0 0,0 1 0,1-1 0,0 1 0,1-1 0,2 12 0,-2-17 0,0 1 0,1-1 0,0 0 0,0 1 0,0-1 0,0 0 0,1 0 0,-1 0 0,1 0 0,0-1 0,0 1 0,0-1 0,0 1 0,0-1 0,0 0 0,1 0 0,-1-1 0,1 1 0,-1-1 0,1 1 0,0-1 0,7 1 0,8 2 0,1-1 0,0-1 0,20 0 0,-21-3 0,-1 0 0,0-2 0,0 0 0,0-1 0,0 0 0,-1-2 0,0 0 0,0-1 0,0 0 0,-1-2 0,0 0 0,0 0 0,18-17 0,-28 21 0,0-1 0,-1 0 0,0 0 0,0 0 0,-1-1 0,0 0 0,0 1 0,0-1 0,3-10 0,-6 14 0,0 0 0,0 0 0,0 1 0,0-1 0,0 0 0,-1 0 0,0 0 0,1 0 0,-1 0 0,0 0 0,0 0 0,0 0 0,-1 0 0,1 1 0,-1-1 0,0 0 0,1 0 0,-1 0 0,0 0 0,-1 1 0,1-1 0,0 1 0,-1-1 0,0 1 0,1-1 0,-1 1 0,-4-4 0,-17-9 0,-1 0 0,0 2 0,-30-11 0,4 0 0,-75-36-1365,95 45-5461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45.504"/>
    </inkml:context>
    <inkml:brush xml:id="br0">
      <inkml:brushProperty name="width" value="0.05" units="cm"/>
      <inkml:brushProperty name="height" value="0.05" units="cm"/>
      <inkml:brushProperty name="color" value="#E71224"/>
    </inkml:brush>
  </inkml:definitions>
  <inkml:trace contextRef="#ctx0" brushRef="#br0">1 25 24575,'163'-9'0,"-42"1"0,829 1 0,-553 9 0,1902-2-1365,-2282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6:46.717"/>
    </inkml:context>
    <inkml:brush xml:id="br0">
      <inkml:brushProperty name="width" value="0.05" units="cm"/>
      <inkml:brushProperty name="height" value="0.05" units="cm"/>
      <inkml:brushProperty name="color" value="#E71224"/>
    </inkml:brush>
  </inkml:definitions>
  <inkml:trace contextRef="#ctx0" brushRef="#br0">362 2 24575,'-18'0'0,"-1"-1"0,1 1 0,0 0 0,-1 2 0,1 0 0,0 1 0,0 1 0,-34 11 0,41-10 0,0 0 0,1 1 0,0 0 0,0 0 0,0 1 0,1 1 0,-12 11 0,15-13 0,1 1 0,0 0 0,0 0 0,0 1 0,1-1 0,0 1 0,1 0 0,-1 0 0,2 1 0,-5 15 0,-1 9 0,4-17 0,1 0 0,-4 28 0,7-40 0,0 1 0,0-1 0,0 1 0,1-1 0,0 0 0,-1 1 0,1-1 0,1 0 0,-1 1 0,1-1 0,-1 0 0,1 0 0,1 0 0,3 6 0,5 2 0,0 0 0,2-1 0,17 14 0,1 1 0,-24-21 0,1 1 0,0-1 0,0 0 0,0-1 0,1 0 0,-1-1 0,1 1 0,0-1 0,0-1 0,0 0 0,0 0 0,0-1 0,0 0 0,1-1 0,-1 0 0,16-2 0,-11 1 0,-1-1 0,0-1 0,0 0 0,-1-1 0,1 0 0,-1-1 0,0-1 0,0 0 0,0 0 0,-1-1 0,14-11 0,-20 13 0,0 0 0,-1 0 0,1 0 0,-1-1 0,0 0 0,0 0 0,-1 0 0,0-1 0,0 1 0,0-1 0,-1 1 0,0-1 0,0 0 0,0 0 0,0-9 0,-1-1 0,0 0 0,-1-1 0,-1 1 0,0 0 0,-5-20 0,4 30 23,0-1-1,-1 1 1,0 0 0,0 0-1,-1 0 1,0 0-1,0 1 1,-1 0 0,1-1-1,-1 1 1,-1 1-1,1-1 1,-1 1 0,-10-8-1,-10-4-465,0 0 0,-36-16 0,51 27 68,-17-8-6451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34.373"/>
    </inkml:context>
    <inkml:brush xml:id="br0">
      <inkml:brushProperty name="width" value="0.05" units="cm"/>
      <inkml:brushProperty name="height" value="0.05" units="cm"/>
      <inkml:brushProperty name="color" value="#E71224"/>
    </inkml:brush>
  </inkml:definitions>
  <inkml:trace contextRef="#ctx0" brushRef="#br0">772 0 24575,'-17'12'0,"1"1"0,0 1 0,-23 27 0,15-16 0,-69 75 0,-131 178 0,180-215 0,4 3 0,2 1 0,3 2 0,-36 104 0,41-81 0,-35 188 0,56-217 0,2 0 0,4 1 0,9 126 0,-2-159 0,1 0 0,2 0 0,1-1 0,1 0 0,2 0 0,26 51 0,-16-44 0,2-1 0,1-1 0,2-1 0,45 45 0,-14-25 0,3-2 0,3-3 0,1-3 0,2-2 0,73 34 0,-72-43 0,1-4 0,77 24 0,-102-41 0,2-3 0,0-1 0,0-3 0,76 4 0,301-15 0,-287 0 0,-45 1 0,1-4 0,-1-4 0,165-42 0,-197 36 0,0-3 0,0-3 0,-2-2 0,-2-3 0,0-2 0,82-61 0,-90 54 0,-1-2 0,-3-2 0,-1-1 0,-2-2 0,-2-2 0,-2-2 0,55-100 0,-62 90 0,-2-2 0,-2 0 0,-3-1 0,-3-1 0,-3-1 0,-2-1 0,5-69 0,-12 46 0,-3 0 0,-10-109 0,1 144 0,-2 1 0,-2 0 0,-3 1 0,-1 0 0,-24-54 0,12 49-170,-2 1-1,-3 1 0,-2 2 1,-2 1-1,-2 2 0,-2 1 1,-58-53-1,17 28-6655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07.267"/>
    </inkml:context>
    <inkml:brush xml:id="br0">
      <inkml:brushProperty name="width" value="0.05" units="cm"/>
      <inkml:brushProperty name="height" value="0.05" units="cm"/>
      <inkml:brushProperty name="color" value="#E71224"/>
    </inkml:brush>
  </inkml:definitions>
  <inkml:trace contextRef="#ctx0" brushRef="#br0">111 0 24575,'-8'11'0,"0"0"0,1 0 0,0 1 0,1 0 0,0 0 0,1 1 0,-7 24 0,8-26 0,-8 28 0,2 1 0,1 0 0,2 0 0,2 1 0,1-1 0,3 55 0,2-89 0,-1 1 0,0-1 0,1 0 0,0 0 0,1 0 0,-1 0 0,1-1 0,0 1 0,6 9 0,-7-12 0,1-1 0,0 1 0,1-1 0,-1 1 0,0-1 0,1 0 0,-1 0 0,1 0 0,0 0 0,0-1 0,0 1 0,0-1 0,0 0 0,0 0 0,0 0 0,0 0 0,0 0 0,0 0 0,7-1 0,3 2 0,0-2 0,1 0 0,-1 0 0,0-1 0,0-1 0,0 0 0,0-1 0,0 0 0,0-1 0,15-7 0,-19 7 0,0-1 0,-1 0 0,0-1 0,0 0 0,0 0 0,-1 0 0,1-1 0,-1 0 0,-1-1 0,0 1 0,0-1 0,0-1 0,-1 1 0,6-14 0,3-10-341,-1-1 0,-2-1-1,11-52 1,-18 63-6485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07.631"/>
    </inkml:context>
    <inkml:brush xml:id="br0">
      <inkml:brushProperty name="width" value="0.05" units="cm"/>
      <inkml:brushProperty name="height" value="0.05" units="cm"/>
      <inkml:brushProperty name="color" value="#E71224"/>
    </inkml:brush>
  </inkml:definitions>
  <inkml:trace contextRef="#ctx0" brushRef="#br0">192 0 24575,'0'8'0,"0"12"0,0 22 0,0 8 0,-4 9 0,-8 17 0,-2-1 0,-7 5 0,-2 4 0,-2-5 0,0-2 0,1-10 0,4-9 0,6-22 0,4-16-8191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08.174"/>
    </inkml:context>
    <inkml:brush xml:id="br0">
      <inkml:brushProperty name="width" value="0.05" units="cm"/>
      <inkml:brushProperty name="height" value="0.05" units="cm"/>
      <inkml:brushProperty name="color" value="#E71224"/>
    </inkml:brush>
  </inkml:definitions>
  <inkml:trace contextRef="#ctx0" brushRef="#br0">174 1 24575,'7'-1'0,"1"1"0,-1 1 0,0-1 0,0 1 0,1 1 0,-1-1 0,10 4 0,-13-3 0,-1 1 0,1-1 0,-1 0 0,1 1 0,-1 0 0,0-1 0,0 1 0,0 0 0,0 1 0,-1-1 0,1 1 0,-1-1 0,0 1 0,3 5 0,10 23 0,-1 1 0,-2 1 0,-1 0 0,-1 0 0,4 37 0,-13-68 0,-1 0 0,1 1 0,-1-1 0,0 1 0,0-1 0,0 1 0,0-1 0,-1 1 0,1-1 0,-1 1 0,0-1 0,-3 7 0,2-8 0,1 1 0,-1-1 0,-1 1 0,1-1 0,0 0 0,-1 0 0,1 0 0,-1 0 0,1 0 0,-1 0 0,0-1 0,0 1 0,0-1 0,-5 2 0,-13 4 68,-1-1 1,-1-1-1,1-1 0,-34 3 0,-92-5-1684,145-2 1526,-19 0-6736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09.112"/>
    </inkml:context>
    <inkml:brush xml:id="br0">
      <inkml:brushProperty name="width" value="0.05" units="cm"/>
      <inkml:brushProperty name="height" value="0.05" units="cm"/>
      <inkml:brushProperty name="color" value="#E71224"/>
    </inkml:brush>
  </inkml:definitions>
  <inkml:trace contextRef="#ctx0" brushRef="#br0">1 977 24575,'16'-14'0,"2"0"0,0 1 0,1 1 0,0 1 0,28-12 0,-6 2 0,154-74-1098,318-109 0,225-22-3075,61-21 1626,-615 174 6486,-132 50-7153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09.691"/>
    </inkml:context>
    <inkml:brush xml:id="br0">
      <inkml:brushProperty name="width" value="0.05" units="cm"/>
      <inkml:brushProperty name="height" value="0.05" units="cm"/>
      <inkml:brushProperty name="color" value="#E71224"/>
    </inkml:brush>
  </inkml:definitions>
  <inkml:trace contextRef="#ctx0" brushRef="#br0">1 776 24575,'3'-1'0,"0"0"0,0 1 0,0-1 0,0-1 0,0 1 0,-1 0 0,1-1 0,0 1 0,-1-1 0,1 0 0,-1 0 0,3-3 0,9-5 0,137-83 0,4 6 0,178-71 0,347-94 0,-159 108-1365,-474 134-5461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0.169"/>
    </inkml:context>
    <inkml:brush xml:id="br0">
      <inkml:brushProperty name="width" value="0.05" units="cm"/>
      <inkml:brushProperty name="height" value="0.05" units="cm"/>
      <inkml:brushProperty name="color" value="#E71224"/>
    </inkml:brush>
  </inkml:definitions>
  <inkml:trace contextRef="#ctx0" brushRef="#br0">0 494 24575,'3'-1'0,"0"1"0,0-1 0,-1 0 0,1 0 0,0 0 0,-1 0 0,1 0 0,-1-1 0,1 1 0,2-3 0,11-6 0,46-15 0,2 1 0,129-27 0,-128 35 0,312-82-214,492-106-545,-610 160-444,-213 37-4812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0.591"/>
    </inkml:context>
    <inkml:brush xml:id="br0">
      <inkml:brushProperty name="width" value="0.05" units="cm"/>
      <inkml:brushProperty name="height" value="0.05" units="cm"/>
      <inkml:brushProperty name="color" value="#E71224"/>
    </inkml:brush>
  </inkml:definitions>
  <inkml:trace contextRef="#ctx0" brushRef="#br0">1 349 24575,'11'-3'0,"7"-6"0,15-8 0,24-8 0,17-8 0,25-5 0,40-3 0,14 4 0,26 2 0,22 3-1094,-16 8 1094,-21 3 0,-23 6-218,-29 5 218,-22 4 0,-23 4 0,-23 1-6879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0.974"/>
    </inkml:context>
    <inkml:brush xml:id="br0">
      <inkml:brushProperty name="width" value="0.05" units="cm"/>
      <inkml:brushProperty name="height" value="0.05" units="cm"/>
      <inkml:brushProperty name="color" value="#E71224"/>
    </inkml:brush>
  </inkml:definitions>
  <inkml:trace contextRef="#ctx0" brushRef="#br0">0 199 24575,'4'0'0,"11"-4"0,8-1 0,18-3 0,24-8 0,30-4 0,10-4 0,13 0 0,18 0 0,-1 4 0,4 2 0,2 3 0,-6 5 0,-11 4 0,-8 3 0,-20 2 0,-23 1 0,-24 1-8191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2.187"/>
    </inkml:context>
    <inkml:brush xml:id="br0">
      <inkml:brushProperty name="width" value="0.05" units="cm"/>
      <inkml:brushProperty name="height" value="0.05" units="cm"/>
      <inkml:brushProperty name="color" value="#E71224"/>
    </inkml:brush>
  </inkml:definitions>
  <inkml:trace contextRef="#ctx0" brushRef="#br0">0 52 24575,'0'4'0,"0"4"0,4 5 0,0 4 0,5 3 0,3 1 0,0 1 0,2-3 0,2-8 0,-2-11 0,4-8 0,3-10 0,1-10 0,5-7 0,-3-1 0,-5 2 0,-6 6-8191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4.954"/>
    </inkml:context>
    <inkml:brush xml:id="br0">
      <inkml:brushProperty name="width" value="0.05" units="cm"/>
      <inkml:brushProperty name="height" value="0.05" units="cm"/>
      <inkml:brushProperty name="color" value="#E71224"/>
    </inkml:brush>
  </inkml:definitions>
  <inkml:trace contextRef="#ctx0" brushRef="#br0">1 39 24575,'0'10'0,"2"0"0,-1 0 0,6 18 0,3 18 0,-10-41 0,1 5 0,0-1 0,0 1 0,1-1 0,4 11 0,-6-18 0,0-1 0,1 0 0,-1 0 0,0 0 0,1 0 0,-1 0 0,1 0 0,0 0 0,-1 0 0,1 0 0,0 0 0,-1 0 0,1 0 0,0 0 0,0 0 0,0-1 0,0 1 0,0 0 0,0-1 0,0 1 0,0 0 0,0-1 0,0 0 0,0 1 0,0-1 0,0 1 0,0-1 0,0 0 0,1 0 0,-1 0 0,0 0 0,0 0 0,0 0 0,0 0 0,1 0 0,-1 0 0,0 0 0,0-1 0,0 1 0,0 0 0,0-1 0,0 1 0,0-1 0,2-1 0,6-3 0,-1-1 0,0 0 0,-1-1 0,1 1 0,-1-2 0,6-7 0,39-55 0,-36 47 0,-8 12 74,1-2-554,0 0 1,20-19-1,-19 23-6346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6.974"/>
    </inkml:context>
    <inkml:brush xml:id="br0">
      <inkml:brushProperty name="width" value="0.05" units="cm"/>
      <inkml:brushProperty name="height" value="0.05" units="cm"/>
      <inkml:brushProperty name="color" value="#E71224"/>
    </inkml:brush>
  </inkml:definitions>
  <inkml:trace contextRef="#ctx0" brushRef="#br0">1432 1 24575,'-69'3'0,"0"3"0,0 3 0,1 3 0,1 2 0,-123 46 0,124-35 0,1 3 0,2 4 0,1 1 0,1 4 0,2 2 0,-63 55 0,84-60 0,1 1 0,2 1 0,2 2 0,2 1 0,1 2 0,2 1 0,2 1 0,2 2 0,-27 67 0,33-62 0,-19 86 0,32-112 0,1 1 0,1-1 0,2 1 0,0-1 0,5 45 0,-3-61 0,1-1 0,-1 1 0,2 0 0,-1-1 0,1 1 0,0-1 0,0 0 0,1 0 0,5 9 0,-5-12 0,-1 0 0,1 0 0,0 0 0,0-1 0,0 1 0,1-1 0,-1 0 0,1-1 0,-1 1 0,1-1 0,0 0 0,0 0 0,0 0 0,0-1 0,6 2 0,53 6 0,1-3 0,101-3 0,-111-3 0,570-4 0,-618 4 0,0 0 0,-1-1 0,1-1 0,0 1 0,0-1 0,-1 0 0,1 0 0,-1-1 0,1 0 0,-1 0 0,0 0 0,0-1 0,-1 0 0,1 0 0,-1-1 0,0 1 0,0-1 0,0 0 0,-1-1 0,1 1 0,-1-1 0,3-6 0,3-6 0,-1-1 0,0 0 0,-1 0 0,-2-1 0,0 1 0,4-23 0,0-14 0,-3 0 0,-2 0 0,-4-105 0,-7 86 0,-3 0 0,-25-97 0,34 171 0,-37-127 0,33 115 0,-1 0 0,-1 1 0,0 0 0,-1 0 0,0 1 0,-1 0 0,-13-16 0,18 24-114,0 1 1,0-1-1,0 1 0,0 0 0,0-1 1,0 2-1,-1-1 0,1 0 0,-1 1 1,1-1-1,-8-1 0,-8 1-6712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7.662"/>
    </inkml:context>
    <inkml:brush xml:id="br0">
      <inkml:brushProperty name="width" value="0.05" units="cm"/>
      <inkml:brushProperty name="height" value="0.05" units="cm"/>
      <inkml:brushProperty name="color" value="#E71224"/>
    </inkml:brush>
  </inkml:definitions>
  <inkml:trace contextRef="#ctx0" brushRef="#br0">1 0 24575,'3'1'0,"1"1"0,-1-1 0,0 1 0,0-1 0,0 1 0,0 0 0,0 0 0,0 1 0,0-1 0,-1 1 0,1-1 0,-1 1 0,0 0 0,4 4 0,-1 0 0,392 436 0,-394-440 0,2 3 0,0-1 0,1 1 0,12 8 0,-17-14 0,-1 1 0,1-1 0,0 1 0,-1-1 0,1 1 0,0-1 0,-1 0 0,1 1 0,0-1 0,0 0 0,-1 0 0,1 1 0,0-1 0,0 0 0,-1 0 0,1 0 0,0 0 0,0 0 0,0 0 0,-1 0 0,1 0 0,0 0 0,0 0 0,-1-1 0,1 1 0,0 0 0,0-1 0,-1 1 0,1 0 0,0-1 0,-1 1 0,1-1 0,0 1 0,-1-1 0,1 1 0,-1-1 0,1 1 0,-1-1 0,1 1 0,-1-1 0,1 0 0,-1 1 0,0-1 0,1 0 0,-1 0 0,0 1 0,0-1 0,1-1 0,0-6-148,0 1 1,0-1-1,-1 1 0,0-1 0,-1 1 0,1-1 1,-1 1-1,-3-10 0,4 17 113,-9-46-6791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7:17.982"/>
    </inkml:context>
    <inkml:brush xml:id="br0">
      <inkml:brushProperty name="width" value="0.05" units="cm"/>
      <inkml:brushProperty name="height" value="0.05" units="cm"/>
      <inkml:brushProperty name="color" value="#E71224"/>
    </inkml:brush>
  </inkml:definitions>
  <inkml:trace contextRef="#ctx0" brushRef="#br0">279 1 24575,'-3'3'0,"-2"5"0,-3 13 0,-8 9 0,-5 4 0,-2 7 0,-1-1 0,-4 2 0,0-4 0,0-4 0,5-1 0,3-6 0,5-3 0,1-4 0,3 4 0,4 1 0,2-5-8191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21.716"/>
    </inkml:context>
    <inkml:brush xml:id="br0">
      <inkml:brushProperty name="width" value="0.05" units="cm"/>
      <inkml:brushProperty name="height" value="0.05" units="cm"/>
      <inkml:brushProperty name="color" value="#E71224"/>
    </inkml:brush>
  </inkml:definitions>
  <inkml:trace contextRef="#ctx0" brushRef="#br0">894 1 24575,'-34'0'0,"-100"3"0,112-1 0,1 1 0,-1 1 0,0 1 0,-22 8 0,8 2 0,0 1 0,1 2 0,1 2 0,0 0 0,-33 29 0,20-11 0,2 3 0,-63 72 0,90-91 0,1 0 0,2 2 0,0-1 0,2 2 0,1 0 0,0 0 0,2 1 0,1 0 0,1 1 0,2 0 0,0 0 0,2 1 0,1-1 0,0 33 0,2 26 0,19 167 0,-15-238 0,0-1 0,1 1 0,0 0 0,1-1 0,1 0 0,0 0 0,1 0 0,1-1 0,0 0 0,1-1 0,0 1 0,0-2 0,18 17 0,-11-14 0,1 0 0,1-2 0,0 1 0,0-2 0,1-1 0,1 0 0,-1-1 0,42 12 0,-17-10 0,1-2 0,1-1 0,-1-3 0,92-1 0,-80-6 0,-1-4 0,1-1 0,88-25 0,-113 23 0,1-2 0,-2-2 0,1 0 0,-2-2 0,30-20 0,-42 23 0,-1 0 0,-1-1 0,0 0 0,-1-2 0,-1 0 0,0 0 0,-1-2 0,-1 1 0,16-28 0,-9 5 0,-2 0 0,-1-1 0,-2 0 0,-1-1 0,-3-1 0,-1 0 0,-3 0 0,-1 0 0,-2-1 0,-1 0 0,-7-56 0,2 70 0,-1 1 0,-2-1 0,0 1 0,-2 1 0,-13-30 0,13 38 0,-1 1 0,-1 0 0,-1 0 0,0 1 0,-2 1 0,1 0 0,-2 1 0,-16-15 0,-1 3-1365,-1 3-5461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22.730"/>
    </inkml:context>
    <inkml:brush xml:id="br0">
      <inkml:brushProperty name="width" value="0.05" units="cm"/>
      <inkml:brushProperty name="height" value="0.05" units="cm"/>
      <inkml:brushProperty name="color" value="#E71224"/>
    </inkml:brush>
  </inkml:definitions>
  <inkml:trace contextRef="#ctx0" brushRef="#br0">1238 1 24575,'-13'0'0,"0"2"0,1 0 0,-1 0 0,1 1 0,0 0 0,-23 11 0,8-4 0,-107 43 0,4 7 0,2 5 0,-144 99 0,70-18 0,172-120 0,1 1 0,1 1 0,1 1 0,-29 43 0,47-56 0,0 1 0,1-1 0,1 1 0,0 0 0,1 1 0,1 0 0,1 0 0,0 0 0,1 0 0,2 0 0,-1 1 0,2-1 0,1 1 0,0-1 0,1 1 0,1-1 0,1 0 0,0 0 0,1 0 0,1-1 0,1 0 0,1 0 0,0 0 0,1-1 0,1 0 0,0-1 0,22 25 0,-3-12 0,2-1 0,1-2 0,1-1 0,0-1 0,2-2 0,57 26 0,-21-18 0,1-2 0,114 26 0,-124-40 0,-1-4 0,101 4 0,126-19 0,-258 3 0,-1-1 0,0-1 0,0-2 0,0 0 0,-1-3 0,0 0 0,48-26 0,-31 11 0,-3-1 0,0-3 0,67-59 0,-77 59 0,-2-2 0,-1 0 0,-2-2 0,-1-1 0,-2-1 0,-1-1 0,-2-1 0,-1-1 0,-2 0 0,-2-2 0,-1 0 0,17-82 0,-25 86 0,-3-2 0,-1 1 0,-1 0 0,-2 0 0,-2-1 0,-9-51 0,6 64 0,-1 0 0,-1 0 0,-2 1 0,0 0 0,-2 0 0,-1 1 0,0 1 0,-2 0 0,0 0 0,-20-21 0,6 12-341,-2 0 0,-1 2-1,-36-26 1,40 35-6485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23.764"/>
    </inkml:context>
    <inkml:brush xml:id="br0">
      <inkml:brushProperty name="width" value="0.05" units="cm"/>
      <inkml:brushProperty name="height" value="0.05" units="cm"/>
      <inkml:brushProperty name="color" value="#E71224"/>
    </inkml:brush>
  </inkml:definitions>
  <inkml:trace contextRef="#ctx0" brushRef="#br0">800 0 24575,'-5'1'0,"1"0"0,-1 0 0,1 0 0,-1 0 0,1 1 0,0-1 0,-8 5 0,-4 2 0,-28 11 0,1 2 0,2 2 0,0 2 0,1 1 0,-50 45 0,40-26 0,2 2 0,2 3 0,-51 71 0,66-77 0,2 1 0,-41 88 0,56-101 0,1 2 0,2 0 0,1 0 0,2 1 0,-5 43 0,12-65 0,1 0 0,0 0 0,0 0 0,2 0 0,-1 0 0,2 0 0,0 0 0,0-1 0,7 16 0,-3-12 0,2 1 0,0-1 0,0 0 0,2-1 0,21 26 0,-1-10 0,2-1 0,0-2 0,2-1 0,64 38 0,-72-49 0,1-2 0,1-1 0,1-1 0,-1-1 0,2-2 0,52 10 0,-59-15 0,0-1 0,1-2 0,0 0 0,-1-2 0,1 0 0,0-2 0,-1 0 0,0-2 0,27-9 0,4-8 0,-1-2 0,-1-2 0,-2-3 0,-1-2 0,87-71 0,-105 76 0,-2 0 0,-1-2 0,-2-1 0,0-2 0,-2 0 0,27-45 0,-42 58 0,-1 0 0,-1-1 0,0 1 0,-1-2 0,-1 1 0,3-22 0,-7 26 0,0 0 0,-1 0 0,-1 0 0,0 0 0,-1 0 0,-1 0 0,0 0 0,-1 0 0,-5-14 0,4 17 38,0 1 0,-1 0 0,-1 0 0,0 0 0,0 1 0,-1 0 0,0 0 0,-16-16 0,5 9-465,0 1 0,-2 1 1,-27-17-1,-15-6-6399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24.356"/>
    </inkml:context>
    <inkml:brush xml:id="br0">
      <inkml:brushProperty name="width" value="0.05" units="cm"/>
      <inkml:brushProperty name="height" value="0.05" units="cm"/>
      <inkml:brushProperty name="color" value="#E71224"/>
    </inkml:brush>
  </inkml:definitions>
  <inkml:trace contextRef="#ctx0" brushRef="#br0">298 1 24575,'0'3'0,"-4"17"0,-8 23 0,-6 14 0,-4 10 0,-5 7 0,-9 14 0,2-6 0,-2-1 0,3-7 0,7-13 0,3-9 0,7-10 0,5-12-8191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11.472"/>
    </inkml:context>
    <inkml:brush xml:id="br0">
      <inkml:brushProperty name="width" value="0.05" units="cm"/>
      <inkml:brushProperty name="height" value="0.05" units="cm"/>
      <inkml:brushProperty name="color" value="#E71224"/>
    </inkml:brush>
  </inkml:definitions>
  <inkml:trace contextRef="#ctx0" brushRef="#br0">1 0 24575,'4263'0'-1365,"-4241"0"-5461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12.634"/>
    </inkml:context>
    <inkml:brush xml:id="br0">
      <inkml:brushProperty name="width" value="0.05" units="cm"/>
      <inkml:brushProperty name="height" value="0.05" units="cm"/>
      <inkml:brushProperty name="color" value="#E71224"/>
    </inkml:brush>
  </inkml:definitions>
  <inkml:trace contextRef="#ctx0" brushRef="#br0">1 0 24575,'180'0'0,"868"0"-3172,711 0 1309,589 0 868,-781 0 5660,-1545 0-11491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2:22.126"/>
    </inkml:context>
    <inkml:brush xml:id="br0">
      <inkml:brushProperty name="width" value="0.05" units="cm"/>
      <inkml:brushProperty name="height" value="0.05" units="cm"/>
      <inkml:brushProperty name="color" value="#E71224"/>
    </inkml:brush>
  </inkml:definitions>
  <inkml:trace contextRef="#ctx0" brushRef="#br0">5558 45 24575,'-168'-10'0,"-10"-1"0,135 11 0,-1-1 0,-63-11 0,52 6 0,0 1 0,-90 6 0,61 0 0,-2109 0 0,1160-1 0,998 2 0,-1 1 0,-50 12 0,-27 4 0,-96 6 0,65-5 0,89-10 0,-88 4 0,117-12 0,-1 0 0,1 2 0,0 1 0,-29 9 0,8 2 0,-57 26 0,88-34 0,0 2 0,0-1 0,1 2 0,1 0 0,0 0 0,0 2 0,-20 23 0,-2 9 0,-34 55 0,24-31 0,42-62 0,0 0 0,1 0 0,-1 1 0,1-1 0,1 1 0,-1 0 0,1 0 0,1 0 0,0 0 0,-1 10 0,1 7 0,2 0 0,3 25 0,-2-32 0,2 0 0,0-1 0,1 0 0,0 0 0,2 0 0,0-1 0,1 0 0,0 0 0,2-1 0,0 0 0,12 15 0,-4-10 0,0 0 0,1-1 0,1-1 0,1-1 0,0-1 0,41 24 0,-41-29 0,0-2 0,1 0 0,-1-1 0,2-1 0,35 7 0,-18-8 0,0-2 0,58-1 0,2620-7 0,-1508 6 0,1721-2 0,-2883-1 0,0-3 0,-1-1 0,0-2 0,0-3 0,0-1 0,-1-2 0,-1-3 0,0-1 0,-1-3 0,-1-1 0,-1-2 0,-2-2 0,0-1 0,56-49 0,125-104 0,-210 171 0,25-16 0,-1-3 0,-2 0 0,33-36 0,-58 55 0,-1-1 0,1 0 0,-1-1 0,-1 1 0,0-2 0,0 1 0,-1 0 0,0-1 0,-1 0 0,0 0 0,-1-1 0,0 1 0,-1-1 0,0 1 0,-1-1 0,0-18 0,-2 25 0,0 1 0,0 0 0,0 0 0,0 0 0,-1 1 0,1-1 0,-1 0 0,0 0 0,0 1 0,0-1 0,-1 1 0,1 0 0,-1-1 0,0 1 0,0 1 0,0-1 0,0 0 0,-1 1 0,1-1 0,-1 1 0,1 0 0,-8-3 0,-8-3 0,-1 0 0,0 2 0,-26-6 0,29 8 0,-385-69-411,-8 38-1,-154 23 421,132 5-116,134-10 60,-139-2 913,318 18-915,-541 7-1165,528-2-5612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56.660"/>
    </inkml:context>
    <inkml:brush xml:id="br0">
      <inkml:brushProperty name="width" value="0.05" units="cm"/>
      <inkml:brushProperty name="height" value="0.05" units="cm"/>
      <inkml:brushProperty name="color" value="#E71224"/>
    </inkml:brush>
  </inkml:definitions>
  <inkml:trace contextRef="#ctx0" brushRef="#br0">262 906 24575,'5350'0'0,"-5341"0"0,0 0 0,0-1 0,0 0 0,0 0 0,0-1 0,-1 0 0,1 0 0,10-5 0,-16 5 0,0 0 0,1 0 0,-1 0 0,0 0 0,0-1 0,0 1 0,0-1 0,-1 0 0,1 0 0,-1 0 0,0 0 0,0 0 0,0 0 0,0-1 0,0 1 0,-1-1 0,1 1 0,-1-1 0,0 0 0,0 1 0,1-8 0,0-16 0,-1-1 0,-3-33 0,0 39 0,1-1 0,2 1 0,0-1 0,6-28 0,1 1 0,-3-1 0,-1 0 0,-6-86 0,0 38 0,3 66 0,1 23 0,-2 0 0,1-1 0,-2 1 0,1 0 0,-1 0 0,-1 0 0,-2-10 0,3 18 0,-1 0 0,1 0 0,0 0 0,0 0 0,-1 0 0,1 1 0,-1-1 0,0 1 0,1-1 0,-1 1 0,0-1 0,0 1 0,0 0 0,0 0 0,0 0 0,0 0 0,0 0 0,0 1 0,-1-1 0,1 1 0,0-1 0,-4 1 0,-7-1 0,1 0 0,-25 3 0,21-1 0,-25 0 0,1-1 0,-74-11 0,48 4 0,-1 3 0,-82 5 0,49 1 0,-4706-2 0,4789 0 0,1-1 0,0 2 0,-31 4 0,43-4 0,-1 0 0,0 0 0,1 1 0,-1-1 0,1 1 0,-1 0 0,1 1 0,0-1 0,0 1 0,0 0 0,0 0 0,1 0 0,-7 7 0,3 0 0,0 0 0,1 1 0,0-1 0,1 1 0,0 1 0,0-1 0,-5 23 0,-11 89 0,17-97 0,-20 296 315,25 2-927,0-191-456,-1-107-5758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57.987"/>
    </inkml:context>
    <inkml:brush xml:id="br0">
      <inkml:brushProperty name="width" value="0.05" units="cm"/>
      <inkml:brushProperty name="height" value="0.05" units="cm"/>
      <inkml:brushProperty name="color" value="#E71224"/>
    </inkml:brush>
  </inkml:definitions>
  <inkml:trace contextRef="#ctx0" brushRef="#br0">1 1 24575,'1467'0'-1365,"-1442"0"-5461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19:59.106"/>
    </inkml:context>
    <inkml:brush xml:id="br0">
      <inkml:brushProperty name="width" value="0.05" units="cm"/>
      <inkml:brushProperty name="height" value="0.05" units="cm"/>
      <inkml:brushProperty name="color" value="#E71224"/>
    </inkml:brush>
  </inkml:definitions>
  <inkml:trace contextRef="#ctx0" brushRef="#br0">1 1 24575,'1381'0'-1365,"-1364"0"-5461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0:24.583"/>
    </inkml:context>
    <inkml:brush xml:id="br0">
      <inkml:brushProperty name="width" value="0.05" units="cm"/>
      <inkml:brushProperty name="height" value="0.05" units="cm"/>
      <inkml:brushProperty name="color" value="#E71224"/>
    </inkml:brush>
  </inkml:definitions>
  <inkml:trace contextRef="#ctx0" brushRef="#br0">1 22 24575,'824'0'0,"-620"-11"0,-16 1 0,384 10-1365,-553 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0:28.370"/>
    </inkml:context>
    <inkml:brush xml:id="br0">
      <inkml:brushProperty name="width" value="0.05" units="cm"/>
      <inkml:brushProperty name="height" value="0.05" units="cm"/>
      <inkml:brushProperty name="color" value="#E71224"/>
    </inkml:brush>
  </inkml:definitions>
  <inkml:trace contextRef="#ctx0" brushRef="#br0">0 0 24575,'2704'0'0,"-2207"23"0,-409-15 0,79 5 0,55-3 0,23 1 0,-62-10 0,277 11 0,140-1 0,-377-13 0,-13 0 0,221 5 0,-123 16-1365,-269-18-5461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0:34.588"/>
    </inkml:context>
    <inkml:brush xml:id="br0">
      <inkml:brushProperty name="width" value="0.05" units="cm"/>
      <inkml:brushProperty name="height" value="0.05" units="cm"/>
      <inkml:brushProperty name="color" value="#E71224"/>
    </inkml:brush>
  </inkml:definitions>
  <inkml:trace contextRef="#ctx0" brushRef="#br0">0 0 24575,'1109'0'-1365,"-1082"0"-5461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2:15.001"/>
    </inkml:context>
    <inkml:brush xml:id="br0">
      <inkml:brushProperty name="width" value="0.05" units="cm"/>
      <inkml:brushProperty name="height" value="0.05" units="cm"/>
      <inkml:brushProperty name="color" value="#E71224"/>
    </inkml:brush>
  </inkml:definitions>
  <inkml:trace contextRef="#ctx0" brushRef="#br0">0 0 24575,'0'4'0,"0"8"0,0 10 0,0 8 0,0 6 0,0 5 0,0-1 0,0-4 0,4-8 0,0-5 0,5-10 0,-1-11 0,3-10 0,0-6 0,-3-6 0,1-2 0,0 3-8191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03.175"/>
    </inkml:context>
    <inkml:brush xml:id="br0">
      <inkml:brushProperty name="width" value="0.05" units="cm"/>
      <inkml:brushProperty name="height" value="0.05" units="cm"/>
      <inkml:brushProperty name="color" value="#E71224"/>
    </inkml:brush>
  </inkml:definitions>
  <inkml:trace contextRef="#ctx0" brushRef="#br0">131 1 24575,'-11'-1'0,"1"1"0,0 0 0,0 0 0,1 1 0,-1 1 0,-16 3 0,24-4 0,-1 0 0,1 0 0,-1 1 0,0-1 0,1 1 0,0-1 0,-1 1 0,1 0 0,0 0 0,0 0 0,0 0 0,0 0 0,0 1 0,1-1 0,-1 0 0,1 1 0,0-1 0,-1 1 0,1 0 0,0-1 0,0 1 0,1 0 0,-2 5 0,2-3 0,-1 1 0,1 0 0,0-1 0,1 1 0,-1 0 0,1-1 0,0 1 0,1-1 0,-1 1 0,1-1 0,0 0 0,0 0 0,1 0 0,0 0 0,3 5 0,4 6 0,2-1 0,-1-1 0,18 17 0,-28-30 0,0 0 0,-1 0 0,1 0 0,0 0 0,0 0 0,0 0 0,0-1 0,0 1 0,0 0 0,0 0 0,0-1 0,1 1 0,-1 0 0,0-1 0,0 0 0,1 1 0,-1-1 0,0 0 0,0 1 0,1-1 0,-1 0 0,0 0 0,1 0 0,-1 0 0,0 0 0,1 0 0,1-1 0,-1-1 0,0 1 0,0-1 0,0 0 0,0 0 0,-1 0 0,1 0 0,-1 0 0,0 0 0,1-1 0,-1 1 0,0 0 0,0-1 0,-1 1 0,2-3 0,12-43 0,13-69 0,-27 115-91,1 0 0,-1 0 0,0 0 0,0 0 0,0 0 0,0 0 0,0 0 0,-1 0 0,1 0 0,0 1 0,-1-1 0,1 0 0,-1 0 0,-1-2 0,-5-5-6735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5:52.102"/>
    </inkml:context>
    <inkml:brush xml:id="br0">
      <inkml:brushProperty name="width" value="0.05" units="cm"/>
      <inkml:brushProperty name="height" value="0.05" units="cm"/>
      <inkml:brushProperty name="color" value="#E71224"/>
    </inkml:brush>
  </inkml:definitions>
  <inkml:trace contextRef="#ctx0" brushRef="#br0">0 16 24575,'4'0'0,"4"0"0,9 0 0,5 0 0,2 0 0,5 0 0,4 0 0,1-3 0,-2-2 0,-3 1 0,-7 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5:54.330"/>
    </inkml:context>
    <inkml:brush xml:id="br0">
      <inkml:brushProperty name="width" value="0.05" units="cm"/>
      <inkml:brushProperty name="height" value="0.05" units="cm"/>
      <inkml:brushProperty name="color" value="#E71224"/>
    </inkml:brush>
  </inkml:definitions>
  <inkml:trace contextRef="#ctx0" brushRef="#br0">1 25 24575,'631'0'0,"-620"-1"0,1 0 0,-1-1 0,18-5 0,20-2 0,226 5 0,-150 6 0,602-2 0,-695 1 0,44 8 0,18 2 0,-28-10 0,-37-1 0,0 0 0,-1 2 0,40 8 0,-35-5 0,-1-1 0,1-2 0,65-3 0,-29-1 0,539 2-1365,-574 0-5461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30.677"/>
    </inkml:context>
    <inkml:brush xml:id="br0">
      <inkml:brushProperty name="width" value="0.05" units="cm"/>
      <inkml:brushProperty name="height" value="0.05" units="cm"/>
      <inkml:brushProperty name="color" value="#E71224"/>
    </inkml:brush>
  </inkml:definitions>
  <inkml:trace contextRef="#ctx0" brushRef="#br0">256 0 24575,'-1'4'0,"0"-1"0,0 0 0,0 0 0,-1 0 0,1 0 0,-1 0 0,0 0 0,0 0 0,0-1 0,-1 1 0,1-1 0,-3 3 0,-4 4 0,-12 15 0,-2-2 0,-29 23 0,31-28 0,2 0 0,0 1 0,0 1 0,-15 21 0,32-38 0,1 1 0,-1-1 0,1 0 0,0 1 0,0-1 0,0 1 0,0-1 0,0 1 0,0 0 0,1-1 0,-1 1 0,1 0 0,0-1 0,-1 1 0,2 0 0,-1 0 0,0-1 0,0 1 0,1 0 0,-1-1 0,1 1 0,0 0 0,0-1 0,0 1 0,0-1 0,0 1 0,1-1 0,-1 0 0,1 0 0,0 1 0,-1-1 0,5 3 0,5 5 0,1 0 0,0 0 0,0-1 0,24 12 0,-20-12 0,45 25 0,-34-21 0,44 32 0,-47-26 162,21 24 1,7 5-1853,-41-39-5136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32.957"/>
    </inkml:context>
    <inkml:brush xml:id="br0">
      <inkml:brushProperty name="width" value="0.05" units="cm"/>
      <inkml:brushProperty name="height" value="0.05" units="cm"/>
      <inkml:brushProperty name="color" value="#E71224"/>
    </inkml:brush>
  </inkml:definitions>
  <inkml:trace contextRef="#ctx0" brushRef="#br0">206 0 24575,'-25'27'0,"0"2"0,2 0 0,1 1 0,-31 58 0,2 15 0,50-101 0,0 0 0,0 0 0,0 0 0,0 0 0,1 0 0,-1 1 0,1-1 0,0 0 0,-1 0 0,1 0 0,0 0 0,0 1 0,1-1 0,-1 0 0,0 0 0,1 0 0,-1 0 0,1 1 0,0-1 0,-1 0 0,1 0 0,2 2 0,0 0 0,0-1 0,0 1 0,0-1 0,1 0 0,-1 0 0,1 0 0,0-1 0,0 1 0,8 3 0,19 9 0,0 0 0,52 33 0,-69-38 96,-2-2-461,0 0 0,0 1-1,16 17 1,-18-14-6461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32.992"/>
    </inkml:context>
    <inkml:brush xml:id="br0">
      <inkml:brushProperty name="width" value="0.05" units="cm"/>
      <inkml:brushProperty name="height" value="0.05" units="cm"/>
      <inkml:brushProperty name="color" value="#E71224"/>
    </inkml:brush>
  </inkml:definitions>
  <inkml:trace contextRef="#ctx0" brushRef="#br0">589 717 24575,'120'8'0,"-53"-1"0,950 82-417,77 7-62,-583-78 499,-453-17 53,72 4 195,0 5-1,218 45 1,-261-35-268,1-5 0,0-4 0,1-3 0,134-6 0,-173-6 0,-1-1 0,0-2 0,0-3 0,-1-2 0,0-2 0,-1-1 0,-1-3 0,-1-2 0,72-43 0,-97 50 0,-1-2 0,0 0 0,-1-1 0,0 0 0,-1-2 0,-2 0 0,1-1 0,11-21 0,-16 23 0,-1-1 0,-1 0 0,-1-1 0,0 0 0,-1 0 0,-2-1 0,0 1 0,-1-1 0,3-39 0,-7 46 0,0 0 0,-1 0 0,-1 0 0,0 1 0,-1-1 0,0 0 0,-1 1 0,-1 0 0,0 0 0,0 0 0,-1 0 0,0 1 0,-1 0 0,-1 0 0,-14-15 0,7 10 0,-1 0 0,-1 1 0,0 1 0,-1 1 0,0 0 0,-1 1 0,-1 1 0,-30-12 0,-17-2 0,-124-29 0,-79 7 0,-138 19 0,-3 31 0,159 0 0,-1650-1 0,989-3 0,821 5 0,1 4 0,-1 5 0,-104 27 0,170-34 0,0 1 0,0 1 0,-44 21 0,61-24 0,0 0 0,1 0 0,0 0 0,0 1 0,1 1 0,0-1 0,0 1 0,0 0 0,1 1 0,0 0 0,0 0 0,1 0 0,-8 17 0,1 2-1365,2 0-5461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36.474"/>
    </inkml:context>
    <inkml:brush xml:id="br0">
      <inkml:brushProperty name="width" value="0.05" units="cm"/>
      <inkml:brushProperty name="height" value="0.05" units="cm"/>
      <inkml:brushProperty name="color" value="#E71224"/>
    </inkml:brush>
  </inkml:definitions>
  <inkml:trace contextRef="#ctx0" brushRef="#br0">0 1 24575,'5933'0'0,"-5652"11"0,-10 1 0,409 16 0,2-14-1343,-680-14 1321,44 0-6804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38.303"/>
    </inkml:context>
    <inkml:brush xml:id="br0">
      <inkml:brushProperty name="width" value="0.05" units="cm"/>
      <inkml:brushProperty name="height" value="0.05" units="cm"/>
      <inkml:brushProperty name="color" value="#E71224"/>
    </inkml:brush>
  </inkml:definitions>
  <inkml:trace contextRef="#ctx0" brushRef="#br0">0 0 24575,'4222'0'0,"-3786"23"0,-14-1 0,946-22 235,-626-1-1835,-701 1-5226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0.051"/>
    </inkml:context>
    <inkml:brush xml:id="br0">
      <inkml:brushProperty name="width" value="0.05" units="cm"/>
      <inkml:brushProperty name="height" value="0.05" units="cm"/>
      <inkml:brushProperty name="color" value="#E71224"/>
    </inkml:brush>
  </inkml:definitions>
  <inkml:trace contextRef="#ctx0" brushRef="#br0">1105 20 24575,'0'-1'0,"0"1"0,0-1 0,-1 0 0,1 0 0,0 1 0,-1-1 0,1 0 0,0 1 0,-1-1 0,1 0 0,-1 1 0,1-1 0,-1 1 0,1-1 0,-1 1 0,0-1 0,1 1 0,-1-1 0,0 1 0,1 0 0,-1-1 0,0 1 0,0 0 0,1 0 0,-1-1 0,0 1 0,-1 0 0,-23-4 0,23 3 0,-20 0 0,1 1 0,0 1 0,-1 1 0,1 0 0,0 2 0,0 1 0,1 0 0,-1 1 0,1 1 0,-21 12 0,-12 7 0,2 3 0,-68 50 0,29-10 0,3 3 0,-94 102 0,153-145 0,1 2 0,2 0 0,1 2 0,1 1 0,-35 73 0,49-89 0,2 1 0,0 1 0,2-1 0,0 1 0,1 0 0,1 0 0,1 0 0,0 1 0,2-1 0,0 0 0,2 1 0,0-1 0,10 39 0,-2-27 0,2-1 0,1 0 0,2-1 0,1 0 0,1-1 0,1-1 0,2-1 0,1-1 0,38 38 0,-12-19 0,2-2 0,2-3 0,2-2 0,58 33 0,-68-46-616,1-2-1,1-2 0,1-2 0,1-1 1,0-3-1,1-2 0,1-2 0,0-2 1,0-3-1,67 2 0,-91-8 982,6 0-738,49-6 0,-69 4 798,0 0 0,19-7 0,-22 5 527,0 1 0,0-1 0,-1 0 0,11-8 0,-1-2-670,-1 0 1,0-1-1,-1-1 1,22-30-1,43-77-561,-76 116 276,63-105 3,-6-3 0,69-181 0,-110 237 0,-1 0 0,-4-1 0,-2-1 0,-3 0 0,-2-1 0,-1-112 0,-8 159 0,0 0 0,-1 0 0,-1 0 0,0 1 0,-1-1 0,-1 1 0,-12-27 0,11 31 0,0 0 0,0 0 0,-1 1 0,0 0 0,0 0 0,-1 1 0,0 0 0,-1 0 0,0 1 0,0 0 0,-11-6 0,-55-28-682,-147-57-1,192 87-6143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1.438"/>
    </inkml:context>
    <inkml:brush xml:id="br0">
      <inkml:brushProperty name="width" value="0.05" units="cm"/>
      <inkml:brushProperty name="height" value="0.05" units="cm"/>
      <inkml:brushProperty name="color" value="#E71224"/>
    </inkml:brush>
  </inkml:definitions>
  <inkml:trace contextRef="#ctx0" brushRef="#br0">1 449 24575,'1'-5'0,"-1"0"0,2 0 0,-1 0 0,0 1 0,1-1 0,0 1 0,0-1 0,1 1 0,-1 0 0,6-8 0,3-5 0,112-215 0,-66 120 0,-55 109 0,0-1 0,0 0 0,0 1 0,1-1 0,4-4 0,-7 8 0,1-1 0,-1 1 0,0 0 0,1-1 0,-1 1 0,0 0 0,1 0 0,-1-1 0,1 1 0,-1 0 0,1 0 0,-1 0 0,0 0 0,1 0 0,-1 0 0,1-1 0,-1 1 0,1 0 0,-1 0 0,1 0 0,-1 0 0,0 1 0,2-1 0,-2 0 0,1 1 0,0-1 0,-1 1 0,1 0 0,0-1 0,-1 1 0,1 0 0,-1-1 0,1 1 0,-1 0 0,1 0 0,-1-1 0,0 1 0,1 0 0,-1 0 0,0 0 0,1 1 0,3 18 0,-1 1 0,0 0 0,-1 0 0,-2 0 0,-2 32 0,0-11 0,1 31 0,1-73 0,0 1 0,0 0 0,0 0 0,0 0 0,0-1 0,0 1 0,0 0 0,0 0 0,0-1 0,0 1 0,1 0 0,-1 0 0,0-1 0,1 1 0,-1 0 0,0 0 0,1-1 0,-1 1 0,1-1 0,-1 1 0,1 0 0,0 0 0,0-1 0,-1 0 0,1 0 0,0 0 0,-1-1 0,1 1 0,-1 0 0,1 0 0,0-1 0,-1 1 0,1 0 0,-1-1 0,1 1 0,-1-1 0,1 1 0,-1-1 0,0 1 0,1-1 0,-1 1 0,1-1 0,-1 0 0,23-39 0,-22 37 0,57-117 0,-58 119 0,1 0 0,0-1 0,-1 1 0,1 0 0,0-1 0,-1 1 0,1 0 0,0 0 0,0 0 0,0 0 0,0 0 0,0 0 0,0 0 0,0 0 0,0 0 0,1 0 0,-1 1 0,2-2 0,-2 3 0,-1-1 0,1 0 0,-1 0 0,1 1 0,-1-1 0,1 1 0,0-1 0,-1 1 0,0-1 0,1 1 0,-1-1 0,1 1 0,-1-1 0,1 1 0,-1-1 0,0 1 0,0 0 0,1-1 0,-1 1 0,0-1 0,0 1 0,0 0 0,1-1 0,-1 1 0,0 1 0,2 11 0,-1 0 0,0 20 0,-1-31 0,0 11 14,-1 21-359,2 0 1,2 0-1,11 58 0,-7-70-6481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1.791"/>
    </inkml:context>
    <inkml:brush xml:id="br0">
      <inkml:brushProperty name="width" value="0.05" units="cm"/>
      <inkml:brushProperty name="height" value="0.05" units="cm"/>
      <inkml:brushProperty name="color" value="#E71224"/>
    </inkml:brush>
  </inkml:definitions>
  <inkml:trace contextRef="#ctx0" brushRef="#br0">172 1 24575,'-4'0'0,"-4"4"0,-9 8 0,-9 9 0,1 6 0,0 4 0,1 5 0,5 0 0,5-2 0,6-4 0,7-7 0,15-14 0,12-13 0,6-9 0,8-10 0,-3 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2.119"/>
    </inkml:context>
    <inkml:brush xml:id="br0">
      <inkml:brushProperty name="width" value="0.05" units="cm"/>
      <inkml:brushProperty name="height" value="0.05" units="cm"/>
      <inkml:brushProperty name="color" value="#E71224"/>
    </inkml:brush>
  </inkml:definitions>
  <inkml:trace contextRef="#ctx0" brushRef="#br0">0 0 24575,'0'4'0,"0"8"0,0 6 0,4 4 0,1 1 0,-1 1 0,3-4 0,8-5 0,9-5 0,7-8 0,6-12 0,-4-4-8191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2.454"/>
    </inkml:context>
    <inkml:brush xml:id="br0">
      <inkml:brushProperty name="width" value="0.05" units="cm"/>
      <inkml:brushProperty name="height" value="0.05" units="cm"/>
      <inkml:brushProperty name="color" value="#E71224"/>
    </inkml:brush>
  </inkml:definitions>
  <inkml:trace contextRef="#ctx0" brushRef="#br0">221 1 24575,'1'57'0,"1"-35"0,-1 1 0,-2 0 0,0 0 0,-1-1 0,-7 27 0,5-37 0,-1-1 0,0 1 0,0-1 0,-2 0 0,1-1 0,-1 0 0,-12 14 0,-2-1 0,-42 36 0,61-57 8,-30 21 324,30-22-439,1 1 0,-1-1 1,0-1-1,0 1 1,0 0-1,0 0 1,0-1-1,0 1 1,0-1-1,-1 1 1,1-1-1,0 0 1,0 0-1,0 0 0,-4-1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2.840"/>
    </inkml:context>
    <inkml:brush xml:id="br0">
      <inkml:brushProperty name="width" value="0.05" units="cm"/>
      <inkml:brushProperty name="height" value="0.05" units="cm"/>
      <inkml:brushProperty name="color" value="#E71224"/>
    </inkml:brush>
  </inkml:definitions>
  <inkml:trace contextRef="#ctx0" brushRef="#br0">0 127 24575,'26'-6'0,"0"1"0,0 0 0,0 2 0,1 2 0,30 0 0,-18 1 0,57 0 0,-43 2 0,81-10 0,-128 7 0,0 0 0,0 0 0,1-1 0,-1 0 0,0-1 0,0 1 0,10-7 0,-15 8 0,1 0 0,0 0 0,-1 0 0,0 0 0,1 0 0,-1 0 0,0-1 0,1 1 0,-1-1 0,0 1 0,0-1 0,0 1 0,0-1 0,-1 1 0,1-1 0,0 0 0,-1 1 0,1-1 0,-1 0 0,1 0 0,-1 1 0,0-1 0,0 0 0,0 0 0,0 0 0,0 0 0,0 1 0,0-1 0,-1 0 0,1 0 0,-2-2 0,1 2 0,0 0 0,0 0 0,-1 0 0,1 1 0,-1-1 0,1 1 0,-1-1 0,1 1 0,-1-1 0,0 1 0,0 0 0,0 0 0,0 0 0,0 0 0,0 0 0,0 0 0,0 1 0,0-1 0,0 1 0,0-1 0,-1 1 0,1 0 0,0 0 0,0 0 0,-3 0 0,-6 0 0,1 1 0,-1 0 0,1 1 0,-11 2 0,3 2 0,1 0 0,1 1 0,-1 1 0,1 0 0,0 1 0,1 1 0,0 1 0,1 0 0,-18 17 0,10-6 0,0 2 0,2 0 0,0 1 0,-23 42 0,30-45 0,1 1 0,2 0 0,-14 43 0,20-51 0,1-1 0,0 1 0,1-1 0,0 1 0,1 0 0,1 0 0,3 27 0,-2-40 0,-1 0 0,0 1 0,1-1 0,0 0 0,0 1 0,-1-1 0,1 0 0,1 0 0,-1 0 0,0 0 0,0 0 0,1 0 0,-1 0 0,1 0 0,0 0 0,0-1 0,-1 1 0,1-1 0,0 1 0,3 1 0,-1-1 0,1-1 0,-1 1 0,0-1 0,0 0 0,1 0 0,-1-1 0,0 1 0,1-1 0,-1 0 0,7-1 0,4-1 0,-1 0 0,0-1 0,-1-1 0,1 0 0,24-12 0,-11 1 0,-2-1 0,0-1 0,-1-1 0,27-27 0,-50 43 0,0 1 0,1 0 0,-1-1 0,1 1 0,-1 0 0,1 0 0,0 0 0,0 0 0,-1 0 0,1 0 0,0 1 0,0-1 0,0 1 0,0-1 0,0 1 0,-1 0 0,3-1 0,-1 2 0,-1 0 0,0-1 0,1 1 0,-1 0 0,0 0 0,0 0 0,0 0 0,0 1 0,0-1 0,0 0 0,0 1 0,3 3 0,14 14 0,25 23 0,-41-39 0,1-1 0,-1 0 0,0 1 0,1-1 0,-1-1 0,1 1 0,-1 0 0,1-1 0,0 0 0,0 0 0,0 0 0,4 0 0,-6-1-97,0 0-1,1-1 1,-1 1-1,1-1 1,-1 1-1,0-1 1,0 0-1,1 0 1,-1 0-1,0 0 1,0 0-1,0-1 0,3-1 1,9-10-6729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3.494"/>
    </inkml:context>
    <inkml:brush xml:id="br0">
      <inkml:brushProperty name="width" value="0.05" units="cm"/>
      <inkml:brushProperty name="height" value="0.05" units="cm"/>
      <inkml:brushProperty name="color" value="#E71224"/>
    </inkml:brush>
  </inkml:definitions>
  <inkml:trace contextRef="#ctx0" brushRef="#br0">505 1 24575,'-249'395'0,"8"-12"0,226-357 0,15-27 0,0 1 0,0 0 0,1 0 0,-1 0 0,0 0 0,0 0 0,0 0 0,0 0 0,0 0 0,0 0 0,1 0 0,-1 0 0,0 0 0,0 0 0,0 0 0,0 0 0,0 0 0,1 0 0,-1 0 0,0 0 0,0 0 0,0 1 0,0-1 0,0 0 0,0 0 0,0 0 0,1 0 0,-1 0 0,0 0 0,0 0 0,0 0 0,0 0 0,0 0 0,0 1 0,0-1 0,0 0 0,0 0 0,0 0 0,0 0 0,0 0 0,1 0 0,-1 1 0,0-1 0,0 0 0,0 0 0,0 0 0,0 0 0,0 0 0,0 0 0,0 1 0,14-12 0,43-39 0,92-60 0,-146 108 0,1-1 0,-1 1 0,1 0 0,-1 1 0,1-1 0,0 1 0,0 0 0,0 0 0,-1 0 0,1 0 0,0 0 0,5 1 0,-7 0 0,0 1 0,-1-1 0,1 1 0,0-1 0,0 1 0,-1 0 0,1 0 0,-1 0 0,1 0 0,-1 0 0,1 0 0,-1 0 0,0 0 0,1 1 0,-1-1 0,0 0 0,0 1 0,0-1 0,0 1 0,0 0 0,0-1 0,0 1 0,-1 0 0,1-1 0,-1 1 0,1 0 0,-1 0 0,1 2 0,0 5 0,0 0 0,0 1 0,-1-1 0,-1 0 0,1 0 0,-1 0 0,-1 0 0,1 0 0,-2 0 0,1 0 0,-1 0 0,-1-1 0,-5 12 0,-7 9 0,-1 0 0,-24 32 0,30-47 290,-3 6-1945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3.850"/>
    </inkml:context>
    <inkml:brush xml:id="br0">
      <inkml:brushProperty name="width" value="0.05" units="cm"/>
      <inkml:brushProperty name="height" value="0.05" units="cm"/>
      <inkml:brushProperty name="color" value="#E71224"/>
    </inkml:brush>
  </inkml:definitions>
  <inkml:trace contextRef="#ctx0" brushRef="#br0">27 1 24575,'3'0'0,"2"3"0,0 6 0,-1 4 0,-5 7 0,-6 4 0,-1 2 0,0 0 0,-2-1 0,0-1 0,14-4 0,12-6 0,12-5 0,1-5-8191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4.172"/>
    </inkml:context>
    <inkml:brush xml:id="br0">
      <inkml:brushProperty name="width" value="0.05" units="cm"/>
      <inkml:brushProperty name="height" value="0.05" units="cm"/>
      <inkml:brushProperty name="color" value="#E71224"/>
    </inkml:brush>
  </inkml:definitions>
  <inkml:trace contextRef="#ctx0" brushRef="#br0">1 1 24575,'3'0'0,"6"3"0,4 6 0,4 0 0,-1 3 0,-4 7 0,-3 3 0,-4 2 0,-2-3-8191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8.406"/>
    </inkml:context>
    <inkml:brush xml:id="br0">
      <inkml:brushProperty name="width" value="0.05" units="cm"/>
      <inkml:brushProperty name="height" value="0.05" units="cm"/>
      <inkml:brushProperty name="color" value="#E71224"/>
    </inkml:brush>
  </inkml:definitions>
  <inkml:trace contextRef="#ctx0" brushRef="#br0">553 6542 24575,'-2'-1'0,"0"0"0,0 0 0,1-1 0,-1 1 0,0 0 0,1 0 0,-1-1 0,1 1 0,-1-1 0,1 0 0,0 1 0,-1-1 0,1 0 0,0 0 0,0 0 0,0 0 0,1 0 0,-2-2 0,-1-3 0,-24-46 0,3-2 0,1-1 0,-17-73 0,-26-181 0,20-223 0,41 185 0,-1-53 0,-10-686 0,18 718 0,-2-1814 0,12 1992 0,-1 16 0,-9 105 0,3-1 0,17-86 0,14-71 0,-30 199 0,-4 25 0,-1 0 0,0-1 0,0 0 0,0 1 0,0-1 0,-1 0 0,0 1 0,0-1 0,-1-7 0,1 11 0,0 1 0,-1 0 0,1-1 0,0 1 0,0 0 0,-1-1 0,1 1 0,0 0 0,-1 0 0,1-1 0,-1 1 0,1 0 0,0 0 0,-1 0 0,1 0 0,-1-1 0,1 1 0,0 0 0,-1 0 0,1 0 0,-1 0 0,1 0 0,-1 0 0,1 0 0,0 0 0,-1 0 0,1 1 0,-1-1 0,1 0 0,0 0 0,-1 0 0,1 0 0,-1 0 0,1 1 0,0-1 0,-1 0 0,1 0 0,0 1 0,-1-1 0,1 0 0,-1 1 0,-18 13 0,17-11 0,-88 83 0,24-20 0,33-34-341,1 2 0,2 1-1,-45 69 1,66-90-6485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6:49.155"/>
    </inkml:context>
    <inkml:brush xml:id="br0">
      <inkml:brushProperty name="width" value="0.05" units="cm"/>
      <inkml:brushProperty name="height" value="0.05" units="cm"/>
      <inkml:brushProperty name="color" value="#E71224"/>
    </inkml:brush>
  </inkml:definitions>
  <inkml:trace contextRef="#ctx0" brushRef="#br0">1 1 24575,'3'0'0,"13"7"0,18 14 0,14 13 0,6 2 0,2 2 0,-6-6 0,-7-4 0,-11-7-8191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45.588"/>
    </inkml:context>
    <inkml:brush xml:id="br0">
      <inkml:brushProperty name="width" value="0.05" units="cm"/>
      <inkml:brushProperty name="height" value="0.05" units="cm"/>
      <inkml:brushProperty name="color" value="#E71224"/>
    </inkml:brush>
  </inkml:definitions>
  <inkml:trace contextRef="#ctx0" brushRef="#br0">651 713 24575,'1060'0'0,"-897"10"-3791,-25 0 798,58-2 3000,-112-2 5640,436 4-4355,-322-12-1454,971 2 162,-1155 1 0,1-2 0,-1 0 0,0-1 0,1 0 0,-1-1 0,14-5 0,-20 5 0,-1 0 0,0-1 0,0 1 0,0-2 0,-1 1 0,1-1 0,-1 0 0,0 0 0,0 0 0,-1-1 0,1 0 0,6-10 0,-2 2 0,-1 0 0,0-1 0,-1 0 0,0 0 0,-2-1 0,1 0 0,-2 0 0,0 0 0,-1-1 0,-1 0 0,0 1 0,0-35 0,-3 36 0,-1 0 0,-1-1 0,-5-25 0,4 33 0,1 0 0,-1 0 0,-1 0 0,0 1 0,0 0 0,0-1 0,-1 2 0,-8-11 0,0 2 0,0 1 0,-1 0 0,-1 1 0,0 0 0,-1 1 0,0 1 0,0 0 0,-1 2 0,-37-16 0,-26-4 0,-1 4 0,-1 4 0,-1 3 0,-1 3 0,0 5 0,-97-1 0,-1613 11 0,832 1 0,848-2 0,-122 3 0,204 1 0,1 2 0,0 1 0,0 1 0,-57 21 0,62-17 0,2 1 0,0 2 0,0 0 0,1 1 0,1 1 0,-32 30 0,51-43 0,0 1 0,0 0 0,1-1 0,-1 1 0,1 1 0,0-1 0,0 0 0,0 0 0,0 1 0,1-1 0,0 1 0,0-1 0,0 1 0,0 5 0,0 5 0,1-1 0,0 1 0,3 17 0,-2-27 0,0 0 0,1 0 0,0 0 0,0 0 0,0 0 0,0 0 0,1-1 0,-1 1 0,1-1 0,1 0 0,-1 0 0,0 0 0,1 0 0,6 5 0,7 5 0,0-2 0,23 13 0,-29-18 0,10 6 0,1-2 0,0-1 0,42 14 0,75 11 0,2 1 0,-1-1-1365,-126-31-5461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51.078"/>
    </inkml:context>
    <inkml:brush xml:id="br0">
      <inkml:brushProperty name="width" value="0.05" units="cm"/>
      <inkml:brushProperty name="height" value="0.05" units="cm"/>
      <inkml:brushProperty name="color" value="#E71224"/>
    </inkml:brush>
  </inkml:definitions>
  <inkml:trace contextRef="#ctx0" brushRef="#br0">133 4 24575,'-6'0'0,"0"1"0,0-1 0,0 1 0,1 1 0,-1-1 0,0 1 0,1 0 0,-1 0 0,1 0 0,0 1 0,-1 0 0,1 0 0,1 1 0,-1-1 0,0 1 0,1 0 0,0 0 0,0 0 0,0 1 0,0-1 0,1 1 0,0 0 0,0 0 0,0 0 0,1 1 0,-1-1 0,1 1 0,0-1 0,-1 7 0,2 4 0,1 0 0,0 0 0,1 0 0,5 28 0,-4-34 0,0 1 0,1-1 0,0 0 0,1 0 0,0 0 0,1-1 0,0 0 0,7 11 0,-8-15 0,0 1 0,0-1 0,1 1 0,0-1 0,0-1 0,0 1 0,0-1 0,1 0 0,-1 0 0,1 0 0,0-1 0,1 0 0,-1 0 0,0 0 0,1-1 0,0 0 0,-1 0 0,1-1 0,0 0 0,8 0 0,-7 0 0,1-1 0,0 0 0,-1-1 0,1 0 0,0 0 0,-1-1 0,1 0 0,-1 0 0,0-1 0,0 0 0,0-1 0,0 0 0,0 0 0,-1-1 0,0 0 0,0 0 0,0 0 0,-1-1 0,1 0 0,-1 0 0,-1-1 0,1 0 0,-1 0 0,0 0 0,-1-1 0,0 1 0,6-16 0,-6 12 0,-1 1 0,-1-1 0,0 0 0,0 0 0,-1-1 0,0 1 0,-1 0 0,0 0 0,-1 0 0,-1-1 0,-4-19 0,4 25 0,1 0 0,-1 1 0,-1-1 0,1 1 0,-1 0 0,0 0 0,0 0 0,0 0 0,-1 0 0,1 0 0,-1 1 0,0 0 0,-1 0 0,1 0 0,-1 0 0,0 1 0,0 0 0,0 0 0,0 0 0,0 0 0,-1 1 0,1 0 0,-12-3 0,-8 2-187,1 1 0,-1 1 0,-25 1 0,39 1-430,-13-1-6209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51.933"/>
    </inkml:context>
    <inkml:brush xml:id="br0">
      <inkml:brushProperty name="width" value="0.05" units="cm"/>
      <inkml:brushProperty name="height" value="0.05" units="cm"/>
      <inkml:brushProperty name="color" value="#E71224"/>
    </inkml:brush>
  </inkml:definitions>
  <inkml:trace contextRef="#ctx0" brushRef="#br0">108 0 24575,'-3'0'0,"-6"8"0,-4 5 0,0 5 0,-2 7 0,2 2 0,4 0 0,-2 4 0,3-1 0,1-1 0,3-2 0,1-6-8191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3:52.865"/>
    </inkml:context>
    <inkml:brush xml:id="br0">
      <inkml:brushProperty name="width" value="0.05" units="cm"/>
      <inkml:brushProperty name="height" value="0.05" units="cm"/>
      <inkml:brushProperty name="color" value="#E71224"/>
    </inkml:brush>
  </inkml:definitions>
  <inkml:trace contextRef="#ctx0" brushRef="#br0">186 2 24575,'23'-1'0,"-9"0"0,0 1 0,0 1 0,25 3 0,-36-3 0,0 0 0,1 0 0,-1 0 0,0 0 0,0 0 0,0 0 0,0 1 0,-1-1 0,1 1 0,0 0 0,-1 0 0,1 0 0,-1 0 0,1 1 0,-1-1 0,0 1 0,0-1 0,0 1 0,-1 0 0,1 0 0,2 4 0,-2-1 0,0 0 0,0 0 0,-1 0 0,0 0 0,0 0 0,0 0 0,-1 0 0,1 0 0,-1 0 0,-1 1 0,0-1 0,1 0 0,-2 0 0,1 0 0,-1 0 0,0 0 0,0-1 0,0 1 0,-1 0 0,0-1 0,0 0 0,-1 1 0,1-1 0,-1-1 0,-8 9 0,2-4 0,0-1 0,0 1 0,-1-2 0,-1 0 0,1 0 0,-1-1 0,0 0 0,0-1 0,-1 0 0,0-1 0,-15 2 0,-39 6 0,-26 6 0,240-30 0,212 8-134,-263 5-1097,-78-1-5595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4:07.593"/>
    </inkml:context>
    <inkml:brush xml:id="br0">
      <inkml:brushProperty name="width" value="0.05" units="cm"/>
      <inkml:brushProperty name="height" value="0.05" units="cm"/>
      <inkml:brushProperty name="color" value="#E71224"/>
    </inkml:brush>
  </inkml:definitions>
  <inkml:trace contextRef="#ctx0" brushRef="#br0">1 1 24575,'0'3'0,"0"5"0,0 6 0,0-1-8191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4:07.918"/>
    </inkml:context>
    <inkml:brush xml:id="br0">
      <inkml:brushProperty name="width" value="0.05" units="cm"/>
      <inkml:brushProperty name="height" value="0.05" units="cm"/>
      <inkml:brushProperty name="color" value="#E71224"/>
    </inkml:brush>
  </inkml:definitions>
  <inkml:trace contextRef="#ctx0" brushRef="#br0">1 1 24575,'0'3'0,"0"6"0,0 4 0,0 4 0,0 2 0,0 3 0,0 0 0,0-3-8191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4:08.210"/>
    </inkml:context>
    <inkml:brush xml:id="br0">
      <inkml:brushProperty name="width" value="0.05" units="cm"/>
      <inkml:brushProperty name="height" value="0.05" units="cm"/>
      <inkml:brushProperty name="color" value="#E71224"/>
    </inkml:brush>
  </inkml:definitions>
  <inkml:trace contextRef="#ctx0" brushRef="#br0">64 0 24575,'0'4'0,"0"4"0,0 5 0,0 4 0,0-1-8191</inkml:trace>
  <inkml:trace contextRef="#ctx0" brushRef="#br0" timeOffset="1">42 237 24575,'0'3'0,"0"6"0,-4 4 0,-1 4 0,1 2 0,0 2 0,1 1 0,-2 1 0,-1-1 0,2 1 0,0-1 0,2-4-8191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4:09.170"/>
    </inkml:context>
    <inkml:brush xml:id="br0">
      <inkml:brushProperty name="width" value="0.05" units="cm"/>
      <inkml:brushProperty name="height" value="0.05" units="cm"/>
      <inkml:brushProperty name="color" value="#E71224"/>
    </inkml:brush>
  </inkml:definitions>
  <inkml:trace contextRef="#ctx0" brushRef="#br0">2 1 24575,'0'36'0,"-1"-14"0,1 1 0,0-1 0,2 1 0,1-1 0,1 0 0,11 38 0,-10-46 0,-2-4 0,1 0 0,0 0 0,1 0 0,0 0 0,8 10 0,-12-17 0,1-1 0,0 0 0,1 0 0,-1 0 0,0 0 0,0 0 0,1-1 0,-1 1 0,1-1 0,0 1 0,-1-1 0,1 0 0,0 0 0,0 0 0,0 0 0,0-1 0,-1 1 0,1-1 0,0 0 0,0 1 0,0-1 0,0-1 0,6 0 0,12-4 0,-1-1 0,0-1 0,0 0 0,0-2 0,-1-1 0,18-11 0,29-14 0,-41 23-455,1-1 0,22-16 0,-37 21-6371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4:26.720"/>
    </inkml:context>
    <inkml:brush xml:id="br0">
      <inkml:brushProperty name="width" value="0.05" units="cm"/>
      <inkml:brushProperty name="height" value="0.05" units="cm"/>
      <inkml:brushProperty name="color" value="#E71224"/>
    </inkml:brush>
  </inkml:definitions>
  <inkml:trace contextRef="#ctx0" brushRef="#br0">0 0 24575,'1925'0'-6784,"-1803"10"10560,-17 0-768,462-7-3008,-291-5 0,1792 2-1365,-2051 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02.162"/>
    </inkml:context>
    <inkml:brush xml:id="br0">
      <inkml:brushProperty name="width" value="0.05" units="cm"/>
      <inkml:brushProperty name="height" value="0.05" units="cm"/>
      <inkml:brushProperty name="color" value="#E71224"/>
    </inkml:brush>
  </inkml:definitions>
  <inkml:trace contextRef="#ctx0" brushRef="#br0">0 263 24575,'1'5'0,"0"0"0,-1-1 0,2 1 0,-1 0 0,3 7 0,4 15 0,-2 26 0,-3 1 0,-5 69 0,0-29 0,2 339 0,0-430 0,0-1 0,0 0 0,1 1 0,-1-1 0,0 0 0,1 0 0,0 1 0,-1-1 0,1 0 0,0 0 0,0 0 0,0 0 0,0 0 0,1 0 0,-1 0 0,0 0 0,1-1 0,-1 1 0,1 0 0,0-1 0,0 1 0,-1-1 0,1 0 0,0 0 0,0 1 0,0-1 0,1-1 0,2 3 0,6 0 0,0-1 0,1 0 0,-1 0 0,20-1 0,-15 0 0,87 0 0,113-13 0,-23 0 0,-22 1 0,17 0 0,84 0 0,50 0 0,1537 10 0,-888 3 0,-964-2 0,1 0 0,0 0 0,1 0 0,-1-1 0,0 0 0,9-3 0,-15 3 0,0 1 0,0-1 0,0 0 0,0 0 0,0 0 0,0 0 0,0 0 0,-1-1 0,1 1 0,0 0 0,-1-1 0,1 1 0,-1-1 0,0 0 0,1 1 0,-1-1 0,0 0 0,0 0 0,0 0 0,0 0 0,-1 0 0,1 0 0,0 0 0,-1 0 0,1-2 0,1-14 0,-1 1 0,0-1 0,-1 1 0,-1-1 0,-5-25 0,-24-87 0,16 73 0,-9-34 0,-57-259 0,33 124 0,47 224 0,-1 0 0,0-1 0,0 1 0,0 0 0,0 0 0,-1 0 0,1 0 0,-1 0 0,1 0 0,-1 0 0,1 0 0,-1 0 0,0 1 0,0-1 0,0 1 0,0 0 0,0-1 0,0 1 0,0 0 0,-1 0 0,1 0 0,0 1 0,-5-2 0,-7-1 0,1 1 0,0 0 0,-19 1 0,21 1 0,-466-1 0,243 4 0,-2097-1 150,1297-3-1665,1015 1-5311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24.520"/>
    </inkml:context>
    <inkml:brush xml:id="br0">
      <inkml:brushProperty name="width" value="0.05" units="cm"/>
      <inkml:brushProperty name="height" value="0.05" units="cm"/>
      <inkml:brushProperty name="color" value="#E71224"/>
    </inkml:brush>
  </inkml:definitions>
  <inkml:trace contextRef="#ctx0" brushRef="#br0">194 1 24575,'-9'0'0,"1"0"0,-1 1 0,0 0 0,1 0 0,-1 1 0,1 0 0,-15 6 0,17-5 0,1 0 0,0 0 0,-1 1 0,1-1 0,0 1 0,1 0 0,-1 1 0,1-1 0,0 1 0,0 0 0,-6 9 0,3-4 0,1 0 0,1 0 0,0 1 0,0-1 0,1 1 0,0 0 0,1 0 0,0 1 0,-2 14 0,5-26 0,0 1 0,0-1 0,0 0 0,0 1 0,0-1 0,0 1 0,0-1 0,0 0 0,0 1 0,0-1 0,0 0 0,0 1 0,0-1 0,0 1 0,0-1 0,0 0 0,1 1 0,-1-1 0,0 0 0,0 1 0,0-1 0,0 0 0,1 1 0,-1-1 0,0 0 0,1 1 0,-1-1 0,0 0 0,0 0 0,1 1 0,9-7 0,8-18 0,22-45 0,-40 68 0,0 1 0,1-1 0,-1 1 0,0-1 0,0 1 0,1-1 0,-1 1 0,0-1 0,1 1 0,-1 0 0,0-1 0,1 1 0,-1-1 0,0 1 0,1 0 0,-1 0 0,1-1 0,-1 1 0,1 0 0,-1 0 0,1-1 0,-1 1 0,1 0 0,-1 0 0,1 0 0,-1 0 0,1 0 0,-1 0 0,1 0 0,-1 0 0,1 0 0,-1 0 0,1 0 0,-1 0 0,1 0 0,-1 0 0,1 0 0,-1 0 0,1 1 0,-1-1 0,1 0 0,-1 0 0,1 1 0,-1-1 0,1 0 0,-1 1 0,0-1 0,1 0 0,-1 1 0,0-1 0,1 1 0,-1 0 0,15 28 0,-13-26 0,9 25 0,19 43 0,-27-65 0,0 0 0,0-1 0,1 0 0,-1 0 0,1 0 0,1 0 0,-1 0 0,1-1 0,6 5 0,-10-8-62,0 0 0,0-1 0,0 1 0,1 0 0,-1-1 0,0 1 0,0-1 0,1 0 0,-1 1 0,0-1 0,1 0 0,-1 0-1,1 0 1,-1 0 0,0 0 0,1 0 0,-1 0 0,0 0 0,1-1 0,-1 1 0,3-1 0,9-6-6764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24.843"/>
    </inkml:context>
    <inkml:brush xml:id="br0">
      <inkml:brushProperty name="width" value="0.05" units="cm"/>
      <inkml:brushProperty name="height" value="0.05" units="cm"/>
      <inkml:brushProperty name="color" value="#E71224"/>
    </inkml:brush>
  </inkml:definitions>
  <inkml:trace contextRef="#ctx0" brushRef="#br0">87 1 24575,'0'4'0,"0"4"0,-4 6 0,-5 6 0,-4 8 0,-4 3 0,1 0 0,3-3 0,4-1 0,4-2 0,6-5 0,10-7 0,10-8 0,6-6 0,-2-2-8191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25.163"/>
    </inkml:context>
    <inkml:brush xml:id="br0">
      <inkml:brushProperty name="width" value="0.05" units="cm"/>
      <inkml:brushProperty name="height" value="0.05" units="cm"/>
      <inkml:brushProperty name="color" value="#E71224"/>
    </inkml:brush>
  </inkml:definitions>
  <inkml:trace contextRef="#ctx0" brushRef="#br0">49 1 24575,'-4'0'0,"-1"3"0,-3 6 0,-4 4 0,-1 4 0,7-1 0,11-3 0,12-4 0,3-4-8191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25.571"/>
    </inkml:context>
    <inkml:brush xml:id="br0">
      <inkml:brushProperty name="width" value="0.05" units="cm"/>
      <inkml:brushProperty name="height" value="0.05" units="cm"/>
      <inkml:brushProperty name="color" value="#E71224"/>
    </inkml:brush>
  </inkml:definitions>
  <inkml:trace contextRef="#ctx0" brushRef="#br0">0 0 24575,'1'4'0,"0"0"0,-1 0 0,1 0 0,1 0 0,-1 0 0,0 0 0,1 0 0,0-1 0,0 1 0,0-1 0,0 1 0,6 5 0,-2-2 0,0 0 0,0-1 0,1 0 0,13 9 0,-11-9 0,1-1 0,-1 0 0,1-1 0,1 0 0,-1-1 0,0 0 0,1-1 0,0 0 0,14 1 0,14-1 0,50-4 0,-36-1 0,281 2 0,-189 2 0,-77 2 0,112 21 0,-112-13 0,40 3-682,129 0-1,-197-14-6143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44.455"/>
    </inkml:context>
    <inkml:brush xml:id="br0">
      <inkml:brushProperty name="width" value="0.05" units="cm"/>
      <inkml:brushProperty name="height" value="0.05" units="cm"/>
      <inkml:brushProperty name="color" value="#E71224"/>
    </inkml:brush>
  </inkml:definitions>
  <inkml:trace contextRef="#ctx0" brushRef="#br0">1 44 24575,'21'1'0,"36"7"0,7 0 0,541-1 0,-364-9 0,2897 2 0,-2929-11 0,-34 0 0,54 11 0,161-8 0,-245-5 0,219-10 0,718 24-1365,-1065-1-5461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50.462"/>
    </inkml:context>
    <inkml:brush xml:id="br0">
      <inkml:brushProperty name="width" value="0.05" units="cm"/>
      <inkml:brushProperty name="height" value="0.05" units="cm"/>
      <inkml:brushProperty name="color" value="#E71224"/>
    </inkml:brush>
  </inkml:definitions>
  <inkml:trace contextRef="#ctx0" brushRef="#br0">240 87 24575,'-14'0'0,"-1"0"0,1 2 0,0-1 0,0 2 0,-22 6 0,28-6 0,0 0 0,1 1 0,-1 0 0,1 0 0,0 0 0,0 1 0,0 0 0,1 1 0,0-1 0,0 1 0,-5 7 0,5-5 0,1 0 0,0 1 0,0-1 0,1 1 0,0 0 0,1 0 0,0 1 0,0-1 0,1 1 0,0-1 0,1 1 0,0 0 0,0-1 0,1 1 0,2 12 0,-2-19 0,0 0 0,1 0 0,0 0 0,0 0 0,0 0 0,0-1 0,0 1 0,0 0 0,1-1 0,0 1 0,-1-1 0,1 1 0,0-1 0,4 4 0,-2-2 0,1-1 0,0 1 0,0-1 0,0 0 0,0 0 0,0-1 0,7 3 0,0-1 0,0-1 0,0 0 0,1-1 0,-1 0 0,0-1 0,20 0 0,-21-3 0,-1 1 0,1-1 0,-1-1 0,0 0 0,0 0 0,0-1 0,0-1 0,9-5 0,7-5 0,37-30 0,-58 41 0,-1 0 0,0 0 0,0 0 0,-1-1 0,1 0 0,-1 0 0,0 0 0,0 0 0,-1 0 0,1-1 0,-1 1 0,0-1 0,-1 0 0,1 1 0,-1-7 0,2-4 0,-2-1 0,0 1 0,-1 0 0,-3-21 0,2 30-59,-1 0 0,0 1-1,0-1 1,0 1-1,-1 0 1,0 0 0,0 0-1,-1 0 1,1 0 0,-1 1-1,-1 0 1,1 0 0,-1 0-1,0 0 1,0 0-1,0 1 1,-1 0 0,1 0-1,-1 1 1,0 0 0,0 0-1,-13-5 1,0 2-6767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55.226"/>
    </inkml:context>
    <inkml:brush xml:id="br0">
      <inkml:brushProperty name="width" value="0.05" units="cm"/>
      <inkml:brushProperty name="height" value="0.05" units="cm"/>
      <inkml:brushProperty name="color" value="#E71224"/>
    </inkml:brush>
  </inkml:definitions>
  <inkml:trace contextRef="#ctx0" brushRef="#br0">0 1 24575,'4'0'0,"1"3"0,3 2 0,4 4 0,0 3 0,12 8 0,14 10 0,11 5 0,8 7 0,6 0 0,-5 0 0,-4-3 0,-9-5 0,-7-4 0,-11-4 0,-6-6 0,-6-7-8191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7:55.547"/>
    </inkml:context>
    <inkml:brush xml:id="br0">
      <inkml:brushProperty name="width" value="0.05" units="cm"/>
      <inkml:brushProperty name="height" value="0.05" units="cm"/>
      <inkml:brushProperty name="color" value="#E71224"/>
    </inkml:brush>
  </inkml:definitions>
  <inkml:trace contextRef="#ctx0" brushRef="#br0">855 1 24575,'-3'3'0,"-9"6"0,-14 8 0,-23 12 0,-15 5 0,-23 8 0,-14 3 0,3-1 0,-1-5 0,2-2 0,18-4 0,15-6 0,18-6 0,17-5-8191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8:03.543"/>
    </inkml:context>
    <inkml:brush xml:id="br0">
      <inkml:brushProperty name="width" value="0.05" units="cm"/>
      <inkml:brushProperty name="height" value="0.05" units="cm"/>
      <inkml:brushProperty name="color" value="#E71224"/>
    </inkml:brush>
  </inkml:definitions>
  <inkml:trace contextRef="#ctx0" brushRef="#br0">0 67 24575,'139'0'0,"383"-9"0,394-6 0,-639 17 0,10-22 0,-68 2 0,594 11 0,-491 9 0,41 20 0,-45-1 0,493-20 0,-401-2 0,-123 24 0,-145-7 0,251-9 0,-229-10 0,392 4 0,-405 9 0,-6 1 0,161-11-1659,340 13-3466,-569-8 4188,295 18 8166,-213-20-8102,-124-3-5953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8:33.229"/>
    </inkml:context>
    <inkml:brush xml:id="br0">
      <inkml:brushProperty name="width" value="0.05" units="cm"/>
      <inkml:brushProperty name="height" value="0.05" units="cm"/>
      <inkml:brushProperty name="color" value="#E71224"/>
    </inkml:brush>
  </inkml:definitions>
  <inkml:trace contextRef="#ctx0" brushRef="#br0">0 0 24575,'159'9'0,"-42"-1"0,920-1 0,-614-9 0,13535 2-1365,-13928 0-5461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8:36.243"/>
    </inkml:context>
    <inkml:brush xml:id="br0">
      <inkml:brushProperty name="width" value="0.05" units="cm"/>
      <inkml:brushProperty name="height" value="0.05" units="cm"/>
      <inkml:brushProperty name="color" value="#E71224"/>
    </inkml:brush>
  </inkml:definitions>
  <inkml:trace contextRef="#ctx0" brushRef="#br0">0 66 24575,'240'1'-58,"1016"-24"-743,-700-5-5104,0 12 4720,313 17 895,-403 0 1992,64 21 2215,38-1-1297,-417-22-3985,-134 1-5461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8:49.279"/>
    </inkml:context>
    <inkml:brush xml:id="br0">
      <inkml:brushProperty name="width" value="0.05" units="cm"/>
      <inkml:brushProperty name="height" value="0.05" units="cm"/>
      <inkml:brushProperty name="color" value="#E71224"/>
    </inkml:brush>
  </inkml:definitions>
  <inkml:trace contextRef="#ctx0" brushRef="#br0">1 0 24575,'0'30'0,"-1"62"0,19 149 0,-6-163 0,2 157 0,-14-222 0,0 14 0,3 32 0,-3-52 0,1 0 0,1 0 0,-1-1 0,1 1 0,0 0 0,1-1 0,-1 0 0,1 0 0,1 1 0,3 5 0,-4-9 0,0 0 0,1 0 0,-1 0 0,1 0 0,-1-1 0,1 1 0,0-1 0,0 0 0,0 0 0,0 0 0,0-1 0,6 2 0,8 1 0,29 3 0,-38-6 0,101 8 0,136-7 0,-134-4 0,2936 0 0,-1773 3 0,-1069 1 0,265 38 0,-315-19 0,177 3 0,-179-12 0,-70-4 0,-8-1 0,170 8 0,-213-15-1365,-6 0-5461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30.553"/>
    </inkml:context>
    <inkml:brush xml:id="br0">
      <inkml:brushProperty name="width" value="0.05" units="cm"/>
      <inkml:brushProperty name="height" value="0.05" units="cm"/>
      <inkml:brushProperty name="color" value="#E71224"/>
    </inkml:brush>
  </inkml:definitions>
  <inkml:trace contextRef="#ctx0" brushRef="#br0">0 0 24575,'650'36'0,"-77"-4"0,6-33 0,-232-1 0,5657 2 0,-5613 11 0,-58-2 0,1453-6 0,-915-5 0,1641 2 0,-2495 0 0,-5-1 0,0 1 0,1 1 0,-1 0 0,17 4 0,-26-4 0,1 0 0,-1 0 0,0 0 0,0 1 0,1-1 0,-1 1 0,0 0 0,0 0 0,-1 0 0,1 0 0,0 1 0,-1-1 0,1 1 0,-1-1 0,0 1 0,0 0 0,0 0 0,0 0 0,0 0 0,1 4 0,14 42 0,-2 0 0,-3 1 0,-2 0 0,7 88 0,-11 271 0,-9-232 0,-10 103 0,10-251 0,-16 110 0,15-113-455,1 0 0,2 27 0,1-35-6371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37.744"/>
    </inkml:context>
    <inkml:brush xml:id="br0">
      <inkml:brushProperty name="width" value="0.05" units="cm"/>
      <inkml:brushProperty name="height" value="0.05" units="cm"/>
      <inkml:brushProperty name="color" value="#E71224"/>
    </inkml:brush>
  </inkml:definitions>
  <inkml:trace contextRef="#ctx0" brushRef="#br0">1 2 24575,'272'-2'0,"548"17"0,-676-2 0,141 6 0,60-9 0,4 0 0,-183-11 0,543 18 0,-615-5 0,25 2 0,285-12 158,-222-3-1681,-156 1-5303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34.717"/>
    </inkml:context>
    <inkml:brush xml:id="br0">
      <inkml:brushProperty name="width" value="0.05" units="cm"/>
      <inkml:brushProperty name="height" value="0.05" units="cm"/>
      <inkml:brushProperty name="color" value="#E71224"/>
    </inkml:brush>
  </inkml:definitions>
  <inkml:trace contextRef="#ctx0" brushRef="#br0">22 0 24575,'-11'156'0,"1"-14"0,11 265 0,9-252 0,1 65 0,-10-194 0,8 48 0,-4-45 0,1 33 0,-6 110 0,0-169 0,0-1 0,0 0 0,0 1 0,1-1 0,-1 0 0,1 1 0,0-1 0,0 0 0,0 0 0,0 0 0,0 0 0,0 0 0,0 0 0,1 0 0,-1 0 0,1 0 0,-1 0 0,1-1 0,0 1 0,-1 0 0,1-1 0,0 0 0,0 1 0,0-1 0,1 0 0,-1 0 0,0 0 0,0-1 0,4 2 0,8 1 0,0 0 0,-1-1 0,1-1 0,16 0 0,-11 0 0,469 0 0,-243-4 0,3852 3 0,-3675 22 0,-84-1 0,-226-19 0,-5-1 0,141 20 0,-161-10 0,87 0 0,90-12 0,-104 0 0,-138 1 0,362 12 0,77-2 0,-296-11 0,3862 1-1365,-4008 0-5461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35.968"/>
    </inkml:context>
    <inkml:brush xml:id="br0">
      <inkml:brushProperty name="width" value="0.05" units="cm"/>
      <inkml:brushProperty name="height" value="0.05" units="cm"/>
      <inkml:brushProperty name="color" value="#E71224"/>
    </inkml:brush>
  </inkml:definitions>
  <inkml:trace contextRef="#ctx0" brushRef="#br0">1 23 24575,'1941'0'0,"-1777"-11"341,-9 0-2047,-133 11-5120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05.459"/>
    </inkml:context>
    <inkml:brush xml:id="br0">
      <inkml:brushProperty name="width" value="0.05" units="cm"/>
      <inkml:brushProperty name="height" value="0.05" units="cm"/>
      <inkml:brushProperty name="color" value="#E71224"/>
    </inkml:brush>
  </inkml:definitions>
  <inkml:trace contextRef="#ctx0" brushRef="#br0">1 1 24575,'1'13'0,"1"0"0,0-1 0,1 1 0,1-1 0,0 1 0,0-1 0,1 0 0,1-1 0,14 22 0,-20-31 0,1-1 0,0 1 0,0-1 0,0 0 0,0 1 0,0-1 0,0 0 0,0 0 0,1 0 0,-1 0 0,0 0 0,1 0 0,-1 0 0,0 0 0,1 0 0,-1-1 0,1 1 0,0-1 0,-1 1 0,1-1 0,-1 1 0,1-1 0,0 0 0,-1 0 0,1 0 0,0 0 0,-1 0 0,1 0 0,0 0 0,-1-1 0,1 1 0,-1-1 0,1 1 0,-1-1 0,3 0 0,3-4 0,0 0 0,1 0 0,-2 0 0,1-1 0,9-11 0,7-5 0,11-4-1365,-21 14-5461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06.217"/>
    </inkml:context>
    <inkml:brush xml:id="br0">
      <inkml:brushProperty name="width" value="0.05" units="cm"/>
      <inkml:brushProperty name="height" value="0.05" units="cm"/>
      <inkml:brushProperty name="color" value="#E71224"/>
    </inkml:brush>
  </inkml:definitions>
  <inkml:trace contextRef="#ctx0" brushRef="#br0">1 0 24575,'1'6'0,"-1"-1"0,1 1 0,1-1 0,-1 1 0,1-1 0,0 0 0,0 0 0,6 9 0,24 36 0,-16-27 0,-7-9 0,0-1 0,1 0 0,1 0 0,0-1 0,17 14 0,-26-24 12,0-1 0,0 0 0,0 0 0,0 0-1,1 0 1,-1 0 0,0-1 0,1 1 0,-1 0 0,1-1 0,-1 0-1,1 0 1,-1 0 0,0 0 0,1 0 0,-1 0 0,1-1 0,-1 1-1,1-1 1,-1 1 0,0-1 0,1 0 0,-1 0 0,0 0-1,0 0 1,0-1 0,3-1 0,6-5-261,-1 0 0,0-1 0,17-18 0,-17 17-452,8-9-6125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07.109"/>
    </inkml:context>
    <inkml:brush xml:id="br0">
      <inkml:brushProperty name="width" value="0.05" units="cm"/>
      <inkml:brushProperty name="height" value="0.05" units="cm"/>
      <inkml:brushProperty name="color" value="#E71224"/>
    </inkml:brush>
  </inkml:definitions>
  <inkml:trace contextRef="#ctx0" brushRef="#br0">0 1 24575,'4'0'0,"0"3"0,5 6 0,-1 4 0,3 4 0,0 3 0,0-3 0,4-3 0,5-5 0,7-7 0,3-8 0,3-6 0,4-5 0,-5 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00.614"/>
    </inkml:context>
    <inkml:brush xml:id="br0">
      <inkml:brushProperty name="width" value="0.05" units="cm"/>
      <inkml:brushProperty name="height" value="0.05" units="cm"/>
      <inkml:brushProperty name="color" value="#E71224"/>
    </inkml:brush>
  </inkml:definitions>
  <inkml:trace contextRef="#ctx0" brushRef="#br0">1 4 24575,'0'779'0,"0"-776"0,0-1 0,0 1 0,0 0 0,0 0 0,0-1 0,1 1 0,0-1 0,-1 1 0,1 0 0,0-1 0,0 1 0,0-1 0,0 0 0,1 1 0,-1-1 0,3 3 0,-2-4 0,0 1 0,1 0 0,0 0 0,-1-1 0,1 0 0,0 1 0,0-1 0,0 0 0,-1-1 0,1 1 0,0 0 0,0-1 0,6 1 0,64 3 0,73-6 0,-50 0 0,2283-2 0,-1306 6 0,-945-2 0,277 3 0,-1 24 0,-222-13 0,199-12 0,-191-4 0,-112 3 0,83-3 0,-154 1 0,0-1 0,0 0 0,-1 0 0,1 0 0,0-1 0,-1 0 0,0-1 0,10-6 0,-9 5 0,1 0 0,0 1 0,1 0 0,13-5 0,-2 5 0,32-4 0,-8 2 0,35-3 0,0 4 0,108 6 0,-65 0 0,-118 0 0,0-1 0,0 0 0,1-1 0,-1 1 0,0-1 0,0 0 0,0 0 0,0 0 0,0 0 0,0-1 0,0 0 0,0 0 0,4-2 0,-6 1 0,0 1 0,1 0 0,-1-1 0,0 0 0,0 1 0,-1-1 0,1 0 0,-1 0 0,1 0 0,-1 0 0,0 0 0,0 0 0,0 0 0,-1-1 0,1 1 0,-1 0 0,1-5 0,0-37 0,-2 1 0,-1-1 0,-3 1 0,-1-1 0,-22-77 0,16 77 0,-46-150 0,57 191 0,-1-1 0,0 1 0,0-1 0,0 1 0,0 0 0,-1 0 0,0 0 0,0 0 0,0 1 0,0-1 0,0 1 0,-1 0 0,1 0 0,-1 0 0,0 0 0,0 0 0,0 1 0,0 0 0,-1 0 0,1 0 0,0 0 0,-1 1 0,0 0 0,-4-1 0,-38-3 0,0 3 0,-70 5 0,43 0 0,-963 0 0,621-34 0,53 2 0,-723 22-5506,622 10 5259,-186-3 5554,-325 0-4611,-20 0-2311,972 0-5211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06.961"/>
    </inkml:context>
    <inkml:brush xml:id="br0">
      <inkml:brushProperty name="width" value="0.05" units="cm"/>
      <inkml:brushProperty name="height" value="0.05" units="cm"/>
      <inkml:brushProperty name="color" value="#E71224"/>
    </inkml:brush>
  </inkml:definitions>
  <inkml:trace contextRef="#ctx0" brushRef="#br0">1 149 24575,'10'12'0,"-1"0"0,0 0 0,12 22 0,1 2 0,-18-30 0,0 1 0,1 0 0,0 0 0,1-1 0,10 11 0,-15-16 0,0 0 0,0 0 0,0 0 0,1 0 0,-1-1 0,0 1 0,1 0 0,-1 0 0,1-1 0,-1 1 0,1-1 0,-1 1 0,1-1 0,0 0 0,-1 0 0,1 1 0,-1-1 0,1 0 0,0-1 0,-1 1 0,1 0 0,-1 0 0,1-1 0,-1 1 0,1-1 0,0 1 0,-1-1 0,0 1 0,1-1 0,-1 0 0,3-1 0,3-6 0,0 1 0,0-1 0,0 0 0,-1 0 0,-1-1 0,1 0 0,-1 0 0,6-17 0,10-14 0,-3 9 120,52-95-1605,-62 108-5341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09.054"/>
    </inkml:context>
    <inkml:brush xml:id="br0">
      <inkml:brushProperty name="width" value="0.05" units="cm"/>
      <inkml:brushProperty name="height" value="0.05" units="cm"/>
      <inkml:brushProperty name="color" value="#E71224"/>
    </inkml:brush>
  </inkml:definitions>
  <inkml:trace contextRef="#ctx0" brushRef="#br0">1 1 24575,'1'3'0,"-1"0"0,1 0 0,0 0 0,1 0 0,-1 0 0,0 0 0,1 0 0,0 0 0,0 0 0,0-1 0,0 1 0,3 2 0,4 7 0,13 16 0,1-1 0,2-1 0,1-2 0,0 0 0,2-2 0,36 23 0,-57-40 0,1 0 0,1 0 0,-1-1 0,0 0 0,1-1 0,15 5 0,-21-7 0,1-1 0,-1 0 0,0 1 0,0-1 0,0 0 0,1 0 0,-1-1 0,0 1 0,0-1 0,0 1 0,0-1 0,0 0 0,0 0 0,0 0 0,0-1 0,0 1 0,0-1 0,-1 1 0,1-1 0,-1 0 0,1 0 0,3-5 0,4-4 49,-2-1 0,1 0 0,-2-1-1,0 0 1,0 0 0,5-17 0,0-4-903,11-49 1,-16 48-5973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09.826"/>
    </inkml:context>
    <inkml:brush xml:id="br0">
      <inkml:brushProperty name="width" value="0.05" units="cm"/>
      <inkml:brushProperty name="height" value="0.05" units="cm"/>
      <inkml:brushProperty name="color" value="#E71224"/>
    </inkml:brush>
  </inkml:definitions>
  <inkml:trace contextRef="#ctx0" brushRef="#br0">1 17 24575,'0'3'0,"4"6"0,4 4 0,1 4 0,3 2 0,3-1 0,-1-1 0,1-3 0,1-4 0,2-7 0,1-8 0,5-10 0,10-10 0,1-5 0,8-4 0,-5 4-8191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46.111"/>
    </inkml:context>
    <inkml:brush xml:id="br0">
      <inkml:brushProperty name="width" value="0.05" units="cm"/>
      <inkml:brushProperty name="height" value="0.05" units="cm"/>
      <inkml:brushProperty name="color" value="#E71224"/>
    </inkml:brush>
  </inkml:definitions>
  <inkml:trace contextRef="#ctx0" brushRef="#br0">54 24 24575,'-5'5'0,"1"0"0,0 0 0,0 1 0,0-1 0,1 1 0,0 0 0,0 0 0,1 0 0,-1 1 0,1-1 0,1 1 0,-1-1 0,1 1 0,0-1 0,1 1 0,-1 0 0,1-1 0,1 1 0,-1 0 0,4 12 0,-3-11 0,2 0 0,-1 0 0,1 0 0,0-1 0,0 1 0,1-1 0,0 0 0,1 0 0,-1 0 0,1-1 0,1 1 0,-1-1 0,1-1 0,0 1 0,0-1 0,12 8 0,-6-6 0,1-1 0,-1-1 0,1 0 0,0 0 0,0-2 0,1 1 0,-1-2 0,18 2 0,-22-3 0,1-1 0,-1 0 0,0 0 0,1-1 0,-1-1 0,0 1 0,0-1 0,1-1 0,-1 0 0,-1 0 0,1-1 0,15-8 0,-21 9 0,0 0 0,0 0 0,0 0 0,0-1 0,-1 1 0,1-1 0,-1 1 0,0-1 0,0 0 0,0 0 0,-1 1 0,1-1 0,-1-1 0,0 1 0,0 0 0,-1 0 0,1 0 0,-1-8 0,1-3 0,-2 1 0,1 0 0,-2 0 0,-4-19 0,5 27 0,-1 1 0,0-1 0,0 1 0,0 0 0,-1 0 0,1 0 0,-1 0 0,-1 0 0,1 1 0,-1-1 0,1 1 0,-1 0 0,-7-5 0,3 3 0,0 0 0,-1 1 0,0 0 0,0 0 0,0 1 0,0 0 0,-11-2 0,-2 1 0,0 0 0,-1 1 0,0 2 0,1 0 0,-47 3 0,64-1-91,0 1 0,0-1 0,1 1 0,-1 0 0,0 1 0,0-1 0,0 1 0,1 0 0,-1 0 0,1 0 0,-1 0 0,1 1 0,0 0 0,-6 5 0,-2 5-6735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29:47.451"/>
    </inkml:context>
    <inkml:brush xml:id="br0">
      <inkml:brushProperty name="width" value="0.05" units="cm"/>
      <inkml:brushProperty name="height" value="0.05" units="cm"/>
      <inkml:brushProperty name="color" value="#E71224"/>
    </inkml:brush>
  </inkml:definitions>
  <inkml:trace contextRef="#ctx0" brushRef="#br0">198 1 24575,'-15'-1'0,"0"2"0,0 0 0,0 1 0,0 0 0,0 1 0,-17 6 0,27-7 0,1-1 0,0 1 0,0 0 0,0 0 0,0 1 0,0-1 0,0 1 0,1 0 0,-1 0 0,1 0 0,0 0 0,0 1 0,0-1 0,1 1 0,-1 0 0,1 0 0,-1 0 0,1 0 0,1 0 0,-1 0 0,1 1 0,-1-1 0,1 1 0,-1 8 0,1-3 0,0 1 0,0-1 0,1 1 0,1 0 0,0-1 0,3 15 0,-3-21 0,0-1 0,0 0 0,0 0 0,1 0 0,-1 0 0,1 0 0,0 0 0,0 0 0,0-1 0,0 1 0,0-1 0,1 1 0,-1-1 0,1 0 0,0 0 0,-1 0 0,1 0 0,0 0 0,0-1 0,0 0 0,1 1 0,-1-1 0,0 0 0,4 0 0,100 16 0,0 0 0,-98-15 0,2 1 0,1 0 0,0-1 0,0 0 0,20-1 0,-29-1 0,0 0 0,-1 0 0,1 0 0,0-1 0,-1 0 0,1 1 0,-1-1 0,1 0 0,-1 0 0,1 0 0,-1-1 0,1 1 0,-1 0 0,0-1 0,0 0 0,0 1 0,0-1 0,0 0 0,0 0 0,0 0 0,-1-1 0,1 1 0,-1 0 0,1 0 0,-1-1 0,1-3 0,2-9 0,-1 0 0,-1 0 0,0 0 0,-1 0 0,0 0 0,-2 0 0,0-1 0,-3-15 0,4 27 0,-1 1 0,1-1 0,-1 1 0,0 0 0,0-1 0,-1 1 0,1 0 0,-1 0 0,0 0 0,1 0 0,-1 0 0,-1 0 0,1 0 0,-5-4 0,3 3 0,-1 1 0,1 0 0,-1 0 0,0 1 0,0-1 0,0 1 0,0 0 0,-9-2 0,-6 0 0,-1 1 0,1 0 0,-42 2 0,51 1 0,-78 2-1365,67-1-5461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11.220"/>
    </inkml:context>
    <inkml:brush xml:id="br0">
      <inkml:brushProperty name="width" value="0.05" units="cm"/>
      <inkml:brushProperty name="height" value="0.05" units="cm"/>
      <inkml:brushProperty name="color" value="#E71224"/>
    </inkml:brush>
  </inkml:definitions>
  <inkml:trace contextRef="#ctx0" brushRef="#br0">218 0 24575,'0'8'0,"0"12"0,-3 19 0,-6 17 0,-4 6 0,-8 10 0,-3 5 0,2-3 0,1-8 0,0-4 0,1 3 0,3-7 0,1-5 0,3-5 0,5-7 0,2-6 0,3-6 0,2-8-8191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11.864"/>
    </inkml:context>
    <inkml:brush xml:id="br0">
      <inkml:brushProperty name="width" value="0.05" units="cm"/>
      <inkml:brushProperty name="height" value="0.05" units="cm"/>
      <inkml:brushProperty name="color" value="#E71224"/>
    </inkml:brush>
  </inkml:definitions>
  <inkml:trace contextRef="#ctx0" brushRef="#br0">324 1 24575,'31'33'0,"-2"2"0,-2 1 0,38 63 0,-63-96 0,0 1 0,0-1 0,0 1 0,-1 0 0,1-1 0,-1 1 0,0 0 0,0 0 0,0 0 0,-1 0 0,1 0 0,-1 4 0,0-6 0,-1 1 0,1-1 0,-1 1 0,0-1 0,0 0 0,0 0 0,0 1 0,0-1 0,0 0 0,0 0 0,-1 0 0,1 0 0,-1 0 0,0 0 0,1-1 0,-1 1 0,0-1 0,0 1 0,0-1 0,0 1 0,-3 0 0,-6 4 0,-1-1 0,1 0 0,-1 0 0,-1-2 0,-23 6 0,-70 3 0,55-7 0,-17 1 0,31-4 0,-45 10 0,81-12 0,0 0 0,-1 0 0,1 1 0,0-1 0,0 0 0,-1 1 0,1-1 0,0 1 0,0-1 0,0 1 0,0 0 0,-1 0 0,1-1 0,0 1 0,0 1 0,0-1 0,1-1 0,0 0 0,0 1 0,0-1 0,0 1 0,0-1 0,0 0 0,0 1 0,0-1 0,0 1 0,0-1 0,0 1 0,0-1 0,0 0 0,0 1 0,0-1 0,1 1 0,-1-1 0,0 0 0,0 1 0,0-1 0,1 0 0,-1 1 0,0-1 0,0 0 0,1 1 0,-1-1 0,0 0 0,1 1 0,4 3 0,0-1 0,0 1 0,1-1 0,7 4 0,-11-6 0,37 17 0,1-1 0,0-2 0,2-2 0,-1-1 0,1-3 0,67 8 0,-79-17-1365,-9-4-5461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13.154"/>
    </inkml:context>
    <inkml:brush xml:id="br0">
      <inkml:brushProperty name="width" value="0.05" units="cm"/>
      <inkml:brushProperty name="height" value="0.05" units="cm"/>
      <inkml:brushProperty name="color" value="#E71224"/>
    </inkml:brush>
  </inkml:definitions>
  <inkml:trace contextRef="#ctx0" brushRef="#br0">109 85 24575,'-6'0'0,"1"1"0,-1 0 0,1 0 0,-1 0 0,1 1 0,0 0 0,0 0 0,0 0 0,0 1 0,0 0 0,0 0 0,0 0 0,1 0 0,0 1 0,-4 4 0,5-6 0,1 0 0,0 0 0,0 0 0,1 0 0,-1 0 0,0 1 0,1-1 0,0 0 0,-1 1 0,1 0 0,0-1 0,0 1 0,0 0 0,1-1 0,-1 1 0,1 0 0,-1 0 0,1-1 0,0 1 0,0 0 0,0 0 0,0 0 0,1 0 0,-1-1 0,1 1 0,0 0 0,0 0 0,0-1 0,0 1 0,2 3 0,-1-4 0,-1 0 0,1 1 0,-1-1 0,1-1 0,0 1 0,0 0 0,0 0 0,0-1 0,0 1 0,1-1 0,-1 0 0,0 1 0,1-1 0,-1 0 0,1-1 0,2 2 0,0-1 0,0-1 0,0 1 0,0-1 0,0 0 0,0 0 0,0 0 0,-1-1 0,6-1 0,4-2 0,-1 0 0,0 0 0,-1-2 0,1 1 0,13-10 0,-16 9 0,-4 3 0,0 0 0,0-1 0,0 0 0,-1 0 0,1 0 0,-1-1 0,0 1 0,8-11 0,-13 15 0,0-1 0,0 1 0,0-1 0,0 0 0,0 1 0,0-1 0,0 1 0,0-1 0,0 1 0,-1-1 0,1 1 0,0-1 0,0 1 0,0-1 0,-1 1 0,1-1 0,0 1 0,0-1 0,-1 1 0,1 0 0,-1-1 0,1 1 0,0-1 0,-1 1 0,1 0 0,-1-1 0,1 1 0,0 0 0,-1 0 0,1-1 0,-1 1 0,1 0 0,-1 0 0,1 0 0,-1-1 0,0 1 0,1 0 0,-1 0 0,1 0 0,-1 0 0,1 0 0,-1 0 0,-27-3 0,27 3 0,-38-1 0,27 1 0,31 1 0,409 1 0,-323-9 0,-94 8 0,-10 3 0,-14 8 0,10-10 0,-77 50 0,-9 6 0,79-50 0,1 0 0,0 0 0,0 1 0,1 0 0,0 0 0,-10 16 0,16-23 0,0 1 0,1 0 0,-1 0 0,1 0 0,-1-1 0,1 1 0,0 0 0,0 1 0,0-1 0,0 0 0,1 0 0,0 0 0,-1 0 0,1 1 0,0-1 0,0 0 0,1 0 0,-1 1 0,1-1 0,0 0 0,-1 0 0,1 0 0,1 0 0,-1 0 0,0 0 0,1 0 0,-1 0 0,1-1 0,0 1 0,0-1 0,0 1 0,0-1 0,1 1 0,-1-1 0,0 0 0,1 0 0,0 0 0,-1-1 0,1 1 0,4 1 0,8 4 0,-1-2 0,2 1 0,-1-2 0,1 0 0,-1-1 0,30 3 0,97-4 0,-140-2 0,6 0 0,-1 0 0,0-1 0,1 0 0,-1 0 0,0-1 0,0 0 0,8-3 0,-14 4 0,1 1 0,-1-1 0,0 0 0,0 0 0,1 0 0,-1 1 0,0-1 0,0 0 0,0 0 0,0-1 0,0 1 0,0 0 0,-1 0 0,1 0 0,0-1 0,-1 1 0,2-2 0,-2 1 0,0 0 0,0 0 0,0 0 0,0 0 0,0 0 0,0 0 0,0 0 0,-1 0 0,1 1 0,-1-1 0,1 0 0,-1 0 0,0 0 0,0 1 0,0-1 0,-2-3 0,-2-1 0,0-1 0,-1 1 0,0 0 0,0 0 0,-1 1 0,1 0 0,-1 0 0,-8-4 0,7 5 0,1 0 0,1-1 0,-1 0 0,1 0 0,0 0 0,0-1 0,0 0 0,-8-12 0,13 17 0,0-1 0,1 1 0,-1-1 0,0 1 0,1-1 0,-1 0 0,1 1 0,0-1 0,-1 0 0,1 1 0,0-1 0,0 0 0,0 0 0,0 1 0,0-1 0,1 0 0,-1 0 0,0 1 0,1-1 0,-1 0 0,1 1 0,0-1 0,-1 1 0,1-1 0,0 1 0,0-1 0,0 1 0,0-1 0,0 1 0,1 0 0,-1 0 0,2-2 0,5-3 0,0 0 0,0 1 0,0 0 0,15-7 0,-13 7 0,1-1 0,14-6 0,31-13 0,-47 22 0,-1 1 0,0 0 0,1 0 0,-1 0 0,1 1 0,0 1 0,-1-1 0,12 2 0,34 5 0,11 2 0,97-1 0,-157-7-242,0 0 0,0-1-1,1 1 1,-1-1 0,0 0 0,0-1-1,0 1 1,0-1 0,0 0-1,-1 0 1,1-1 0,0 0 0,7-5-1,-8 4-65,0-1 0,0 0-1,0 0 1,0 0-1,-1 0 1,1 0 0,-2-1-1,1 0 1,0 1 0,2-13-1,-2 10 309,-1 1 0,0-1 0,-1 0 0,0 0 0,1-10 0,-2 17 68,0 1 0,0-1 0,0 0 0,0 1-1,0-1 1,0 1 0,0-1 0,0 0 0,0 1 0,0-1-1,0 1 1,-1-1 0,1 1 0,0-1 0,0 1 0,-1-1 0,1 1-1,0-1 1,-1 1 0,1-1 0,0 1 0,-1-1 0,1 1-1,-1-1 1,1 1 0,0 0 0,-1-1 0,1 1 0,-1 0-1,1-1 1,-1 1 0,0 0 0,1 0 0,-1 0 0,1-1-1,-1 1 1,1 0 0,-1 0 0,0 0 0,1 0 0,-1 0 0,1 0-1,-1 0 1,1 0 0,-1 0 0,0 0 0,1 1 0,-1-1-1,0 0 1,-4 2 611,0 0-1,1 1 0,-1-1 1,-7 6-1,-22 16-678,2 2 0,1 1 0,-28 31 0,40-37 0,1 1 0,1 1 0,1 0 0,0 1 0,-15 34 0,28-51 0,0 1 0,0-1 0,1 0 0,0 1 0,0-1 0,-1 11 0,3-16 0,0-1 0,0 1 0,0 0 0,0-1 0,0 1 0,1 0 0,-1 0 0,0-1 0,1 1 0,0 0 0,-1-1 0,1 1 0,0-1 0,0 1 0,0-1 0,0 1 0,0-1 0,0 0 0,0 1 0,0-1 0,0 0 0,1 0 0,-1 0 0,0 0 0,1 0 0,-1 0 0,1 0 0,0 0 0,-1-1 0,1 1 0,-1-1 0,1 1 0,2 0 0,14 2 0,0-1 0,0-1 0,0-1 0,26-2 0,-6 0 0,7 1-227,-1-2-1,1-2 1,-1-2-1,-1-3 1,85-28-1,-66 13-6598</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25.109"/>
    </inkml:context>
    <inkml:brush xml:id="br0">
      <inkml:brushProperty name="width" value="0.05" units="cm"/>
      <inkml:brushProperty name="height" value="0.05" units="cm"/>
      <inkml:brushProperty name="color" value="#E71224"/>
    </inkml:brush>
  </inkml:definitions>
  <inkml:trace contextRef="#ctx0" brushRef="#br0">79 0 24575,'0'4'0,"0"8"0,-3 6 0,-2 4 0,0 5 0,-2 13 0,-1 3 0,-2 5 0,1 6 0,1-3 0,-1-3-6784,1-2 6784,1-9-1407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25.913"/>
    </inkml:context>
    <inkml:brush xml:id="br0">
      <inkml:brushProperty name="width" value="0.05" units="cm"/>
      <inkml:brushProperty name="height" value="0.05" units="cm"/>
      <inkml:brushProperty name="color" value="#E71224"/>
    </inkml:brush>
  </inkml:definitions>
  <inkml:trace contextRef="#ctx0" brushRef="#br0">5 0 24575,'66'3'0,"1"3"0,86 19 0,-143-23 0,-1 0 0,0 1 0,1 0 0,-1 0 0,-1 1 0,12 6 0,-18-9 0,0 0 0,0 0 0,-1 0 0,1 1 0,0-1 0,0 1 0,-1-1 0,1 1 0,-1 0 0,1-1 0,-1 1 0,0 0 0,0 0 0,0 0 0,0 0 0,0 0 0,0 0 0,-1 0 0,1 1 0,-1-1 0,1 0 0,-1 0 0,0 0 0,0 1 0,0-1 0,0 0 0,0 0 0,0 1 0,-1-1 0,1 0 0,-1 0 0,-1 4 0,0-1 0,-1-1 0,1 1 0,-1-1 0,0 0 0,0 0 0,-1 0 0,1 0 0,-1-1 0,0 1 0,0-1 0,0 0 0,-1 0 0,1-1 0,-6 4 0,-1-1 0,-1 0 0,0 0 0,0-1 0,-20 4 0,8-4 0,-1-1 0,1-1 0,-1-1 0,0-2 0,1 0 0,-36-7 0,57 7 0,-23-5 0,25 5 0,0 1 0,0 0 0,0-1 0,0 1 0,0-1 0,0 1 0,0-1 0,0 0 0,1 1 0,-1-1 0,0 0 0,0 0 0,0 1 0,1-1 0,-1 0 0,0 0 0,1 0 0,-2-2 0,2 3 0,0 0 0,0 0 0,1 0 0,-1-1 0,0 1 0,0 0 0,0 0 0,0 0 0,0 0 0,0-1 0,0 1 0,0 0 0,0 0 0,1 0 0,-1 0 0,0 0 0,0-1 0,0 1 0,0 0 0,0 0 0,1 0 0,-1 0 0,0 0 0,0 0 0,0 0 0,0 0 0,1 0 0,-1 0 0,0-1 0,0 1 0,0 0 0,0 0 0,1 0 0,-1 0 0,0 0 0,0 0 0,0 0 0,1 1 0,-1-1 0,0 0 0,0 0 0,0 0 0,0 0 0,1 0 0,-1 0 0,0 0 0,13 3 0,-13-3 0,51 17 0,0 3 0,79 43 0,-49-23 0,68 33-1365,-116-57-5461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0.713"/>
    </inkml:context>
    <inkml:brush xml:id="br0">
      <inkml:brushProperty name="width" value="0.05" units="cm"/>
      <inkml:brushProperty name="height" value="0.05" units="cm"/>
      <inkml:brushProperty name="color" value="#E71224"/>
    </inkml:brush>
  </inkml:definitions>
  <inkml:trace contextRef="#ctx0" brushRef="#br0">0 1 24575,'4'0'0,"8"0"0,17 0 0,11 0 0,17 0 0,24 0 0,14 0 0,15 0 0,19 0 0,9 0 0,-4 0 0,-14 0 0,-12 0 0,-33 0 0,-36 0 0,-28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1.425"/>
    </inkml:context>
    <inkml:brush xml:id="br0">
      <inkml:brushProperty name="width" value="0.05" units="cm"/>
      <inkml:brushProperty name="height" value="0.05" units="cm"/>
      <inkml:brushProperty name="color" value="#E71224"/>
    </inkml:brush>
  </inkml:definitions>
  <inkml:trace contextRef="#ctx0" brushRef="#br0">994 105 24575,'0'2'0,"0"-1"0,0 1 0,-1-1 0,1 1 0,-1-1 0,1 0 0,-1 1 0,1-1 0,-1 1 0,0-1 0,0 0 0,0 0 0,1 1 0,-1-1 0,-1 0 0,1 0 0,0 0 0,0 0 0,0 0 0,-3 1 0,-29 15 0,30-16 0,-37 13 0,-1-1 0,0-2 0,-1-2 0,0-2 0,-54 2 0,-223-7 0,210-4 0,92 2 0,0-1 0,0 0 0,1-1 0,-31-8 0,42 8 0,0 0 0,0 0 0,0 0 0,0 0 0,1-1 0,-1 0 0,1 0 0,0 0 0,0-1 0,0 1 0,0-1 0,0 0 0,1 0 0,0 0 0,-1 0 0,2-1 0,-1 1 0,0-1 0,-2-6 0,2-1-195,0 0 0,0-1 0,1 1 0,0 0 0,1-1 0,1-17 0,0 9-6631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2.880"/>
    </inkml:context>
    <inkml:brush xml:id="br0">
      <inkml:brushProperty name="width" value="0.05" units="cm"/>
      <inkml:brushProperty name="height" value="0.05" units="cm"/>
      <inkml:brushProperty name="color" value="#E71224"/>
    </inkml:brush>
  </inkml:definitions>
  <inkml:trace contextRef="#ctx0" brushRef="#br0">372 0 24575,'-7'4'0,"-7"5"0,-7 4 0,-9 8 0,-12 3 0,-4 2 0,-5 4 0,-1 0 0,9-2 0,7-5 0,14-6 0,15-10 0,15-14 0,10-9 0,2-2-8191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3.344"/>
    </inkml:context>
    <inkml:brush xml:id="br0">
      <inkml:brushProperty name="width" value="0.05" units="cm"/>
      <inkml:brushProperty name="height" value="0.05" units="cm"/>
      <inkml:brushProperty name="color" value="#E71224"/>
    </inkml:brush>
  </inkml:definitions>
  <inkml:trace contextRef="#ctx0" brushRef="#br0">153 1 24575,'3'174'0,"31"216"0,-60-458 0,8 25 0,-18-40 0,-61-103 0,95 183 0,-8-21 0,9 23 0,1 0 0,0 1 0,0-1 0,0 1 0,0-1 0,0 0 0,0 1 0,1-1 0,-1 1 0,0-1 0,0 0 0,0 1 0,1-1 0,-1 1 0,0-1 0,0 1 0,1-1 0,-1 1 0,1-1 0,-1 1 0,0-1 0,1 1 0,-1-1 0,1 1 0,-1 0 0,1-1 0,-1 1 0,1 0 0,-1-1 0,1 1 0,0 0 0,-1 0 0,1-1 0,-1 1 0,1 0 0,0 0 0,-1 0 0,1 0 0,0 0 0,25-2 0,0 0 0,1 2 0,32 4 0,2 0 0,0-1 111,203-4-1587,-226-3-5350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3.682"/>
    </inkml:context>
    <inkml:brush xml:id="br0">
      <inkml:brushProperty name="width" value="0.05" units="cm"/>
      <inkml:brushProperty name="height" value="0.05" units="cm"/>
      <inkml:brushProperty name="color" value="#E71224"/>
    </inkml:brush>
  </inkml:definitions>
  <inkml:trace contextRef="#ctx0" brushRef="#br0">214 1 24575,'0'7'0,"-8"14"0,-1 10 0,-8 11 0,-8 13 0,1 1 0,-3 12 0,-1 7 0,1-7 0,5-21 0,6-23 0,6-16-8191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4"/>
    </inkml:context>
    <inkml:brush xml:id="br0">
      <inkml:brushProperty name="width" value="0.05" units="cm"/>
      <inkml:brushProperty name="height" value="0.05" units="cm"/>
      <inkml:brushProperty name="color" value="#E71224"/>
    </inkml:brush>
  </inkml:definitions>
  <inkml:trace contextRef="#ctx0" brushRef="#br0">239 0 24575,'11'158'0,"-6"-113"0,-1 0 0,-3 0 0,-5 52 0,3-90 0,0 1 0,-1-1 0,0 1 0,0-1 0,-1 0 0,0 0 0,0 0 0,-1 0 0,1-1 0,-10 12 0,11-16 0,1 0 0,-1 0 0,0 0 0,0 0 0,0-1 0,-1 1 0,1-1 0,0 1 0,-1-1 0,1 0 0,0 0 0,-1 0 0,0 0 0,1 0 0,-1-1 0,1 1 0,-1-1 0,0 1 0,1-1 0,-1 0 0,0 0 0,0-1 0,1 1 0,-1 0 0,0-1 0,1 1 0,-1-1 0,1 0 0,-1 0 0,1 0 0,-1 0 0,1-1 0,-4-2 0,-8-6 15,1-1 1,0 0-1,0-1 0,-13-16 0,0-1-1456,-2 2-5385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5.993"/>
    </inkml:context>
    <inkml:brush xml:id="br0">
      <inkml:brushProperty name="width" value="0.05" units="cm"/>
      <inkml:brushProperty name="height" value="0.05" units="cm"/>
      <inkml:brushProperty name="color" value="#E71224"/>
    </inkml:brush>
  </inkml:definitions>
  <inkml:trace contextRef="#ctx0" brushRef="#br0">1 8869 24575,'-1'-77'0,"22"-617"0,44-137-463,-41-2 0,-26 690 624,-1 27 222,16-165-1,-5 230-382,2-1 0,34-96 0,55-95 0,-94 232 0,177-340 0,-139 286 0,2 1 0,3 3 0,2 2 0,3 2 0,3 2 0,2 3 0,99-69 0,-109 87 0,2 3 0,2 2 0,0 2 0,2 2 0,0 3 0,2 2 0,72-15 0,-35 18 0,174-8 0,97 24 0,-225 2 0,113 1 0,978-3 0,-1200 1 0,26 0 0,0-3 0,62-11 0,-102 12 0,-1-2 0,0 0 0,0 0 0,0-2 0,-1 0 0,1 0 0,-1-1 0,-1-1 0,0-1 0,0 0 0,0 0 0,16-17 0,-11 5 0,-1-1 0,-2-1 0,0 0 0,-1-1 0,-2 0 0,0-1 0,-1-1 0,-2 1 0,12-53 0,-7 2 0,-3 0 0,2-98 0,-11-307 0,-5 224 0,-12-39 0,7 231 0,-3 1 0,-30-99 0,-152-381 0,81 287 0,81 197 0,-3 2 0,-48-62 0,-5 12 0,-6 3 0,-124-108 0,-229-160 0,369 310 0,12 6 0,-33-24 0,84 71 0,0 1 0,-1 0 0,0 2 0,0-1 0,-26-7 0,-17 0 0,0 2 0,-62-5 0,-124-1 0,152 13 0,-644-5 0,369 32-1365,312-20-5461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8.691"/>
    </inkml:context>
    <inkml:brush xml:id="br0">
      <inkml:brushProperty name="width" value="0.05" units="cm"/>
      <inkml:brushProperty name="height" value="0.05" units="cm"/>
      <inkml:brushProperty name="color" value="#E71224"/>
    </inkml:brush>
  </inkml:definitions>
  <inkml:trace contextRef="#ctx0" brushRef="#br0">1 1 24575,'0'645'0,"0"-643"0,2 36 0,-2-37 0,0 0 0,1 0 0,-1-1 0,0 1 0,0 0 0,1 0 0,-1 0 0,0-1 0,1 1 0,-1 0 0,1-1 0,-1 1 0,1 0 0,-1-1 0,2 2 0,-2-2 0,1 0 0,-1 0 0,1 0 0,-1 0 0,1 0 0,-1 0 0,1 0 0,-1 0 0,1 0 0,-1 0 0,1 0 0,-1 0 0,1-1 0,-1 1 0,1 0 0,-1 0 0,1-1 0,-1 1 0,1 0 0,-1 0 0,0-1 0,1 1 0,-1-1 0,0 1 0,1 0 0,-1-1 0,0 1 0,1-1 0,-1 0 0,16-21 0,-1 0 0,-1-2 0,17-40 0,-10 22 0,34-66-682,53-150-1,-94 215-6143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9.022"/>
    </inkml:context>
    <inkml:brush xml:id="br0">
      <inkml:brushProperty name="width" value="0.05" units="cm"/>
      <inkml:brushProperty name="height" value="0.05" units="cm"/>
      <inkml:brushProperty name="color" value="#E71224"/>
    </inkml:brush>
  </inkml:definitions>
  <inkml:trace contextRef="#ctx0" brushRef="#br0">218 1 24575,'0'4'0,"0"8"0,0 9 0,0 6 0,0 4 0,-7 13 0,-6 9 0,-9 10 0,-7 10 0,-3-5 0,-3 5 0,1-6 0,6-23 0,11-32 0,17-34 0,11-23 0,4-5-8191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9.458"/>
    </inkml:context>
    <inkml:brush xml:id="br0">
      <inkml:brushProperty name="width" value="0.05" units="cm"/>
      <inkml:brushProperty name="height" value="0.05" units="cm"/>
      <inkml:brushProperty name="color" value="#E71224"/>
    </inkml:brush>
  </inkml:definitions>
  <inkml:trace contextRef="#ctx0" brushRef="#br0">623 0 24575,'2'1'0,"-1"-1"0,1 1 0,0-1 0,-1 1 0,1 0 0,-1 0 0,1-1 0,-1 1 0,1 0 0,-1 0 0,0 1 0,1-1 0,-1 0 0,0 0 0,0 1 0,0-1 0,0 0 0,0 1 0,0-1 0,0 1 0,-1-1 0,2 3 0,13 38 0,-12-31 0,0 0 0,-1-1 0,0 1 0,-1 0 0,0 0 0,-1 0 0,0 1 0,-3 17 0,1-21 0,0 0 0,-1 0 0,1 0 0,-2 0 0,1-1 0,-1 1 0,0-1 0,0 0 0,-1 0 0,0 0 0,-1-1 0,-8 8 0,-2 1 0,0-2 0,-2 0 0,0-2 0,0 0 0,-1 0 0,0-2 0,-37 13 0,9-7 0,-2-2 0,-60 8 0,59-14 0,0-2 0,-77-2 0,120-3 0,16 0 0,19 1 0,21 10 0,-1 1 0,-1 3 0,0 1 0,-1 3 0,-1 2 0,47 28 0,-54-28-1365,-5-5-5461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39.777"/>
    </inkml:context>
    <inkml:brush xml:id="br0">
      <inkml:brushProperty name="width" value="0.05" units="cm"/>
      <inkml:brushProperty name="height" value="0.05" units="cm"/>
      <inkml:brushProperty name="color" value="#E71224"/>
    </inkml:brush>
  </inkml:definitions>
  <inkml:trace contextRef="#ctx0" brushRef="#br0">253 0 24575,'0'7'0,"0"10"0,-4 17 0,-8 17 0,-10 7 0,-4 9 0,-6 3 0,0-6 0,-3-3 0,1-8 0,7-10 0,7-19 0,12-25 0,13-30 0,11-18 0,5-11 0,0 5-8191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40.133"/>
    </inkml:context>
    <inkml:brush xml:id="br0">
      <inkml:brushProperty name="width" value="0.05" units="cm"/>
      <inkml:brushProperty name="height" value="0.05" units="cm"/>
      <inkml:brushProperty name="color" value="#E71224"/>
    </inkml:brush>
  </inkml:definitions>
  <inkml:trace contextRef="#ctx0" brushRef="#br0">1 0 24575,'21'24'0,"-1"1"0,-1 0 0,-1 2 0,26 51 0,-34-58 0,-4-10 0,2 4 0,0 0 0,0 1 0,-2 0 0,0 0 0,-1 1 0,7 27 0,-12-40 0,0-1 0,-1 0 0,1 0 0,0 0 0,-1 0 0,1 0 0,-1 0 0,1 0 0,-1 0 0,0 0 0,0 0 0,0 0 0,0 0 0,0 0 0,-1 0 0,1-1 0,-1 1 0,1-1 0,-1 1 0,1-1 0,-1 1 0,0-1 0,1 0 0,-1 0 0,0 0 0,-3 2 0,2-2 0,0 1 0,0 0 0,0-1 0,1 2 0,-1-1 0,1 0 0,0 0 0,0 1 0,-1-1 0,-1 4 0,4-4 0,-1 0 0,1-1 0,0 1 0,0 0 0,0 0 0,0-1 0,0 1 0,0 0 0,0-1 0,1 1 0,-1 0 0,1-1 0,-1 1 0,1 0 0,0-1 0,-1 1 0,1-1 0,0 1 0,0-1 0,0 0 0,2 3 0,1 1 0,0 0 0,0 0 0,1-1 0,6 6 0,-9-8-54,0-1-1,0 1 0,0-1 1,0 0-1,1 0 1,-1 0-1,0 0 0,1 0 1,-1 0-1,1-1 1,-1 1-1,1-1 0,-1 0 1,1 0-1,-1 0 0,1 0 1,-1 0-1,1 0 1,-1-1-1,1 1 0,-1-1 1,0 1-1,1-1 1,2-2-1,11-6-6771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40.545"/>
    </inkml:context>
    <inkml:brush xml:id="br0">
      <inkml:brushProperty name="width" value="0.05" units="cm"/>
      <inkml:brushProperty name="height" value="0.05" units="cm"/>
      <inkml:brushProperty name="color" value="#E71224"/>
    </inkml:brush>
  </inkml:definitions>
  <inkml:trace contextRef="#ctx0" brushRef="#br0">0 0 24575,'0'15'0,"4"12"0,1 19 0,3 25 0,1 7 0,-2 12 0,-2 9 0,-1-4 0,-2-9 0,-2-6 0,1-8 0,-2-10 0,1-14 0,0-10 0,-1-20 0,1-20 0,0-20 0,0-7-8191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40.864"/>
    </inkml:context>
    <inkml:brush xml:id="br0">
      <inkml:brushProperty name="width" value="0.05" units="cm"/>
      <inkml:brushProperty name="height" value="0.05" units="cm"/>
      <inkml:brushProperty name="color" value="#E71224"/>
    </inkml:brush>
  </inkml:definitions>
  <inkml:trace contextRef="#ctx0" brushRef="#br0">323 1 24575,'3'0'0,"-1"1"0,0-1 0,1 1 0,-1-1 0,0 1 0,0 0 0,0 0 0,0 0 0,0 0 0,0 1 0,0-1 0,0 1 0,0-1 0,2 3 0,21 25 0,-16-15 0,-1 0 0,0 1 0,-1 0 0,0 0 0,-2 1 0,1 0 0,2 19 0,-2-6 0,-2-1 0,-1 1 0,-1 36 0,-2-58 0,-1-1 0,1 0 0,-1 0 0,0 0 0,-1 0 0,1 0 0,-1 0 0,-5 11 0,5-14 0,0 0 0,0 0 0,0 0 0,0 0 0,-1 0 0,0-1 0,1 1 0,-1-1 0,0 1 0,0-1 0,0 0 0,0 0 0,-1 0 0,1-1 0,0 1 0,-5 0 0,-9 3 38,-1-1 0,1-1 0,-1-1 0,1-1 0,-1 0 0,0-1 0,1-1 0,-20-3 0,5-1-465,0-2 0,1-1 1,-47-19-1,40 11-6399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43.801"/>
    </inkml:context>
    <inkml:brush xml:id="br0">
      <inkml:brushProperty name="width" value="0.05" units="cm"/>
      <inkml:brushProperty name="height" value="0.05" units="cm"/>
      <inkml:brushProperty name="color" value="#E71224"/>
    </inkml:brush>
  </inkml:definitions>
  <inkml:trace contextRef="#ctx0" brushRef="#br0">1645 1 24575,'-3'0'0,"0"1"0,1 0 0,-1 0 0,1 1 0,-1-1 0,1 0 0,-1 1 0,1 0 0,-4 3 0,-3 1 0,-3 3 0,1 0 0,0 1 0,1 1 0,-1-1 0,2 2 0,-14 19 0,4-1 0,-24 52 0,36-68 0,2 1 0,-1 0 0,2 0 0,0 1 0,1-1 0,-3 32 0,5-41 0,1 1 0,0-1 0,1 0 0,-1 1 0,1-1 0,0 0 0,1 0 0,-1 0 0,1 0 0,1 0 0,-1 0 0,1 0 0,0-1 0,0 1 0,0-1 0,1 0 0,0 0 0,0 0 0,9 8 0,0-4 0,-1-1 0,1 0 0,0-1 0,1-1 0,-1 0 0,17 4 0,89 19 0,-81-21 0,20 2 0,1-1 0,61-1 0,119-8 0,-96-3 0,-93 3 0,0 2 0,0 2 0,51 11 0,0 3 0,159 10 0,-3-5 0,-216-15 0,1 1 0,-2 3 0,1 1 0,-2 2 0,59 31 0,107 50 0,90 45 0,-282-134 0,-1 1 0,0 0 0,0 1 0,-1 1 0,-1-1 0,1 2 0,-1-1 0,-1 1 0,8 13 0,10 18 0,28 57 0,-29-48 0,10 21 0,43 119 0,5 83 0,-59-171 0,-5 0 0,-4 1 0,2 128 0,-18 155 0,-2-354 0,-1-1 0,-2 1 0,-2-1 0,-1 0 0,-1 0 0,-1-1 0,-16 30 0,13-37 0,-1-1 0,-2-1 0,0-1 0,-1 0 0,-2-1 0,0-1 0,-36 29 0,33-33 0,-1-1 0,0-1 0,-1-1 0,-26 9 0,-1 1 0,-52 22 0,-3-4 0,-139 33 0,211-66 0,-1-1 0,0-2 0,0-2 0,-51-2 0,-141-23 0,126 11 0,-124-21 0,109 14 0,-154-5 0,-197 23 0,211 3 0,214-1 0,-1 2 0,1 2 0,-70 18 0,-117 49 0,168-52 0,-203 79 0,222-80 0,1 2 0,1 2 0,1 1 0,-42 35 0,23-10 0,-101 110 0,130-125 0,2 2 0,2 0 0,1 2 0,-34 71 0,29-36 0,3 1 0,3 0 0,-15 94 0,-19 237 0,22-129 0,25-207 0,-70 506 0,44 6 0,40 827 0,-4-1398-341,0 0 0,-1 0-1,-2 12 1,-2-6-6485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0:44.317"/>
    </inkml:context>
    <inkml:brush xml:id="br0">
      <inkml:brushProperty name="width" value="0.05" units="cm"/>
      <inkml:brushProperty name="height" value="0.05" units="cm"/>
      <inkml:brushProperty name="color" value="#E71224"/>
    </inkml:brush>
  </inkml:definitions>
  <inkml:trace contextRef="#ctx0" brushRef="#br0">1 0 24575,'25'87'0,"-16"-50"0,2-1 0,2 0 0,21 44 0,-26-64 0,10 36 0,-15-42 0,0 0 0,1 1 0,0-1 0,0-1 0,1 1 0,0-1 0,1 1 0,12 13 0,-17-21 0,1-1 0,-1 0 0,1 0 0,-1 0 0,1 0 0,0 0 0,0 0 0,0-1 0,-1 1 0,1 0 0,0-1 0,0 1 0,0-1 0,0 0 0,0 0 0,0 0 0,0 0 0,0 0 0,0 0 0,0 0 0,0-1 0,0 1 0,0-1 0,-1 1 0,5-3 0,3-1 0,0-1 0,0 0 0,15-12 0,-14 10 0,310-237 0,-297 223-682,26-30-1,-26 23-6143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15.301"/>
    </inkml:context>
    <inkml:brush xml:id="br0">
      <inkml:brushProperty name="width" value="0.05" units="cm"/>
      <inkml:brushProperty name="height" value="0.05" units="cm"/>
      <inkml:brushProperty name="color" value="#E71224"/>
    </inkml:brush>
  </inkml:definitions>
  <inkml:trace contextRef="#ctx0" brushRef="#br0">806 115 24575,'-7'-4'0,"-1"0"0,1 0 0,0 1 0,-1-1 0,0 2 0,0-1 0,0 1 0,0 0 0,-13-1 0,13 2 0,-18-2 0,-1 0 0,0 2 0,0 1 0,0 1 0,0 1 0,0 1 0,1 2 0,-51 15 0,46-9 0,0 1 0,0 1 0,2 2 0,-1 1 0,2 2 0,-49 38 0,63-43 0,0 0 0,2 1 0,-1 0 0,2 1 0,0 0 0,1 1 0,0 0 0,1 0 0,1 1 0,1 0 0,0 1 0,1 0 0,-6 32 0,5-5 0,2 0 0,2 1 0,3-1 0,6 70 0,-3-97 0,0 0 0,1 0 0,1 0 0,1-1 0,1 1 0,0-1 0,1-1 0,1 0 0,0 0 0,1 0 0,23 25 0,1-3 0,2-1 0,2-3 0,44 33 0,5 0 0,2-5 0,144 74 0,-210-125 0,1-1 0,0-2 0,1 0 0,41 7 0,102 1 0,-151-15 0,-1-2 0,1-1 0,0 0 0,-1-1 0,0 0 0,0-1 0,0-1 0,0-1 0,26-13 0,9-9 0,69-51 0,-51 32 0,158-105 0,-222 148 0,0 0 0,0 0 0,-1-1 0,0 1 0,0-1 0,0 0 0,0 0 0,-1 0 0,0-1 0,0 1 0,0-1 0,-1 0 0,1 0 0,-2 0 0,3-6 0,0-12 0,0 0 0,0-38 0,-2 30 0,3-40 0,-7-98 0,-2 129 0,-1 1 0,-2-1 0,-24-73 0,18 78 0,-2 0 0,-1 2 0,-2 0 0,-1 1 0,-33-42 0,34 52 0,-1 0 0,-1 2 0,-1 0 0,0 2 0,-2 0 0,-1 1 0,-40-23 0,48 33 0,0 2 0,0-1 0,0 2 0,-1 0 0,0 1 0,0 1 0,-29-2 0,-126 7 0,83 2 0,-40 3-682,-234 44-1,336-46-6143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37.157"/>
    </inkml:context>
    <inkml:brush xml:id="br0">
      <inkml:brushProperty name="width" value="0.05" units="cm"/>
      <inkml:brushProperty name="height" value="0.05" units="cm"/>
      <inkml:brushProperty name="color" value="#E71224"/>
    </inkml:brush>
  </inkml:definitions>
  <inkml:trace contextRef="#ctx0" brushRef="#br0">0 22 24575,'16'-1'0,"29"-4"0,4-2 0,542-1 0,2 38 0,49 1 0,-253-27 0,303 13 0,853 31 0,1268-50 0,-2795 3-682,31-5-1,-28-1-6143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46.892"/>
    </inkml:context>
    <inkml:brush xml:id="br0">
      <inkml:brushProperty name="width" value="0.05" units="cm"/>
      <inkml:brushProperty name="height" value="0.05" units="cm"/>
      <inkml:brushProperty name="color" value="#E71224"/>
    </inkml:brush>
  </inkml:definitions>
  <inkml:trace contextRef="#ctx0" brushRef="#br0">1 0 24575,'65'0'0,"588"14"0,46-4 0,-449-12 0,348 2-1130,1025 0 2260,-1440 11-1130,-26-1 0,524-8 0,-351-4 0,-295 4 0,47 8 0,-46-5 0,42 1 0,1320-5 0,-651-3 0,4727 2-1365,-5455 0-5461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49.592"/>
    </inkml:context>
    <inkml:brush xml:id="br0">
      <inkml:brushProperty name="width" value="0.05" units="cm"/>
      <inkml:brushProperty name="height" value="0.05" units="cm"/>
      <inkml:brushProperty name="color" value="#E71224"/>
    </inkml:brush>
  </inkml:definitions>
  <inkml:trace contextRef="#ctx0" brushRef="#br0">1 1 24575,'19'1'0,"33"5"0,-1 0 0,504 20-640,4-21-518,-55-1 620,1322 13-27,4450-18 2936,-3281 1-3206,-2906 0-5991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1:53.394"/>
    </inkml:context>
    <inkml:brush xml:id="br0">
      <inkml:brushProperty name="width" value="0.05" units="cm"/>
      <inkml:brushProperty name="height" value="0.05" units="cm"/>
      <inkml:brushProperty name="color" value="#E71224"/>
    </inkml:brush>
  </inkml:definitions>
  <inkml:trace contextRef="#ctx0" brushRef="#br0">0 20 24575,'296'-10'0,"-54"0"0,511 29 0,-458 16 0,-148-16 0,25-6 0,205-12 0,-188-3 0,-41 1 0,265 2 0,-330 5 0,134 26 0,6 2 0,805 2 0,-809-48 0,-6 1 0,-109 10 0,205 28 0,121 34 342,3-37-2049,-406-24-5119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2:02.403"/>
    </inkml:context>
    <inkml:brush xml:id="br0">
      <inkml:brushProperty name="width" value="0.05" units="cm"/>
      <inkml:brushProperty name="height" value="0.05" units="cm"/>
      <inkml:brushProperty name="color" value="#E71224"/>
    </inkml:brush>
  </inkml:definitions>
  <inkml:trace contextRef="#ctx0" brushRef="#br0">0 0 24575,'15'0'0,"11"0"0,17 0 0,30 0 0,28 0 0,8 0 0,8 0 0,-2 0 0,-13 0 0,-20 0 0,-28 0 0,-23 0-8191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2:02.713"/>
    </inkml:context>
    <inkml:brush xml:id="br0">
      <inkml:brushProperty name="width" value="0.05" units="cm"/>
      <inkml:brushProperty name="height" value="0.05" units="cm"/>
      <inkml:brushProperty name="color" value="#E71224"/>
    </inkml:brush>
  </inkml:definitions>
  <inkml:trace contextRef="#ctx0" brushRef="#br0">79 0 24575,'-3'8'0,"-2"16"0,-3 16 0,-4 12 0,-1 0 0,3-4 0,-1-3 0,2-7 0,2-8-8191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2:03.040"/>
    </inkml:context>
    <inkml:brush xml:id="br0">
      <inkml:brushProperty name="width" value="0.05" units="cm"/>
      <inkml:brushProperty name="height" value="0.05" units="cm"/>
      <inkml:brushProperty name="color" value="#E71224"/>
    </inkml:brush>
  </inkml:definitions>
  <inkml:trace contextRef="#ctx0" brushRef="#br0">607 0 24575,'-45'15'0,"-63"31"0,63-26 0,8-4 0,1 2 0,1 2 0,0 1 0,2 1 0,-40 35 0,58-43 0,1 0 0,1 0 0,0 1 0,0 1 0,2 0 0,0 1 0,1 0 0,1 0 0,0 1 0,1 1 0,1-1 0,-7 34 0,10-35 0,1 0 0,0 0 0,2 1 0,0-1 0,2 31 0,0-42 0,0 0 0,0 0 0,1 0 0,0 0 0,0-1 0,0 1 0,1 0 0,0-1 0,0 0 0,0 1 0,1-1 0,-1-1 0,1 1 0,0 0 0,1-1 0,-1 0 0,1 0 0,0 0 0,10 5 0,-4-3 0,1 0 0,0-1 0,0 0 0,1-1 0,20 4 0,68 4 0,-87-10 0,66 4-273,0-3 0,-1-4 0,1-3 0,117-22 0,-115 8-6553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2:04.592"/>
    </inkml:context>
    <inkml:brush xml:id="br0">
      <inkml:brushProperty name="width" value="0.05" units="cm"/>
      <inkml:brushProperty name="height" value="0.05" units="cm"/>
      <inkml:brushProperty name="color" value="#E71224"/>
    </inkml:brush>
  </inkml:definitions>
  <inkml:trace contextRef="#ctx0" brushRef="#br0">152 0 24575,'-3'28'0,"0"-1"0,-2 1 0,-1-1 0,-1 0 0,-13 31 0,0 4 0,1-1 110,-3 10-848,-23 125 1,43-177-6089</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2:40.766"/>
    </inkml:context>
    <inkml:brush xml:id="br0">
      <inkml:brushProperty name="width" value="0.05" units="cm"/>
      <inkml:brushProperty name="height" value="0.05" units="cm"/>
      <inkml:brushProperty name="color" value="#E71224"/>
    </inkml:brush>
  </inkml:definitions>
  <inkml:trace contextRef="#ctx0" brushRef="#br0">0 24 24575,'13'-1'0,"-1"0"0,24-6 0,7-1 0,278 2 0,-191 7 0,7573-1 0,-7226 22 0,-61 0 0,-108-12 0,68 2 0,-1-14 0,280 4 0,-433 7 0,77 3 0,552-13 0,-665 12 0,-23-1 0,582-8 0,-386-3 0,1306 1 0,-1120 22 0,-459-12 293,-42-5-1122,50 1 0,-76-6-5997</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3:33:49.725"/>
    </inkml:context>
    <inkml:brush xml:id="br0">
      <inkml:brushProperty name="width" value="0.05" units="cm"/>
      <inkml:brushProperty name="height" value="0.05" units="cm"/>
      <inkml:brushProperty name="color" value="#E71224"/>
    </inkml:brush>
  </inkml:definitions>
  <inkml:trace contextRef="#ctx0" brushRef="#br0">671 604 24575,'310'14'0,"-167"-6"0,-5 1 0,98 4 0,136-1 0,336-1 0,-444-13 0,147 14 0,169-1 0,-361-13 0,452 2 0,-646-1 0,0-2 0,-1 0 0,0-1 0,0-2 0,0 0 0,0-1 0,-1-2 0,-1 0 0,36-21 0,-51 26 0,1-1 0,-1-1 0,0 1 0,0-1 0,-1 0 0,1-1 0,-1 1 0,-1-1 0,1-1 0,5-9 0,-5 5 0,0-1 0,-1 0 0,0 0 0,-1 0 0,5-26 0,-3 6 0,-3 22 0,-1 1 0,0-2 0,1-21 0,-4 29 0,1 0 0,-1-1 0,0 1 0,0 0 0,0 0 0,0 0 0,-1 0 0,1 0 0,-1 0 0,0 0 0,0 0 0,-1 1 0,1-1 0,-4-3 0,-5-4 0,0 0 0,-1 1 0,0 0 0,0 1 0,-1 0 0,0 1 0,-1 0 0,0 1 0,-24-8 0,-11-1 0,-80-14 0,48 13 0,22 6 0,-1 3 0,0 3 0,-66 2 0,-31-2 0,-109-19 0,-139-7 0,-270 10 0,-1024 20 0,776 2 0,917-1 0,-1 0 0,1 0 0,0 0 0,-1 1 0,1 0 0,-1 0 0,1 0 0,0 1 0,0 0 0,-1 0 0,1 1 0,1 0 0,-1 0 0,0 0 0,1 0 0,0 1 0,-1 0 0,2 0 0,-1 1 0,0 0 0,-6 8 0,-13 18 0,-36 62 0,53-82 0,2 1 0,-1 0 0,2 1 0,0-1 0,0 1 0,1 0 0,0 0 0,1 0 0,0 17 0,2-17 0,0 0 0,1 0 0,5 24 0,-5-31 0,1-1 0,0 0 0,0 0 0,0 0 0,1 0 0,0 0 0,0 0 0,0-1 0,0 0 0,1 1 0,7 6 0,2 0 0,1 0 0,1 0 0,0-1 0,0-1 0,1-1 0,17 8 0,-5-6 0,1-1 0,52 11 0,-63-16-1365,-4 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5316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1218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46457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0716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180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以上分类和故障现象的对应关系在不同的场景下会有所不同。</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89481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2016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如果采取非结构化的网络故障排除流程，就只是凭直觉在这些步骤之间重复执行，虽然最终也可能找到解决故障的方法，但没有办法保证效率。</a:t>
            </a:r>
          </a:p>
          <a:p>
            <a:r>
              <a:rPr lang="zh-CN" altLang="en-US"/>
              <a:t>在复杂的网络环境中，有可能会由于非结构化的网络故障排除流程而导致新的故障，从而使网络故障的排除变得更加困难。</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19281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85510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为什么需要了解用户的职位级别、工作内容等信息？</a:t>
            </a:r>
          </a:p>
          <a:p>
            <a:pPr lvl="1"/>
            <a:r>
              <a:rPr lang="zh-CN" altLang="en-US"/>
              <a:t>在企业环境中，不同级别的用户可能会有不同的网络访问权限。</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6260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为什么要确认故障？</a:t>
            </a:r>
            <a:endParaRPr lang="en-US" altLang="zh-CN"/>
          </a:p>
          <a:p>
            <a:pPr lvl="1"/>
            <a:r>
              <a:rPr lang="zh-CN" altLang="en-US"/>
              <a:t>用户的描述可能是含糊不清的，报告的故障也不一定是真实的故障点，所以需要有经验的工程师进行确认故障的工作。</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78261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65665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35217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84436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在故障评估阶段可能需要搭建临时的网络环境。</a:t>
            </a:r>
          </a:p>
          <a:p>
            <a:pPr lvl="1"/>
            <a:r>
              <a:rPr lang="zh-CN" altLang="en-US"/>
              <a:t>对复杂的网络故障，如果经过评估认为短时间内无法排除故障，而用户又需要马上恢复网络的可用性，这时可能需要临时跳过故障节点，搭建替代的网络环境。</a:t>
            </a:r>
            <a:endParaRPr lang="en-US" altLang="zh-CN"/>
          </a:p>
          <a:p>
            <a:pPr lvl="1"/>
            <a:r>
              <a:rPr lang="zh-CN" altLang="en-US"/>
              <a:t>搭建临时网络环境的时候，应充分考虑到解决问题的迫切性与绕过某些安全限制措施的危险性，应与用户进行充分的沟通，并在得到许可的情况下才能执行。</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93192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37563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2800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45670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4796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1093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41341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5984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46518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5867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5194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03503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0484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8924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62009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ABC</a:t>
            </a:r>
          </a:p>
          <a:p>
            <a:pPr marL="228600" lvl="0" indent="-228600">
              <a:buFont typeface="+mj-lt"/>
              <a:buAutoNum type="arabicPeriod"/>
            </a:pPr>
            <a:r>
              <a:rPr lang="zh-CN" altLang="en-US" dirty="0"/>
              <a:t>错</a:t>
            </a:r>
          </a:p>
          <a:p>
            <a:endParaRPr lang="zh-CN" altLang="en-US"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661332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017118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485637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R3</a:t>
            </a:r>
            <a:r>
              <a:rPr lang="zh-CN" altLang="en-US"/>
              <a:t>和</a:t>
            </a:r>
            <a:r>
              <a:rPr lang="en-US" altLang="zh-CN"/>
              <a:t>SW5</a:t>
            </a:r>
            <a:r>
              <a:rPr lang="zh-CN" altLang="en-US"/>
              <a:t>使用路由子接口对接。</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185009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004685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894871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本节故障处理旨在展示故障处理的常用方法和工具，为网络维护人员给予一定的指导，在实际场景进行故障排除时，先后顺序可以和示例不一致。</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686078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以</a:t>
            </a:r>
            <a:r>
              <a:rPr lang="en-US" altLang="zh-CN"/>
              <a:t>Windows10</a:t>
            </a:r>
            <a:r>
              <a:rPr lang="zh-CN" altLang="en-US"/>
              <a:t>系统为例进行</a:t>
            </a:r>
            <a:r>
              <a:rPr lang="en-US" altLang="zh-CN"/>
              <a:t>PC</a:t>
            </a:r>
            <a:r>
              <a:rPr lang="zh-CN" altLang="en-US"/>
              <a:t>物理连接状态的检查。</a:t>
            </a:r>
            <a:endParaRPr lang="en-US" altLang="zh-CN"/>
          </a:p>
          <a:p>
            <a:pPr lvl="0"/>
            <a:r>
              <a:rPr lang="en-US" altLang="zh-CN"/>
              <a:t>InUti(Input bandwidth utilization)</a:t>
            </a:r>
            <a:r>
              <a:rPr lang="zh-CN" altLang="en-US"/>
              <a:t>：</a:t>
            </a:r>
            <a:r>
              <a:rPr lang="en-US" altLang="zh-CN"/>
              <a:t>Inbound bandwidth usage</a:t>
            </a:r>
            <a:r>
              <a:rPr lang="zh-CN" altLang="en-US"/>
              <a:t>，输入带宽利用率。</a:t>
            </a:r>
            <a:endParaRPr lang="en-US" altLang="zh-CN"/>
          </a:p>
          <a:p>
            <a:pPr lvl="0"/>
            <a:r>
              <a:rPr lang="en-US" altLang="zh-CN"/>
              <a:t>OutUti(Output bandwidth utilization)</a:t>
            </a:r>
            <a:r>
              <a:rPr lang="zh-CN" altLang="en-US"/>
              <a:t>：</a:t>
            </a:r>
            <a:r>
              <a:rPr lang="en-US" altLang="zh-CN"/>
              <a:t>Outbound bandwidth usage</a:t>
            </a:r>
            <a:r>
              <a:rPr lang="zh-CN" altLang="en-US"/>
              <a:t>，输出带宽利用率。</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521008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14413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GE0/0/10</a:t>
            </a:r>
            <a:r>
              <a:rPr lang="zh-CN" altLang="en-US"/>
              <a:t>接口同时属于</a:t>
            </a:r>
            <a:r>
              <a:rPr lang="en-US" altLang="zh-CN"/>
              <a:t>VLAN 12</a:t>
            </a:r>
            <a:r>
              <a:rPr lang="zh-CN" altLang="en-US"/>
              <a:t>、</a:t>
            </a:r>
            <a:r>
              <a:rPr lang="en-US" altLang="zh-CN"/>
              <a:t>34</a:t>
            </a:r>
            <a:r>
              <a:rPr lang="zh-CN" altLang="en-US"/>
              <a:t>，并且是</a:t>
            </a:r>
            <a:r>
              <a:rPr lang="en-US" altLang="zh-CN"/>
              <a:t>Tagged</a:t>
            </a:r>
            <a:r>
              <a:rPr lang="zh-CN" altLang="en-US"/>
              <a:t>模式，说明该接口配置为了</a:t>
            </a:r>
            <a:r>
              <a:rPr lang="en-US" altLang="zh-CN"/>
              <a:t>Trunk</a:t>
            </a:r>
            <a:r>
              <a:rPr lang="zh-CN" altLang="en-US"/>
              <a:t>接口，同时</a:t>
            </a:r>
            <a:r>
              <a:rPr lang="en-US" altLang="zh-CN"/>
              <a:t>PVID</a:t>
            </a:r>
            <a:r>
              <a:rPr lang="zh-CN" altLang="en-US"/>
              <a:t>不是</a:t>
            </a:r>
            <a:r>
              <a:rPr lang="en-US" altLang="zh-CN"/>
              <a:t>VLAN 12</a:t>
            </a:r>
            <a:r>
              <a:rPr lang="zh-CN" altLang="en-US"/>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843663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二层环路可能会有如下现象产生：</a:t>
            </a:r>
          </a:p>
          <a:p>
            <a:pPr lvl="1"/>
            <a:r>
              <a:rPr lang="zh-CN" altLang="en-US" dirty="0"/>
              <a:t>设备无法远程登录。</a:t>
            </a:r>
          </a:p>
          <a:p>
            <a:pPr lvl="1"/>
            <a:r>
              <a:rPr lang="zh-CN" altLang="en-US" dirty="0"/>
              <a:t>在设备上使用</a:t>
            </a:r>
            <a:r>
              <a:rPr lang="en-US" altLang="zh-CN" dirty="0"/>
              <a:t>display interface</a:t>
            </a:r>
            <a:r>
              <a:rPr lang="zh-CN" altLang="en-US" dirty="0"/>
              <a:t>命令查看接口统计信息时发现接口收到大量广播报文。</a:t>
            </a:r>
          </a:p>
          <a:p>
            <a:pPr lvl="1"/>
            <a:r>
              <a:rPr lang="zh-CN" altLang="en-US" dirty="0"/>
              <a:t>使用串口登录设备进行操作时，操作比较慢。</a:t>
            </a:r>
          </a:p>
          <a:p>
            <a:pPr lvl="1"/>
            <a:r>
              <a:rPr lang="en-US" altLang="zh-CN" dirty="0"/>
              <a:t>CPU</a:t>
            </a:r>
            <a:r>
              <a:rPr lang="zh-CN" altLang="en-US" dirty="0"/>
              <a:t>占用率超过</a:t>
            </a:r>
            <a:r>
              <a:rPr lang="en-US" altLang="zh-CN" dirty="0"/>
              <a:t>70%</a:t>
            </a:r>
            <a:r>
              <a:rPr lang="zh-CN" altLang="en-US" dirty="0"/>
              <a:t>。</a:t>
            </a:r>
          </a:p>
          <a:p>
            <a:pPr lvl="1"/>
            <a:r>
              <a:rPr lang="zh-CN" altLang="en-US" dirty="0"/>
              <a:t>通过</a:t>
            </a:r>
            <a:r>
              <a:rPr lang="en-US" altLang="zh-CN" dirty="0"/>
              <a:t>ping</a:t>
            </a:r>
            <a:r>
              <a:rPr lang="zh-CN" altLang="en-US" dirty="0"/>
              <a:t>命令进行网络测试时丢包严重。</a:t>
            </a:r>
          </a:p>
          <a:p>
            <a:pPr lvl="1"/>
            <a:r>
              <a:rPr lang="zh-CN" altLang="en-US" dirty="0"/>
              <a:t>设备上发生环路的</a:t>
            </a:r>
            <a:r>
              <a:rPr lang="en-US" altLang="zh-CN" dirty="0"/>
              <a:t>VLAN</a:t>
            </a:r>
            <a:r>
              <a:rPr lang="zh-CN" altLang="en-US" dirty="0"/>
              <a:t>的接口指示灯频繁闪烁。</a:t>
            </a:r>
          </a:p>
          <a:p>
            <a:pPr lvl="1"/>
            <a:r>
              <a:rPr lang="en-US" altLang="zh-CN" dirty="0"/>
              <a:t>PC</a:t>
            </a:r>
            <a:r>
              <a:rPr lang="zh-CN" altLang="en-US" dirty="0"/>
              <a:t>机上能收到大量的广播报文。</a:t>
            </a:r>
          </a:p>
          <a:p>
            <a:pPr lvl="1"/>
            <a:r>
              <a:rPr lang="zh-CN" altLang="en-US" dirty="0"/>
              <a:t>设备部署环路检测后，设备出现环路告警。</a:t>
            </a:r>
          </a:p>
          <a:p>
            <a:pPr lvl="0"/>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73074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开启</a:t>
            </a:r>
            <a:r>
              <a:rPr lang="en-US" altLang="zh-CN"/>
              <a:t>STP</a:t>
            </a:r>
            <a:r>
              <a:rPr lang="zh-CN" altLang="en-US"/>
              <a:t>的交换机在收到</a:t>
            </a:r>
            <a:r>
              <a:rPr lang="en-US" altLang="zh-CN"/>
              <a:t>STP TC</a:t>
            </a:r>
            <a:r>
              <a:rPr lang="zh-CN" altLang="en-US"/>
              <a:t>报文后会清空</a:t>
            </a:r>
            <a:r>
              <a:rPr lang="en-US" altLang="zh-CN"/>
              <a:t>MAC</a:t>
            </a:r>
            <a:r>
              <a:rPr lang="zh-CN" altLang="en-US"/>
              <a:t>地址表进行重新学习，在此期间，数据转发会出现短暂的中断，从而产生丢包现象。</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567641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capture-packet</a:t>
            </a:r>
            <a:r>
              <a:rPr lang="zh-CN" altLang="en-US" dirty="0"/>
              <a:t>命令用来在设备捕获符合设置规则的业务报文，捕获的报文可保存为本地文件。</a:t>
            </a:r>
            <a:endParaRPr lang="en-US" altLang="zh-CN" dirty="0"/>
          </a:p>
          <a:p>
            <a:pPr lvl="1"/>
            <a:r>
              <a:rPr lang="en-US" altLang="zh-CN" dirty="0"/>
              <a:t>capture-packet { interface interface-type interface-number | </a:t>
            </a:r>
            <a:r>
              <a:rPr lang="en-US" altLang="zh-CN" dirty="0" err="1"/>
              <a:t>acl</a:t>
            </a:r>
            <a:r>
              <a:rPr lang="en-US" altLang="zh-CN" dirty="0"/>
              <a:t> </a:t>
            </a:r>
            <a:r>
              <a:rPr lang="en-US" altLang="zh-CN" dirty="0" err="1"/>
              <a:t>acl</a:t>
            </a:r>
            <a:r>
              <a:rPr lang="en-US" altLang="zh-CN" dirty="0"/>
              <a:t>-number } * [ </a:t>
            </a:r>
            <a:r>
              <a:rPr lang="en-US" altLang="zh-CN" dirty="0" err="1"/>
              <a:t>vlan</a:t>
            </a:r>
            <a:r>
              <a:rPr lang="en-US" altLang="zh-CN" dirty="0"/>
              <a:t> </a:t>
            </a:r>
            <a:r>
              <a:rPr lang="en-US" altLang="zh-CN" dirty="0" err="1"/>
              <a:t>vlan</a:t>
            </a:r>
            <a:r>
              <a:rPr lang="en-US" altLang="zh-CN" dirty="0"/>
              <a:t>-id | </a:t>
            </a:r>
            <a:r>
              <a:rPr lang="en-US" altLang="zh-CN" dirty="0" err="1"/>
              <a:t>cvlan</a:t>
            </a:r>
            <a:r>
              <a:rPr lang="en-US" altLang="zh-CN" dirty="0"/>
              <a:t> </a:t>
            </a:r>
            <a:r>
              <a:rPr lang="en-US" altLang="zh-CN" dirty="0" err="1"/>
              <a:t>cvlan</a:t>
            </a:r>
            <a:r>
              <a:rPr lang="en-US" altLang="zh-CN" dirty="0"/>
              <a:t>-id ] * destination terminal [ car </a:t>
            </a:r>
            <a:r>
              <a:rPr lang="en-US" altLang="zh-CN" dirty="0" err="1"/>
              <a:t>cir</a:t>
            </a:r>
            <a:r>
              <a:rPr lang="en-US" altLang="zh-CN" dirty="0"/>
              <a:t> car-value | time-out time-out-value | packet-</a:t>
            </a:r>
            <a:r>
              <a:rPr lang="en-US" altLang="zh-CN" dirty="0" err="1"/>
              <a:t>num</a:t>
            </a:r>
            <a:r>
              <a:rPr lang="en-US" altLang="zh-CN" dirty="0"/>
              <a:t> number | packet-</a:t>
            </a:r>
            <a:r>
              <a:rPr lang="en-US" altLang="zh-CN" dirty="0" err="1"/>
              <a:t>len</a:t>
            </a:r>
            <a:r>
              <a:rPr lang="en-US" altLang="zh-CN" dirty="0"/>
              <a:t> length ] *</a:t>
            </a:r>
          </a:p>
          <a:p>
            <a:pPr lvl="1"/>
            <a:r>
              <a:rPr lang="zh-CN" altLang="en-US" dirty="0"/>
              <a:t>目前不支持捕获管理接口的报文。</a:t>
            </a:r>
          </a:p>
          <a:p>
            <a:pPr lvl="1"/>
            <a:r>
              <a:rPr lang="zh-CN" altLang="en-US" dirty="0"/>
              <a:t>目前只支持捕获接口入方向报文，不支持捕获接口出方向报文。</a:t>
            </a:r>
          </a:p>
          <a:p>
            <a:pPr lvl="1"/>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82282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备注占位符 3"/>
          <p:cNvSpPr>
            <a:spLocks noGrp="1"/>
          </p:cNvSpPr>
          <p:nvPr>
            <p:ph type="body" idx="1"/>
          </p:nvPr>
        </p:nvSpPr>
        <p:spPr/>
        <p:txBody>
          <a:bodyPr/>
          <a:lstStyle/>
          <a:p>
            <a:r>
              <a:rPr lang="en-US" altLang="zh-CN"/>
              <a:t>SW3</a:t>
            </a:r>
            <a:r>
              <a:rPr lang="zh-CN" altLang="en-US"/>
              <a:t>、</a:t>
            </a:r>
            <a:r>
              <a:rPr lang="en-US" altLang="zh-CN"/>
              <a:t>SW4</a:t>
            </a:r>
            <a:r>
              <a:rPr lang="zh-CN" altLang="en-US"/>
              <a:t>上</a:t>
            </a:r>
            <a:r>
              <a:rPr lang="en-US" altLang="zh-CN"/>
              <a:t>VRRP</a:t>
            </a:r>
            <a:r>
              <a:rPr lang="zh-CN" altLang="en-US"/>
              <a:t>组号不一致，当</a:t>
            </a:r>
            <a:r>
              <a:rPr lang="en-US" altLang="zh-CN"/>
              <a:t>SW3</a:t>
            </a:r>
            <a:r>
              <a:rPr lang="zh-CN" altLang="en-US"/>
              <a:t>的</a:t>
            </a:r>
            <a:r>
              <a:rPr lang="en-US" altLang="zh-CN"/>
              <a:t>VRRP</a:t>
            </a:r>
            <a:r>
              <a:rPr lang="zh-CN" altLang="en-US"/>
              <a:t>检测下行链路故障时不会导致</a:t>
            </a:r>
            <a:r>
              <a:rPr lang="en-US" altLang="zh-CN"/>
              <a:t>SW4</a:t>
            </a:r>
            <a:r>
              <a:rPr lang="zh-CN" altLang="en-US"/>
              <a:t>的</a:t>
            </a:r>
            <a:r>
              <a:rPr lang="en-US" altLang="zh-CN"/>
              <a:t>VRRP</a:t>
            </a:r>
            <a:r>
              <a:rPr lang="zh-CN" altLang="en-US"/>
              <a:t>状态变化，</a:t>
            </a:r>
            <a:r>
              <a:rPr lang="en-US" altLang="zh-CN"/>
              <a:t>SW4</a:t>
            </a:r>
            <a:r>
              <a:rPr lang="zh-CN" altLang="en-US"/>
              <a:t>的</a:t>
            </a:r>
            <a:r>
              <a:rPr lang="en-US" altLang="zh-CN"/>
              <a:t>VRRP</a:t>
            </a:r>
            <a:r>
              <a:rPr lang="zh-CN" altLang="en-US"/>
              <a:t>状态无变化，还是</a:t>
            </a:r>
            <a:r>
              <a:rPr lang="en-US" altLang="zh-CN"/>
              <a:t>Master</a:t>
            </a:r>
            <a:r>
              <a:rPr lang="zh-CN" altLang="en-US"/>
              <a:t>，不会触发免费</a:t>
            </a:r>
            <a:r>
              <a:rPr lang="en-US" altLang="zh-CN"/>
              <a:t>ARP</a:t>
            </a:r>
            <a:r>
              <a:rPr lang="zh-CN" altLang="en-US"/>
              <a:t>刷新终端的</a:t>
            </a:r>
            <a:r>
              <a:rPr lang="en-US" altLang="zh-CN"/>
              <a:t>ARP</a:t>
            </a:r>
            <a:r>
              <a:rPr lang="zh-CN" altLang="en-US"/>
              <a:t>表项。</a:t>
            </a:r>
            <a:endParaRPr lang="en-US" altLang="zh-CN"/>
          </a:p>
          <a:p>
            <a:r>
              <a:rPr lang="zh-CN" altLang="en-US"/>
              <a:t>终端</a:t>
            </a:r>
            <a:r>
              <a:rPr lang="en-US" altLang="zh-CN"/>
              <a:t>PC1</a:t>
            </a:r>
            <a:r>
              <a:rPr lang="zh-CN" altLang="en-US"/>
              <a:t>发送给网关的报文其数据帧目的</a:t>
            </a:r>
            <a:r>
              <a:rPr lang="en-US" altLang="zh-CN"/>
              <a:t>MAC</a:t>
            </a:r>
            <a:r>
              <a:rPr lang="zh-CN" altLang="en-US"/>
              <a:t>地址依旧还是</a:t>
            </a:r>
            <a:r>
              <a:rPr lang="en-US" altLang="zh-CN"/>
              <a:t>00 00 5e 00 01 03</a:t>
            </a:r>
            <a:r>
              <a:rPr lang="zh-CN" altLang="en-US"/>
              <a:t>。</a:t>
            </a:r>
            <a:endParaRPr lang="en-US" altLang="zh-CN"/>
          </a:p>
          <a:p>
            <a:r>
              <a:rPr lang="en-US" altLang="zh-CN"/>
              <a:t>SW1</a:t>
            </a:r>
            <a:r>
              <a:rPr lang="zh-CN" altLang="en-US"/>
              <a:t>、</a:t>
            </a:r>
            <a:r>
              <a:rPr lang="en-US" altLang="zh-CN"/>
              <a:t>SW3</a:t>
            </a:r>
            <a:r>
              <a:rPr lang="zh-CN" altLang="en-US"/>
              <a:t>之间链路断开后，</a:t>
            </a:r>
            <a:r>
              <a:rPr lang="en-US" altLang="zh-CN"/>
              <a:t>SW1</a:t>
            </a:r>
            <a:r>
              <a:rPr lang="zh-CN" altLang="en-US"/>
              <a:t>上不再有</a:t>
            </a:r>
            <a:r>
              <a:rPr lang="en-US" altLang="zh-CN"/>
              <a:t>00 00 5e 00 01 03</a:t>
            </a:r>
            <a:r>
              <a:rPr lang="zh-CN" altLang="en-US"/>
              <a:t>的</a:t>
            </a:r>
            <a:r>
              <a:rPr lang="en-US" altLang="zh-CN"/>
              <a:t>MAC</a:t>
            </a:r>
            <a:r>
              <a:rPr lang="zh-CN" altLang="en-US"/>
              <a:t>地址表项，无法将报文转发给</a:t>
            </a:r>
            <a:r>
              <a:rPr lang="en-US" altLang="zh-CN"/>
              <a:t>SW2</a:t>
            </a:r>
            <a:r>
              <a:rPr lang="zh-CN" altLang="en-US"/>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403825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67588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534884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712042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05138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601990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97367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R1</a:t>
            </a:r>
            <a:r>
              <a:rPr lang="zh-CN" altLang="en-US"/>
              <a:t>上</a:t>
            </a:r>
            <a:r>
              <a:rPr lang="en-US" altLang="zh-CN"/>
              <a:t>debug</a:t>
            </a:r>
            <a:r>
              <a:rPr lang="zh-CN" altLang="en-US"/>
              <a:t>信息可以看到来自</a:t>
            </a:r>
            <a:r>
              <a:rPr lang="en-US" altLang="zh-CN"/>
              <a:t>10.0.12.2</a:t>
            </a:r>
            <a:r>
              <a:rPr lang="zh-CN" altLang="en-US"/>
              <a:t>的</a:t>
            </a:r>
            <a:r>
              <a:rPr lang="en-US" altLang="zh-CN"/>
              <a:t>hello</a:t>
            </a:r>
            <a:r>
              <a:rPr lang="zh-CN" altLang="en-US"/>
              <a:t>报文携带的</a:t>
            </a:r>
            <a:r>
              <a:rPr lang="en-US" altLang="zh-CN"/>
              <a:t>OSPF Router ID</a:t>
            </a:r>
            <a:r>
              <a:rPr lang="zh-CN" altLang="en-US"/>
              <a:t>与</a:t>
            </a:r>
            <a:r>
              <a:rPr lang="en-US" altLang="zh-CN"/>
              <a:t>R1</a:t>
            </a:r>
            <a:r>
              <a:rPr lang="zh-CN" altLang="en-US"/>
              <a:t>上</a:t>
            </a:r>
            <a:r>
              <a:rPr lang="en-US" altLang="zh-CN"/>
              <a:t>OSPF Router ID</a:t>
            </a:r>
            <a:r>
              <a:rPr lang="zh-CN" altLang="en-US"/>
              <a:t>相同，从而导致</a:t>
            </a:r>
            <a:r>
              <a:rPr lang="en-US" altLang="zh-CN"/>
              <a:t>Router ID</a:t>
            </a:r>
            <a:r>
              <a:rPr lang="zh-CN" altLang="en-US"/>
              <a:t>冲突。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203746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503248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44007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a:t>
            </a:r>
            <a:r>
              <a:rPr lang="en-US" altLang="zh-CN"/>
              <a:t>R3</a:t>
            </a:r>
            <a:r>
              <a:rPr lang="zh-CN" altLang="en-US"/>
              <a:t>上查看发现</a:t>
            </a:r>
            <a:r>
              <a:rPr lang="en-US" altLang="zh-CN"/>
              <a:t>192.168.56.0/24</a:t>
            </a:r>
            <a:r>
              <a:rPr lang="zh-CN" altLang="en-US"/>
              <a:t>已经引入了</a:t>
            </a:r>
            <a:r>
              <a:rPr lang="en-US" altLang="zh-CN"/>
              <a:t>BGP</a:t>
            </a:r>
            <a:r>
              <a:rPr lang="zh-CN" altLang="en-US"/>
              <a:t>中。</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045293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IS-IS</a:t>
            </a:r>
            <a:r>
              <a:rPr lang="zh-CN" altLang="en-US"/>
              <a:t>邻居关系无法正常建立的原因有：</a:t>
            </a:r>
            <a:endParaRPr lang="en-US" altLang="zh-CN"/>
          </a:p>
          <a:p>
            <a:pPr lvl="1"/>
            <a:r>
              <a:rPr lang="zh-CN" altLang="en-US"/>
              <a:t>区域</a:t>
            </a:r>
            <a:r>
              <a:rPr lang="en-US" altLang="zh-CN"/>
              <a:t>ID</a:t>
            </a:r>
            <a:r>
              <a:rPr lang="zh-CN" altLang="en-US"/>
              <a:t>不一致。（只会影响</a:t>
            </a:r>
            <a:r>
              <a:rPr lang="en-US" altLang="zh-CN"/>
              <a:t>level-1</a:t>
            </a:r>
            <a:r>
              <a:rPr lang="zh-CN" altLang="en-US"/>
              <a:t>）</a:t>
            </a:r>
            <a:endParaRPr lang="en-US" altLang="zh-CN"/>
          </a:p>
          <a:p>
            <a:pPr lvl="1"/>
            <a:r>
              <a:rPr lang="zh-CN" altLang="en-US"/>
              <a:t>运行级别不一致。（注：在华为中如果系统级别和接口电路级别不同，以系统级别为准）</a:t>
            </a:r>
            <a:endParaRPr lang="en-US" altLang="zh-CN"/>
          </a:p>
          <a:p>
            <a:pPr lvl="1"/>
            <a:r>
              <a:rPr lang="zh-CN" altLang="en-US"/>
              <a:t>接口认证不一致。</a:t>
            </a:r>
            <a:endParaRPr lang="en-US" altLang="zh-CN"/>
          </a:p>
          <a:p>
            <a:pPr lvl="1"/>
            <a:r>
              <a:rPr lang="en-US" altLang="zh-CN"/>
              <a:t>system-id</a:t>
            </a:r>
            <a:r>
              <a:rPr lang="zh-CN" altLang="en-US"/>
              <a:t>长度不一致或者</a:t>
            </a:r>
            <a:r>
              <a:rPr lang="en-US" altLang="zh-CN"/>
              <a:t>system-id</a:t>
            </a:r>
            <a:r>
              <a:rPr lang="zh-CN" altLang="en-US"/>
              <a:t>冲突。</a:t>
            </a:r>
            <a:endParaRPr lang="en-US" altLang="zh-CN"/>
          </a:p>
          <a:p>
            <a:pPr lvl="1"/>
            <a:r>
              <a:rPr lang="en-US" altLang="zh-CN"/>
              <a:t>IP</a:t>
            </a:r>
            <a:r>
              <a:rPr lang="zh-CN" altLang="en-US"/>
              <a:t>地址不在同一个网段。（</a:t>
            </a:r>
            <a:r>
              <a:rPr lang="en-US" altLang="zh-CN"/>
              <a:t>IS-IS</a:t>
            </a:r>
            <a:r>
              <a:rPr lang="zh-CN" altLang="en-US"/>
              <a:t>在广播网中是开启源检查的，但是可以关闭）</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8831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69831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381764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493415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r>
              <a:rPr lang="zh-CN" altLang="en-US"/>
              <a:t>修改完</a:t>
            </a:r>
            <a:r>
              <a:rPr lang="en-US" altLang="zh-CN"/>
              <a:t>R2</a:t>
            </a:r>
            <a:r>
              <a:rPr lang="zh-CN" altLang="en-US"/>
              <a:t>的配置之后，在</a:t>
            </a:r>
            <a:r>
              <a:rPr lang="en-US" altLang="zh-CN"/>
              <a:t>R1</a:t>
            </a:r>
            <a:r>
              <a:rPr lang="zh-CN" altLang="en-US"/>
              <a:t>上已经可以正常看到</a:t>
            </a:r>
            <a:r>
              <a:rPr lang="en-US" altLang="zh-CN"/>
              <a:t>10.0.3.3/32</a:t>
            </a:r>
            <a:r>
              <a:rPr lang="zh-CN" altLang="en-US"/>
              <a:t>的路由表项。</a:t>
            </a:r>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327158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R1</a:t>
            </a:r>
            <a:r>
              <a:rPr lang="zh-CN" altLang="en-US"/>
              <a:t>上正常学习到路由之后，</a:t>
            </a:r>
            <a:r>
              <a:rPr lang="en-US" altLang="zh-CN"/>
              <a:t>PC1</a:t>
            </a:r>
            <a:r>
              <a:rPr lang="zh-CN" altLang="en-US"/>
              <a:t>依然无法访问</a:t>
            </a:r>
            <a:r>
              <a:rPr lang="en-US" altLang="zh-CN"/>
              <a:t>Server6</a:t>
            </a:r>
            <a:r>
              <a:rPr lang="zh-CN" altLang="en-US"/>
              <a:t>提供的</a:t>
            </a:r>
            <a:r>
              <a:rPr lang="en-US" altLang="zh-CN"/>
              <a:t>FTP</a:t>
            </a:r>
            <a:r>
              <a:rPr lang="zh-CN" altLang="en-US"/>
              <a:t>服务，此时通过</a:t>
            </a:r>
            <a:r>
              <a:rPr lang="en-US" altLang="zh-CN"/>
              <a:t>traceroute</a:t>
            </a:r>
            <a:r>
              <a:rPr lang="zh-CN" altLang="en-US"/>
              <a:t>排查到</a:t>
            </a:r>
            <a:r>
              <a:rPr lang="en-US" altLang="zh-CN"/>
              <a:t>Server6</a:t>
            </a:r>
            <a:r>
              <a:rPr lang="zh-CN" altLang="en-US"/>
              <a:t>的连通性在何处中断。</a:t>
            </a:r>
            <a:endParaRPr lang="en-US" altLang="zh-CN"/>
          </a:p>
          <a:p>
            <a:r>
              <a:rPr lang="zh-CN" altLang="en-US"/>
              <a:t>基于流量统计，可以分析如下问题：</a:t>
            </a:r>
          </a:p>
          <a:p>
            <a:pPr lvl="1"/>
            <a:r>
              <a:rPr lang="zh-CN" altLang="en-US"/>
              <a:t>流量是否到达设备入口，进而判断上游设备是否丢包；</a:t>
            </a:r>
          </a:p>
          <a:p>
            <a:pPr lvl="1"/>
            <a:r>
              <a:rPr lang="zh-CN" altLang="en-US"/>
              <a:t>流量是否被转发到设备出口，进而判断设备是否丢包；</a:t>
            </a:r>
          </a:p>
          <a:p>
            <a:pPr lvl="1"/>
            <a:r>
              <a:rPr lang="zh-CN" altLang="en-US"/>
              <a:t>流量在设备入口二三层信息是否正确，进而判断上游设备转发封装是否正常；</a:t>
            </a:r>
          </a:p>
          <a:p>
            <a:pPr lvl="1"/>
            <a:r>
              <a:rPr lang="zh-CN" altLang="en-US"/>
              <a:t>流量在设备出接口二三层信息是否正确，进而判断设备转发封装是否正常；</a:t>
            </a:r>
          </a:p>
          <a:p>
            <a:pPr lvl="1"/>
            <a:r>
              <a:rPr lang="zh-CN" altLang="en-US"/>
              <a:t>是否存在</a:t>
            </a:r>
            <a:r>
              <a:rPr lang="en-US" altLang="zh-CN"/>
              <a:t>MAC</a:t>
            </a:r>
            <a:r>
              <a:rPr lang="zh-CN" altLang="en-US"/>
              <a:t>漂移、路由变化、</a:t>
            </a:r>
            <a:r>
              <a:rPr lang="en-US" altLang="zh-CN"/>
              <a:t>IP</a:t>
            </a:r>
            <a:r>
              <a:rPr lang="zh-CN" altLang="en-US"/>
              <a:t>冲突等导致的流量瞬间漂移。</a:t>
            </a:r>
            <a:endParaRPr lang="en-US" altLang="zh-CN"/>
          </a:p>
          <a:p>
            <a:pPr lvl="0"/>
            <a:r>
              <a:rPr lang="zh-CN" altLang="en-US"/>
              <a:t>流量统计的配置步骤：</a:t>
            </a:r>
            <a:endParaRPr lang="en-US" altLang="zh-CN"/>
          </a:p>
          <a:p>
            <a:pPr lvl="1"/>
            <a:r>
              <a:rPr lang="zh-CN" altLang="en-US"/>
              <a:t>配置</a:t>
            </a:r>
            <a:r>
              <a:rPr lang="en-US" altLang="zh-CN"/>
              <a:t>ACL</a:t>
            </a:r>
            <a:r>
              <a:rPr lang="zh-CN" altLang="en-US"/>
              <a:t>规则，匹配需要统计的流量。</a:t>
            </a:r>
            <a:endParaRPr lang="en-US" altLang="zh-CN"/>
          </a:p>
          <a:p>
            <a:pPr lvl="1"/>
            <a:r>
              <a:rPr lang="zh-CN" altLang="en-US"/>
              <a:t>配置流分类，根据</a:t>
            </a:r>
            <a:r>
              <a:rPr lang="en-US" altLang="zh-CN"/>
              <a:t>ACL</a:t>
            </a:r>
            <a:r>
              <a:rPr lang="zh-CN" altLang="en-US"/>
              <a:t>规则匹配不同的流量，从而区分不同数据流量。</a:t>
            </a:r>
          </a:p>
          <a:p>
            <a:pPr lvl="1"/>
            <a:r>
              <a:rPr lang="zh-CN" altLang="en-US"/>
              <a:t>配置流行为，在流行为中配置流量统计。</a:t>
            </a:r>
          </a:p>
          <a:p>
            <a:pPr lvl="1"/>
            <a:r>
              <a:rPr lang="zh-CN" altLang="en-US"/>
              <a:t>配置流策略，绑定以上流分类和流行为，实现对不同用户报文的流量统计。</a:t>
            </a:r>
            <a:endParaRPr lang="en-US" altLang="zh-CN"/>
          </a:p>
          <a:p>
            <a:pPr lvl="1"/>
            <a:r>
              <a:rPr lang="zh-CN" altLang="en-US"/>
              <a:t>在接口出方向或入方向调用流策略。</a:t>
            </a:r>
          </a:p>
          <a:p>
            <a:pPr lvl="0"/>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401859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50413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625185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074783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r>
              <a:rPr lang="zh-CN" altLang="en-US"/>
              <a:t>如果客户端与服务器不在同一个网段内，中间存在中继设备时：</a:t>
            </a:r>
          </a:p>
          <a:p>
            <a:pPr lvl="1"/>
            <a:r>
              <a:rPr lang="en-US" altLang="zh-CN"/>
              <a:t>DHCP</a:t>
            </a:r>
            <a:r>
              <a:rPr lang="zh-CN" altLang="en-US"/>
              <a:t>中继与</a:t>
            </a:r>
            <a:r>
              <a:rPr lang="en-US" altLang="zh-CN"/>
              <a:t>DHCP</a:t>
            </a:r>
            <a:r>
              <a:rPr lang="zh-CN" altLang="en-US"/>
              <a:t>服务器之间的链路有故障。</a:t>
            </a:r>
          </a:p>
          <a:p>
            <a:pPr lvl="1"/>
            <a:r>
              <a:rPr lang="zh-CN" altLang="en-US"/>
              <a:t>设备未全局使能</a:t>
            </a:r>
            <a:r>
              <a:rPr lang="en-US" altLang="zh-CN"/>
              <a:t>DHCP</a:t>
            </a:r>
            <a:r>
              <a:rPr lang="zh-CN" altLang="en-US"/>
              <a:t>功能，导致</a:t>
            </a:r>
            <a:r>
              <a:rPr lang="en-US" altLang="zh-CN"/>
              <a:t>DHCP</a:t>
            </a:r>
            <a:r>
              <a:rPr lang="zh-CN" altLang="en-US"/>
              <a:t>功能没有生效。</a:t>
            </a:r>
          </a:p>
          <a:p>
            <a:pPr lvl="1"/>
            <a:r>
              <a:rPr lang="en-US" altLang="zh-CN"/>
              <a:t>DHCP</a:t>
            </a:r>
            <a:r>
              <a:rPr lang="zh-CN" altLang="en-US"/>
              <a:t>中继没有配置所代理的</a:t>
            </a:r>
            <a:r>
              <a:rPr lang="en-US" altLang="zh-CN"/>
              <a:t>DHCP</a:t>
            </a:r>
            <a:r>
              <a:rPr lang="zh-CN" altLang="en-US"/>
              <a:t>服务器。</a:t>
            </a:r>
          </a:p>
          <a:p>
            <a:pPr lvl="1"/>
            <a:r>
              <a:rPr lang="en-US" altLang="zh-CN"/>
              <a:t>DHCP</a:t>
            </a:r>
            <a:r>
              <a:rPr lang="zh-CN" altLang="en-US"/>
              <a:t>中继和</a:t>
            </a:r>
            <a:r>
              <a:rPr lang="en-US" altLang="zh-CN"/>
              <a:t>DHCP</a:t>
            </a:r>
            <a:r>
              <a:rPr lang="zh-CN" altLang="en-US"/>
              <a:t>服务器不可达。</a:t>
            </a:r>
          </a:p>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26354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84707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623644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75660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64111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ABC</a:t>
            </a:r>
          </a:p>
          <a:p>
            <a:pPr marL="228600" indent="-228600">
              <a:buFont typeface="+mj-lt"/>
              <a:buAutoNum type="arabicPeriod"/>
            </a:pPr>
            <a:r>
              <a:rPr lang="en-US" altLang="zh-CN" dirty="0"/>
              <a:t>B</a:t>
            </a:r>
          </a:p>
          <a:p>
            <a:pPr marL="228600" indent="-228600">
              <a:buFont typeface="+mj-lt"/>
              <a:buAutoNum type="arabicPeriod"/>
            </a:pPr>
            <a:r>
              <a:rPr lang="en-US" altLang="zh-CN" dirty="0"/>
              <a:t>ABCD</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9817203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52305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54795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9.xml"/><Relationship Id="rId16"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6.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customXml" Target="../ink/ink1.xml"/><Relationship Id="rId13" Type="http://schemas.openxmlformats.org/officeDocument/2006/relationships/image" Target="../media/image30.png"/><Relationship Id="rId18" Type="http://schemas.openxmlformats.org/officeDocument/2006/relationships/customXml" Target="../ink/ink6.xml"/><Relationship Id="rId26" Type="http://schemas.openxmlformats.org/officeDocument/2006/relationships/customXml" Target="../ink/ink10.xml"/><Relationship Id="rId3" Type="http://schemas.openxmlformats.org/officeDocument/2006/relationships/image" Target="../media/image25.png"/><Relationship Id="rId21" Type="http://schemas.openxmlformats.org/officeDocument/2006/relationships/image" Target="../media/image34.png"/><Relationship Id="rId7" Type="http://schemas.openxmlformats.org/officeDocument/2006/relationships/image" Target="../media/image17.png"/><Relationship Id="rId12" Type="http://schemas.openxmlformats.org/officeDocument/2006/relationships/customXml" Target="../ink/ink3.xml"/><Relationship Id="rId17" Type="http://schemas.openxmlformats.org/officeDocument/2006/relationships/image" Target="../media/image32.png"/><Relationship Id="rId25" Type="http://schemas.openxmlformats.org/officeDocument/2006/relationships/image" Target="../media/image36.png"/><Relationship Id="rId2" Type="http://schemas.openxmlformats.org/officeDocument/2006/relationships/notesSlide" Target="../notesSlides/notesSlide27.xml"/><Relationship Id="rId16" Type="http://schemas.openxmlformats.org/officeDocument/2006/relationships/customXml" Target="../ink/ink5.xml"/><Relationship Id="rId20" Type="http://schemas.openxmlformats.org/officeDocument/2006/relationships/customXml" Target="../ink/ink7.xml"/><Relationship Id="rId29" Type="http://schemas.openxmlformats.org/officeDocument/2006/relationships/image" Target="../media/image38.png"/><Relationship Id="rId1" Type="http://schemas.openxmlformats.org/officeDocument/2006/relationships/slideLayout" Target="../slideLayouts/slideLayout13.xml"/><Relationship Id="rId6" Type="http://schemas.openxmlformats.org/officeDocument/2006/relationships/image" Target="../media/image27.png"/><Relationship Id="rId11" Type="http://schemas.openxmlformats.org/officeDocument/2006/relationships/image" Target="../media/image29.png"/><Relationship Id="rId24" Type="http://schemas.openxmlformats.org/officeDocument/2006/relationships/customXml" Target="../ink/ink9.xml"/><Relationship Id="rId5" Type="http://schemas.openxmlformats.org/officeDocument/2006/relationships/image" Target="../media/image26.png"/><Relationship Id="rId15" Type="http://schemas.openxmlformats.org/officeDocument/2006/relationships/image" Target="../media/image31.png"/><Relationship Id="rId23" Type="http://schemas.openxmlformats.org/officeDocument/2006/relationships/image" Target="../media/image35.png"/><Relationship Id="rId28" Type="http://schemas.openxmlformats.org/officeDocument/2006/relationships/customXml" Target="../ink/ink11.xml"/><Relationship Id="rId10" Type="http://schemas.openxmlformats.org/officeDocument/2006/relationships/customXml" Target="../ink/ink2.xml"/><Relationship Id="rId19" Type="http://schemas.openxmlformats.org/officeDocument/2006/relationships/image" Target="../media/image33.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customXml" Target="../ink/ink4.xml"/><Relationship Id="rId22" Type="http://schemas.openxmlformats.org/officeDocument/2006/relationships/customXml" Target="../ink/ink8.xml"/><Relationship Id="rId27" Type="http://schemas.openxmlformats.org/officeDocument/2006/relationships/image" Target="../media/image37.png"/></Relationships>
</file>

<file path=ppt/slides/_rels/slide2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customXml" Target="../ink/ink16.xml"/><Relationship Id="rId18" Type="http://schemas.openxmlformats.org/officeDocument/2006/relationships/image" Target="../media/image45.png"/><Relationship Id="rId26" Type="http://schemas.openxmlformats.org/officeDocument/2006/relationships/image" Target="../media/image49.png"/><Relationship Id="rId3" Type="http://schemas.openxmlformats.org/officeDocument/2006/relationships/image" Target="../media/image23.png"/><Relationship Id="rId21" Type="http://schemas.openxmlformats.org/officeDocument/2006/relationships/customXml" Target="../ink/ink20.xml"/><Relationship Id="rId7" Type="http://schemas.openxmlformats.org/officeDocument/2006/relationships/customXml" Target="../ink/ink13.xml"/><Relationship Id="rId12" Type="http://schemas.openxmlformats.org/officeDocument/2006/relationships/image" Target="../media/image42.png"/><Relationship Id="rId17" Type="http://schemas.openxmlformats.org/officeDocument/2006/relationships/customXml" Target="../ink/ink18.xml"/><Relationship Id="rId25" Type="http://schemas.openxmlformats.org/officeDocument/2006/relationships/customXml" Target="../ink/ink22.xml"/><Relationship Id="rId2" Type="http://schemas.openxmlformats.org/officeDocument/2006/relationships/notesSlide" Target="../notesSlides/notesSlide28.xml"/><Relationship Id="rId16" Type="http://schemas.openxmlformats.org/officeDocument/2006/relationships/image" Target="../media/image44.png"/><Relationship Id="rId20" Type="http://schemas.openxmlformats.org/officeDocument/2006/relationships/image" Target="../media/image46.png"/><Relationship Id="rId29" Type="http://schemas.openxmlformats.org/officeDocument/2006/relationships/customXml" Target="../ink/ink24.xml"/><Relationship Id="rId1" Type="http://schemas.openxmlformats.org/officeDocument/2006/relationships/slideLayout" Target="../slideLayouts/slideLayout13.xml"/><Relationship Id="rId6" Type="http://schemas.openxmlformats.org/officeDocument/2006/relationships/image" Target="../media/image39.png"/><Relationship Id="rId11" Type="http://schemas.openxmlformats.org/officeDocument/2006/relationships/customXml" Target="../ink/ink15.xml"/><Relationship Id="rId24" Type="http://schemas.openxmlformats.org/officeDocument/2006/relationships/image" Target="../media/image48.png"/><Relationship Id="rId5" Type="http://schemas.openxmlformats.org/officeDocument/2006/relationships/customXml" Target="../ink/ink12.xml"/><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50.png"/><Relationship Id="rId10" Type="http://schemas.openxmlformats.org/officeDocument/2006/relationships/image" Target="../media/image41.png"/><Relationship Id="rId19" Type="http://schemas.openxmlformats.org/officeDocument/2006/relationships/customXml" Target="../ink/ink19.xml"/><Relationship Id="rId4" Type="http://schemas.openxmlformats.org/officeDocument/2006/relationships/image" Target="../media/image25.png"/><Relationship Id="rId9" Type="http://schemas.openxmlformats.org/officeDocument/2006/relationships/customXml" Target="../ink/ink14.xml"/><Relationship Id="rId14" Type="http://schemas.openxmlformats.org/officeDocument/2006/relationships/image" Target="../media/image43.png"/><Relationship Id="rId22" Type="http://schemas.openxmlformats.org/officeDocument/2006/relationships/image" Target="../media/image47.png"/><Relationship Id="rId27" Type="http://schemas.openxmlformats.org/officeDocument/2006/relationships/customXml" Target="../ink/ink23.xml"/><Relationship Id="rId30" Type="http://schemas.openxmlformats.org/officeDocument/2006/relationships/image" Target="../media/image5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8" Type="http://schemas.openxmlformats.org/officeDocument/2006/relationships/customXml" Target="../ink/ink25.xml"/><Relationship Id="rId13" Type="http://schemas.openxmlformats.org/officeDocument/2006/relationships/image" Target="../media/image55.png"/><Relationship Id="rId3" Type="http://schemas.openxmlformats.org/officeDocument/2006/relationships/image" Target="../media/image52.png"/><Relationship Id="rId7" Type="http://schemas.openxmlformats.org/officeDocument/2006/relationships/image" Target="../media/image23.png"/><Relationship Id="rId12" Type="http://schemas.openxmlformats.org/officeDocument/2006/relationships/customXml" Target="../ink/ink27.xml"/><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24.png"/><Relationship Id="rId11" Type="http://schemas.openxmlformats.org/officeDocument/2006/relationships/image" Target="../media/image54.png"/><Relationship Id="rId5" Type="http://schemas.openxmlformats.org/officeDocument/2006/relationships/image" Target="../media/image22.png"/><Relationship Id="rId15" Type="http://schemas.openxmlformats.org/officeDocument/2006/relationships/image" Target="../media/image56.png"/><Relationship Id="rId10" Type="http://schemas.openxmlformats.org/officeDocument/2006/relationships/customXml" Target="../ink/ink26.xml"/><Relationship Id="rId4" Type="http://schemas.openxmlformats.org/officeDocument/2006/relationships/image" Target="../media/image27.png"/><Relationship Id="rId9" Type="http://schemas.openxmlformats.org/officeDocument/2006/relationships/image" Target="../media/image53.png"/><Relationship Id="rId14" Type="http://schemas.openxmlformats.org/officeDocument/2006/relationships/customXml" Target="../ink/ink28.xml"/></Relationships>
</file>

<file path=ppt/slides/_rels/slide33.xml.rels><?xml version="1.0" encoding="UTF-8" standalone="yes"?>
<Relationships xmlns="http://schemas.openxmlformats.org/package/2006/relationships"><Relationship Id="rId8" Type="http://schemas.openxmlformats.org/officeDocument/2006/relationships/customXml" Target="../ink/ink29.xml"/><Relationship Id="rId3" Type="http://schemas.openxmlformats.org/officeDocument/2006/relationships/image" Target="../media/image52.png"/><Relationship Id="rId7"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24.png"/><Relationship Id="rId11" Type="http://schemas.openxmlformats.org/officeDocument/2006/relationships/image" Target="../media/image58.png"/><Relationship Id="rId5" Type="http://schemas.openxmlformats.org/officeDocument/2006/relationships/image" Target="../media/image22.png"/><Relationship Id="rId10" Type="http://schemas.openxmlformats.org/officeDocument/2006/relationships/customXml" Target="../ink/ink30.xml"/><Relationship Id="rId4" Type="http://schemas.openxmlformats.org/officeDocument/2006/relationships/image" Target="../media/image27.png"/><Relationship Id="rId9" Type="http://schemas.openxmlformats.org/officeDocument/2006/relationships/image" Target="../media/image57.png"/></Relationships>
</file>

<file path=ppt/slides/_rels/slide34.xml.rels><?xml version="1.0" encoding="UTF-8" standalone="yes"?>
<Relationships xmlns="http://schemas.openxmlformats.org/package/2006/relationships"><Relationship Id="rId8" Type="http://schemas.openxmlformats.org/officeDocument/2006/relationships/customXml" Target="../ink/ink31.xml"/><Relationship Id="rId3" Type="http://schemas.openxmlformats.org/officeDocument/2006/relationships/image" Target="../media/image52.png"/><Relationship Id="rId7"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7.pn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62.png"/><Relationship Id="rId18" Type="http://schemas.openxmlformats.org/officeDocument/2006/relationships/customXml" Target="../ink/ink37.xml"/><Relationship Id="rId3" Type="http://schemas.openxmlformats.org/officeDocument/2006/relationships/image" Target="../media/image52.png"/><Relationship Id="rId7" Type="http://schemas.openxmlformats.org/officeDocument/2006/relationships/image" Target="../media/image23.png"/><Relationship Id="rId12" Type="http://schemas.openxmlformats.org/officeDocument/2006/relationships/customXml" Target="../ink/ink34.xml"/><Relationship Id="rId17" Type="http://schemas.openxmlformats.org/officeDocument/2006/relationships/image" Target="../media/image64.png"/><Relationship Id="rId2" Type="http://schemas.openxmlformats.org/officeDocument/2006/relationships/notesSlide" Target="../notesSlides/notesSlide35.xml"/><Relationship Id="rId16" Type="http://schemas.openxmlformats.org/officeDocument/2006/relationships/customXml" Target="../ink/ink36.xml"/><Relationship Id="rId1" Type="http://schemas.openxmlformats.org/officeDocument/2006/relationships/slideLayout" Target="../slideLayouts/slideLayout15.xml"/><Relationship Id="rId6" Type="http://schemas.openxmlformats.org/officeDocument/2006/relationships/image" Target="../media/image24.png"/><Relationship Id="rId11" Type="http://schemas.openxmlformats.org/officeDocument/2006/relationships/image" Target="../media/image61.png"/><Relationship Id="rId5" Type="http://schemas.openxmlformats.org/officeDocument/2006/relationships/image" Target="../media/image22.png"/><Relationship Id="rId15" Type="http://schemas.openxmlformats.org/officeDocument/2006/relationships/image" Target="../media/image63.png"/><Relationship Id="rId10" Type="http://schemas.openxmlformats.org/officeDocument/2006/relationships/customXml" Target="../ink/ink33.xml"/><Relationship Id="rId19" Type="http://schemas.openxmlformats.org/officeDocument/2006/relationships/image" Target="../media/image65.png"/><Relationship Id="rId4" Type="http://schemas.openxmlformats.org/officeDocument/2006/relationships/image" Target="../media/image27.png"/><Relationship Id="rId9" Type="http://schemas.openxmlformats.org/officeDocument/2006/relationships/image" Target="../media/image60.png"/><Relationship Id="rId14" Type="http://schemas.openxmlformats.org/officeDocument/2006/relationships/customXml" Target="../ink/ink35.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15.xml"/><Relationship Id="rId6" Type="http://schemas.openxmlformats.org/officeDocument/2006/relationships/customXml" Target="../ink/ink38.xml"/><Relationship Id="rId5" Type="http://schemas.openxmlformats.org/officeDocument/2006/relationships/image" Target="../media/image2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8" Type="http://schemas.openxmlformats.org/officeDocument/2006/relationships/customXml" Target="../ink/ink40.xml"/><Relationship Id="rId3" Type="http://schemas.openxmlformats.org/officeDocument/2006/relationships/image" Target="../media/image52.png"/><Relationship Id="rId7"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15.xml"/><Relationship Id="rId6" Type="http://schemas.openxmlformats.org/officeDocument/2006/relationships/customXml" Target="../ink/ink39.xml"/><Relationship Id="rId11" Type="http://schemas.openxmlformats.org/officeDocument/2006/relationships/image" Target="../media/image69.png"/><Relationship Id="rId5" Type="http://schemas.openxmlformats.org/officeDocument/2006/relationships/image" Target="../media/image23.png"/><Relationship Id="rId10" Type="http://schemas.openxmlformats.org/officeDocument/2006/relationships/customXml" Target="../ink/ink41.xml"/><Relationship Id="rId4" Type="http://schemas.openxmlformats.org/officeDocument/2006/relationships/image" Target="../media/image27.png"/><Relationship Id="rId9" Type="http://schemas.openxmlformats.org/officeDocument/2006/relationships/image" Target="../media/image68.png"/></Relationships>
</file>

<file path=ppt/slides/_rels/slide38.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customXml" Target="../ink/ink48.xml"/><Relationship Id="rId26" Type="http://schemas.openxmlformats.org/officeDocument/2006/relationships/customXml" Target="../ink/ink52.xml"/><Relationship Id="rId21" Type="http://schemas.openxmlformats.org/officeDocument/2006/relationships/image" Target="../media/image77.png"/><Relationship Id="rId34" Type="http://schemas.openxmlformats.org/officeDocument/2006/relationships/customXml" Target="../ink/ink56.xml"/><Relationship Id="rId7" Type="http://schemas.openxmlformats.org/officeDocument/2006/relationships/image" Target="../media/image70.png"/><Relationship Id="rId12" Type="http://schemas.openxmlformats.org/officeDocument/2006/relationships/customXml" Target="../ink/ink45.xml"/><Relationship Id="rId17" Type="http://schemas.openxmlformats.org/officeDocument/2006/relationships/image" Target="../media/image75.png"/><Relationship Id="rId25" Type="http://schemas.openxmlformats.org/officeDocument/2006/relationships/image" Target="../media/image79.png"/><Relationship Id="rId33" Type="http://schemas.openxmlformats.org/officeDocument/2006/relationships/image" Target="../media/image83.png"/><Relationship Id="rId2" Type="http://schemas.openxmlformats.org/officeDocument/2006/relationships/notesSlide" Target="../notesSlides/notesSlide38.xml"/><Relationship Id="rId16" Type="http://schemas.openxmlformats.org/officeDocument/2006/relationships/customXml" Target="../ink/ink47.xml"/><Relationship Id="rId20" Type="http://schemas.openxmlformats.org/officeDocument/2006/relationships/customXml" Target="../ink/ink49.xml"/><Relationship Id="rId29" Type="http://schemas.openxmlformats.org/officeDocument/2006/relationships/image" Target="../media/image81.png"/><Relationship Id="rId1" Type="http://schemas.openxmlformats.org/officeDocument/2006/relationships/slideLayout" Target="../slideLayouts/slideLayout15.xml"/><Relationship Id="rId6" Type="http://schemas.openxmlformats.org/officeDocument/2006/relationships/customXml" Target="../ink/ink42.xml"/><Relationship Id="rId11" Type="http://schemas.openxmlformats.org/officeDocument/2006/relationships/image" Target="../media/image72.png"/><Relationship Id="rId24" Type="http://schemas.openxmlformats.org/officeDocument/2006/relationships/customXml" Target="../ink/ink51.xml"/><Relationship Id="rId32" Type="http://schemas.openxmlformats.org/officeDocument/2006/relationships/customXml" Target="../ink/ink55.xml"/><Relationship Id="rId37" Type="http://schemas.openxmlformats.org/officeDocument/2006/relationships/image" Target="../media/image85.png"/><Relationship Id="rId5" Type="http://schemas.openxmlformats.org/officeDocument/2006/relationships/image" Target="../media/image23.png"/><Relationship Id="rId15" Type="http://schemas.openxmlformats.org/officeDocument/2006/relationships/image" Target="../media/image74.png"/><Relationship Id="rId23" Type="http://schemas.openxmlformats.org/officeDocument/2006/relationships/image" Target="../media/image78.png"/><Relationship Id="rId28" Type="http://schemas.openxmlformats.org/officeDocument/2006/relationships/customXml" Target="../ink/ink53.xml"/><Relationship Id="rId36" Type="http://schemas.openxmlformats.org/officeDocument/2006/relationships/customXml" Target="../ink/ink57.xml"/><Relationship Id="rId10" Type="http://schemas.openxmlformats.org/officeDocument/2006/relationships/customXml" Target="../ink/ink44.xml"/><Relationship Id="rId19" Type="http://schemas.openxmlformats.org/officeDocument/2006/relationships/image" Target="../media/image76.png"/><Relationship Id="rId31" Type="http://schemas.openxmlformats.org/officeDocument/2006/relationships/image" Target="../media/image82.png"/><Relationship Id="rId4" Type="http://schemas.openxmlformats.org/officeDocument/2006/relationships/image" Target="../media/image27.png"/><Relationship Id="rId9" Type="http://schemas.openxmlformats.org/officeDocument/2006/relationships/image" Target="../media/image71.png"/><Relationship Id="rId14" Type="http://schemas.openxmlformats.org/officeDocument/2006/relationships/customXml" Target="../ink/ink46.xml"/><Relationship Id="rId22" Type="http://schemas.openxmlformats.org/officeDocument/2006/relationships/customXml" Target="../ink/ink50.xml"/><Relationship Id="rId27" Type="http://schemas.openxmlformats.org/officeDocument/2006/relationships/image" Target="../media/image80.png"/><Relationship Id="rId30" Type="http://schemas.openxmlformats.org/officeDocument/2006/relationships/customXml" Target="../ink/ink54.xml"/><Relationship Id="rId35" Type="http://schemas.openxmlformats.org/officeDocument/2006/relationships/image" Target="../media/image84.png"/><Relationship Id="rId8" Type="http://schemas.openxmlformats.org/officeDocument/2006/relationships/customXml" Target="../ink/ink43.xml"/><Relationship Id="rId3" Type="http://schemas.openxmlformats.org/officeDocument/2006/relationships/image" Target="../media/image52.png"/></Relationships>
</file>

<file path=ppt/slides/_rels/slide39.xml.rels><?xml version="1.0" encoding="UTF-8" standalone="yes"?>
<Relationships xmlns="http://schemas.openxmlformats.org/package/2006/relationships"><Relationship Id="rId13" Type="http://schemas.openxmlformats.org/officeDocument/2006/relationships/image" Target="../media/image89.png"/><Relationship Id="rId18" Type="http://schemas.openxmlformats.org/officeDocument/2006/relationships/customXml" Target="../ink/ink64.xml"/><Relationship Id="rId26" Type="http://schemas.openxmlformats.org/officeDocument/2006/relationships/customXml" Target="../ink/ink68.xml"/><Relationship Id="rId39" Type="http://schemas.openxmlformats.org/officeDocument/2006/relationships/image" Target="../media/image102.png"/><Relationship Id="rId21" Type="http://schemas.openxmlformats.org/officeDocument/2006/relationships/image" Target="../media/image93.png"/><Relationship Id="rId34" Type="http://schemas.openxmlformats.org/officeDocument/2006/relationships/customXml" Target="../ink/ink72.xml"/><Relationship Id="rId42" Type="http://schemas.openxmlformats.org/officeDocument/2006/relationships/customXml" Target="../ink/ink76.xml"/><Relationship Id="rId47" Type="http://schemas.openxmlformats.org/officeDocument/2006/relationships/image" Target="../media/image106.png"/><Relationship Id="rId7" Type="http://schemas.openxmlformats.org/officeDocument/2006/relationships/image" Target="../media/image86.png"/><Relationship Id="rId2" Type="http://schemas.openxmlformats.org/officeDocument/2006/relationships/notesSlide" Target="../notesSlides/notesSlide39.xml"/><Relationship Id="rId16" Type="http://schemas.openxmlformats.org/officeDocument/2006/relationships/customXml" Target="../ink/ink63.xml"/><Relationship Id="rId29" Type="http://schemas.openxmlformats.org/officeDocument/2006/relationships/image" Target="../media/image97.png"/><Relationship Id="rId11" Type="http://schemas.openxmlformats.org/officeDocument/2006/relationships/image" Target="../media/image88.png"/><Relationship Id="rId24" Type="http://schemas.openxmlformats.org/officeDocument/2006/relationships/customXml" Target="../ink/ink67.xml"/><Relationship Id="rId32" Type="http://schemas.openxmlformats.org/officeDocument/2006/relationships/customXml" Target="../ink/ink71.xml"/><Relationship Id="rId37" Type="http://schemas.openxmlformats.org/officeDocument/2006/relationships/image" Target="../media/image101.png"/><Relationship Id="rId40" Type="http://schemas.openxmlformats.org/officeDocument/2006/relationships/customXml" Target="../ink/ink75.xml"/><Relationship Id="rId45" Type="http://schemas.openxmlformats.org/officeDocument/2006/relationships/image" Target="../media/image105.png"/><Relationship Id="rId5" Type="http://schemas.openxmlformats.org/officeDocument/2006/relationships/image" Target="../media/image23.png"/><Relationship Id="rId15" Type="http://schemas.openxmlformats.org/officeDocument/2006/relationships/image" Target="../media/image90.png"/><Relationship Id="rId23" Type="http://schemas.openxmlformats.org/officeDocument/2006/relationships/image" Target="../media/image94.png"/><Relationship Id="rId28" Type="http://schemas.openxmlformats.org/officeDocument/2006/relationships/customXml" Target="../ink/ink69.xml"/><Relationship Id="rId36" Type="http://schemas.openxmlformats.org/officeDocument/2006/relationships/customXml" Target="../ink/ink73.xml"/><Relationship Id="rId49" Type="http://schemas.openxmlformats.org/officeDocument/2006/relationships/image" Target="../media/image107.png"/><Relationship Id="rId10" Type="http://schemas.openxmlformats.org/officeDocument/2006/relationships/customXml" Target="../ink/ink60.xml"/><Relationship Id="rId19" Type="http://schemas.openxmlformats.org/officeDocument/2006/relationships/image" Target="../media/image92.png"/><Relationship Id="rId31" Type="http://schemas.openxmlformats.org/officeDocument/2006/relationships/image" Target="../media/image98.png"/><Relationship Id="rId44" Type="http://schemas.openxmlformats.org/officeDocument/2006/relationships/customXml" Target="../ink/ink77.xml"/><Relationship Id="rId4" Type="http://schemas.openxmlformats.org/officeDocument/2006/relationships/image" Target="../media/image27.png"/><Relationship Id="rId9" Type="http://schemas.openxmlformats.org/officeDocument/2006/relationships/image" Target="../media/image87.png"/><Relationship Id="rId14" Type="http://schemas.openxmlformats.org/officeDocument/2006/relationships/customXml" Target="../ink/ink62.xml"/><Relationship Id="rId22" Type="http://schemas.openxmlformats.org/officeDocument/2006/relationships/customXml" Target="../ink/ink66.xml"/><Relationship Id="rId27" Type="http://schemas.openxmlformats.org/officeDocument/2006/relationships/image" Target="../media/image96.png"/><Relationship Id="rId30" Type="http://schemas.openxmlformats.org/officeDocument/2006/relationships/customXml" Target="../ink/ink70.xml"/><Relationship Id="rId35" Type="http://schemas.openxmlformats.org/officeDocument/2006/relationships/image" Target="../media/image100.png"/><Relationship Id="rId43" Type="http://schemas.openxmlformats.org/officeDocument/2006/relationships/image" Target="../media/image104.png"/><Relationship Id="rId48" Type="http://schemas.openxmlformats.org/officeDocument/2006/relationships/customXml" Target="../ink/ink79.xml"/><Relationship Id="rId8" Type="http://schemas.openxmlformats.org/officeDocument/2006/relationships/customXml" Target="../ink/ink59.xml"/><Relationship Id="rId3" Type="http://schemas.openxmlformats.org/officeDocument/2006/relationships/image" Target="../media/image52.png"/><Relationship Id="rId12" Type="http://schemas.openxmlformats.org/officeDocument/2006/relationships/customXml" Target="../ink/ink61.xml"/><Relationship Id="rId17" Type="http://schemas.openxmlformats.org/officeDocument/2006/relationships/image" Target="../media/image91.png"/><Relationship Id="rId25" Type="http://schemas.openxmlformats.org/officeDocument/2006/relationships/image" Target="../media/image95.png"/><Relationship Id="rId33" Type="http://schemas.openxmlformats.org/officeDocument/2006/relationships/image" Target="../media/image99.png"/><Relationship Id="rId38" Type="http://schemas.openxmlformats.org/officeDocument/2006/relationships/customXml" Target="../ink/ink74.xml"/><Relationship Id="rId46" Type="http://schemas.openxmlformats.org/officeDocument/2006/relationships/customXml" Target="../ink/ink78.xml"/><Relationship Id="rId20" Type="http://schemas.openxmlformats.org/officeDocument/2006/relationships/customXml" Target="../ink/ink65.xml"/><Relationship Id="rId41" Type="http://schemas.openxmlformats.org/officeDocument/2006/relationships/image" Target="../media/image103.png"/><Relationship Id="rId1" Type="http://schemas.openxmlformats.org/officeDocument/2006/relationships/slideLayout" Target="../slideLayouts/slideLayout15.xml"/><Relationship Id="rId6" Type="http://schemas.openxmlformats.org/officeDocument/2006/relationships/customXml" Target="../ink/ink58.xml"/></Relationships>
</file>

<file path=ppt/slides/_rels/slide40.xml.rels><?xml version="1.0" encoding="UTF-8" standalone="yes"?>
<Relationships xmlns="http://schemas.openxmlformats.org/package/2006/relationships"><Relationship Id="rId26" Type="http://schemas.openxmlformats.org/officeDocument/2006/relationships/customXml" Target="../ink/ink90.xml"/><Relationship Id="rId21" Type="http://schemas.openxmlformats.org/officeDocument/2006/relationships/image" Target="../media/image115.png"/><Relationship Id="rId42" Type="http://schemas.openxmlformats.org/officeDocument/2006/relationships/customXml" Target="../ink/ink98.xml"/><Relationship Id="rId47" Type="http://schemas.openxmlformats.org/officeDocument/2006/relationships/image" Target="../media/image128.png"/><Relationship Id="rId63" Type="http://schemas.openxmlformats.org/officeDocument/2006/relationships/image" Target="../media/image136.png"/><Relationship Id="rId68" Type="http://schemas.openxmlformats.org/officeDocument/2006/relationships/customXml" Target="../ink/ink111.xml"/><Relationship Id="rId2" Type="http://schemas.openxmlformats.org/officeDocument/2006/relationships/notesSlide" Target="../notesSlides/notesSlide40.xml"/><Relationship Id="rId16" Type="http://schemas.openxmlformats.org/officeDocument/2006/relationships/customXml" Target="../ink/ink85.xml"/><Relationship Id="rId29" Type="http://schemas.openxmlformats.org/officeDocument/2006/relationships/image" Target="../media/image119.png"/><Relationship Id="rId11" Type="http://schemas.openxmlformats.org/officeDocument/2006/relationships/image" Target="../media/image110.png"/><Relationship Id="rId24" Type="http://schemas.openxmlformats.org/officeDocument/2006/relationships/customXml" Target="../ink/ink89.xml"/><Relationship Id="rId32" Type="http://schemas.openxmlformats.org/officeDocument/2006/relationships/customXml" Target="../ink/ink93.xml"/><Relationship Id="rId37" Type="http://schemas.openxmlformats.org/officeDocument/2006/relationships/image" Target="../media/image123.png"/><Relationship Id="rId40" Type="http://schemas.openxmlformats.org/officeDocument/2006/relationships/customXml" Target="../ink/ink97.xml"/><Relationship Id="rId45" Type="http://schemas.openxmlformats.org/officeDocument/2006/relationships/image" Target="../media/image127.png"/><Relationship Id="rId53" Type="http://schemas.openxmlformats.org/officeDocument/2006/relationships/image" Target="../media/image131.png"/><Relationship Id="rId58" Type="http://schemas.openxmlformats.org/officeDocument/2006/relationships/customXml" Target="../ink/ink106.xml"/><Relationship Id="rId66" Type="http://schemas.openxmlformats.org/officeDocument/2006/relationships/customXml" Target="../ink/ink110.xml"/><Relationship Id="rId74" Type="http://schemas.openxmlformats.org/officeDocument/2006/relationships/customXml" Target="../ink/ink114.xml"/><Relationship Id="rId5" Type="http://schemas.openxmlformats.org/officeDocument/2006/relationships/image" Target="../media/image23.png"/><Relationship Id="rId61" Type="http://schemas.openxmlformats.org/officeDocument/2006/relationships/image" Target="../media/image135.png"/><Relationship Id="rId19" Type="http://schemas.openxmlformats.org/officeDocument/2006/relationships/image" Target="../media/image114.png"/><Relationship Id="rId14" Type="http://schemas.openxmlformats.org/officeDocument/2006/relationships/customXml" Target="../ink/ink84.xml"/><Relationship Id="rId22" Type="http://schemas.openxmlformats.org/officeDocument/2006/relationships/customXml" Target="../ink/ink88.xml"/><Relationship Id="rId27" Type="http://schemas.openxmlformats.org/officeDocument/2006/relationships/image" Target="../media/image118.png"/><Relationship Id="rId30" Type="http://schemas.openxmlformats.org/officeDocument/2006/relationships/customXml" Target="../ink/ink92.xml"/><Relationship Id="rId35" Type="http://schemas.openxmlformats.org/officeDocument/2006/relationships/image" Target="../media/image122.png"/><Relationship Id="rId43" Type="http://schemas.openxmlformats.org/officeDocument/2006/relationships/image" Target="../media/image126.png"/><Relationship Id="rId48" Type="http://schemas.openxmlformats.org/officeDocument/2006/relationships/customXml" Target="../ink/ink101.xml"/><Relationship Id="rId56" Type="http://schemas.openxmlformats.org/officeDocument/2006/relationships/customXml" Target="../ink/ink105.xml"/><Relationship Id="rId64" Type="http://schemas.openxmlformats.org/officeDocument/2006/relationships/customXml" Target="../ink/ink109.xml"/><Relationship Id="rId69" Type="http://schemas.openxmlformats.org/officeDocument/2006/relationships/image" Target="../media/image139.png"/><Relationship Id="rId8" Type="http://schemas.openxmlformats.org/officeDocument/2006/relationships/customXml" Target="../ink/ink81.xml"/><Relationship Id="rId51" Type="http://schemas.openxmlformats.org/officeDocument/2006/relationships/image" Target="../media/image130.png"/><Relationship Id="rId72" Type="http://schemas.openxmlformats.org/officeDocument/2006/relationships/customXml" Target="../ink/ink113.xml"/><Relationship Id="rId3" Type="http://schemas.openxmlformats.org/officeDocument/2006/relationships/image" Target="../media/image52.png"/><Relationship Id="rId12" Type="http://schemas.openxmlformats.org/officeDocument/2006/relationships/customXml" Target="../ink/ink83.xml"/><Relationship Id="rId17" Type="http://schemas.openxmlformats.org/officeDocument/2006/relationships/image" Target="../media/image113.png"/><Relationship Id="rId25" Type="http://schemas.openxmlformats.org/officeDocument/2006/relationships/image" Target="../media/image117.png"/><Relationship Id="rId33" Type="http://schemas.openxmlformats.org/officeDocument/2006/relationships/image" Target="../media/image121.png"/><Relationship Id="rId38" Type="http://schemas.openxmlformats.org/officeDocument/2006/relationships/customXml" Target="../ink/ink96.xml"/><Relationship Id="rId46" Type="http://schemas.openxmlformats.org/officeDocument/2006/relationships/customXml" Target="../ink/ink100.xml"/><Relationship Id="rId59" Type="http://schemas.openxmlformats.org/officeDocument/2006/relationships/image" Target="../media/image134.png"/><Relationship Id="rId67" Type="http://schemas.openxmlformats.org/officeDocument/2006/relationships/image" Target="../media/image138.png"/><Relationship Id="rId20" Type="http://schemas.openxmlformats.org/officeDocument/2006/relationships/customXml" Target="../ink/ink87.xml"/><Relationship Id="rId41" Type="http://schemas.openxmlformats.org/officeDocument/2006/relationships/image" Target="../media/image125.png"/><Relationship Id="rId54" Type="http://schemas.openxmlformats.org/officeDocument/2006/relationships/customXml" Target="../ink/ink104.xml"/><Relationship Id="rId62" Type="http://schemas.openxmlformats.org/officeDocument/2006/relationships/customXml" Target="../ink/ink108.xml"/><Relationship Id="rId70" Type="http://schemas.openxmlformats.org/officeDocument/2006/relationships/customXml" Target="../ink/ink112.xml"/><Relationship Id="rId75" Type="http://schemas.openxmlformats.org/officeDocument/2006/relationships/image" Target="../media/image142.png"/><Relationship Id="rId1" Type="http://schemas.openxmlformats.org/officeDocument/2006/relationships/slideLayout" Target="../slideLayouts/slideLayout15.xml"/><Relationship Id="rId6" Type="http://schemas.openxmlformats.org/officeDocument/2006/relationships/customXml" Target="../ink/ink80.xml"/><Relationship Id="rId15" Type="http://schemas.openxmlformats.org/officeDocument/2006/relationships/image" Target="../media/image112.png"/><Relationship Id="rId23" Type="http://schemas.openxmlformats.org/officeDocument/2006/relationships/image" Target="../media/image116.png"/><Relationship Id="rId28" Type="http://schemas.openxmlformats.org/officeDocument/2006/relationships/customXml" Target="../ink/ink91.xml"/><Relationship Id="rId36" Type="http://schemas.openxmlformats.org/officeDocument/2006/relationships/customXml" Target="../ink/ink95.xml"/><Relationship Id="rId49" Type="http://schemas.openxmlformats.org/officeDocument/2006/relationships/image" Target="../media/image129.png"/><Relationship Id="rId57" Type="http://schemas.openxmlformats.org/officeDocument/2006/relationships/image" Target="../media/image133.png"/><Relationship Id="rId10" Type="http://schemas.openxmlformats.org/officeDocument/2006/relationships/customXml" Target="../ink/ink82.xml"/><Relationship Id="rId31" Type="http://schemas.openxmlformats.org/officeDocument/2006/relationships/image" Target="../media/image120.png"/><Relationship Id="rId44" Type="http://schemas.openxmlformats.org/officeDocument/2006/relationships/customXml" Target="../ink/ink99.xml"/><Relationship Id="rId52" Type="http://schemas.openxmlformats.org/officeDocument/2006/relationships/customXml" Target="../ink/ink103.xml"/><Relationship Id="rId60" Type="http://schemas.openxmlformats.org/officeDocument/2006/relationships/customXml" Target="../ink/ink107.xml"/><Relationship Id="rId65" Type="http://schemas.openxmlformats.org/officeDocument/2006/relationships/image" Target="../media/image137.png"/><Relationship Id="rId73" Type="http://schemas.openxmlformats.org/officeDocument/2006/relationships/image" Target="../media/image141.png"/><Relationship Id="rId4" Type="http://schemas.openxmlformats.org/officeDocument/2006/relationships/image" Target="../media/image27.png"/><Relationship Id="rId9" Type="http://schemas.openxmlformats.org/officeDocument/2006/relationships/image" Target="../media/image109.png"/><Relationship Id="rId13" Type="http://schemas.openxmlformats.org/officeDocument/2006/relationships/image" Target="../media/image111.png"/><Relationship Id="rId18" Type="http://schemas.openxmlformats.org/officeDocument/2006/relationships/customXml" Target="../ink/ink86.xml"/><Relationship Id="rId39" Type="http://schemas.openxmlformats.org/officeDocument/2006/relationships/image" Target="../media/image124.png"/><Relationship Id="rId34" Type="http://schemas.openxmlformats.org/officeDocument/2006/relationships/customXml" Target="../ink/ink94.xml"/><Relationship Id="rId50" Type="http://schemas.openxmlformats.org/officeDocument/2006/relationships/customXml" Target="../ink/ink102.xml"/><Relationship Id="rId55" Type="http://schemas.openxmlformats.org/officeDocument/2006/relationships/image" Target="../media/image132.png"/><Relationship Id="rId7" Type="http://schemas.openxmlformats.org/officeDocument/2006/relationships/image" Target="../media/image108.png"/><Relationship Id="rId71" Type="http://schemas.openxmlformats.org/officeDocument/2006/relationships/image" Target="../media/image140.png"/></Relationships>
</file>

<file path=ppt/slides/_rels/slide41.xml.rels><?xml version="1.0" encoding="UTF-8" standalone="yes"?>
<Relationships xmlns="http://schemas.openxmlformats.org/package/2006/relationships"><Relationship Id="rId8" Type="http://schemas.openxmlformats.org/officeDocument/2006/relationships/customXml" Target="../ink/ink116.xml"/><Relationship Id="rId13" Type="http://schemas.openxmlformats.org/officeDocument/2006/relationships/image" Target="../media/image146.png"/><Relationship Id="rId18" Type="http://schemas.openxmlformats.org/officeDocument/2006/relationships/customXml" Target="../ink/ink121.xml"/><Relationship Id="rId3" Type="http://schemas.openxmlformats.org/officeDocument/2006/relationships/image" Target="../media/image52.png"/><Relationship Id="rId21" Type="http://schemas.openxmlformats.org/officeDocument/2006/relationships/image" Target="../media/image150.png"/><Relationship Id="rId7" Type="http://schemas.openxmlformats.org/officeDocument/2006/relationships/image" Target="../media/image143.png"/><Relationship Id="rId12" Type="http://schemas.openxmlformats.org/officeDocument/2006/relationships/customXml" Target="../ink/ink118.xml"/><Relationship Id="rId17" Type="http://schemas.openxmlformats.org/officeDocument/2006/relationships/image" Target="../media/image148.png"/><Relationship Id="rId2" Type="http://schemas.openxmlformats.org/officeDocument/2006/relationships/notesSlide" Target="../notesSlides/notesSlide41.xml"/><Relationship Id="rId16" Type="http://schemas.openxmlformats.org/officeDocument/2006/relationships/customXml" Target="../ink/ink120.xml"/><Relationship Id="rId20" Type="http://schemas.openxmlformats.org/officeDocument/2006/relationships/customXml" Target="../ink/ink122.xml"/><Relationship Id="rId1" Type="http://schemas.openxmlformats.org/officeDocument/2006/relationships/slideLayout" Target="../slideLayouts/slideLayout15.xml"/><Relationship Id="rId6" Type="http://schemas.openxmlformats.org/officeDocument/2006/relationships/customXml" Target="../ink/ink115.xml"/><Relationship Id="rId11" Type="http://schemas.openxmlformats.org/officeDocument/2006/relationships/image" Target="../media/image145.png"/><Relationship Id="rId5" Type="http://schemas.openxmlformats.org/officeDocument/2006/relationships/image" Target="../media/image23.png"/><Relationship Id="rId15" Type="http://schemas.openxmlformats.org/officeDocument/2006/relationships/image" Target="../media/image147.png"/><Relationship Id="rId10" Type="http://schemas.openxmlformats.org/officeDocument/2006/relationships/customXml" Target="../ink/ink117.xml"/><Relationship Id="rId19" Type="http://schemas.openxmlformats.org/officeDocument/2006/relationships/image" Target="../media/image149.png"/><Relationship Id="rId4" Type="http://schemas.openxmlformats.org/officeDocument/2006/relationships/image" Target="../media/image27.png"/><Relationship Id="rId9" Type="http://schemas.openxmlformats.org/officeDocument/2006/relationships/image" Target="../media/image144.png"/><Relationship Id="rId14" Type="http://schemas.openxmlformats.org/officeDocument/2006/relationships/customXml" Target="../ink/ink119.xml"/></Relationships>
</file>

<file path=ppt/slides/_rels/slide42.xml.rels><?xml version="1.0" encoding="UTF-8" standalone="yes"?>
<Relationships xmlns="http://schemas.openxmlformats.org/package/2006/relationships"><Relationship Id="rId8" Type="http://schemas.openxmlformats.org/officeDocument/2006/relationships/customXml" Target="../ink/ink124.xml"/><Relationship Id="rId3" Type="http://schemas.openxmlformats.org/officeDocument/2006/relationships/image" Target="../media/image52.png"/><Relationship Id="rId7" Type="http://schemas.openxmlformats.org/officeDocument/2006/relationships/image" Target="../media/image151.png"/><Relationship Id="rId2" Type="http://schemas.openxmlformats.org/officeDocument/2006/relationships/notesSlide" Target="../notesSlides/notesSlide42.xml"/><Relationship Id="rId1" Type="http://schemas.openxmlformats.org/officeDocument/2006/relationships/slideLayout" Target="../slideLayouts/slideLayout15.xml"/><Relationship Id="rId6" Type="http://schemas.openxmlformats.org/officeDocument/2006/relationships/customXml" Target="../ink/ink123.xml"/><Relationship Id="rId5" Type="http://schemas.openxmlformats.org/officeDocument/2006/relationships/image" Target="../media/image23.png"/><Relationship Id="rId4" Type="http://schemas.openxmlformats.org/officeDocument/2006/relationships/image" Target="../media/image27.png"/><Relationship Id="rId9" Type="http://schemas.openxmlformats.org/officeDocument/2006/relationships/image" Target="../media/image152.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9.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24.png"/><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4.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5.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27.png"/></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7.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 name="文本占位符 47"/>
          <p:cNvSpPr>
            <a:spLocks noGrp="1"/>
          </p:cNvSpPr>
          <p:nvPr>
            <p:ph type="body" sz="quarter" idx="17"/>
          </p:nvPr>
        </p:nvSpPr>
        <p:spPr bwMode="gray"/>
        <p:txBody>
          <a:bodyPr/>
          <a:lstStyle/>
          <a:p>
            <a:endParaRPr lang="zh-CN" altLang="en-US"/>
          </a:p>
        </p:txBody>
      </p:sp>
      <p:sp>
        <p:nvSpPr>
          <p:cNvPr id="15" name="文本占位符 14"/>
          <p:cNvSpPr>
            <a:spLocks noGrp="1"/>
          </p:cNvSpPr>
          <p:nvPr>
            <p:ph type="body" sz="quarter" idx="18"/>
          </p:nvPr>
        </p:nvSpPr>
        <p:spPr bwMode="gray"/>
        <p:txBody>
          <a:bodyPr/>
          <a:lstStyle/>
          <a:p>
            <a:r>
              <a:rPr lang="en-US" altLang="zh-CN">
                <a:sym typeface="Huawei Sans" panose="020C0503030203020204" pitchFamily="34" charset="0"/>
              </a:rPr>
              <a:t>Datacom</a:t>
            </a:r>
            <a:endParaRPr lang="zh-CN" altLang="en-US" dirty="0">
              <a:sym typeface="Huawei Sans" panose="020C0503030203020204" pitchFamily="34" charset="0"/>
            </a:endParaRPr>
          </a:p>
        </p:txBody>
      </p:sp>
      <p:sp>
        <p:nvSpPr>
          <p:cNvPr id="49" name="文本占位符 48"/>
          <p:cNvSpPr>
            <a:spLocks noGrp="1"/>
          </p:cNvSpPr>
          <p:nvPr>
            <p:ph type="body" sz="quarter" idx="19"/>
          </p:nvPr>
        </p:nvSpPr>
        <p:spPr bwMode="gray"/>
        <p:txBody>
          <a:bodyPr/>
          <a:lstStyle/>
          <a:p>
            <a:r>
              <a:rPr lang="zh-CN" altLang="en-US" dirty="0"/>
              <a:t>通用</a:t>
            </a:r>
          </a:p>
        </p:txBody>
      </p:sp>
      <p:sp>
        <p:nvSpPr>
          <p:cNvPr id="50" name="文本占位符 49"/>
          <p:cNvSpPr>
            <a:spLocks noGrp="1"/>
          </p:cNvSpPr>
          <p:nvPr>
            <p:ph type="body" sz="quarter" idx="20"/>
          </p:nvPr>
        </p:nvSpPr>
        <p:spPr bwMode="gray"/>
        <p:txBody>
          <a:bodyPr/>
          <a:lstStyle/>
          <a:p>
            <a:endParaRPr lang="zh-CN" altLang="en-US"/>
          </a:p>
        </p:txBody>
      </p:sp>
      <p:sp>
        <p:nvSpPr>
          <p:cNvPr id="3" name="文本占位符 2"/>
          <p:cNvSpPr>
            <a:spLocks noGrp="1"/>
          </p:cNvSpPr>
          <p:nvPr>
            <p:ph type="body" sz="quarter" idx="13"/>
          </p:nvPr>
        </p:nvSpPr>
        <p:spPr bwMode="gray"/>
        <p:txBody>
          <a:bodyPr/>
          <a:lstStyle/>
          <a:p>
            <a:r>
              <a:rPr lang="zh-CN" altLang="en-US" dirty="0"/>
              <a:t>何军建</a:t>
            </a:r>
            <a:r>
              <a:rPr lang="en-US" altLang="zh-CN" dirty="0"/>
              <a:t>/WX580230</a:t>
            </a:r>
            <a:endParaRPr lang="zh-CN" altLang="en-US" dirty="0"/>
          </a:p>
        </p:txBody>
      </p:sp>
      <p:sp>
        <p:nvSpPr>
          <p:cNvPr id="4" name="文本占位符 3"/>
          <p:cNvSpPr>
            <a:spLocks noGrp="1"/>
          </p:cNvSpPr>
          <p:nvPr>
            <p:ph type="body" sz="quarter" idx="14"/>
          </p:nvPr>
        </p:nvSpPr>
        <p:spPr bwMode="gray"/>
        <p:txBody>
          <a:bodyPr/>
          <a:lstStyle/>
          <a:p>
            <a:r>
              <a:rPr lang="en-US" altLang="zh-CN" dirty="0">
                <a:sym typeface="Huawei Sans" panose="020C0503030203020204" pitchFamily="34" charset="0"/>
              </a:rPr>
              <a:t>2020.03.10</a:t>
            </a:r>
            <a:endParaRPr lang="zh-CN" altLang="en-US" dirty="0">
              <a:sym typeface="Huawei Sans" panose="020C0503030203020204" pitchFamily="34" charset="0"/>
            </a:endParaRPr>
          </a:p>
        </p:txBody>
      </p:sp>
      <p:sp>
        <p:nvSpPr>
          <p:cNvPr id="5" name="文本占位符 4"/>
          <p:cNvSpPr>
            <a:spLocks noGrp="1"/>
          </p:cNvSpPr>
          <p:nvPr>
            <p:ph type="body" sz="quarter" idx="15"/>
          </p:nvPr>
        </p:nvSpPr>
        <p:spPr bwMode="gray"/>
        <p:txBody>
          <a:bodyPr/>
          <a:lstStyle/>
          <a:p>
            <a:r>
              <a:rPr lang="zh-CN" altLang="en-US" dirty="0">
                <a:sym typeface="Huawei Sans" panose="020C0503030203020204" pitchFamily="34" charset="0"/>
              </a:rPr>
              <a:t>朱仕耿</a:t>
            </a:r>
            <a:r>
              <a:rPr lang="en-US" altLang="zh-CN" dirty="0">
                <a:sym typeface="Huawei Sans" panose="020C0503030203020204" pitchFamily="34" charset="0"/>
              </a:rPr>
              <a:t>/00261992</a:t>
            </a:r>
            <a:endParaRPr lang="zh-CN" altLang="en-US" dirty="0">
              <a:sym typeface="Huawei Sans" panose="020C0503030203020204" pitchFamily="34" charset="0"/>
            </a:endParaRPr>
          </a:p>
        </p:txBody>
      </p:sp>
      <p:sp>
        <p:nvSpPr>
          <p:cNvPr id="6" name="文本占位符 5"/>
          <p:cNvSpPr>
            <a:spLocks noGrp="1"/>
          </p:cNvSpPr>
          <p:nvPr>
            <p:ph type="body" sz="quarter" idx="16"/>
          </p:nvPr>
        </p:nvSpPr>
        <p:spPr bwMode="gray"/>
        <p:txBody>
          <a:bodyPr/>
          <a:lstStyle/>
          <a:p>
            <a:r>
              <a:rPr lang="zh-CN" altLang="en-US">
                <a:sym typeface="Huawei Sans" panose="020C0503030203020204" pitchFamily="34" charset="0"/>
              </a:rPr>
              <a:t>新开发</a:t>
            </a:r>
            <a:endParaRPr lang="zh-CN" altLang="en-US" dirty="0">
              <a:sym typeface="Huawei Sans" panose="020C0503030203020204" pitchFamily="34" charset="0"/>
            </a:endParaRPr>
          </a:p>
        </p:txBody>
      </p:sp>
      <p:sp>
        <p:nvSpPr>
          <p:cNvPr id="8" name="文本占位符 7"/>
          <p:cNvSpPr>
            <a:spLocks noGrp="1"/>
          </p:cNvSpPr>
          <p:nvPr>
            <p:ph type="body" sz="quarter" idx="21"/>
          </p:nvPr>
        </p:nvSpPr>
        <p:spPr bwMode="gray"/>
        <p:txBody>
          <a:bodyPr/>
          <a:lstStyle/>
          <a:p>
            <a:r>
              <a:rPr lang="zh-CN" altLang="en-US" dirty="0"/>
              <a:t>何军建</a:t>
            </a:r>
            <a:r>
              <a:rPr lang="en-US" altLang="zh-CN" dirty="0"/>
              <a:t>/WX580230</a:t>
            </a:r>
            <a:endParaRPr lang="zh-CN" altLang="en-US" dirty="0"/>
          </a:p>
        </p:txBody>
      </p:sp>
      <p:sp>
        <p:nvSpPr>
          <p:cNvPr id="9" name="文本占位符 8"/>
          <p:cNvSpPr>
            <a:spLocks noGrp="1"/>
          </p:cNvSpPr>
          <p:nvPr>
            <p:ph type="body" sz="quarter" idx="22"/>
          </p:nvPr>
        </p:nvSpPr>
        <p:spPr bwMode="gray"/>
        <p:txBody>
          <a:bodyPr/>
          <a:lstStyle/>
          <a:p>
            <a:r>
              <a:rPr lang="en-US" altLang="zh-CN" dirty="0"/>
              <a:t>2021.07.28</a:t>
            </a:r>
            <a:endParaRPr lang="zh-CN" altLang="en-US" dirty="0"/>
          </a:p>
        </p:txBody>
      </p:sp>
      <p:sp>
        <p:nvSpPr>
          <p:cNvPr id="51" name="文本占位符 50"/>
          <p:cNvSpPr>
            <a:spLocks noGrp="1"/>
          </p:cNvSpPr>
          <p:nvPr>
            <p:ph type="body" sz="quarter" idx="23"/>
          </p:nvPr>
        </p:nvSpPr>
        <p:spPr bwMode="gray"/>
        <p:txBody>
          <a:bodyPr/>
          <a:lstStyle/>
          <a:p>
            <a:r>
              <a:rPr lang="zh-CN" altLang="en-US" dirty="0"/>
              <a:t>吴越</a:t>
            </a:r>
            <a:r>
              <a:rPr lang="en-US" altLang="zh-CN" dirty="0"/>
              <a:t>/WX291773</a:t>
            </a:r>
            <a:endParaRPr lang="zh-CN" altLang="en-US" dirty="0"/>
          </a:p>
        </p:txBody>
      </p:sp>
      <p:sp>
        <p:nvSpPr>
          <p:cNvPr id="31" name="文本占位符 30"/>
          <p:cNvSpPr>
            <a:spLocks noGrp="1"/>
          </p:cNvSpPr>
          <p:nvPr>
            <p:ph type="body" sz="quarter" idx="24"/>
          </p:nvPr>
        </p:nvSpPr>
        <p:spPr bwMode="gray"/>
        <p:txBody>
          <a:bodyPr/>
          <a:lstStyle/>
          <a:p>
            <a:r>
              <a:rPr lang="zh-CN" altLang="en-US" dirty="0"/>
              <a:t>优化</a:t>
            </a:r>
          </a:p>
        </p:txBody>
      </p:sp>
      <p:sp>
        <p:nvSpPr>
          <p:cNvPr id="52" name="文本占位符 51"/>
          <p:cNvSpPr>
            <a:spLocks noGrp="1"/>
          </p:cNvSpPr>
          <p:nvPr>
            <p:ph type="body" sz="quarter" idx="25"/>
          </p:nvPr>
        </p:nvSpPr>
        <p:spPr bwMode="gray"/>
        <p:txBody>
          <a:bodyPr/>
          <a:lstStyle/>
          <a:p>
            <a:endParaRPr lang="zh-CN" altLang="en-US"/>
          </a:p>
        </p:txBody>
      </p:sp>
      <p:sp>
        <p:nvSpPr>
          <p:cNvPr id="53" name="文本占位符 52"/>
          <p:cNvSpPr>
            <a:spLocks noGrp="1"/>
          </p:cNvSpPr>
          <p:nvPr>
            <p:ph type="body" sz="quarter" idx="26"/>
          </p:nvPr>
        </p:nvSpPr>
        <p:spPr bwMode="gray"/>
        <p:txBody>
          <a:bodyPr/>
          <a:lstStyle/>
          <a:p>
            <a:endParaRPr lang="zh-CN" altLang="en-US"/>
          </a:p>
        </p:txBody>
      </p:sp>
      <p:sp>
        <p:nvSpPr>
          <p:cNvPr id="54" name="文本占位符 53"/>
          <p:cNvSpPr>
            <a:spLocks noGrp="1"/>
          </p:cNvSpPr>
          <p:nvPr>
            <p:ph type="body" sz="quarter" idx="27"/>
          </p:nvPr>
        </p:nvSpPr>
        <p:spPr bwMode="gray"/>
        <p:txBody>
          <a:bodyPr/>
          <a:lstStyle/>
          <a:p>
            <a:endParaRPr lang="zh-CN" altLang="en-US"/>
          </a:p>
        </p:txBody>
      </p:sp>
      <p:sp>
        <p:nvSpPr>
          <p:cNvPr id="55" name="文本占位符 54"/>
          <p:cNvSpPr>
            <a:spLocks noGrp="1"/>
          </p:cNvSpPr>
          <p:nvPr>
            <p:ph type="body" sz="quarter" idx="28"/>
          </p:nvPr>
        </p:nvSpPr>
        <p:spPr bwMode="gray"/>
        <p:txBody>
          <a:bodyPr/>
          <a:lstStyle/>
          <a:p>
            <a:endParaRPr lang="zh-CN" altLang="en-US" dirty="0"/>
          </a:p>
        </p:txBody>
      </p:sp>
      <p:sp>
        <p:nvSpPr>
          <p:cNvPr id="56" name="文本占位符 55"/>
          <p:cNvSpPr>
            <a:spLocks noGrp="1"/>
          </p:cNvSpPr>
          <p:nvPr>
            <p:ph type="body" sz="quarter" idx="29"/>
          </p:nvPr>
        </p:nvSpPr>
        <p:spPr bwMode="gray"/>
        <p:txBody>
          <a:bodyPr/>
          <a:lstStyle/>
          <a:p>
            <a:endParaRPr lang="zh-CN" altLang="en-US"/>
          </a:p>
        </p:txBody>
      </p:sp>
      <p:sp>
        <p:nvSpPr>
          <p:cNvPr id="57" name="文本占位符 56"/>
          <p:cNvSpPr>
            <a:spLocks noGrp="1"/>
          </p:cNvSpPr>
          <p:nvPr>
            <p:ph type="body" sz="quarter" idx="30"/>
          </p:nvPr>
        </p:nvSpPr>
        <p:spPr bwMode="gray"/>
        <p:txBody>
          <a:bodyPr/>
          <a:lstStyle/>
          <a:p>
            <a:endParaRPr lang="zh-CN" altLang="en-US"/>
          </a:p>
        </p:txBody>
      </p:sp>
      <p:sp>
        <p:nvSpPr>
          <p:cNvPr id="58" name="文本占位符 57"/>
          <p:cNvSpPr>
            <a:spLocks noGrp="1"/>
          </p:cNvSpPr>
          <p:nvPr>
            <p:ph type="body" sz="quarter" idx="31"/>
          </p:nvPr>
        </p:nvSpPr>
        <p:spPr bwMode="gray"/>
        <p:txBody>
          <a:bodyPr/>
          <a:lstStyle/>
          <a:p>
            <a:endParaRPr lang="zh-CN" altLang="en-US"/>
          </a:p>
        </p:txBody>
      </p:sp>
      <p:sp>
        <p:nvSpPr>
          <p:cNvPr id="59" name="文本占位符 58"/>
          <p:cNvSpPr>
            <a:spLocks noGrp="1"/>
          </p:cNvSpPr>
          <p:nvPr>
            <p:ph type="body" sz="quarter" idx="32"/>
          </p:nvPr>
        </p:nvSpPr>
        <p:spPr bwMode="gray"/>
        <p:txBody>
          <a:bodyPr/>
          <a:lstStyle/>
          <a:p>
            <a:endParaRPr lang="zh-CN" altLang="en-US"/>
          </a:p>
        </p:txBody>
      </p:sp>
    </p:spTree>
    <p:extLst>
      <p:ext uri="{BB962C8B-B14F-4D97-AF65-F5344CB8AC3E}">
        <p14:creationId xmlns:p14="http://schemas.microsoft.com/office/powerpoint/2010/main" val="420098168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ctrTitle"/>
          </p:nvPr>
        </p:nvSpPr>
        <p:spPr bwMode="gray"/>
        <p:txBody>
          <a:bodyPr/>
          <a:lstStyle/>
          <a:p>
            <a:r>
              <a:rPr lang="zh-CN" altLang="en-US">
                <a:sym typeface="Huawei Sans" panose="020C0503030203020204" pitchFamily="34" charset="0"/>
              </a:rPr>
              <a:t>网络故障排除</a:t>
            </a:r>
            <a:endParaRPr lang="zh-CN" altLang="en-US" dirty="0">
              <a:sym typeface="Huawei Sans" panose="020C0503030203020204" pitchFamily="34" charset="0"/>
            </a:endParaRPr>
          </a:p>
        </p:txBody>
      </p:sp>
    </p:spTree>
    <p:extLst>
      <p:ext uri="{BB962C8B-B14F-4D97-AF65-F5344CB8AC3E}">
        <p14:creationId xmlns:p14="http://schemas.microsoft.com/office/powerpoint/2010/main" val="710040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sz="2000">
                <a:sym typeface="Huawei Sans" panose="020C0503030203020204" pitchFamily="34" charset="0"/>
              </a:rPr>
              <a:t>中大型企业数字化转型需要多种技术，例如云计算、大数据、</a:t>
            </a:r>
            <a:r>
              <a:rPr lang="en-US" altLang="zh-CN" sz="2000">
                <a:sym typeface="Huawei Sans" panose="020C0503030203020204" pitchFamily="34" charset="0"/>
              </a:rPr>
              <a:t>AI</a:t>
            </a:r>
            <a:r>
              <a:rPr lang="zh-CN" altLang="en-US" sz="2000">
                <a:sym typeface="Huawei Sans" panose="020C0503030203020204" pitchFamily="34" charset="0"/>
              </a:rPr>
              <a:t>、物联网等，而以上技术又离不开数通网络的支持，一个稳定的数通网络需要在网络设计、建设、维护等方面做好充分的准备。</a:t>
            </a:r>
            <a:endParaRPr lang="en-US" altLang="zh-CN" sz="2000">
              <a:sym typeface="Huawei Sans" panose="020C0503030203020204" pitchFamily="34" charset="0"/>
            </a:endParaRPr>
          </a:p>
          <a:p>
            <a:r>
              <a:rPr lang="zh-CN" altLang="en-US" sz="2000">
                <a:sym typeface="Huawei Sans" panose="020C0503030203020204" pitchFamily="34" charset="0"/>
              </a:rPr>
              <a:t>企业数通网络用到多种设备类型，设备之间使用多种物理链路连接，同时为了准确的完成数据包的转发，网络设备运行了多种网络协议。网络设备，线缆、以及网络协议都有可能产生网络故障，如何快速完成故障处理是一个高级网络工程师的基本素养。</a:t>
            </a:r>
            <a:endParaRPr lang="en-US" altLang="zh-CN" sz="2000">
              <a:sym typeface="Huawei Sans" panose="020C0503030203020204" pitchFamily="34" charset="0"/>
            </a:endParaRPr>
          </a:p>
          <a:p>
            <a:r>
              <a:rPr lang="zh-CN" altLang="en-US" sz="2000">
                <a:sym typeface="Huawei Sans" panose="020C0503030203020204" pitchFamily="34" charset="0"/>
              </a:rPr>
              <a:t>本节课程主要学习网络故障处理的方法，介绍常见的网络故障，结合故障场景，构建网络工程师故障处理的能力。</a:t>
            </a:r>
            <a:endParaRPr lang="en-US" altLang="zh-CN" sz="2000" dirty="0">
              <a:sym typeface="Huawei Sans" panose="020C0503030203020204" pitchFamily="34" charset="0"/>
            </a:endParaRPr>
          </a:p>
        </p:txBody>
      </p:sp>
    </p:spTree>
    <p:extLst>
      <p:ext uri="{BB962C8B-B14F-4D97-AF65-F5344CB8AC3E}">
        <p14:creationId xmlns:p14="http://schemas.microsoft.com/office/powerpoint/2010/main" val="237749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bwMode="gray"/>
        <p:txBody>
          <a:bodyPr/>
          <a:lstStyle/>
          <a:p>
            <a:r>
              <a:rPr lang="zh-CN" altLang="en-US">
                <a:sym typeface="Huawei Sans" panose="020C0503030203020204" pitchFamily="34" charset="0"/>
              </a:rPr>
              <a:t>学完本课程后，您将能够：</a:t>
            </a:r>
          </a:p>
          <a:p>
            <a:pPr lvl="1"/>
            <a:r>
              <a:rPr lang="zh-CN" altLang="en-US">
                <a:sym typeface="Huawei Sans" panose="020C0503030203020204" pitchFamily="34" charset="0"/>
              </a:rPr>
              <a:t>描述故障处理的方法</a:t>
            </a:r>
            <a:endParaRPr lang="en-US" altLang="zh-CN">
              <a:sym typeface="Huawei Sans" panose="020C0503030203020204" pitchFamily="34" charset="0"/>
            </a:endParaRPr>
          </a:p>
          <a:p>
            <a:pPr lvl="1"/>
            <a:r>
              <a:rPr lang="zh-CN" altLang="en-US">
                <a:sym typeface="Huawei Sans" panose="020C0503030203020204" pitchFamily="34" charset="0"/>
              </a:rPr>
              <a:t>分析环路故障</a:t>
            </a:r>
            <a:endParaRPr lang="en-US" altLang="zh-CN">
              <a:sym typeface="Huawei Sans" panose="020C0503030203020204" pitchFamily="34" charset="0"/>
            </a:endParaRPr>
          </a:p>
          <a:p>
            <a:pPr lvl="1"/>
            <a:r>
              <a:rPr lang="zh-CN" altLang="en-US">
                <a:sym typeface="Huawei Sans" panose="020C0503030203020204" pitchFamily="34" charset="0"/>
              </a:rPr>
              <a:t>分析路由协议邻居关系无法建立的故障</a:t>
            </a:r>
            <a:endParaRPr lang="en-US" altLang="zh-CN">
              <a:sym typeface="Huawei Sans" panose="020C0503030203020204" pitchFamily="34" charset="0"/>
            </a:endParaRPr>
          </a:p>
          <a:p>
            <a:pPr lvl="1"/>
            <a:r>
              <a:rPr lang="zh-CN" altLang="en-US">
                <a:sym typeface="Huawei Sans" panose="020C0503030203020204" pitchFamily="34" charset="0"/>
              </a:rPr>
              <a:t>撰写故障处理指导书</a:t>
            </a:r>
            <a:endParaRPr lang="en-US" altLang="zh-CN">
              <a:sym typeface="Huawei Sans" panose="020C0503030203020204" pitchFamily="34" charset="0"/>
            </a:endParaRPr>
          </a:p>
          <a:p>
            <a:pPr lvl="1"/>
            <a:endParaRPr lang="en-US" altLang="zh-CN" dirty="0">
              <a:sym typeface="Huawei Sans" panose="020C0503030203020204" pitchFamily="34" charset="0"/>
            </a:endParaRPr>
          </a:p>
        </p:txBody>
      </p:sp>
    </p:spTree>
    <p:extLst>
      <p:ext uri="{BB962C8B-B14F-4D97-AF65-F5344CB8AC3E}">
        <p14:creationId xmlns:p14="http://schemas.microsoft.com/office/powerpoint/2010/main" val="1006787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a:sym typeface="Huawei Sans" panose="020C0503030203020204" pitchFamily="34" charset="0"/>
              </a:rPr>
              <a:t>数通网络故障排除方法</a:t>
            </a:r>
            <a:endParaRPr lang="en-US" altLang="zh-CN" b="1" dirty="0">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网络故障概述</a:t>
            </a:r>
            <a:endParaRPr lang="en-US" altLang="zh-CN"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结构化的故障排除流程</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网络故障排除的核心思想和方法</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常见网络故障排除举例</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73514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什么是网络故障</a:t>
            </a:r>
            <a:endParaRPr lang="zh-CN" altLang="en-US" dirty="0">
              <a:sym typeface="Huawei Sans" panose="020C0503030203020204" pitchFamily="34" charset="0"/>
            </a:endParaRPr>
          </a:p>
        </p:txBody>
      </p:sp>
      <p:sp>
        <p:nvSpPr>
          <p:cNvPr id="4" name="内容占位符 3"/>
          <p:cNvSpPr>
            <a:spLocks noGrp="1"/>
          </p:cNvSpPr>
          <p:nvPr>
            <p:ph type="body" sz="quarter" idx="10"/>
          </p:nvPr>
        </p:nvSpPr>
        <p:spPr bwMode="gray"/>
        <p:txBody>
          <a:bodyPr/>
          <a:lstStyle/>
          <a:p>
            <a:r>
              <a:rPr lang="zh-CN" altLang="en-US" sz="1600" dirty="0">
                <a:sym typeface="Huawei Sans" panose="020C0503030203020204" pitchFamily="34" charset="0"/>
              </a:rPr>
              <a:t>网络故障是指由于某种原因而使网络丧失规定功能并影响业务的现象。</a:t>
            </a:r>
          </a:p>
          <a:p>
            <a:r>
              <a:rPr lang="zh-CN" altLang="en-US" sz="1600" dirty="0">
                <a:sym typeface="Huawei Sans" panose="020C0503030203020204" pitchFamily="34" charset="0"/>
              </a:rPr>
              <a:t>从用户的角度出发，凡是影响业务的现象都可以定义为故障。</a:t>
            </a:r>
            <a:endParaRPr lang="en-US" altLang="zh-CN" sz="1600" dirty="0">
              <a:sym typeface="Huawei Sans" panose="020C0503030203020204" pitchFamily="34" charset="0"/>
            </a:endParaRPr>
          </a:p>
          <a:p>
            <a:r>
              <a:rPr lang="zh-CN" altLang="en-US" sz="1600" dirty="0">
                <a:sym typeface="Huawei Sans" panose="020C0503030203020204" pitchFamily="34" charset="0"/>
              </a:rPr>
              <a:t>常见的故障现象和分类如下：</a:t>
            </a:r>
          </a:p>
        </p:txBody>
      </p:sp>
      <p:graphicFrame>
        <p:nvGraphicFramePr>
          <p:cNvPr id="5" name="表格 4"/>
          <p:cNvGraphicFramePr>
            <a:graphicFrameLocks noGrp="1"/>
          </p:cNvGraphicFramePr>
          <p:nvPr>
            <p:extLst>
              <p:ext uri="{D42A27DB-BD31-4B8C-83A1-F6EECF244321}">
                <p14:modId xmlns:p14="http://schemas.microsoft.com/office/powerpoint/2010/main" val="359645639"/>
              </p:ext>
            </p:extLst>
          </p:nvPr>
        </p:nvGraphicFramePr>
        <p:xfrm>
          <a:off x="734377" y="2347431"/>
          <a:ext cx="10723246" cy="3694426"/>
        </p:xfrm>
        <a:graphic>
          <a:graphicData uri="http://schemas.openxmlformats.org/drawingml/2006/table">
            <a:tbl>
              <a:tblPr firstRow="1" bandRow="1"/>
              <a:tblGrid>
                <a:gridCol w="1593436">
                  <a:extLst>
                    <a:ext uri="{9D8B030D-6E8A-4147-A177-3AD203B41FA5}">
                      <a16:colId xmlns:a16="http://schemas.microsoft.com/office/drawing/2014/main" val="20000"/>
                    </a:ext>
                  </a:extLst>
                </a:gridCol>
                <a:gridCol w="897787">
                  <a:extLst>
                    <a:ext uri="{9D8B030D-6E8A-4147-A177-3AD203B41FA5}">
                      <a16:colId xmlns:a16="http://schemas.microsoft.com/office/drawing/2014/main" val="20001"/>
                    </a:ext>
                  </a:extLst>
                </a:gridCol>
                <a:gridCol w="897787">
                  <a:extLst>
                    <a:ext uri="{9D8B030D-6E8A-4147-A177-3AD203B41FA5}">
                      <a16:colId xmlns:a16="http://schemas.microsoft.com/office/drawing/2014/main" val="20002"/>
                    </a:ext>
                  </a:extLst>
                </a:gridCol>
                <a:gridCol w="1047748">
                  <a:extLst>
                    <a:ext uri="{9D8B030D-6E8A-4147-A177-3AD203B41FA5}">
                      <a16:colId xmlns:a16="http://schemas.microsoft.com/office/drawing/2014/main" val="20003"/>
                    </a:ext>
                  </a:extLst>
                </a:gridCol>
                <a:gridCol w="1047748">
                  <a:extLst>
                    <a:ext uri="{9D8B030D-6E8A-4147-A177-3AD203B41FA5}">
                      <a16:colId xmlns:a16="http://schemas.microsoft.com/office/drawing/2014/main" val="20004"/>
                    </a:ext>
                  </a:extLst>
                </a:gridCol>
                <a:gridCol w="1047748">
                  <a:extLst>
                    <a:ext uri="{9D8B030D-6E8A-4147-A177-3AD203B41FA5}">
                      <a16:colId xmlns:a16="http://schemas.microsoft.com/office/drawing/2014/main" val="20005"/>
                    </a:ext>
                  </a:extLst>
                </a:gridCol>
                <a:gridCol w="1047748">
                  <a:extLst>
                    <a:ext uri="{9D8B030D-6E8A-4147-A177-3AD203B41FA5}">
                      <a16:colId xmlns:a16="http://schemas.microsoft.com/office/drawing/2014/main" val="20006"/>
                    </a:ext>
                  </a:extLst>
                </a:gridCol>
                <a:gridCol w="1047748">
                  <a:extLst>
                    <a:ext uri="{9D8B030D-6E8A-4147-A177-3AD203B41FA5}">
                      <a16:colId xmlns:a16="http://schemas.microsoft.com/office/drawing/2014/main" val="20007"/>
                    </a:ext>
                  </a:extLst>
                </a:gridCol>
                <a:gridCol w="1047748">
                  <a:extLst>
                    <a:ext uri="{9D8B030D-6E8A-4147-A177-3AD203B41FA5}">
                      <a16:colId xmlns:a16="http://schemas.microsoft.com/office/drawing/2014/main" val="20008"/>
                    </a:ext>
                  </a:extLst>
                </a:gridCol>
                <a:gridCol w="1047748">
                  <a:extLst>
                    <a:ext uri="{9D8B030D-6E8A-4147-A177-3AD203B41FA5}">
                      <a16:colId xmlns:a16="http://schemas.microsoft.com/office/drawing/2014/main" val="20009"/>
                    </a:ext>
                  </a:extLst>
                </a:gridCol>
              </a:tblGrid>
              <a:tr h="800570">
                <a:tc>
                  <a:txBody>
                    <a:bodyPr/>
                    <a:lstStyle/>
                    <a:p>
                      <a:pPr algn="l"/>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现象</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l"/>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分类  </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告警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环路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业务不通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业务中断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业务瞬断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丢包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协议异常</a:t>
                      </a:r>
                      <a:endParaRPr lang="zh-CN" altLang="en-US" sz="11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协议</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震荡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路由异常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硬件类</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配置类</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网络类</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性能问题</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软件类</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13408">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对接类</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13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其他</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34499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a:sym typeface="Huawei Sans" panose="020C0503030203020204" pitchFamily="34" charset="0"/>
              </a:rPr>
              <a:t>数通网络故障排除方法</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网络故障概述</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故障排除流程</a:t>
            </a:r>
            <a:endParaRPr lang="en-US" altLang="zh-CN"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网络故障排除的核心思想和方法</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常见网络故障排除举例</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560588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sym typeface="Huawei Sans" panose="020C0503030203020204" pitchFamily="34" charset="0"/>
              </a:rPr>
              <a:t>结构化的网络故障排除流程</a:t>
            </a:r>
            <a:endParaRPr lang="zh-CN" altLang="en-US" dirty="0">
              <a:sym typeface="Huawei Sans" panose="020C0503030203020204" pitchFamily="34" charset="0"/>
            </a:endParaRPr>
          </a:p>
        </p:txBody>
      </p:sp>
      <p:sp>
        <p:nvSpPr>
          <p:cNvPr id="34" name="矩形 33"/>
          <p:cNvSpPr/>
          <p:nvPr/>
        </p:nvSpPr>
        <p:spPr bwMode="gray">
          <a:xfrm>
            <a:off x="2619705" y="1673364"/>
            <a:ext cx="7272808" cy="4391955"/>
          </a:xfrm>
          <a:prstGeom prst="rect">
            <a:avLst/>
          </a:prstGeom>
          <a:solidFill>
            <a:srgbClr val="FFFFFF"/>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 Box 22"/>
          <p:cNvSpPr txBox="1">
            <a:spLocks noChangeArrowheads="1"/>
          </p:cNvSpPr>
          <p:nvPr/>
        </p:nvSpPr>
        <p:spPr bwMode="gray">
          <a:xfrm>
            <a:off x="5304192" y="5047353"/>
            <a:ext cx="216024" cy="276999"/>
          </a:xfrm>
          <a:prstGeom prst="rect">
            <a:avLst/>
          </a:prstGeom>
          <a:noFill/>
          <a:ln w="9525">
            <a:noFill/>
            <a:miter lim="800000"/>
            <a:headEnd/>
            <a:tailEnd/>
          </a:ln>
          <a:effectLst/>
        </p:spPr>
        <p:txBody>
          <a:bodyPr wrap="square">
            <a:spAutoFit/>
          </a:bodyPr>
          <a:lstStyle/>
          <a:p>
            <a:pPr>
              <a:spcBef>
                <a:spcPct val="50000"/>
              </a:spcBef>
            </a:pPr>
            <a:r>
              <a:rPr lang="zh-CN" altLang="en-US" sz="12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否</a:t>
            </a:r>
            <a:endParaRPr lang="en-US" altLang="zh-CN" sz="12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endParaRPr>
          </a:p>
        </p:txBody>
      </p:sp>
      <p:sp>
        <p:nvSpPr>
          <p:cNvPr id="36" name="Text Box 22"/>
          <p:cNvSpPr txBox="1">
            <a:spLocks noChangeArrowheads="1"/>
          </p:cNvSpPr>
          <p:nvPr/>
        </p:nvSpPr>
        <p:spPr bwMode="gray">
          <a:xfrm>
            <a:off x="4153858" y="5407763"/>
            <a:ext cx="217021" cy="276999"/>
          </a:xfrm>
          <a:prstGeom prst="rect">
            <a:avLst/>
          </a:prstGeom>
          <a:noFill/>
          <a:ln w="9525">
            <a:noFill/>
            <a:miter lim="800000"/>
            <a:headEnd/>
            <a:tailEnd/>
          </a:ln>
          <a:effectLst/>
        </p:spPr>
        <p:txBody>
          <a:bodyPr wrap="square">
            <a:spAutoFit/>
          </a:bodyPr>
          <a:lstStyle/>
          <a:p>
            <a:pPr>
              <a:spcBef>
                <a:spcPct val="50000"/>
              </a:spcBef>
            </a:pPr>
            <a:r>
              <a:rPr lang="zh-CN" altLang="en-US" sz="12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是</a:t>
            </a:r>
            <a:endParaRPr lang="en-US" altLang="zh-CN" sz="12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endParaRPr>
          </a:p>
        </p:txBody>
      </p:sp>
      <p:sp>
        <p:nvSpPr>
          <p:cNvPr id="37" name="Rectangle 6"/>
          <p:cNvSpPr>
            <a:spLocks noChangeArrowheads="1"/>
          </p:cNvSpPr>
          <p:nvPr/>
        </p:nvSpPr>
        <p:spPr bwMode="gray">
          <a:xfrm>
            <a:off x="2899091" y="3422983"/>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原因列表</a:t>
            </a:r>
          </a:p>
        </p:txBody>
      </p:sp>
      <p:sp>
        <p:nvSpPr>
          <p:cNvPr id="38" name="Rectangle 7"/>
          <p:cNvSpPr>
            <a:spLocks noChangeArrowheads="1"/>
          </p:cNvSpPr>
          <p:nvPr/>
        </p:nvSpPr>
        <p:spPr bwMode="gray">
          <a:xfrm>
            <a:off x="2886899" y="5683316"/>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解决故障</a:t>
            </a:r>
          </a:p>
        </p:txBody>
      </p:sp>
      <p:sp>
        <p:nvSpPr>
          <p:cNvPr id="39" name="Rectangle 8"/>
          <p:cNvSpPr>
            <a:spLocks noChangeArrowheads="1"/>
          </p:cNvSpPr>
          <p:nvPr/>
        </p:nvSpPr>
        <p:spPr bwMode="gray">
          <a:xfrm>
            <a:off x="2899091" y="3972758"/>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故障评估</a:t>
            </a:r>
          </a:p>
        </p:txBody>
      </p:sp>
      <p:sp>
        <p:nvSpPr>
          <p:cNvPr id="40" name="Rectangle 9"/>
          <p:cNvSpPr>
            <a:spLocks noChangeArrowheads="1"/>
          </p:cNvSpPr>
          <p:nvPr/>
        </p:nvSpPr>
        <p:spPr bwMode="gray">
          <a:xfrm>
            <a:off x="2899091" y="2874540"/>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判断分析</a:t>
            </a:r>
          </a:p>
        </p:txBody>
      </p:sp>
      <p:sp>
        <p:nvSpPr>
          <p:cNvPr id="41" name="Rectangle 10"/>
          <p:cNvSpPr>
            <a:spLocks noChangeArrowheads="1"/>
          </p:cNvSpPr>
          <p:nvPr/>
        </p:nvSpPr>
        <p:spPr bwMode="gray">
          <a:xfrm>
            <a:off x="7139530" y="5116236"/>
            <a:ext cx="2518903" cy="306170"/>
          </a:xfrm>
          <a:prstGeom prst="rect">
            <a:avLst/>
          </a:prstGeom>
          <a:solidFill>
            <a:srgbClr val="BEE9EE"/>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恢复网络</a:t>
            </a:r>
          </a:p>
        </p:txBody>
      </p:sp>
      <p:sp>
        <p:nvSpPr>
          <p:cNvPr id="42" name="Line 12"/>
          <p:cNvSpPr>
            <a:spLocks noChangeShapeType="1"/>
          </p:cNvSpPr>
          <p:nvPr/>
        </p:nvSpPr>
        <p:spPr bwMode="gray">
          <a:xfrm>
            <a:off x="4152447" y="2657558"/>
            <a:ext cx="0" cy="21565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Line 13"/>
          <p:cNvSpPr>
            <a:spLocks noChangeShapeType="1"/>
          </p:cNvSpPr>
          <p:nvPr/>
        </p:nvSpPr>
        <p:spPr bwMode="gray">
          <a:xfrm>
            <a:off x="4152447" y="2114440"/>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Line 14"/>
          <p:cNvSpPr>
            <a:spLocks noChangeShapeType="1"/>
          </p:cNvSpPr>
          <p:nvPr/>
        </p:nvSpPr>
        <p:spPr bwMode="gray">
          <a:xfrm>
            <a:off x="4152447" y="3178047"/>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Line 15"/>
          <p:cNvSpPr>
            <a:spLocks noChangeShapeType="1"/>
          </p:cNvSpPr>
          <p:nvPr/>
        </p:nvSpPr>
        <p:spPr bwMode="gray">
          <a:xfrm>
            <a:off x="4152447" y="3721166"/>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Line 16"/>
          <p:cNvSpPr>
            <a:spLocks noChangeShapeType="1"/>
          </p:cNvSpPr>
          <p:nvPr/>
        </p:nvSpPr>
        <p:spPr bwMode="gray">
          <a:xfrm>
            <a:off x="4152447" y="4276266"/>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Line 17"/>
          <p:cNvSpPr>
            <a:spLocks noChangeShapeType="1"/>
          </p:cNvSpPr>
          <p:nvPr/>
        </p:nvSpPr>
        <p:spPr bwMode="gray">
          <a:xfrm>
            <a:off x="4137816" y="5442374"/>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Line 18"/>
          <p:cNvSpPr>
            <a:spLocks noChangeShapeType="1"/>
          </p:cNvSpPr>
          <p:nvPr/>
        </p:nvSpPr>
        <p:spPr bwMode="gray">
          <a:xfrm>
            <a:off x="5376541" y="5260003"/>
            <a:ext cx="1762989"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Line 19"/>
          <p:cNvSpPr>
            <a:spLocks noChangeShapeType="1"/>
          </p:cNvSpPr>
          <p:nvPr/>
        </p:nvSpPr>
        <p:spPr bwMode="gray">
          <a:xfrm>
            <a:off x="8400201" y="2511129"/>
            <a:ext cx="2438" cy="2605107"/>
          </a:xfrm>
          <a:prstGeom prst="line">
            <a:avLst/>
          </a:prstGeom>
          <a:solidFill>
            <a:schemeClr val="bg1">
              <a:lumMod val="75000"/>
            </a:schemeClr>
          </a:solidFill>
          <a:ln w="9525">
            <a:solidFill>
              <a:schemeClr val="tx1"/>
            </a:solidFill>
            <a:round/>
            <a:headEnd/>
            <a:tailEn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Line 20"/>
          <p:cNvSpPr>
            <a:spLocks noChangeShapeType="1"/>
          </p:cNvSpPr>
          <p:nvPr/>
        </p:nvSpPr>
        <p:spPr bwMode="gray">
          <a:xfrm flipH="1">
            <a:off x="5413118" y="2511129"/>
            <a:ext cx="2989521"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Line 21"/>
          <p:cNvSpPr>
            <a:spLocks noChangeShapeType="1"/>
          </p:cNvSpPr>
          <p:nvPr/>
        </p:nvSpPr>
        <p:spPr bwMode="gray">
          <a:xfrm flipH="1" flipV="1">
            <a:off x="5418365" y="4680653"/>
            <a:ext cx="2984273" cy="4283"/>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Rectangle 4"/>
          <p:cNvSpPr>
            <a:spLocks noChangeArrowheads="1"/>
          </p:cNvSpPr>
          <p:nvPr/>
        </p:nvSpPr>
        <p:spPr bwMode="gray">
          <a:xfrm>
            <a:off x="2899091" y="1826906"/>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确认故障</a:t>
            </a:r>
          </a:p>
        </p:txBody>
      </p:sp>
      <p:sp>
        <p:nvSpPr>
          <p:cNvPr id="53" name="AutoShape 11"/>
          <p:cNvSpPr>
            <a:spLocks noChangeArrowheads="1"/>
          </p:cNvSpPr>
          <p:nvPr/>
        </p:nvSpPr>
        <p:spPr bwMode="gray">
          <a:xfrm>
            <a:off x="2928352" y="5072307"/>
            <a:ext cx="2433558" cy="370066"/>
          </a:xfrm>
          <a:prstGeom prst="flowChartDecision">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故障解决或恢复？</a:t>
            </a:r>
          </a:p>
        </p:txBody>
      </p:sp>
      <p:sp>
        <p:nvSpPr>
          <p:cNvPr id="54" name="Rectangle 4"/>
          <p:cNvSpPr>
            <a:spLocks noChangeArrowheads="1"/>
          </p:cNvSpPr>
          <p:nvPr/>
        </p:nvSpPr>
        <p:spPr bwMode="gray">
          <a:xfrm>
            <a:off x="2899463" y="2354675"/>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收集信息</a:t>
            </a:r>
          </a:p>
        </p:txBody>
      </p:sp>
      <p:sp>
        <p:nvSpPr>
          <p:cNvPr id="55" name="Rectangle 4"/>
          <p:cNvSpPr>
            <a:spLocks noChangeArrowheads="1"/>
          </p:cNvSpPr>
          <p:nvPr/>
        </p:nvSpPr>
        <p:spPr bwMode="gray">
          <a:xfrm>
            <a:off x="2891924" y="1250842"/>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56" name="Line 16"/>
          <p:cNvSpPr>
            <a:spLocks noChangeShapeType="1"/>
          </p:cNvSpPr>
          <p:nvPr/>
        </p:nvSpPr>
        <p:spPr bwMode="gray">
          <a:xfrm>
            <a:off x="4152064" y="1574878"/>
            <a:ext cx="1" cy="252028"/>
          </a:xfrm>
          <a:prstGeom prst="line">
            <a:avLst/>
          </a:prstGeom>
          <a:solidFill>
            <a:schemeClr val="bg1">
              <a:lumMod val="75000"/>
            </a:schemeClr>
          </a:solidFill>
          <a:ln w="9525">
            <a:solidFill>
              <a:schemeClr val="tx1"/>
            </a:solidFill>
            <a:prstDash val="lgDash"/>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Rectangle 10"/>
          <p:cNvSpPr>
            <a:spLocks noChangeArrowheads="1"/>
          </p:cNvSpPr>
          <p:nvPr/>
        </p:nvSpPr>
        <p:spPr bwMode="gray">
          <a:xfrm>
            <a:off x="7140396" y="5689814"/>
            <a:ext cx="2518903" cy="306170"/>
          </a:xfrm>
          <a:prstGeom prst="rect">
            <a:avLst/>
          </a:prstGeom>
          <a:solidFill>
            <a:srgbClr val="BEE9EE"/>
          </a:solidFill>
          <a:ln w="12700" cap="flat" cmpd="sng" algn="ctr">
            <a:solidFill>
              <a:srgbClr val="62B230"/>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收尾工作</a:t>
            </a:r>
          </a:p>
        </p:txBody>
      </p:sp>
      <p:sp>
        <p:nvSpPr>
          <p:cNvPr id="58" name="Line 18"/>
          <p:cNvSpPr>
            <a:spLocks noChangeShapeType="1"/>
          </p:cNvSpPr>
          <p:nvPr/>
        </p:nvSpPr>
        <p:spPr bwMode="gray">
          <a:xfrm>
            <a:off x="5412204" y="5839354"/>
            <a:ext cx="1728192" cy="0"/>
          </a:xfrm>
          <a:prstGeom prst="line">
            <a:avLst/>
          </a:prstGeom>
          <a:solidFill>
            <a:schemeClr val="bg1">
              <a:lumMod val="75000"/>
            </a:schemeClr>
          </a:solidFill>
          <a:ln w="12700">
            <a:solidFill>
              <a:srgbClr val="62B230"/>
            </a:solidFill>
            <a:prstDash val="dash"/>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Rectangle 8"/>
          <p:cNvSpPr>
            <a:spLocks noChangeArrowheads="1"/>
          </p:cNvSpPr>
          <p:nvPr/>
        </p:nvSpPr>
        <p:spPr bwMode="gray">
          <a:xfrm>
            <a:off x="2899091" y="4522533"/>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逐一排查</a:t>
            </a:r>
          </a:p>
        </p:txBody>
      </p:sp>
      <p:sp>
        <p:nvSpPr>
          <p:cNvPr id="60" name="Line 16"/>
          <p:cNvSpPr>
            <a:spLocks noChangeShapeType="1"/>
          </p:cNvSpPr>
          <p:nvPr/>
        </p:nvSpPr>
        <p:spPr bwMode="gray">
          <a:xfrm>
            <a:off x="4143954" y="4828703"/>
            <a:ext cx="0" cy="239611"/>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Rectangle 10"/>
          <p:cNvSpPr>
            <a:spLocks noChangeArrowheads="1"/>
          </p:cNvSpPr>
          <p:nvPr/>
        </p:nvSpPr>
        <p:spPr bwMode="gray">
          <a:xfrm>
            <a:off x="7094298" y="1862848"/>
            <a:ext cx="2518903" cy="306170"/>
          </a:xfrm>
          <a:prstGeom prst="rect">
            <a:avLst/>
          </a:prstGeom>
          <a:noFill/>
          <a:ln w="12700"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结构化网络故障排除流程</a:t>
            </a:r>
          </a:p>
        </p:txBody>
      </p:sp>
    </p:spTree>
    <p:extLst>
      <p:ext uri="{BB962C8B-B14F-4D97-AF65-F5344CB8AC3E}">
        <p14:creationId xmlns:p14="http://schemas.microsoft.com/office/powerpoint/2010/main" val="56833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报告故障</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6021387" y="1047750"/>
            <a:ext cx="5727700" cy="4879805"/>
          </a:xfrm>
        </p:spPr>
        <p:txBody>
          <a:bodyPr/>
          <a:lstStyle/>
          <a:p>
            <a:r>
              <a:rPr lang="zh-CN" altLang="en-US" sz="1600" dirty="0">
                <a:sym typeface="Huawei Sans" panose="020C0503030203020204" pitchFamily="34" charset="0"/>
              </a:rPr>
              <a:t>企业中存在多个部门，例如财务、人事、后勤、市场、研发等，这些部门之间的网络有互联互访均需求。为了保障网络的正常运行，企业可能存在如下情况：</a:t>
            </a:r>
            <a:endParaRPr lang="en-US" altLang="zh-CN" sz="1600" dirty="0">
              <a:sym typeface="Huawei Sans" panose="020C0503030203020204" pitchFamily="34" charset="0"/>
            </a:endParaRPr>
          </a:p>
          <a:p>
            <a:pPr lvl="1"/>
            <a:r>
              <a:rPr lang="zh-CN" altLang="en-US" sz="1400" dirty="0">
                <a:sym typeface="Huawei Sans" panose="020C0503030203020204" pitchFamily="34" charset="0"/>
              </a:rPr>
              <a:t>大中型企业成立网络维护部门，构建专业的网络团队。</a:t>
            </a:r>
            <a:endParaRPr lang="en-US" altLang="zh-CN" sz="1400" dirty="0">
              <a:sym typeface="Huawei Sans" panose="020C0503030203020204" pitchFamily="34" charset="0"/>
            </a:endParaRPr>
          </a:p>
          <a:p>
            <a:pPr lvl="1"/>
            <a:r>
              <a:rPr lang="zh-CN" altLang="en-US" sz="1400" dirty="0">
                <a:sym typeface="Huawei Sans" panose="020C0503030203020204" pitchFamily="34" charset="0"/>
              </a:rPr>
              <a:t>小型企业为了节省成本，一般不存在单独的网络维护部门，而是将网络托管给专业的网络维护公司。</a:t>
            </a:r>
            <a:endParaRPr lang="en-US" altLang="zh-CN" sz="1400" dirty="0">
              <a:sym typeface="Huawei Sans" panose="020C0503030203020204" pitchFamily="34" charset="0"/>
            </a:endParaRPr>
          </a:p>
          <a:p>
            <a:pPr lvl="1"/>
            <a:r>
              <a:rPr lang="zh-CN" altLang="en-US" sz="1400" dirty="0">
                <a:sym typeface="Huawei Sans" panose="020C0503030203020204" pitchFamily="34" charset="0"/>
              </a:rPr>
              <a:t>求助设备生产商，拨打厂商的售后服务电话。</a:t>
            </a:r>
            <a:endParaRPr lang="en-US" altLang="zh-CN" sz="1400" dirty="0">
              <a:sym typeface="Huawei Sans" panose="020C0503030203020204" pitchFamily="34" charset="0"/>
            </a:endParaRPr>
          </a:p>
          <a:p>
            <a:r>
              <a:rPr lang="zh-CN" altLang="en-US" sz="1600" dirty="0">
                <a:sym typeface="Huawei Sans" panose="020C0503030203020204" pitchFamily="34" charset="0"/>
              </a:rPr>
              <a:t>一般情况下网络故障的第一感知人员并非网络维护人员，而是其他业务相关的各个部门人员。网络工程师经常接到各种求助电话，例如“电脑突然无法上网” 、“网页无法正常显示”、“游戏没法玩了”</a:t>
            </a:r>
            <a:r>
              <a:rPr lang="en-US" altLang="zh-CN" sz="1600" dirty="0">
                <a:sym typeface="Huawei Sans" panose="020C0503030203020204" pitchFamily="34" charset="0"/>
              </a:rPr>
              <a:t>……</a:t>
            </a:r>
          </a:p>
        </p:txBody>
      </p:sp>
      <p:sp>
        <p:nvSpPr>
          <p:cNvPr id="19" name="五边形 18"/>
          <p:cNvSpPr/>
          <p:nvPr/>
        </p:nvSpPr>
        <p:spPr bwMode="gray">
          <a:xfrm>
            <a:off x="3402456"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20" name="燕尾形 19"/>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87187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Straight Connector 79"/>
          <p:cNvCxnSpPr/>
          <p:nvPr/>
        </p:nvCxnSpPr>
        <p:spPr bwMode="gray">
          <a:xfrm flipH="1">
            <a:off x="3386899" y="2727828"/>
            <a:ext cx="309238" cy="330261"/>
          </a:xfrm>
          <a:prstGeom prst="line">
            <a:avLst/>
          </a:prstGeom>
          <a:noFill/>
          <a:ln w="19050" cap="flat" cmpd="sng" algn="ctr">
            <a:solidFill>
              <a:sysClr val="windowText" lastClr="000000"/>
            </a:solidFill>
            <a:prstDash val="solid"/>
            <a:miter lim="800000"/>
          </a:ln>
          <a:effectLst/>
        </p:spPr>
      </p:cxnSp>
      <p:cxnSp>
        <p:nvCxnSpPr>
          <p:cNvPr id="33" name="Straight Connector 79"/>
          <p:cNvCxnSpPr/>
          <p:nvPr/>
        </p:nvCxnSpPr>
        <p:spPr bwMode="gray">
          <a:xfrm flipH="1" flipV="1">
            <a:off x="3690250" y="2730051"/>
            <a:ext cx="500489" cy="0"/>
          </a:xfrm>
          <a:prstGeom prst="line">
            <a:avLst/>
          </a:prstGeom>
          <a:noFill/>
          <a:ln w="19050" cap="flat" cmpd="sng" algn="ctr">
            <a:solidFill>
              <a:sysClr val="windowText" lastClr="000000"/>
            </a:solidFill>
            <a:prstDash val="solid"/>
            <a:miter lim="800000"/>
          </a:ln>
          <a:effectLst/>
        </p:spPr>
      </p:cxnSp>
      <p:cxnSp>
        <p:nvCxnSpPr>
          <p:cNvPr id="34" name="Straight Connector 79"/>
          <p:cNvCxnSpPr/>
          <p:nvPr/>
        </p:nvCxnSpPr>
        <p:spPr bwMode="gray">
          <a:xfrm flipH="1">
            <a:off x="2561314" y="2665355"/>
            <a:ext cx="309238" cy="330261"/>
          </a:xfrm>
          <a:prstGeom prst="line">
            <a:avLst/>
          </a:prstGeom>
          <a:noFill/>
          <a:ln w="19050" cap="flat" cmpd="sng" algn="ctr">
            <a:solidFill>
              <a:sysClr val="windowText" lastClr="000000"/>
            </a:solidFill>
            <a:prstDash val="solid"/>
            <a:miter lim="800000"/>
          </a:ln>
          <a:effectLst/>
        </p:spPr>
      </p:cxnSp>
      <p:cxnSp>
        <p:nvCxnSpPr>
          <p:cNvPr id="35" name="Straight Connector 79"/>
          <p:cNvCxnSpPr/>
          <p:nvPr/>
        </p:nvCxnSpPr>
        <p:spPr bwMode="gray">
          <a:xfrm flipH="1" flipV="1">
            <a:off x="2949526" y="2610132"/>
            <a:ext cx="343673" cy="363166"/>
          </a:xfrm>
          <a:prstGeom prst="line">
            <a:avLst/>
          </a:prstGeom>
          <a:noFill/>
          <a:ln w="19050" cap="flat" cmpd="sng" algn="ctr">
            <a:solidFill>
              <a:sysClr val="windowText" lastClr="000000"/>
            </a:solidFill>
            <a:prstDash val="solid"/>
            <a:miter lim="800000"/>
          </a:ln>
          <a:effectLst/>
        </p:spPr>
      </p:cxnSp>
      <p:cxnSp>
        <p:nvCxnSpPr>
          <p:cNvPr id="36" name="Straight Connector 79"/>
          <p:cNvCxnSpPr/>
          <p:nvPr/>
        </p:nvCxnSpPr>
        <p:spPr bwMode="gray">
          <a:xfrm flipH="1" flipV="1">
            <a:off x="2194087" y="2667578"/>
            <a:ext cx="343673" cy="363166"/>
          </a:xfrm>
          <a:prstGeom prst="line">
            <a:avLst/>
          </a:prstGeom>
          <a:noFill/>
          <a:ln w="19050" cap="flat" cmpd="sng" algn="ctr">
            <a:solidFill>
              <a:sysClr val="windowText" lastClr="000000"/>
            </a:solidFill>
            <a:prstDash val="solid"/>
            <a:miter lim="800000"/>
          </a:ln>
          <a:effectLst/>
        </p:spPr>
      </p:cxnSp>
      <p:cxnSp>
        <p:nvCxnSpPr>
          <p:cNvPr id="37" name="Straight Connector 79"/>
          <p:cNvCxnSpPr/>
          <p:nvPr/>
        </p:nvCxnSpPr>
        <p:spPr bwMode="gray">
          <a:xfrm flipH="1">
            <a:off x="3475686" y="3030744"/>
            <a:ext cx="887838" cy="1"/>
          </a:xfrm>
          <a:prstGeom prst="line">
            <a:avLst/>
          </a:prstGeom>
          <a:noFill/>
          <a:ln w="19050" cap="flat" cmpd="sng" algn="ctr">
            <a:solidFill>
              <a:sysClr val="windowText" lastClr="000000"/>
            </a:solidFill>
            <a:prstDash val="solid"/>
            <a:miter lim="800000"/>
          </a:ln>
          <a:effectLst/>
        </p:spPr>
      </p:cxnSp>
      <p:pic>
        <p:nvPicPr>
          <p:cNvPr id="38" name="图片 105" descr="AP.png"/>
          <p:cNvPicPr>
            <a:picLocks noChangeAspect="1"/>
          </p:cNvPicPr>
          <p:nvPr/>
        </p:nvPicPr>
        <p:blipFill>
          <a:blip r:embed="rId3" cstate="print"/>
          <a:stretch>
            <a:fillRect/>
          </a:stretch>
        </p:blipFill>
        <p:spPr bwMode="gray">
          <a:xfrm>
            <a:off x="4200264" y="5184830"/>
            <a:ext cx="335297" cy="274335"/>
          </a:xfrm>
          <a:prstGeom prst="rect">
            <a:avLst/>
          </a:prstGeom>
        </p:spPr>
      </p:pic>
      <p:cxnSp>
        <p:nvCxnSpPr>
          <p:cNvPr id="39" name="Straight Connector 74"/>
          <p:cNvCxnSpPr>
            <a:stCxn id="38" idx="0"/>
            <a:endCxn id="67" idx="2"/>
          </p:cNvCxnSpPr>
          <p:nvPr/>
        </p:nvCxnSpPr>
        <p:spPr bwMode="gray">
          <a:xfrm flipV="1">
            <a:off x="4367913" y="4952733"/>
            <a:ext cx="927" cy="232097"/>
          </a:xfrm>
          <a:prstGeom prst="line">
            <a:avLst/>
          </a:prstGeom>
          <a:noFill/>
          <a:ln w="19050" cap="flat" cmpd="sng" algn="ctr">
            <a:solidFill>
              <a:sysClr val="windowText" lastClr="000000"/>
            </a:solidFill>
            <a:prstDash val="solid"/>
            <a:miter lim="800000"/>
          </a:ln>
          <a:effectLst/>
        </p:spPr>
      </p:cxnSp>
      <p:pic>
        <p:nvPicPr>
          <p:cNvPr id="40" name="图片 105" descr="AP.png"/>
          <p:cNvPicPr>
            <a:picLocks noChangeAspect="1"/>
          </p:cNvPicPr>
          <p:nvPr/>
        </p:nvPicPr>
        <p:blipFill>
          <a:blip r:embed="rId3" cstate="print"/>
          <a:stretch>
            <a:fillRect/>
          </a:stretch>
        </p:blipFill>
        <p:spPr bwMode="gray">
          <a:xfrm>
            <a:off x="2185698" y="5184830"/>
            <a:ext cx="335297" cy="274335"/>
          </a:xfrm>
          <a:prstGeom prst="rect">
            <a:avLst/>
          </a:prstGeom>
        </p:spPr>
      </p:pic>
      <p:pic>
        <p:nvPicPr>
          <p:cNvPr id="41" name="图片 102" descr="AC-蓝.png"/>
          <p:cNvPicPr>
            <a:picLocks noChangeAspect="1"/>
          </p:cNvPicPr>
          <p:nvPr/>
        </p:nvPicPr>
        <p:blipFill>
          <a:blip r:embed="rId4" cstate="print"/>
          <a:stretch>
            <a:fillRect/>
          </a:stretch>
        </p:blipFill>
        <p:spPr bwMode="gray">
          <a:xfrm>
            <a:off x="1433097" y="2892843"/>
            <a:ext cx="337091" cy="275802"/>
          </a:xfrm>
          <a:prstGeom prst="rect">
            <a:avLst/>
          </a:prstGeom>
        </p:spPr>
      </p:pic>
      <p:pic>
        <p:nvPicPr>
          <p:cNvPr id="42" name="图片 86" descr="核心交换机.png"/>
          <p:cNvPicPr>
            <a:picLocks noChangeAspect="1"/>
          </p:cNvPicPr>
          <p:nvPr/>
        </p:nvPicPr>
        <p:blipFill>
          <a:blip r:embed="rId5" cstate="print"/>
          <a:stretch>
            <a:fillRect/>
          </a:stretch>
        </p:blipFill>
        <p:spPr bwMode="gray">
          <a:xfrm>
            <a:off x="2372216" y="2893577"/>
            <a:ext cx="335297" cy="274335"/>
          </a:xfrm>
          <a:prstGeom prst="rect">
            <a:avLst/>
          </a:prstGeom>
        </p:spPr>
      </p:pic>
      <p:pic>
        <p:nvPicPr>
          <p:cNvPr id="43" name="图片 86" descr="核心交换机.png"/>
          <p:cNvPicPr>
            <a:picLocks noChangeAspect="1"/>
          </p:cNvPicPr>
          <p:nvPr/>
        </p:nvPicPr>
        <p:blipFill>
          <a:blip r:embed="rId5" cstate="print"/>
          <a:stretch>
            <a:fillRect/>
          </a:stretch>
        </p:blipFill>
        <p:spPr bwMode="gray">
          <a:xfrm>
            <a:off x="3193938" y="2893577"/>
            <a:ext cx="335297" cy="274335"/>
          </a:xfrm>
          <a:prstGeom prst="rect">
            <a:avLst/>
          </a:prstGeom>
        </p:spPr>
      </p:pic>
      <p:cxnSp>
        <p:nvCxnSpPr>
          <p:cNvPr id="44" name="Straight Connector 13"/>
          <p:cNvCxnSpPr>
            <a:stCxn id="42" idx="3"/>
            <a:endCxn id="43" idx="1"/>
          </p:cNvCxnSpPr>
          <p:nvPr/>
        </p:nvCxnSpPr>
        <p:spPr bwMode="gray">
          <a:xfrm>
            <a:off x="2707513" y="3030745"/>
            <a:ext cx="486425" cy="0"/>
          </a:xfrm>
          <a:prstGeom prst="line">
            <a:avLst/>
          </a:prstGeom>
          <a:noFill/>
          <a:ln w="19050" cap="flat" cmpd="sng" algn="ctr">
            <a:solidFill>
              <a:srgbClr val="EC7061"/>
            </a:solidFill>
            <a:prstDash val="solid"/>
            <a:miter lim="800000"/>
          </a:ln>
          <a:effectLst/>
        </p:spPr>
      </p:cxnSp>
      <p:pic>
        <p:nvPicPr>
          <p:cNvPr id="45" name="图片 87" descr="汇聚交换机.png"/>
          <p:cNvPicPr>
            <a:picLocks noChangeAspect="1"/>
          </p:cNvPicPr>
          <p:nvPr/>
        </p:nvPicPr>
        <p:blipFill>
          <a:blip r:embed="rId6" cstate="print"/>
          <a:stretch>
            <a:fillRect/>
          </a:stretch>
        </p:blipFill>
        <p:spPr bwMode="gray">
          <a:xfrm>
            <a:off x="1366936" y="3796338"/>
            <a:ext cx="335297" cy="274335"/>
          </a:xfrm>
          <a:prstGeom prst="rect">
            <a:avLst/>
          </a:prstGeom>
        </p:spPr>
      </p:pic>
      <p:pic>
        <p:nvPicPr>
          <p:cNvPr id="46" name="图片 87" descr="汇聚交换机.png"/>
          <p:cNvPicPr>
            <a:picLocks noChangeAspect="1"/>
          </p:cNvPicPr>
          <p:nvPr/>
        </p:nvPicPr>
        <p:blipFill>
          <a:blip r:embed="rId6" cstate="print"/>
          <a:stretch>
            <a:fillRect/>
          </a:stretch>
        </p:blipFill>
        <p:spPr bwMode="gray">
          <a:xfrm>
            <a:off x="2186685" y="3796338"/>
            <a:ext cx="335297" cy="274335"/>
          </a:xfrm>
          <a:prstGeom prst="rect">
            <a:avLst/>
          </a:prstGeom>
        </p:spPr>
      </p:pic>
      <p:cxnSp>
        <p:nvCxnSpPr>
          <p:cNvPr id="47" name="Straight Connector 16"/>
          <p:cNvCxnSpPr>
            <a:stCxn id="45" idx="3"/>
            <a:endCxn id="46" idx="1"/>
          </p:cNvCxnSpPr>
          <p:nvPr/>
        </p:nvCxnSpPr>
        <p:spPr bwMode="gray">
          <a:xfrm>
            <a:off x="1702233" y="3933506"/>
            <a:ext cx="484452" cy="0"/>
          </a:xfrm>
          <a:prstGeom prst="line">
            <a:avLst/>
          </a:prstGeom>
          <a:noFill/>
          <a:ln w="19050" cap="flat" cmpd="sng" algn="ctr">
            <a:solidFill>
              <a:srgbClr val="EC7061"/>
            </a:solidFill>
            <a:prstDash val="solid"/>
            <a:miter lim="800000"/>
          </a:ln>
          <a:effectLst/>
        </p:spPr>
      </p:cxnSp>
      <p:pic>
        <p:nvPicPr>
          <p:cNvPr id="48" name="图片 87" descr="汇聚交换机.png"/>
          <p:cNvPicPr>
            <a:picLocks noChangeAspect="1"/>
          </p:cNvPicPr>
          <p:nvPr/>
        </p:nvPicPr>
        <p:blipFill>
          <a:blip r:embed="rId6" cstate="print"/>
          <a:stretch>
            <a:fillRect/>
          </a:stretch>
        </p:blipFill>
        <p:spPr bwMode="gray">
          <a:xfrm>
            <a:off x="3380455" y="3796338"/>
            <a:ext cx="335297" cy="274335"/>
          </a:xfrm>
          <a:prstGeom prst="rect">
            <a:avLst/>
          </a:prstGeom>
        </p:spPr>
      </p:pic>
      <p:pic>
        <p:nvPicPr>
          <p:cNvPr id="49" name="图片 87" descr="汇聚交换机.png"/>
          <p:cNvPicPr>
            <a:picLocks noChangeAspect="1"/>
          </p:cNvPicPr>
          <p:nvPr/>
        </p:nvPicPr>
        <p:blipFill>
          <a:blip r:embed="rId6" cstate="print"/>
          <a:stretch>
            <a:fillRect/>
          </a:stretch>
        </p:blipFill>
        <p:spPr bwMode="gray">
          <a:xfrm>
            <a:off x="4201191" y="3796338"/>
            <a:ext cx="335297" cy="274335"/>
          </a:xfrm>
          <a:prstGeom prst="rect">
            <a:avLst/>
          </a:prstGeom>
        </p:spPr>
      </p:pic>
      <p:cxnSp>
        <p:nvCxnSpPr>
          <p:cNvPr id="50" name="Straight Connector 29"/>
          <p:cNvCxnSpPr>
            <a:stCxn id="48" idx="3"/>
            <a:endCxn id="49" idx="1"/>
          </p:cNvCxnSpPr>
          <p:nvPr/>
        </p:nvCxnSpPr>
        <p:spPr bwMode="gray">
          <a:xfrm>
            <a:off x="3715752" y="3933506"/>
            <a:ext cx="485439" cy="0"/>
          </a:xfrm>
          <a:prstGeom prst="line">
            <a:avLst/>
          </a:prstGeom>
          <a:noFill/>
          <a:ln w="19050" cap="flat" cmpd="sng" algn="ctr">
            <a:solidFill>
              <a:srgbClr val="EC7061"/>
            </a:solidFill>
            <a:prstDash val="solid"/>
            <a:miter lim="800000"/>
          </a:ln>
          <a:effectLst/>
        </p:spPr>
      </p:cxnSp>
      <p:cxnSp>
        <p:nvCxnSpPr>
          <p:cNvPr id="51" name="Straight Connector 30"/>
          <p:cNvCxnSpPr>
            <a:stCxn id="45" idx="0"/>
            <a:endCxn id="42" idx="2"/>
          </p:cNvCxnSpPr>
          <p:nvPr/>
        </p:nvCxnSpPr>
        <p:spPr bwMode="gray">
          <a:xfrm flipV="1">
            <a:off x="1534585" y="3167912"/>
            <a:ext cx="1005280" cy="628426"/>
          </a:xfrm>
          <a:prstGeom prst="line">
            <a:avLst/>
          </a:prstGeom>
          <a:noFill/>
          <a:ln w="19050" cap="flat" cmpd="sng" algn="ctr">
            <a:solidFill>
              <a:sysClr val="windowText" lastClr="000000"/>
            </a:solidFill>
            <a:prstDash val="solid"/>
            <a:miter lim="800000"/>
          </a:ln>
          <a:effectLst/>
        </p:spPr>
      </p:cxnSp>
      <p:cxnSp>
        <p:nvCxnSpPr>
          <p:cNvPr id="52" name="Straight Connector 33"/>
          <p:cNvCxnSpPr>
            <a:stCxn id="46" idx="0"/>
            <a:endCxn id="43" idx="2"/>
          </p:cNvCxnSpPr>
          <p:nvPr/>
        </p:nvCxnSpPr>
        <p:spPr bwMode="gray">
          <a:xfrm flipV="1">
            <a:off x="2354334" y="3167912"/>
            <a:ext cx="1007253" cy="628426"/>
          </a:xfrm>
          <a:prstGeom prst="line">
            <a:avLst/>
          </a:prstGeom>
          <a:noFill/>
          <a:ln w="19050" cap="flat" cmpd="sng" algn="ctr">
            <a:solidFill>
              <a:sysClr val="windowText" lastClr="000000"/>
            </a:solidFill>
            <a:prstDash val="solid"/>
            <a:miter lim="800000"/>
          </a:ln>
          <a:effectLst/>
        </p:spPr>
      </p:cxnSp>
      <p:cxnSp>
        <p:nvCxnSpPr>
          <p:cNvPr id="53" name="Straight Connector 36"/>
          <p:cNvCxnSpPr>
            <a:stCxn id="48" idx="0"/>
            <a:endCxn id="42" idx="2"/>
          </p:cNvCxnSpPr>
          <p:nvPr/>
        </p:nvCxnSpPr>
        <p:spPr bwMode="gray">
          <a:xfrm flipH="1" flipV="1">
            <a:off x="2539865" y="3167912"/>
            <a:ext cx="1008239" cy="628426"/>
          </a:xfrm>
          <a:prstGeom prst="line">
            <a:avLst/>
          </a:prstGeom>
          <a:noFill/>
          <a:ln w="19050" cap="flat" cmpd="sng" algn="ctr">
            <a:solidFill>
              <a:sysClr val="windowText" lastClr="000000"/>
            </a:solidFill>
            <a:prstDash val="solid"/>
            <a:miter lim="800000"/>
          </a:ln>
          <a:effectLst/>
        </p:spPr>
      </p:cxnSp>
      <p:cxnSp>
        <p:nvCxnSpPr>
          <p:cNvPr id="54" name="Straight Connector 39"/>
          <p:cNvCxnSpPr>
            <a:stCxn id="49" idx="0"/>
            <a:endCxn id="43" idx="2"/>
          </p:cNvCxnSpPr>
          <p:nvPr/>
        </p:nvCxnSpPr>
        <p:spPr bwMode="gray">
          <a:xfrm flipH="1" flipV="1">
            <a:off x="3361587" y="3167912"/>
            <a:ext cx="1007253" cy="628426"/>
          </a:xfrm>
          <a:prstGeom prst="line">
            <a:avLst/>
          </a:prstGeom>
          <a:noFill/>
          <a:ln w="19050" cap="flat" cmpd="sng" algn="ctr">
            <a:solidFill>
              <a:sysClr val="windowText" lastClr="000000"/>
            </a:solidFill>
            <a:prstDash val="solid"/>
            <a:miter lim="800000"/>
          </a:ln>
          <a:effectLst/>
        </p:spPr>
      </p:cxnSp>
      <p:sp>
        <p:nvSpPr>
          <p:cNvPr id="55" name="Oval 42"/>
          <p:cNvSpPr/>
          <p:nvPr/>
        </p:nvSpPr>
        <p:spPr bwMode="gray">
          <a:xfrm rot="3077028">
            <a:off x="2147893" y="3446651"/>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6" name="图片 106" descr="堆叠交换机蓝.png"/>
          <p:cNvPicPr>
            <a:picLocks noChangeAspect="1"/>
          </p:cNvPicPr>
          <p:nvPr/>
        </p:nvPicPr>
        <p:blipFill>
          <a:blip r:embed="rId7" cstate="print"/>
          <a:stretch>
            <a:fillRect/>
          </a:stretch>
        </p:blipFill>
        <p:spPr bwMode="gray">
          <a:xfrm>
            <a:off x="1366039" y="4676931"/>
            <a:ext cx="337091" cy="275802"/>
          </a:xfrm>
          <a:prstGeom prst="rect">
            <a:avLst/>
          </a:prstGeom>
        </p:spPr>
      </p:pic>
      <p:pic>
        <p:nvPicPr>
          <p:cNvPr id="57" name="图片 106" descr="堆叠交换机蓝.png"/>
          <p:cNvPicPr>
            <a:picLocks noChangeAspect="1"/>
          </p:cNvPicPr>
          <p:nvPr/>
        </p:nvPicPr>
        <p:blipFill>
          <a:blip r:embed="rId7" cstate="print"/>
          <a:stretch>
            <a:fillRect/>
          </a:stretch>
        </p:blipFill>
        <p:spPr bwMode="gray">
          <a:xfrm>
            <a:off x="2185788" y="4676931"/>
            <a:ext cx="337091" cy="275802"/>
          </a:xfrm>
          <a:prstGeom prst="rect">
            <a:avLst/>
          </a:prstGeom>
        </p:spPr>
      </p:pic>
      <p:cxnSp>
        <p:nvCxnSpPr>
          <p:cNvPr id="58" name="Straight Connector 34"/>
          <p:cNvCxnSpPr>
            <a:stCxn id="56" idx="0"/>
            <a:endCxn id="45" idx="2"/>
          </p:cNvCxnSpPr>
          <p:nvPr/>
        </p:nvCxnSpPr>
        <p:spPr bwMode="gray">
          <a:xfrm flipV="1">
            <a:off x="1534585" y="4070673"/>
            <a:ext cx="0" cy="606258"/>
          </a:xfrm>
          <a:prstGeom prst="line">
            <a:avLst/>
          </a:prstGeom>
          <a:noFill/>
          <a:ln w="19050" cap="flat" cmpd="sng" algn="ctr">
            <a:solidFill>
              <a:sysClr val="windowText" lastClr="000000"/>
            </a:solidFill>
            <a:prstDash val="solid"/>
            <a:miter lim="800000"/>
          </a:ln>
          <a:effectLst/>
        </p:spPr>
      </p:cxnSp>
      <p:cxnSp>
        <p:nvCxnSpPr>
          <p:cNvPr id="59" name="Straight Connector 35"/>
          <p:cNvCxnSpPr>
            <a:stCxn id="56" idx="0"/>
            <a:endCxn id="46" idx="2"/>
          </p:cNvCxnSpPr>
          <p:nvPr/>
        </p:nvCxnSpPr>
        <p:spPr bwMode="gray">
          <a:xfrm flipV="1">
            <a:off x="1534585" y="4070673"/>
            <a:ext cx="819749" cy="606258"/>
          </a:xfrm>
          <a:prstGeom prst="line">
            <a:avLst/>
          </a:prstGeom>
          <a:noFill/>
          <a:ln w="19050" cap="flat" cmpd="sng" algn="ctr">
            <a:solidFill>
              <a:sysClr val="windowText" lastClr="000000"/>
            </a:solidFill>
            <a:prstDash val="solid"/>
            <a:miter lim="800000"/>
          </a:ln>
          <a:effectLst/>
        </p:spPr>
      </p:cxnSp>
      <p:cxnSp>
        <p:nvCxnSpPr>
          <p:cNvPr id="60" name="Straight Connector 37"/>
          <p:cNvCxnSpPr>
            <a:stCxn id="57" idx="0"/>
            <a:endCxn id="45" idx="2"/>
          </p:cNvCxnSpPr>
          <p:nvPr/>
        </p:nvCxnSpPr>
        <p:spPr bwMode="gray">
          <a:xfrm flipH="1" flipV="1">
            <a:off x="1534585" y="4070673"/>
            <a:ext cx="819749" cy="606258"/>
          </a:xfrm>
          <a:prstGeom prst="line">
            <a:avLst/>
          </a:prstGeom>
          <a:noFill/>
          <a:ln w="19050" cap="flat" cmpd="sng" algn="ctr">
            <a:solidFill>
              <a:sysClr val="windowText" lastClr="000000"/>
            </a:solidFill>
            <a:prstDash val="solid"/>
            <a:miter lim="800000"/>
          </a:ln>
          <a:effectLst/>
        </p:spPr>
      </p:cxnSp>
      <p:cxnSp>
        <p:nvCxnSpPr>
          <p:cNvPr id="61" name="Straight Connector 38"/>
          <p:cNvCxnSpPr>
            <a:stCxn id="57" idx="0"/>
            <a:endCxn id="46" idx="2"/>
          </p:cNvCxnSpPr>
          <p:nvPr/>
        </p:nvCxnSpPr>
        <p:spPr bwMode="gray">
          <a:xfrm flipV="1">
            <a:off x="2354334" y="4070673"/>
            <a:ext cx="0" cy="606258"/>
          </a:xfrm>
          <a:prstGeom prst="line">
            <a:avLst/>
          </a:prstGeom>
          <a:noFill/>
          <a:ln w="19050" cap="flat" cmpd="sng" algn="ctr">
            <a:solidFill>
              <a:sysClr val="windowText" lastClr="000000"/>
            </a:solidFill>
            <a:prstDash val="solid"/>
            <a:miter lim="800000"/>
          </a:ln>
          <a:effectLst/>
        </p:spPr>
      </p:cxnSp>
      <p:grpSp>
        <p:nvGrpSpPr>
          <p:cNvPr id="62" name="Group 40"/>
          <p:cNvGrpSpPr/>
          <p:nvPr/>
        </p:nvGrpSpPr>
        <p:grpSpPr bwMode="gray">
          <a:xfrm>
            <a:off x="1813476" y="4783034"/>
            <a:ext cx="261965" cy="61979"/>
            <a:chOff x="559282" y="6488261"/>
            <a:chExt cx="261965" cy="61979"/>
          </a:xfrm>
          <a:solidFill>
            <a:sysClr val="window" lastClr="FFFFFF">
              <a:lumMod val="50000"/>
            </a:sysClr>
          </a:solidFill>
        </p:grpSpPr>
        <p:sp>
          <p:nvSpPr>
            <p:cNvPr id="63"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66" name="图片 106" descr="堆叠交换机蓝.png"/>
          <p:cNvPicPr>
            <a:picLocks noChangeAspect="1"/>
          </p:cNvPicPr>
          <p:nvPr/>
        </p:nvPicPr>
        <p:blipFill>
          <a:blip r:embed="rId7" cstate="print"/>
          <a:stretch>
            <a:fillRect/>
          </a:stretch>
        </p:blipFill>
        <p:spPr bwMode="gray">
          <a:xfrm>
            <a:off x="3379558" y="4676931"/>
            <a:ext cx="337091" cy="275802"/>
          </a:xfrm>
          <a:prstGeom prst="rect">
            <a:avLst/>
          </a:prstGeom>
        </p:spPr>
      </p:pic>
      <p:pic>
        <p:nvPicPr>
          <p:cNvPr id="67" name="图片 106" descr="堆叠交换机蓝.png"/>
          <p:cNvPicPr>
            <a:picLocks noChangeAspect="1"/>
          </p:cNvPicPr>
          <p:nvPr/>
        </p:nvPicPr>
        <p:blipFill>
          <a:blip r:embed="rId7" cstate="print"/>
          <a:stretch>
            <a:fillRect/>
          </a:stretch>
        </p:blipFill>
        <p:spPr bwMode="gray">
          <a:xfrm>
            <a:off x="4200294" y="4676931"/>
            <a:ext cx="337091" cy="275802"/>
          </a:xfrm>
          <a:prstGeom prst="rect">
            <a:avLst/>
          </a:prstGeom>
        </p:spPr>
      </p:pic>
      <p:grpSp>
        <p:nvGrpSpPr>
          <p:cNvPr id="68" name="Group 54"/>
          <p:cNvGrpSpPr/>
          <p:nvPr/>
        </p:nvGrpSpPr>
        <p:grpSpPr bwMode="gray">
          <a:xfrm>
            <a:off x="3827982" y="4783034"/>
            <a:ext cx="261965" cy="61979"/>
            <a:chOff x="559282" y="6488261"/>
            <a:chExt cx="261965" cy="61979"/>
          </a:xfrm>
          <a:solidFill>
            <a:sysClr val="window" lastClr="FFFFFF">
              <a:lumMod val="50000"/>
            </a:sysClr>
          </a:solidFill>
        </p:grpSpPr>
        <p:sp>
          <p:nvSpPr>
            <p:cNvPr id="69"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2" name="Straight Connector 58"/>
          <p:cNvCxnSpPr>
            <a:stCxn id="66" idx="0"/>
            <a:endCxn id="48" idx="2"/>
          </p:cNvCxnSpPr>
          <p:nvPr/>
        </p:nvCxnSpPr>
        <p:spPr bwMode="gray">
          <a:xfrm flipV="1">
            <a:off x="3548104" y="4070673"/>
            <a:ext cx="0" cy="606258"/>
          </a:xfrm>
          <a:prstGeom prst="line">
            <a:avLst/>
          </a:prstGeom>
          <a:noFill/>
          <a:ln w="19050" cap="flat" cmpd="sng" algn="ctr">
            <a:solidFill>
              <a:sysClr val="windowText" lastClr="000000"/>
            </a:solidFill>
            <a:prstDash val="solid"/>
            <a:miter lim="800000"/>
          </a:ln>
          <a:effectLst/>
        </p:spPr>
      </p:cxnSp>
      <p:cxnSp>
        <p:nvCxnSpPr>
          <p:cNvPr id="73" name="Straight Connector 61"/>
          <p:cNvCxnSpPr>
            <a:stCxn id="67" idx="0"/>
            <a:endCxn id="49" idx="2"/>
          </p:cNvCxnSpPr>
          <p:nvPr/>
        </p:nvCxnSpPr>
        <p:spPr bwMode="gray">
          <a:xfrm flipV="1">
            <a:off x="4368840" y="4070673"/>
            <a:ext cx="0" cy="606258"/>
          </a:xfrm>
          <a:prstGeom prst="line">
            <a:avLst/>
          </a:prstGeom>
          <a:noFill/>
          <a:ln w="19050" cap="flat" cmpd="sng" algn="ctr">
            <a:solidFill>
              <a:sysClr val="windowText" lastClr="000000"/>
            </a:solidFill>
            <a:prstDash val="solid"/>
            <a:miter lim="800000"/>
          </a:ln>
          <a:effectLst/>
        </p:spPr>
      </p:cxnSp>
      <p:cxnSp>
        <p:nvCxnSpPr>
          <p:cNvPr id="74" name="Straight Connector 64"/>
          <p:cNvCxnSpPr>
            <a:stCxn id="66" idx="0"/>
            <a:endCxn id="49" idx="2"/>
          </p:cNvCxnSpPr>
          <p:nvPr/>
        </p:nvCxnSpPr>
        <p:spPr bwMode="gray">
          <a:xfrm flipV="1">
            <a:off x="3548104" y="4070673"/>
            <a:ext cx="820736" cy="606258"/>
          </a:xfrm>
          <a:prstGeom prst="line">
            <a:avLst/>
          </a:prstGeom>
          <a:noFill/>
          <a:ln w="19050" cap="flat" cmpd="sng" algn="ctr">
            <a:solidFill>
              <a:sysClr val="windowText" lastClr="000000"/>
            </a:solidFill>
            <a:prstDash val="solid"/>
            <a:miter lim="800000"/>
          </a:ln>
          <a:effectLst/>
        </p:spPr>
      </p:cxnSp>
      <p:cxnSp>
        <p:nvCxnSpPr>
          <p:cNvPr id="75" name="Straight Connector 67"/>
          <p:cNvCxnSpPr>
            <a:stCxn id="67" idx="0"/>
            <a:endCxn id="48" idx="2"/>
          </p:cNvCxnSpPr>
          <p:nvPr/>
        </p:nvCxnSpPr>
        <p:spPr bwMode="gray">
          <a:xfrm flipH="1" flipV="1">
            <a:off x="3548104" y="4070673"/>
            <a:ext cx="820736" cy="606258"/>
          </a:xfrm>
          <a:prstGeom prst="line">
            <a:avLst/>
          </a:prstGeom>
          <a:noFill/>
          <a:ln w="19050" cap="flat" cmpd="sng" algn="ctr">
            <a:solidFill>
              <a:sysClr val="windowText" lastClr="000000"/>
            </a:solidFill>
            <a:prstDash val="solid"/>
            <a:miter lim="800000"/>
          </a:ln>
          <a:effectLst/>
        </p:spPr>
      </p:cxnSp>
      <p:cxnSp>
        <p:nvCxnSpPr>
          <p:cNvPr id="76" name="Straight Connector 70"/>
          <p:cNvCxnSpPr>
            <a:stCxn id="40" idx="0"/>
            <a:endCxn id="57" idx="2"/>
          </p:cNvCxnSpPr>
          <p:nvPr/>
        </p:nvCxnSpPr>
        <p:spPr bwMode="gray">
          <a:xfrm flipV="1">
            <a:off x="2353347" y="4952733"/>
            <a:ext cx="987" cy="232097"/>
          </a:xfrm>
          <a:prstGeom prst="line">
            <a:avLst/>
          </a:prstGeom>
          <a:noFill/>
          <a:ln w="19050" cap="flat" cmpd="sng" algn="ctr">
            <a:solidFill>
              <a:sysClr val="windowText" lastClr="000000"/>
            </a:solidFill>
            <a:prstDash val="solid"/>
            <a:miter lim="800000"/>
          </a:ln>
          <a:effectLst/>
        </p:spPr>
      </p:cxnSp>
      <p:cxnSp>
        <p:nvCxnSpPr>
          <p:cNvPr id="77" name="Straight Connector 79"/>
          <p:cNvCxnSpPr>
            <a:stCxn id="42" idx="1"/>
            <a:endCxn id="41" idx="3"/>
          </p:cNvCxnSpPr>
          <p:nvPr/>
        </p:nvCxnSpPr>
        <p:spPr bwMode="gray">
          <a:xfrm flipH="1" flipV="1">
            <a:off x="1770188" y="3030744"/>
            <a:ext cx="602028" cy="1"/>
          </a:xfrm>
          <a:prstGeom prst="line">
            <a:avLst/>
          </a:prstGeom>
          <a:noFill/>
          <a:ln w="19050" cap="flat" cmpd="sng" algn="ctr">
            <a:solidFill>
              <a:sysClr val="windowText" lastClr="000000"/>
            </a:solidFill>
            <a:prstDash val="solid"/>
            <a:miter lim="800000"/>
          </a:ln>
          <a:effectLst/>
        </p:spPr>
      </p:cxnSp>
      <p:pic>
        <p:nvPicPr>
          <p:cNvPr id="78"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2369215" y="1618340"/>
            <a:ext cx="337091" cy="275801"/>
          </a:xfrm>
          <a:prstGeom prst="rect">
            <a:avLst/>
          </a:prstGeom>
          <a:noFill/>
        </p:spPr>
      </p:pic>
      <p:pic>
        <p:nvPicPr>
          <p:cNvPr id="79"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193041" y="1618340"/>
            <a:ext cx="337091" cy="275801"/>
          </a:xfrm>
          <a:prstGeom prst="rect">
            <a:avLst/>
          </a:prstGeom>
          <a:noFill/>
        </p:spPr>
      </p:pic>
      <p:cxnSp>
        <p:nvCxnSpPr>
          <p:cNvPr id="80" name="Straight Connector 98"/>
          <p:cNvCxnSpPr>
            <a:stCxn id="79" idx="2"/>
            <a:endCxn id="43" idx="0"/>
          </p:cNvCxnSpPr>
          <p:nvPr/>
        </p:nvCxnSpPr>
        <p:spPr bwMode="gray">
          <a:xfrm>
            <a:off x="3361587" y="1894141"/>
            <a:ext cx="0" cy="999436"/>
          </a:xfrm>
          <a:prstGeom prst="line">
            <a:avLst/>
          </a:prstGeom>
          <a:noFill/>
          <a:ln w="19050" cap="flat" cmpd="sng" algn="ctr">
            <a:solidFill>
              <a:sysClr val="windowText" lastClr="000000"/>
            </a:solidFill>
            <a:prstDash val="solid"/>
            <a:miter lim="800000"/>
          </a:ln>
          <a:effectLst/>
        </p:spPr>
      </p:cxnSp>
      <p:cxnSp>
        <p:nvCxnSpPr>
          <p:cNvPr id="81" name="Straight Connector 101"/>
          <p:cNvCxnSpPr>
            <a:stCxn id="78" idx="2"/>
            <a:endCxn id="42" idx="0"/>
          </p:cNvCxnSpPr>
          <p:nvPr/>
        </p:nvCxnSpPr>
        <p:spPr bwMode="gray">
          <a:xfrm>
            <a:off x="2537761" y="1894141"/>
            <a:ext cx="2104" cy="999436"/>
          </a:xfrm>
          <a:prstGeom prst="line">
            <a:avLst/>
          </a:prstGeom>
          <a:noFill/>
          <a:ln w="19050" cap="flat" cmpd="sng" algn="ctr">
            <a:solidFill>
              <a:sysClr val="windowText" lastClr="000000"/>
            </a:solidFill>
            <a:prstDash val="solid"/>
            <a:miter lim="800000"/>
          </a:ln>
          <a:effectLst/>
        </p:spPr>
      </p:cxnSp>
      <p:cxnSp>
        <p:nvCxnSpPr>
          <p:cNvPr id="82" name="Straight Connector 104"/>
          <p:cNvCxnSpPr>
            <a:stCxn id="78" idx="3"/>
            <a:endCxn id="79" idx="1"/>
          </p:cNvCxnSpPr>
          <p:nvPr/>
        </p:nvCxnSpPr>
        <p:spPr bwMode="gray">
          <a:xfrm>
            <a:off x="2706306" y="1756241"/>
            <a:ext cx="486735" cy="0"/>
          </a:xfrm>
          <a:prstGeom prst="line">
            <a:avLst/>
          </a:prstGeom>
          <a:noFill/>
          <a:ln w="19050" cap="flat" cmpd="sng" algn="ctr">
            <a:solidFill>
              <a:sysClr val="windowText" lastClr="000000"/>
            </a:solidFill>
            <a:prstDash val="solid"/>
            <a:miter lim="800000"/>
          </a:ln>
          <a:effectLst/>
        </p:spPr>
      </p:cxnSp>
      <p:sp>
        <p:nvSpPr>
          <p:cNvPr id="83" name="Oval 59"/>
          <p:cNvSpPr/>
          <p:nvPr/>
        </p:nvSpPr>
        <p:spPr bwMode="gray">
          <a:xfrm rot="1782887">
            <a:off x="1457401" y="4472390"/>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Oval 62"/>
          <p:cNvSpPr/>
          <p:nvPr/>
        </p:nvSpPr>
        <p:spPr bwMode="gray">
          <a:xfrm rot="19401600">
            <a:off x="2115302" y="4485141"/>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Oval 63"/>
          <p:cNvSpPr/>
          <p:nvPr/>
        </p:nvSpPr>
        <p:spPr bwMode="gray">
          <a:xfrm rot="1782887">
            <a:off x="3458815" y="4504269"/>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Oval 65"/>
          <p:cNvSpPr/>
          <p:nvPr/>
        </p:nvSpPr>
        <p:spPr bwMode="gray">
          <a:xfrm rot="19401600">
            <a:off x="4153639" y="4479457"/>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7" name="图片 14" descr="日志告警服务器-蓝.png"/>
          <p:cNvPicPr>
            <a:picLocks noChangeAspect="1"/>
          </p:cNvPicPr>
          <p:nvPr/>
        </p:nvPicPr>
        <p:blipFill>
          <a:blip r:embed="rId9" cstate="print"/>
          <a:stretch>
            <a:fillRect/>
          </a:stretch>
        </p:blipFill>
        <p:spPr bwMode="gray">
          <a:xfrm>
            <a:off x="1270628" y="5655710"/>
            <a:ext cx="304595" cy="190195"/>
          </a:xfrm>
          <a:prstGeom prst="rect">
            <a:avLst/>
          </a:prstGeom>
        </p:spPr>
      </p:pic>
      <p:pic>
        <p:nvPicPr>
          <p:cNvPr id="88" name="图片 42" descr="IP电话.png"/>
          <p:cNvPicPr>
            <a:picLocks noChangeAspect="1"/>
          </p:cNvPicPr>
          <p:nvPr/>
        </p:nvPicPr>
        <p:blipFill>
          <a:blip r:embed="rId10" cstate="print"/>
          <a:stretch>
            <a:fillRect/>
          </a:stretch>
        </p:blipFill>
        <p:spPr bwMode="gray">
          <a:xfrm>
            <a:off x="2126272" y="5593217"/>
            <a:ext cx="335265" cy="315180"/>
          </a:xfrm>
          <a:prstGeom prst="rect">
            <a:avLst/>
          </a:prstGeom>
        </p:spPr>
      </p:pic>
      <p:pic>
        <p:nvPicPr>
          <p:cNvPr id="89" name="图片 11" descr="开放网络-蓝.png"/>
          <p:cNvPicPr>
            <a:picLocks noChangeAspect="1"/>
          </p:cNvPicPr>
          <p:nvPr/>
        </p:nvPicPr>
        <p:blipFill>
          <a:blip r:embed="rId11" cstate="print"/>
          <a:stretch>
            <a:fillRect/>
          </a:stretch>
        </p:blipFill>
        <p:spPr bwMode="gray">
          <a:xfrm>
            <a:off x="3314838" y="5633571"/>
            <a:ext cx="304595" cy="234472"/>
          </a:xfrm>
          <a:prstGeom prst="rect">
            <a:avLst/>
          </a:prstGeom>
        </p:spPr>
      </p:pic>
      <p:pic>
        <p:nvPicPr>
          <p:cNvPr id="90" name="图片 158" descr="SAN网络-蓝.png"/>
          <p:cNvPicPr>
            <a:picLocks noChangeAspect="1"/>
          </p:cNvPicPr>
          <p:nvPr/>
        </p:nvPicPr>
        <p:blipFill>
          <a:blip r:embed="rId12" cstate="print"/>
          <a:stretch>
            <a:fillRect/>
          </a:stretch>
        </p:blipFill>
        <p:spPr bwMode="gray">
          <a:xfrm>
            <a:off x="1767687" y="5614729"/>
            <a:ext cx="166121" cy="272157"/>
          </a:xfrm>
          <a:prstGeom prst="rect">
            <a:avLst/>
          </a:prstGeom>
        </p:spPr>
      </p:pic>
      <p:pic>
        <p:nvPicPr>
          <p:cNvPr id="91" name="图片 47" descr="打印机.png"/>
          <p:cNvPicPr>
            <a:picLocks noChangeAspect="1"/>
          </p:cNvPicPr>
          <p:nvPr/>
        </p:nvPicPr>
        <p:blipFill>
          <a:blip r:embed="rId13" cstate="print"/>
          <a:stretch>
            <a:fillRect/>
          </a:stretch>
        </p:blipFill>
        <p:spPr bwMode="gray">
          <a:xfrm>
            <a:off x="4190739" y="5617805"/>
            <a:ext cx="334175" cy="266004"/>
          </a:xfrm>
          <a:prstGeom prst="rect">
            <a:avLst/>
          </a:prstGeom>
        </p:spPr>
      </p:pic>
      <p:pic>
        <p:nvPicPr>
          <p:cNvPr id="92" name="图片 157" descr="故障链路.png"/>
          <p:cNvPicPr>
            <a:picLocks noChangeAspect="1"/>
          </p:cNvPicPr>
          <p:nvPr/>
        </p:nvPicPr>
        <p:blipFill>
          <a:blip r:embed="rId14" cstate="print"/>
          <a:stretch>
            <a:fillRect/>
          </a:stretch>
        </p:blipFill>
        <p:spPr bwMode="gray">
          <a:xfrm>
            <a:off x="3737438" y="5625795"/>
            <a:ext cx="335297" cy="250025"/>
          </a:xfrm>
          <a:prstGeom prst="rect">
            <a:avLst/>
          </a:prstGeom>
        </p:spPr>
      </p:pic>
      <p:sp>
        <p:nvSpPr>
          <p:cNvPr id="98" name="Oval 92"/>
          <p:cNvSpPr/>
          <p:nvPr/>
        </p:nvSpPr>
        <p:spPr bwMode="gray">
          <a:xfrm rot="18651691">
            <a:off x="3192201" y="3464139"/>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9"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2358746" y="2041692"/>
            <a:ext cx="337091" cy="275801"/>
          </a:xfrm>
          <a:prstGeom prst="rect">
            <a:avLst/>
          </a:prstGeom>
        </p:spPr>
      </p:pic>
      <p:pic>
        <p:nvPicPr>
          <p:cNvPr id="100"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193041" y="2041692"/>
            <a:ext cx="337091" cy="275801"/>
          </a:xfrm>
          <a:prstGeom prst="rect">
            <a:avLst/>
          </a:prstGeom>
        </p:spPr>
      </p:pic>
      <p:cxnSp>
        <p:nvCxnSpPr>
          <p:cNvPr id="101" name="Straight Connector 127"/>
          <p:cNvCxnSpPr>
            <a:stCxn id="99" idx="3"/>
            <a:endCxn id="100" idx="1"/>
          </p:cNvCxnSpPr>
          <p:nvPr/>
        </p:nvCxnSpPr>
        <p:spPr bwMode="gray">
          <a:xfrm>
            <a:off x="2695837" y="2179593"/>
            <a:ext cx="497204" cy="0"/>
          </a:xfrm>
          <a:prstGeom prst="line">
            <a:avLst/>
          </a:prstGeom>
          <a:noFill/>
          <a:ln w="19050" cap="flat" cmpd="sng" algn="ctr">
            <a:solidFill>
              <a:sysClr val="windowText" lastClr="000000"/>
            </a:solidFill>
            <a:prstDash val="sysDash"/>
            <a:miter lim="800000"/>
          </a:ln>
          <a:effectLst/>
        </p:spPr>
      </p:cxnSp>
      <p:pic>
        <p:nvPicPr>
          <p:cNvPr id="102" name="图片 102" descr="AC-蓝.png"/>
          <p:cNvPicPr>
            <a:picLocks noChangeAspect="1"/>
          </p:cNvPicPr>
          <p:nvPr/>
        </p:nvPicPr>
        <p:blipFill>
          <a:blip r:embed="rId4" cstate="print"/>
          <a:stretch>
            <a:fillRect/>
          </a:stretch>
        </p:blipFill>
        <p:spPr bwMode="gray">
          <a:xfrm>
            <a:off x="4161626" y="2892843"/>
            <a:ext cx="337091" cy="275802"/>
          </a:xfrm>
          <a:prstGeom prst="rect">
            <a:avLst/>
          </a:prstGeom>
        </p:spPr>
      </p:pic>
      <p:sp>
        <p:nvSpPr>
          <p:cNvPr id="103" name="圆角矩形 102"/>
          <p:cNvSpPr/>
          <p:nvPr/>
        </p:nvSpPr>
        <p:spPr bwMode="gray">
          <a:xfrm>
            <a:off x="4403578" y="2539008"/>
            <a:ext cx="186517" cy="264140"/>
          </a:xfrm>
          <a:prstGeom prst="roundRect">
            <a:avLst>
              <a:gd name="adj" fmla="val 2563"/>
            </a:avLst>
          </a:prstGeom>
          <a:noFill/>
        </p:spPr>
        <p:txBody>
          <a:bodyPr wrap="none" rtlCol="0">
            <a:spAutoFit/>
          </a:bodyPr>
          <a:lstStyle/>
          <a:p>
            <a:pPr algn="ctr"/>
            <a:endParaRPr lang="zh-CN" altLang="en-US" sz="1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TextBox 20"/>
          <p:cNvSpPr txBox="1"/>
          <p:nvPr/>
        </p:nvSpPr>
        <p:spPr bwMode="gray">
          <a:xfrm>
            <a:off x="4186873" y="2468784"/>
            <a:ext cx="954107"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cxnSp>
        <p:nvCxnSpPr>
          <p:cNvPr id="105" name="Straight Connector 79"/>
          <p:cNvCxnSpPr/>
          <p:nvPr/>
        </p:nvCxnSpPr>
        <p:spPr bwMode="gray">
          <a:xfrm flipH="1">
            <a:off x="1770189" y="2608207"/>
            <a:ext cx="1190149" cy="0"/>
          </a:xfrm>
          <a:prstGeom prst="line">
            <a:avLst/>
          </a:prstGeom>
          <a:noFill/>
          <a:ln w="19050" cap="flat" cmpd="sng" algn="ctr">
            <a:solidFill>
              <a:sysClr val="windowText" lastClr="000000"/>
            </a:solidFill>
            <a:prstDash val="solid"/>
            <a:miter lim="800000"/>
          </a:ln>
          <a:effectLst/>
        </p:spPr>
      </p:cxnSp>
      <p:cxnSp>
        <p:nvCxnSpPr>
          <p:cNvPr id="106" name="Straight Connector 79"/>
          <p:cNvCxnSpPr/>
          <p:nvPr/>
        </p:nvCxnSpPr>
        <p:spPr bwMode="gray">
          <a:xfrm flipH="1">
            <a:off x="1770189" y="2667578"/>
            <a:ext cx="430513" cy="0"/>
          </a:xfrm>
          <a:prstGeom prst="line">
            <a:avLst/>
          </a:prstGeom>
          <a:noFill/>
          <a:ln w="19050" cap="flat" cmpd="sng" algn="ctr">
            <a:solidFill>
              <a:sysClr val="windowText" lastClr="000000"/>
            </a:solidFill>
            <a:prstDash val="solid"/>
            <a:miter lim="800000"/>
          </a:ln>
          <a:effectLst/>
        </p:spPr>
      </p:cxnSp>
      <p:cxnSp>
        <p:nvCxnSpPr>
          <p:cNvPr id="107" name="Straight Connector 79"/>
          <p:cNvCxnSpPr/>
          <p:nvPr/>
        </p:nvCxnSpPr>
        <p:spPr bwMode="gray">
          <a:xfrm flipH="1">
            <a:off x="2864664" y="2667578"/>
            <a:ext cx="1185521" cy="0"/>
          </a:xfrm>
          <a:prstGeom prst="line">
            <a:avLst/>
          </a:prstGeom>
          <a:noFill/>
          <a:ln w="19050" cap="flat" cmpd="sng" algn="ctr">
            <a:solidFill>
              <a:sysClr val="windowText" lastClr="000000"/>
            </a:solidFill>
            <a:prstDash val="solid"/>
            <a:miter lim="800000"/>
          </a:ln>
          <a:effectLst/>
        </p:spPr>
      </p:cxnSp>
      <p:pic>
        <p:nvPicPr>
          <p:cNvPr id="108" name="图片 10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bwMode="gray">
          <a:xfrm>
            <a:off x="2189597" y="1233939"/>
            <a:ext cx="560782" cy="282499"/>
          </a:xfrm>
          <a:prstGeom prst="rect">
            <a:avLst/>
          </a:prstGeom>
        </p:spPr>
      </p:pic>
      <p:pic>
        <p:nvPicPr>
          <p:cNvPr id="109" name="图片 10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3193041" y="1233939"/>
            <a:ext cx="552349" cy="282499"/>
          </a:xfrm>
          <a:prstGeom prst="rect">
            <a:avLst/>
          </a:prstGeom>
        </p:spPr>
      </p:pic>
      <p:pic>
        <p:nvPicPr>
          <p:cNvPr id="110" name="图片 109" descr="数据中心-蓝.png"/>
          <p:cNvPicPr>
            <a:picLocks noChangeAspect="1"/>
          </p:cNvPicPr>
          <p:nvPr/>
        </p:nvPicPr>
        <p:blipFill>
          <a:blip r:embed="rId18" cstate="print"/>
          <a:stretch>
            <a:fillRect/>
          </a:stretch>
        </p:blipFill>
        <p:spPr bwMode="gray">
          <a:xfrm>
            <a:off x="1433785" y="2486043"/>
            <a:ext cx="338400" cy="276873"/>
          </a:xfrm>
          <a:prstGeom prst="rect">
            <a:avLst/>
          </a:prstGeom>
        </p:spPr>
      </p:pic>
      <p:sp>
        <p:nvSpPr>
          <p:cNvPr id="111" name="TextBox 46"/>
          <p:cNvSpPr txBox="1"/>
          <p:nvPr/>
        </p:nvSpPr>
        <p:spPr bwMode="gray">
          <a:xfrm>
            <a:off x="689517" y="2468784"/>
            <a:ext cx="800219"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数据中心</a:t>
            </a:r>
          </a:p>
        </p:txBody>
      </p:sp>
      <p:pic>
        <p:nvPicPr>
          <p:cNvPr id="112" name="图片 111" descr="通用网管-蓝.png"/>
          <p:cNvPicPr>
            <a:picLocks noChangeAspect="1"/>
          </p:cNvPicPr>
          <p:nvPr/>
        </p:nvPicPr>
        <p:blipFill>
          <a:blip r:embed="rId19" cstate="print"/>
          <a:stretch>
            <a:fillRect/>
          </a:stretch>
        </p:blipFill>
        <p:spPr bwMode="gray">
          <a:xfrm>
            <a:off x="3873885" y="2483098"/>
            <a:ext cx="342000" cy="279818"/>
          </a:xfrm>
          <a:prstGeom prst="rect">
            <a:avLst/>
          </a:prstGeom>
        </p:spPr>
      </p:pic>
      <p:sp>
        <p:nvSpPr>
          <p:cNvPr id="4" name="矩形 3"/>
          <p:cNvSpPr/>
          <p:nvPr/>
        </p:nvSpPr>
        <p:spPr bwMode="gray">
          <a:xfrm>
            <a:off x="636289" y="1017201"/>
            <a:ext cx="5243437" cy="5136315"/>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90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报告故障：主动沟通确认</a:t>
            </a:r>
          </a:p>
        </p:txBody>
      </p:sp>
      <p:sp>
        <p:nvSpPr>
          <p:cNvPr id="4" name="文本占位符 3"/>
          <p:cNvSpPr txBox="1">
            <a:spLocks/>
          </p:cNvSpPr>
          <p:nvPr/>
        </p:nvSpPr>
        <p:spPr bwMode="gray">
          <a:xfrm>
            <a:off x="2384425" y="5645890"/>
            <a:ext cx="7423150" cy="53498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617998552"/>
              </p:ext>
            </p:extLst>
          </p:nvPr>
        </p:nvGraphicFramePr>
        <p:xfrm>
          <a:off x="617615" y="1611955"/>
          <a:ext cx="10956769" cy="3360622"/>
        </p:xfrm>
        <a:graphic>
          <a:graphicData uri="http://schemas.openxmlformats.org/drawingml/2006/table">
            <a:tbl>
              <a:tblPr firstRow="1" bandRow="1"/>
              <a:tblGrid>
                <a:gridCol w="2255560">
                  <a:extLst>
                    <a:ext uri="{9D8B030D-6E8A-4147-A177-3AD203B41FA5}">
                      <a16:colId xmlns:a16="http://schemas.microsoft.com/office/drawing/2014/main" val="20000"/>
                    </a:ext>
                  </a:extLst>
                </a:gridCol>
                <a:gridCol w="8701209">
                  <a:extLst>
                    <a:ext uri="{9D8B030D-6E8A-4147-A177-3AD203B41FA5}">
                      <a16:colId xmlns:a16="http://schemas.microsoft.com/office/drawing/2014/main" val="20001"/>
                    </a:ext>
                  </a:extLst>
                </a:gridCol>
              </a:tblGrid>
              <a:tr h="1210202">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故障报告者</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姓名、所在的部门、职位级别、所负责的工作内容、使用电脑的位置（楼层、房间、无线接入还是有线接入）、在使用电脑访问什么网站时发现的问题。</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40218">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故障频率</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故障是突发的、偶尔的、还是频繁的。</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10202">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用户操作</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出现故障之前和之后，用户对自己的终端做了哪些操作，如是否更改了</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地址和</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、是否安装了桌面防火墙软件、安全控制软件等。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五边形 10"/>
          <p:cNvSpPr/>
          <p:nvPr/>
        </p:nvSpPr>
        <p:spPr bwMode="gray">
          <a:xfrm>
            <a:off x="3402456"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12" name="燕尾形 11"/>
          <p:cNvSpPr/>
          <p:nvPr/>
        </p:nvSpPr>
        <p:spPr bwMode="gray">
          <a:xfrm>
            <a:off x="4125869" y="124239"/>
            <a:ext cx="1033407" cy="2131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687187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3272286" y="5322724"/>
            <a:ext cx="6037401" cy="646331"/>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在电话里询问用户上面的内容，并记录在排障报告中。</a:t>
            </a:r>
          </a:p>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12589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确认故障</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确认故障的四个要素：</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故障的主体：哪个网络业务出现了故障。（</a:t>
            </a:r>
            <a:r>
              <a:rPr lang="en-US" altLang="zh-CN" sz="1600" dirty="0">
                <a:sym typeface="Huawei Sans" panose="020C0503030203020204" pitchFamily="34" charset="0"/>
              </a:rPr>
              <a:t>OA</a:t>
            </a:r>
            <a:r>
              <a:rPr lang="zh-CN" altLang="en-US" sz="1600" dirty="0">
                <a:sym typeface="Huawei Sans" panose="020C0503030203020204" pitchFamily="34" charset="0"/>
              </a:rPr>
              <a:t>网络出现故障）</a:t>
            </a:r>
          </a:p>
          <a:p>
            <a:pPr lvl="1"/>
            <a:r>
              <a:rPr lang="zh-CN" altLang="en-US" sz="1600" dirty="0">
                <a:sym typeface="Huawei Sans" panose="020C0503030203020204" pitchFamily="34" charset="0"/>
              </a:rPr>
              <a:t>故障的表现：故障的现象是什么样</a:t>
            </a:r>
            <a:r>
              <a:rPr lang="zh-CN" altLang="en-US" sz="1600">
                <a:sym typeface="Huawei Sans" panose="020C0503030203020204" pitchFamily="34" charset="0"/>
              </a:rPr>
              <a:t>的。（持续中断，无法访问外网）</a:t>
            </a:r>
            <a:endParaRPr lang="zh-CN" altLang="en-US" sz="1600" dirty="0">
              <a:sym typeface="Huawei Sans" panose="020C0503030203020204" pitchFamily="34" charset="0"/>
            </a:endParaRPr>
          </a:p>
          <a:p>
            <a:pPr lvl="1"/>
            <a:r>
              <a:rPr lang="zh-CN" altLang="en-US" sz="1600" dirty="0">
                <a:sym typeface="Huawei Sans" panose="020C0503030203020204" pitchFamily="34" charset="0"/>
              </a:rPr>
              <a:t>故障的时间：用户是什么时间发现的故障，以及专业人员推测的故障出现的真实时间。</a:t>
            </a:r>
          </a:p>
          <a:p>
            <a:pPr lvl="1"/>
            <a:r>
              <a:rPr lang="zh-CN" altLang="en-US" sz="1600" dirty="0">
                <a:sym typeface="Huawei Sans" panose="020C0503030203020204" pitchFamily="34" charset="0"/>
              </a:rPr>
              <a:t>故障的位置：哪个网络组件出现了故障。</a:t>
            </a:r>
          </a:p>
          <a:p>
            <a:r>
              <a:rPr lang="zh-CN" altLang="en-US" sz="1800" dirty="0">
                <a:sym typeface="Huawei Sans" panose="020C0503030203020204" pitchFamily="34" charset="0"/>
              </a:rPr>
              <a:t>对故障现象进行准确的描述。</a:t>
            </a:r>
            <a:endParaRPr lang="en-US" altLang="zh-CN" sz="1800" dirty="0">
              <a:sym typeface="Huawei Sans" panose="020C0503030203020204" pitchFamily="34" charset="0"/>
            </a:endParaRPr>
          </a:p>
          <a:p>
            <a:r>
              <a:rPr lang="zh-CN" altLang="en-US" sz="1800" dirty="0">
                <a:sym typeface="Huawei Sans" panose="020C0503030203020204" pitchFamily="34" charset="0"/>
              </a:rPr>
              <a:t>最后应确认该故障是否属于自己的负责范围，即自己是否被赋予了相应的权限来处理该故障。</a:t>
            </a:r>
            <a:endParaRPr lang="en-US" altLang="zh-CN" sz="1800" dirty="0">
              <a:sym typeface="Huawei Sans" panose="020C0503030203020204" pitchFamily="34" charset="0"/>
            </a:endParaRPr>
          </a:p>
          <a:p>
            <a:endParaRPr lang="en-US" altLang="zh-CN" sz="1800" dirty="0">
              <a:sym typeface="Huawei Sans" panose="020C0503030203020204" pitchFamily="34" charset="0"/>
            </a:endParaRPr>
          </a:p>
          <a:p>
            <a:pPr lvl="1"/>
            <a:endParaRPr lang="en-US" altLang="zh-CN" sz="1600" dirty="0">
              <a:sym typeface="Huawei Sans" panose="020C0503030203020204" pitchFamily="34" charset="0"/>
            </a:endParaRPr>
          </a:p>
          <a:p>
            <a:endParaRPr lang="zh-CN" altLang="en-US" sz="1800" dirty="0">
              <a:sym typeface="Huawei Sans" panose="020C0503030203020204" pitchFamily="34" charset="0"/>
            </a:endParaRPr>
          </a:p>
        </p:txBody>
      </p:sp>
      <p:sp>
        <p:nvSpPr>
          <p:cNvPr id="9" name="五边形 8"/>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10" name="燕尾形 9"/>
          <p:cNvSpPr/>
          <p:nvPr/>
        </p:nvSpPr>
        <p:spPr bwMode="gray">
          <a:xfrm>
            <a:off x="4125869"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687187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26961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收集信息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需要收集哪些信息：</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收集信息阶段主要是收集与故障相关的信息，如文档、网络变更情况等。</a:t>
            </a:r>
            <a:endParaRPr lang="en-US" altLang="zh-CN" sz="1600" dirty="0">
              <a:sym typeface="Huawei Sans" panose="020C0503030203020204" pitchFamily="34" charset="0"/>
            </a:endParaRPr>
          </a:p>
          <a:p>
            <a:r>
              <a:rPr lang="zh-CN" altLang="en-US" sz="1800" dirty="0">
                <a:sym typeface="Huawei Sans" panose="020C0503030203020204" pitchFamily="34" charset="0"/>
              </a:rPr>
              <a:t>如何收集这些信息：</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使用设备自身的操作命令；使用信息收集工具，如抓包工具、网管软件等。</a:t>
            </a:r>
            <a:endParaRPr lang="en-US" altLang="zh-CN" sz="1600" dirty="0">
              <a:sym typeface="Huawei Sans" panose="020C0503030203020204" pitchFamily="34" charset="0"/>
            </a:endParaRPr>
          </a:p>
          <a:p>
            <a:r>
              <a:rPr lang="zh-CN" altLang="en-US" sz="1800" dirty="0">
                <a:sym typeface="Huawei Sans" panose="020C0503030203020204" pitchFamily="34" charset="0"/>
              </a:rPr>
              <a:t>获取授权：</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在对信息安全要求较高的网络环境中，对信息的收集是需要得到授权的，有时需要签署书面的授权文件。</a:t>
            </a:r>
            <a:endParaRPr lang="en-US" altLang="zh-CN" sz="1600" dirty="0">
              <a:sym typeface="Huawei Sans" panose="020C0503030203020204" pitchFamily="34" charset="0"/>
            </a:endParaRPr>
          </a:p>
          <a:p>
            <a:r>
              <a:rPr lang="zh-CN" altLang="en-US" sz="1800" dirty="0">
                <a:sym typeface="Huawei Sans" panose="020C0503030203020204" pitchFamily="34" charset="0"/>
              </a:rPr>
              <a:t>收集信息阶段的风险评估：</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有些收集信息的操作，如对路由器或交换机执行</a:t>
            </a:r>
            <a:r>
              <a:rPr lang="en-US" altLang="zh-CN" sz="1600" dirty="0">
                <a:sym typeface="Huawei Sans" panose="020C0503030203020204" pitchFamily="34" charset="0"/>
              </a:rPr>
              <a:t>”debug”</a:t>
            </a:r>
            <a:r>
              <a:rPr lang="zh-CN" altLang="en-US" sz="1600" dirty="0">
                <a:sym typeface="Huawei Sans" panose="020C0503030203020204" pitchFamily="34" charset="0"/>
              </a:rPr>
              <a:t>命令，会导致设备的</a:t>
            </a:r>
            <a:r>
              <a:rPr lang="en-US" altLang="zh-CN" sz="1600" dirty="0">
                <a:sym typeface="Huawei Sans" panose="020C0503030203020204" pitchFamily="34" charset="0"/>
              </a:rPr>
              <a:t>CPU</a:t>
            </a:r>
            <a:r>
              <a:rPr lang="zh-CN" altLang="en-US" sz="1600" dirty="0">
                <a:sym typeface="Huawei Sans" panose="020C0503030203020204" pitchFamily="34" charset="0"/>
              </a:rPr>
              <a:t>占用率过高，严重的情况下甚至会使设备停止响应用户的操作指令，从而引入额外的故障现象。所以在收集信息的时候应评估这些风险，平衡引入新故障的风险与解决现有故障的紧迫性之间的关系，并明确的告知用户这些风险，由用户来决定是否进行风险较大的信息收集工作。</a:t>
            </a:r>
          </a:p>
          <a:p>
            <a:endParaRPr lang="zh-CN" altLang="en-US" sz="1800" dirty="0">
              <a:sym typeface="Huawei Sans" panose="020C0503030203020204" pitchFamily="34" charset="0"/>
            </a:endParaRPr>
          </a:p>
        </p:txBody>
      </p:sp>
      <p:sp>
        <p:nvSpPr>
          <p:cNvPr id="14" name="五边形 13"/>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15" name="燕尾形 14"/>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5101489" y="124239"/>
            <a:ext cx="94870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6871871"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4669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gray">
          <a:xfrm>
            <a:off x="1955540" y="2837230"/>
            <a:ext cx="2844316" cy="3060340"/>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a:sym typeface="Huawei Sans" panose="020C0503030203020204" pitchFamily="34" charset="0"/>
              </a:rPr>
              <a:t>判断分析</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判断分析阶段是对收集到的信息进行分析整理。</a:t>
            </a:r>
            <a:endParaRPr lang="en-US" altLang="zh-CN" sz="1800">
              <a:sym typeface="Huawei Sans" panose="020C0503030203020204" pitchFamily="34" charset="0"/>
            </a:endParaRPr>
          </a:p>
          <a:p>
            <a:pPr lvl="1"/>
            <a:r>
              <a:rPr lang="zh-CN" altLang="en-US" sz="1600">
                <a:sym typeface="Huawei Sans" panose="020C0503030203020204" pitchFamily="34" charset="0"/>
              </a:rPr>
              <a:t>通过对故障信息、维护信息、变更信息的汇总，结合团队经验（或个人经验）进行综合的判断和分析，得到可能导致网络故障的原因列表。</a:t>
            </a:r>
          </a:p>
          <a:p>
            <a:endParaRPr lang="zh-CN" altLang="en-US" sz="1800" dirty="0">
              <a:sym typeface="Huawei Sans" panose="020C0503030203020204" pitchFamily="34" charset="0"/>
            </a:endParaRPr>
          </a:p>
        </p:txBody>
      </p:sp>
      <p:sp>
        <p:nvSpPr>
          <p:cNvPr id="6" name="Rectangle 6"/>
          <p:cNvSpPr>
            <a:spLocks noChangeArrowheads="1"/>
          </p:cNvSpPr>
          <p:nvPr/>
        </p:nvSpPr>
        <p:spPr bwMode="gray">
          <a:xfrm>
            <a:off x="2099556" y="4982726"/>
            <a:ext cx="2518904"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团队经验</a:t>
            </a:r>
          </a:p>
        </p:txBody>
      </p:sp>
      <p:sp>
        <p:nvSpPr>
          <p:cNvPr id="7" name="Rectangle 8"/>
          <p:cNvSpPr>
            <a:spLocks noChangeArrowheads="1"/>
          </p:cNvSpPr>
          <p:nvPr/>
        </p:nvSpPr>
        <p:spPr bwMode="gray">
          <a:xfrm>
            <a:off x="7681136" y="4154736"/>
            <a:ext cx="2518904"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原因列表</a:t>
            </a:r>
          </a:p>
        </p:txBody>
      </p:sp>
      <p:sp>
        <p:nvSpPr>
          <p:cNvPr id="8" name="Rectangle 9"/>
          <p:cNvSpPr>
            <a:spLocks noChangeArrowheads="1"/>
          </p:cNvSpPr>
          <p:nvPr/>
        </p:nvSpPr>
        <p:spPr bwMode="gray">
          <a:xfrm>
            <a:off x="2099556" y="4407659"/>
            <a:ext cx="2518904"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变更信息</a:t>
            </a:r>
          </a:p>
        </p:txBody>
      </p:sp>
      <p:sp>
        <p:nvSpPr>
          <p:cNvPr id="9" name="Rectangle 4"/>
          <p:cNvSpPr>
            <a:spLocks noChangeArrowheads="1"/>
          </p:cNvSpPr>
          <p:nvPr/>
        </p:nvSpPr>
        <p:spPr bwMode="gray">
          <a:xfrm>
            <a:off x="2099556" y="3903144"/>
            <a:ext cx="2518904"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维护信息</a:t>
            </a:r>
          </a:p>
        </p:txBody>
      </p:sp>
      <p:sp>
        <p:nvSpPr>
          <p:cNvPr id="10" name="Rectangle 4"/>
          <p:cNvSpPr>
            <a:spLocks noChangeArrowheads="1"/>
          </p:cNvSpPr>
          <p:nvPr/>
        </p:nvSpPr>
        <p:spPr bwMode="gray">
          <a:xfrm>
            <a:off x="2099556" y="3327080"/>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故障信息</a:t>
            </a:r>
          </a:p>
        </p:txBody>
      </p:sp>
      <p:sp>
        <p:nvSpPr>
          <p:cNvPr id="11" name="Line 18"/>
          <p:cNvSpPr>
            <a:spLocks noChangeShapeType="1"/>
          </p:cNvSpPr>
          <p:nvPr/>
        </p:nvSpPr>
        <p:spPr bwMode="gray">
          <a:xfrm>
            <a:off x="4799856" y="4299188"/>
            <a:ext cx="2880320"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Rectangle 10"/>
          <p:cNvSpPr>
            <a:spLocks noChangeArrowheads="1"/>
          </p:cNvSpPr>
          <p:nvPr/>
        </p:nvSpPr>
        <p:spPr bwMode="gray">
          <a:xfrm>
            <a:off x="4907869" y="3327080"/>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判断分析</a:t>
            </a:r>
          </a:p>
        </p:txBody>
      </p:sp>
      <p:sp>
        <p:nvSpPr>
          <p:cNvPr id="13" name="Line 18"/>
          <p:cNvSpPr>
            <a:spLocks noChangeShapeType="1"/>
          </p:cNvSpPr>
          <p:nvPr/>
        </p:nvSpPr>
        <p:spPr bwMode="gray">
          <a:xfrm>
            <a:off x="6096000" y="3651116"/>
            <a:ext cx="0" cy="648072"/>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五边形 18"/>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20" name="燕尾形 19"/>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5992411" y="124239"/>
            <a:ext cx="93724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871871"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3783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bwMode="gray">
          <a:xfrm>
            <a:off x="7572164" y="4232023"/>
            <a:ext cx="2844316" cy="12847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7572164" y="2614949"/>
            <a:ext cx="2844316" cy="12847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1918161" y="2553558"/>
            <a:ext cx="2844316" cy="3060340"/>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a:sym typeface="Huawei Sans" panose="020C0503030203020204" pitchFamily="34" charset="0"/>
              </a:rPr>
              <a:t>原因列表</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在原因列表阶段，首先需要列出所有可能的故障原因，然后通过信息过滤，列出最可能的待排查故障原因，同时排除掉当前最不可能的故障原因，从而缩小故障的排除范围。</a:t>
            </a:r>
          </a:p>
          <a:p>
            <a:endParaRPr lang="zh-CN" altLang="en-US" sz="1800" dirty="0">
              <a:sym typeface="Huawei Sans" panose="020C0503030203020204" pitchFamily="34" charset="0"/>
            </a:endParaRPr>
          </a:p>
        </p:txBody>
      </p:sp>
      <p:sp>
        <p:nvSpPr>
          <p:cNvPr id="5" name="Rectangle 4"/>
          <p:cNvSpPr>
            <a:spLocks noChangeArrowheads="1"/>
          </p:cNvSpPr>
          <p:nvPr/>
        </p:nvSpPr>
        <p:spPr bwMode="gray">
          <a:xfrm>
            <a:off x="2099556" y="2877904"/>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可能的故障原因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Line 18"/>
          <p:cNvSpPr>
            <a:spLocks noChangeShapeType="1"/>
          </p:cNvSpPr>
          <p:nvPr/>
        </p:nvSpPr>
        <p:spPr bwMode="gray">
          <a:xfrm>
            <a:off x="4799856" y="3525976"/>
            <a:ext cx="2772308"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3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Rectangle 10"/>
          <p:cNvSpPr>
            <a:spLocks noChangeArrowheads="1"/>
          </p:cNvSpPr>
          <p:nvPr/>
        </p:nvSpPr>
        <p:spPr bwMode="gray">
          <a:xfrm>
            <a:off x="4907869" y="2553868"/>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信息过滤</a:t>
            </a:r>
          </a:p>
        </p:txBody>
      </p:sp>
      <p:sp>
        <p:nvSpPr>
          <p:cNvPr id="8" name="Line 18"/>
          <p:cNvSpPr>
            <a:spLocks noChangeShapeType="1"/>
          </p:cNvSpPr>
          <p:nvPr/>
        </p:nvSpPr>
        <p:spPr bwMode="gray">
          <a:xfrm>
            <a:off x="6096000" y="2877904"/>
            <a:ext cx="0" cy="648072"/>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3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Rectangle 4"/>
          <p:cNvSpPr>
            <a:spLocks noChangeArrowheads="1"/>
          </p:cNvSpPr>
          <p:nvPr/>
        </p:nvSpPr>
        <p:spPr bwMode="gray">
          <a:xfrm>
            <a:off x="2099556" y="3453968"/>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可能的故障原因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Rectangle 4"/>
          <p:cNvSpPr>
            <a:spLocks noChangeArrowheads="1"/>
          </p:cNvSpPr>
          <p:nvPr/>
        </p:nvSpPr>
        <p:spPr bwMode="gray">
          <a:xfrm>
            <a:off x="2099556" y="3994028"/>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可能的故障原因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ectangle 4"/>
          <p:cNvSpPr>
            <a:spLocks noChangeArrowheads="1"/>
          </p:cNvSpPr>
          <p:nvPr/>
        </p:nvSpPr>
        <p:spPr bwMode="gray">
          <a:xfrm>
            <a:off x="2099556" y="4534088"/>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可能的故障原因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Rectangle 4"/>
          <p:cNvSpPr>
            <a:spLocks noChangeArrowheads="1"/>
          </p:cNvSpPr>
          <p:nvPr/>
        </p:nvSpPr>
        <p:spPr bwMode="gray">
          <a:xfrm>
            <a:off x="2099556" y="5074148"/>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ectangle 4"/>
          <p:cNvSpPr>
            <a:spLocks noChangeArrowheads="1"/>
          </p:cNvSpPr>
          <p:nvPr/>
        </p:nvSpPr>
        <p:spPr bwMode="gray">
          <a:xfrm>
            <a:off x="7716180" y="2877904"/>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Rectangle 4"/>
          <p:cNvSpPr>
            <a:spLocks noChangeArrowheads="1"/>
          </p:cNvSpPr>
          <p:nvPr/>
        </p:nvSpPr>
        <p:spPr bwMode="gray">
          <a:xfrm>
            <a:off x="7716180" y="3453968"/>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Rectangle 4"/>
          <p:cNvSpPr>
            <a:spLocks noChangeArrowheads="1"/>
          </p:cNvSpPr>
          <p:nvPr/>
        </p:nvSpPr>
        <p:spPr bwMode="gray">
          <a:xfrm>
            <a:off x="7752184" y="4786116"/>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排除的故障原因</a:t>
            </a:r>
          </a:p>
        </p:txBody>
      </p:sp>
      <p:sp>
        <p:nvSpPr>
          <p:cNvPr id="18" name="Line 20"/>
          <p:cNvSpPr>
            <a:spLocks noChangeShapeType="1"/>
          </p:cNvSpPr>
          <p:nvPr/>
        </p:nvSpPr>
        <p:spPr bwMode="gray">
          <a:xfrm flipV="1">
            <a:off x="4799856" y="4966136"/>
            <a:ext cx="2772308" cy="0"/>
          </a:xfrm>
          <a:prstGeom prst="line">
            <a:avLst/>
          </a:prstGeom>
          <a:solidFill>
            <a:schemeClr val="bg1">
              <a:lumMod val="75000"/>
            </a:schemeClr>
          </a:solidFill>
          <a:ln w="9525">
            <a:solidFill>
              <a:schemeClr val="tx1"/>
            </a:solidFill>
            <a:prstDash val="lgDash"/>
            <a:round/>
            <a:headEnd/>
            <a:tailEnd type="triangle" w="med" len="med"/>
          </a:ln>
          <a:effectLst/>
        </p:spPr>
        <p:txBody>
          <a:bodyPr/>
          <a:lstStyle/>
          <a:p>
            <a:endParaRPr lang="zh-CN" altLang="en-US" sz="3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Rectangle 8"/>
          <p:cNvSpPr>
            <a:spLocks noChangeArrowheads="1"/>
          </p:cNvSpPr>
          <p:nvPr/>
        </p:nvSpPr>
        <p:spPr bwMode="gray">
          <a:xfrm>
            <a:off x="7572164" y="2247819"/>
            <a:ext cx="2844316" cy="382028"/>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b="1" kern="0" dirty="0">
                <a:latin typeface="Huawei Sans" panose="020C0503030203020204" pitchFamily="34" charset="0"/>
                <a:ea typeface="方正兰亭黑简体" panose="02000000000000000000" pitchFamily="2" charset="-122"/>
                <a:sym typeface="Huawei Sans" panose="020C0503030203020204" pitchFamily="34" charset="0"/>
              </a:rPr>
              <a:t>原因列表</a:t>
            </a:r>
          </a:p>
        </p:txBody>
      </p:sp>
      <p:sp>
        <p:nvSpPr>
          <p:cNvPr id="25" name="五边形 24"/>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26" name="燕尾形 25"/>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6871870" y="124239"/>
            <a:ext cx="102135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3769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故障评估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需要在逐一排查前进行故障评估工作。</a:t>
            </a:r>
          </a:p>
          <a:p>
            <a:endParaRPr lang="zh-CN" altLang="en-US" sz="1800" dirty="0">
              <a:sym typeface="Huawei Sans" panose="020C0503030203020204" pitchFamily="34" charset="0"/>
            </a:endParaRPr>
          </a:p>
        </p:txBody>
      </p:sp>
      <p:sp>
        <p:nvSpPr>
          <p:cNvPr id="4" name="Line 18"/>
          <p:cNvSpPr>
            <a:spLocks noChangeShapeType="1"/>
          </p:cNvSpPr>
          <p:nvPr/>
        </p:nvSpPr>
        <p:spPr bwMode="gray">
          <a:xfrm>
            <a:off x="4349944" y="4882371"/>
            <a:ext cx="2916324"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Rectangle 10"/>
          <p:cNvSpPr>
            <a:spLocks noChangeArrowheads="1"/>
          </p:cNvSpPr>
          <p:nvPr/>
        </p:nvSpPr>
        <p:spPr bwMode="gray">
          <a:xfrm>
            <a:off x="4637977" y="3910263"/>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逐一排查</a:t>
            </a:r>
          </a:p>
        </p:txBody>
      </p:sp>
      <p:sp>
        <p:nvSpPr>
          <p:cNvPr id="6" name="Line 18"/>
          <p:cNvSpPr>
            <a:spLocks noChangeShapeType="1"/>
          </p:cNvSpPr>
          <p:nvPr/>
        </p:nvSpPr>
        <p:spPr bwMode="gray">
          <a:xfrm>
            <a:off x="5826108" y="4234299"/>
            <a:ext cx="0" cy="648072"/>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1505628" y="4090283"/>
            <a:ext cx="2844316"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4"/>
          <p:cNvSpPr>
            <a:spLocks noChangeArrowheads="1"/>
          </p:cNvSpPr>
          <p:nvPr/>
        </p:nvSpPr>
        <p:spPr bwMode="gray">
          <a:xfrm>
            <a:off x="1649644" y="4414319"/>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Rectangle 4"/>
          <p:cNvSpPr>
            <a:spLocks noChangeArrowheads="1"/>
          </p:cNvSpPr>
          <p:nvPr/>
        </p:nvSpPr>
        <p:spPr bwMode="gray">
          <a:xfrm>
            <a:off x="1649644" y="4990383"/>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7266268" y="4090283"/>
            <a:ext cx="2844316"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ectangle 4"/>
          <p:cNvSpPr>
            <a:spLocks noChangeArrowheads="1"/>
          </p:cNvSpPr>
          <p:nvPr/>
        </p:nvSpPr>
        <p:spPr bwMode="gray">
          <a:xfrm>
            <a:off x="7410284" y="4702351"/>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故障根本原因</a:t>
            </a:r>
          </a:p>
        </p:txBody>
      </p:sp>
      <p:sp>
        <p:nvSpPr>
          <p:cNvPr id="12" name="Rectangle 4"/>
          <p:cNvSpPr>
            <a:spLocks noChangeArrowheads="1"/>
          </p:cNvSpPr>
          <p:nvPr/>
        </p:nvSpPr>
        <p:spPr bwMode="gray">
          <a:xfrm>
            <a:off x="4601972" y="2902151"/>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故障评估</a:t>
            </a:r>
          </a:p>
        </p:txBody>
      </p:sp>
      <p:sp>
        <p:nvSpPr>
          <p:cNvPr id="13" name="Line 18"/>
          <p:cNvSpPr>
            <a:spLocks noChangeShapeType="1"/>
          </p:cNvSpPr>
          <p:nvPr/>
        </p:nvSpPr>
        <p:spPr bwMode="gray">
          <a:xfrm>
            <a:off x="5826108" y="3226187"/>
            <a:ext cx="0" cy="684076"/>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Rectangle 4"/>
          <p:cNvSpPr>
            <a:spLocks noChangeArrowheads="1"/>
          </p:cNvSpPr>
          <p:nvPr/>
        </p:nvSpPr>
        <p:spPr bwMode="gray">
          <a:xfrm>
            <a:off x="4601972" y="1966047"/>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原因列表</a:t>
            </a:r>
          </a:p>
        </p:txBody>
      </p:sp>
      <p:sp>
        <p:nvSpPr>
          <p:cNvPr id="16" name="Line 18"/>
          <p:cNvSpPr>
            <a:spLocks noChangeShapeType="1"/>
          </p:cNvSpPr>
          <p:nvPr/>
        </p:nvSpPr>
        <p:spPr bwMode="gray">
          <a:xfrm>
            <a:off x="5826107" y="2272218"/>
            <a:ext cx="1" cy="626355"/>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五边形 25"/>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27" name="燕尾形 26"/>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gray">
          <a:xfrm>
            <a:off x="687187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gray">
          <a:xfrm>
            <a:off x="7835440" y="124239"/>
            <a:ext cx="102135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6213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逐一排查</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在逐一排查阶段同样需要平衡解决问题的迫切性与引入新故障的风险性之间的矛盾。所以，应该明确告知用户排查工作可能带来的风险，并在得到许可的情况下才能执行操作。</a:t>
            </a:r>
            <a:endParaRPr lang="en-US" altLang="zh-CN" sz="1800">
              <a:sym typeface="Huawei Sans" panose="020C0503030203020204" pitchFamily="34" charset="0"/>
            </a:endParaRPr>
          </a:p>
          <a:p>
            <a:r>
              <a:rPr lang="zh-CN" altLang="en-US" sz="1800">
                <a:sym typeface="Huawei Sans" panose="020C0503030203020204" pitchFamily="34" charset="0"/>
              </a:rPr>
              <a:t>有些情况下，通过逐一排查验证推断的过程涉及到网络变更，这时必须做好完善的应急预案和回退准备。</a:t>
            </a:r>
          </a:p>
          <a:p>
            <a:endParaRPr lang="zh-CN" altLang="en-US" sz="1800" dirty="0">
              <a:sym typeface="Huawei Sans" panose="020C0503030203020204" pitchFamily="34" charset="0"/>
            </a:endParaRPr>
          </a:p>
        </p:txBody>
      </p:sp>
      <p:sp>
        <p:nvSpPr>
          <p:cNvPr id="4" name="Line 18"/>
          <p:cNvSpPr>
            <a:spLocks noChangeShapeType="1"/>
          </p:cNvSpPr>
          <p:nvPr/>
        </p:nvSpPr>
        <p:spPr bwMode="gray">
          <a:xfrm>
            <a:off x="4655840" y="4539063"/>
            <a:ext cx="2916324"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Rectangle 10"/>
          <p:cNvSpPr>
            <a:spLocks noChangeArrowheads="1"/>
          </p:cNvSpPr>
          <p:nvPr/>
        </p:nvSpPr>
        <p:spPr bwMode="gray">
          <a:xfrm>
            <a:off x="4943873" y="3605055"/>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逐一排查</a:t>
            </a:r>
          </a:p>
        </p:txBody>
      </p:sp>
      <p:sp>
        <p:nvSpPr>
          <p:cNvPr id="6" name="Line 18"/>
          <p:cNvSpPr>
            <a:spLocks noChangeShapeType="1"/>
          </p:cNvSpPr>
          <p:nvPr/>
        </p:nvSpPr>
        <p:spPr bwMode="gray">
          <a:xfrm>
            <a:off x="6132004" y="3890991"/>
            <a:ext cx="0" cy="648072"/>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1811524" y="3746975"/>
            <a:ext cx="2844316" cy="1584176"/>
          </a:xfrm>
          <a:prstGeom prst="rect">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sz="2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4"/>
          <p:cNvSpPr>
            <a:spLocks noChangeArrowheads="1"/>
          </p:cNvSpPr>
          <p:nvPr/>
        </p:nvSpPr>
        <p:spPr bwMode="gray">
          <a:xfrm>
            <a:off x="1955540" y="4071011"/>
            <a:ext cx="2520000" cy="30617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Rectangle 4"/>
          <p:cNvSpPr>
            <a:spLocks noChangeArrowheads="1"/>
          </p:cNvSpPr>
          <p:nvPr/>
        </p:nvSpPr>
        <p:spPr bwMode="gray">
          <a:xfrm>
            <a:off x="1955540" y="4647075"/>
            <a:ext cx="2520000" cy="30617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待排查故障原因 </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7572164" y="3746975"/>
            <a:ext cx="2844316" cy="1584176"/>
          </a:xfrm>
          <a:prstGeom prst="rect">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sz="2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ectangle 4"/>
          <p:cNvSpPr>
            <a:spLocks noChangeArrowheads="1"/>
          </p:cNvSpPr>
          <p:nvPr/>
        </p:nvSpPr>
        <p:spPr bwMode="gray">
          <a:xfrm>
            <a:off x="7716180" y="4359043"/>
            <a:ext cx="2520000" cy="30617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故障根本原因</a:t>
            </a:r>
          </a:p>
        </p:txBody>
      </p:sp>
      <p:sp>
        <p:nvSpPr>
          <p:cNvPr id="12" name="Rectangle 4"/>
          <p:cNvSpPr>
            <a:spLocks noChangeArrowheads="1"/>
          </p:cNvSpPr>
          <p:nvPr/>
        </p:nvSpPr>
        <p:spPr bwMode="gray">
          <a:xfrm>
            <a:off x="5339916" y="3246329"/>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回退准备</a:t>
            </a:r>
          </a:p>
        </p:txBody>
      </p:sp>
      <p:sp>
        <p:nvSpPr>
          <p:cNvPr id="13" name="Rectangle 4"/>
          <p:cNvSpPr>
            <a:spLocks noChangeArrowheads="1"/>
          </p:cNvSpPr>
          <p:nvPr/>
        </p:nvSpPr>
        <p:spPr bwMode="gray">
          <a:xfrm>
            <a:off x="5627948" y="2887603"/>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应急预案</a:t>
            </a:r>
          </a:p>
        </p:txBody>
      </p:sp>
      <p:sp>
        <p:nvSpPr>
          <p:cNvPr id="14" name="五边形 13"/>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15" name="燕尾形 14"/>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6871871"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799009" y="124239"/>
            <a:ext cx="102135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65623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解决故障</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如果通过逐一排查找到了故障的根本原因，并排除了故障，网络故障排除的流程就可以结束了。</a:t>
            </a:r>
            <a:endParaRPr lang="en-US" altLang="zh-CN" sz="1800">
              <a:sym typeface="Huawei Sans" panose="020C0503030203020204" pitchFamily="34" charset="0"/>
            </a:endParaRPr>
          </a:p>
          <a:p>
            <a:r>
              <a:rPr lang="zh-CN" altLang="en-US" sz="1800">
                <a:sym typeface="Huawei Sans" panose="020C0503030203020204" pitchFamily="34" charset="0"/>
              </a:rPr>
              <a:t>复杂的网络环境中，故障现象消失后仍然需要观察一段时间，一方面确认用户报告的故障已经得到了解决，另一方面确认故障排除的过程中没有引入新的故障。</a:t>
            </a:r>
            <a:endParaRPr lang="en-US" altLang="zh-CN" sz="1800">
              <a:sym typeface="Huawei Sans" panose="020C0503030203020204" pitchFamily="34" charset="0"/>
            </a:endParaRPr>
          </a:p>
          <a:p>
            <a:endParaRPr lang="zh-CN" altLang="en-US" sz="1800">
              <a:sym typeface="Huawei Sans" panose="020C0503030203020204" pitchFamily="34" charset="0"/>
            </a:endParaRPr>
          </a:p>
          <a:p>
            <a:endParaRPr lang="zh-CN" altLang="en-US" sz="1800" dirty="0">
              <a:sym typeface="Huawei Sans" panose="020C0503030203020204" pitchFamily="34" charset="0"/>
            </a:endParaRPr>
          </a:p>
        </p:txBody>
      </p:sp>
      <p:sp>
        <p:nvSpPr>
          <p:cNvPr id="4" name="矩形 3"/>
          <p:cNvSpPr/>
          <p:nvPr/>
        </p:nvSpPr>
        <p:spPr bwMode="gray">
          <a:xfrm>
            <a:off x="7624105" y="3393659"/>
            <a:ext cx="2844316"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Rectangle 4"/>
          <p:cNvSpPr>
            <a:spLocks noChangeArrowheads="1"/>
          </p:cNvSpPr>
          <p:nvPr/>
        </p:nvSpPr>
        <p:spPr bwMode="gray">
          <a:xfrm>
            <a:off x="7768121" y="3717695"/>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持续观察</a:t>
            </a:r>
          </a:p>
        </p:txBody>
      </p:sp>
      <p:sp>
        <p:nvSpPr>
          <p:cNvPr id="6" name="Rectangle 4"/>
          <p:cNvSpPr>
            <a:spLocks noChangeArrowheads="1"/>
          </p:cNvSpPr>
          <p:nvPr/>
        </p:nvSpPr>
        <p:spPr bwMode="gray">
          <a:xfrm>
            <a:off x="7768121" y="4293759"/>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收尾工作</a:t>
            </a:r>
          </a:p>
        </p:txBody>
      </p:sp>
      <p:sp>
        <p:nvSpPr>
          <p:cNvPr id="7" name="Line 18"/>
          <p:cNvSpPr>
            <a:spLocks noChangeShapeType="1"/>
          </p:cNvSpPr>
          <p:nvPr/>
        </p:nvSpPr>
        <p:spPr bwMode="gray">
          <a:xfrm>
            <a:off x="4258717" y="4185747"/>
            <a:ext cx="324036"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10"/>
          <p:cNvSpPr>
            <a:spLocks noChangeArrowheads="1"/>
          </p:cNvSpPr>
          <p:nvPr/>
        </p:nvSpPr>
        <p:spPr bwMode="gray">
          <a:xfrm>
            <a:off x="1738438" y="4005727"/>
            <a:ext cx="2518903"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逐一排查</a:t>
            </a:r>
          </a:p>
        </p:txBody>
      </p:sp>
      <p:sp>
        <p:nvSpPr>
          <p:cNvPr id="9" name="矩形 8"/>
          <p:cNvSpPr/>
          <p:nvPr/>
        </p:nvSpPr>
        <p:spPr bwMode="gray">
          <a:xfrm>
            <a:off x="4578350" y="3393659"/>
            <a:ext cx="2717800"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Rectangle 4"/>
          <p:cNvSpPr>
            <a:spLocks noChangeArrowheads="1"/>
          </p:cNvSpPr>
          <p:nvPr/>
        </p:nvSpPr>
        <p:spPr bwMode="gray">
          <a:xfrm>
            <a:off x="4666444" y="4005727"/>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故障根本原因</a:t>
            </a:r>
          </a:p>
        </p:txBody>
      </p:sp>
      <p:sp>
        <p:nvSpPr>
          <p:cNvPr id="11" name="Line 18"/>
          <p:cNvSpPr>
            <a:spLocks noChangeShapeType="1"/>
          </p:cNvSpPr>
          <p:nvPr/>
        </p:nvSpPr>
        <p:spPr bwMode="gray">
          <a:xfrm>
            <a:off x="7300069" y="4164396"/>
            <a:ext cx="324036"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Rectangle 8"/>
          <p:cNvSpPr>
            <a:spLocks noChangeArrowheads="1"/>
          </p:cNvSpPr>
          <p:nvPr/>
        </p:nvSpPr>
        <p:spPr bwMode="gray">
          <a:xfrm>
            <a:off x="7624105" y="2904257"/>
            <a:ext cx="2844316" cy="489402"/>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b="1" kern="0" dirty="0">
                <a:latin typeface="Huawei Sans" panose="020C0503030203020204" pitchFamily="34" charset="0"/>
                <a:ea typeface="方正兰亭黑简体" panose="02000000000000000000" pitchFamily="2" charset="-122"/>
                <a:sym typeface="Huawei Sans" panose="020C0503030203020204" pitchFamily="34" charset="0"/>
              </a:rPr>
              <a:t>解决故障</a:t>
            </a:r>
          </a:p>
        </p:txBody>
      </p:sp>
      <p:sp>
        <p:nvSpPr>
          <p:cNvPr id="13" name="五边形 12"/>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14" name="燕尾形 13"/>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6871871"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9762578" y="124239"/>
            <a:ext cx="102135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10726144"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75574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收尾工作</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收尾工作包括相关文档的整理、信息的通告等。需要对之前网络故障排除流程中所有进行了变更的配置或软件进行备份，并做好故障排除文档的整理和移交工作。为了避免同样的故障再次发生，在此阶段应该向用户提出改进建议。</a:t>
            </a:r>
          </a:p>
          <a:p>
            <a:endParaRPr lang="zh-CN" altLang="en-US" sz="1800">
              <a:sym typeface="Huawei Sans" panose="020C0503030203020204" pitchFamily="34" charset="0"/>
            </a:endParaRPr>
          </a:p>
          <a:p>
            <a:endParaRPr lang="zh-CN" altLang="en-US" sz="1800" dirty="0">
              <a:sym typeface="Huawei Sans" panose="020C0503030203020204" pitchFamily="34" charset="0"/>
            </a:endParaRPr>
          </a:p>
        </p:txBody>
      </p:sp>
      <p:sp>
        <p:nvSpPr>
          <p:cNvPr id="4" name="矩形 3"/>
          <p:cNvSpPr/>
          <p:nvPr/>
        </p:nvSpPr>
        <p:spPr bwMode="gray">
          <a:xfrm>
            <a:off x="6924092" y="2241610"/>
            <a:ext cx="2889377" cy="3848100"/>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Line 18"/>
          <p:cNvSpPr>
            <a:spLocks noChangeShapeType="1"/>
          </p:cNvSpPr>
          <p:nvPr/>
        </p:nvSpPr>
        <p:spPr bwMode="gray">
          <a:xfrm>
            <a:off x="5483932" y="5169518"/>
            <a:ext cx="1440160"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2639616" y="2361206"/>
            <a:ext cx="2844316"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4"/>
          <p:cNvSpPr>
            <a:spLocks noChangeArrowheads="1"/>
          </p:cNvSpPr>
          <p:nvPr/>
        </p:nvSpPr>
        <p:spPr bwMode="gray">
          <a:xfrm>
            <a:off x="2831664" y="2577230"/>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故障排除过程文档</a:t>
            </a:r>
          </a:p>
        </p:txBody>
      </p:sp>
      <p:sp>
        <p:nvSpPr>
          <p:cNvPr id="9" name="矩形 8"/>
          <p:cNvSpPr/>
          <p:nvPr/>
        </p:nvSpPr>
        <p:spPr bwMode="gray">
          <a:xfrm>
            <a:off x="2639616" y="4377430"/>
            <a:ext cx="2844316" cy="1584176"/>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Rectangle 4"/>
          <p:cNvSpPr>
            <a:spLocks noChangeArrowheads="1"/>
          </p:cNvSpPr>
          <p:nvPr/>
        </p:nvSpPr>
        <p:spPr bwMode="gray">
          <a:xfrm>
            <a:off x="2867668" y="4557450"/>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受故障影响的相关方</a:t>
            </a:r>
          </a:p>
        </p:txBody>
      </p:sp>
      <p:sp>
        <p:nvSpPr>
          <p:cNvPr id="11" name="Rectangle 4"/>
          <p:cNvSpPr>
            <a:spLocks noChangeArrowheads="1"/>
          </p:cNvSpPr>
          <p:nvPr/>
        </p:nvSpPr>
        <p:spPr bwMode="gray">
          <a:xfrm>
            <a:off x="2831664" y="3477330"/>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变更备份和维护建议</a:t>
            </a:r>
          </a:p>
        </p:txBody>
      </p:sp>
      <p:sp>
        <p:nvSpPr>
          <p:cNvPr id="12" name="Rectangle 4"/>
          <p:cNvSpPr>
            <a:spLocks noChangeArrowheads="1"/>
          </p:cNvSpPr>
          <p:nvPr/>
        </p:nvSpPr>
        <p:spPr bwMode="gray">
          <a:xfrm>
            <a:off x="2831664" y="3045282"/>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故障排除总结报告</a:t>
            </a:r>
          </a:p>
        </p:txBody>
      </p:sp>
      <p:sp>
        <p:nvSpPr>
          <p:cNvPr id="13" name="Rectangle 4"/>
          <p:cNvSpPr>
            <a:spLocks noChangeArrowheads="1"/>
          </p:cNvSpPr>
          <p:nvPr/>
        </p:nvSpPr>
        <p:spPr bwMode="gray">
          <a:xfrm>
            <a:off x="2867668" y="5025502"/>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故障排除各阶段授权方</a:t>
            </a:r>
          </a:p>
        </p:txBody>
      </p:sp>
      <p:sp>
        <p:nvSpPr>
          <p:cNvPr id="14" name="Rectangle 4"/>
          <p:cNvSpPr>
            <a:spLocks noChangeArrowheads="1"/>
          </p:cNvSpPr>
          <p:nvPr/>
        </p:nvSpPr>
        <p:spPr bwMode="gray">
          <a:xfrm>
            <a:off x="2819636" y="5457550"/>
            <a:ext cx="2520000" cy="306170"/>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其他：厂家、服务提供商</a:t>
            </a:r>
          </a:p>
        </p:txBody>
      </p:sp>
      <p:sp>
        <p:nvSpPr>
          <p:cNvPr id="15" name="Line 18"/>
          <p:cNvSpPr>
            <a:spLocks noChangeShapeType="1"/>
          </p:cNvSpPr>
          <p:nvPr/>
        </p:nvSpPr>
        <p:spPr bwMode="gray">
          <a:xfrm>
            <a:off x="5483932" y="3225302"/>
            <a:ext cx="1440160" cy="0"/>
          </a:xfrm>
          <a:prstGeom prst="line">
            <a:avLst/>
          </a:prstGeom>
          <a:solidFill>
            <a:schemeClr val="bg1">
              <a:lumMod val="75000"/>
            </a:schemeClr>
          </a:solidFill>
          <a:ln w="9525">
            <a:solidFill>
              <a:schemeClr val="tx1"/>
            </a:solidFill>
            <a:round/>
            <a:headEnd/>
            <a:tailEnd type="triangle" w="med" len="med"/>
          </a:ln>
          <a:effectLst/>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Rectangle 8"/>
          <p:cNvSpPr>
            <a:spLocks noChangeArrowheads="1"/>
          </p:cNvSpPr>
          <p:nvPr/>
        </p:nvSpPr>
        <p:spPr bwMode="gray">
          <a:xfrm>
            <a:off x="6924092" y="1943147"/>
            <a:ext cx="2889376" cy="306170"/>
          </a:xfrm>
          <a:prstGeom prst="rect">
            <a:avLst/>
          </a:prstGeom>
          <a:solidFill>
            <a:srgbClr val="FFFFFF"/>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b="1" kern="0" dirty="0">
                <a:latin typeface="Huawei Sans" panose="020C0503030203020204" pitchFamily="34" charset="0"/>
                <a:ea typeface="方正兰亭黑简体" panose="02000000000000000000" pitchFamily="2" charset="-122"/>
                <a:sym typeface="Huawei Sans" panose="020C0503030203020204" pitchFamily="34" charset="0"/>
              </a:rPr>
              <a:t>收尾工作</a:t>
            </a:r>
          </a:p>
        </p:txBody>
      </p:sp>
      <p:sp>
        <p:nvSpPr>
          <p:cNvPr id="17" name="Rectangle 4"/>
          <p:cNvSpPr>
            <a:spLocks noChangeArrowheads="1"/>
          </p:cNvSpPr>
          <p:nvPr/>
        </p:nvSpPr>
        <p:spPr bwMode="gray">
          <a:xfrm>
            <a:off x="7098260" y="2361206"/>
            <a:ext cx="2520000" cy="1584176"/>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文档移交</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Rectangle 4"/>
          <p:cNvSpPr>
            <a:spLocks noChangeArrowheads="1"/>
          </p:cNvSpPr>
          <p:nvPr/>
        </p:nvSpPr>
        <p:spPr bwMode="gray">
          <a:xfrm>
            <a:off x="7098260" y="4377430"/>
            <a:ext cx="2520000" cy="1584176"/>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信息通告</a:t>
            </a:r>
          </a:p>
        </p:txBody>
      </p:sp>
      <p:sp>
        <p:nvSpPr>
          <p:cNvPr id="19" name="五边形 18"/>
          <p:cNvSpPr/>
          <p:nvPr/>
        </p:nvSpPr>
        <p:spPr bwMode="gray">
          <a:xfrm>
            <a:off x="3402456"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报告故障</a:t>
            </a:r>
          </a:p>
        </p:txBody>
      </p:sp>
      <p:sp>
        <p:nvSpPr>
          <p:cNvPr id="20" name="燕尾形 19"/>
          <p:cNvSpPr/>
          <p:nvPr/>
        </p:nvSpPr>
        <p:spPr bwMode="gray">
          <a:xfrm>
            <a:off x="4125869"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确认故障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5101489" y="124239"/>
            <a:ext cx="9487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收集信息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5992411" y="124239"/>
            <a:ext cx="9372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判断分析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87187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原因列表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7835440"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故障评估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8799009"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逐一排查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762578" y="124239"/>
            <a:ext cx="10213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解决故障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10726144" y="124239"/>
            <a:ext cx="102135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收尾工作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16661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a:sym typeface="Huawei Sans" panose="020C0503030203020204" pitchFamily="34" charset="0"/>
              </a:rPr>
              <a:t>数通网络故障排除方法</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网络故障概述</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故障排除流程</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网络故障排除的核心思想和方法</a:t>
            </a:r>
            <a:endParaRPr lang="en-US" altLang="zh-CN" dirty="0">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常见网络故障排除举例</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219933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占位符 27"/>
          <p:cNvSpPr txBox="1">
            <a:spLocks/>
          </p:cNvSpPr>
          <p:nvPr/>
        </p:nvSpPr>
        <p:spPr bwMode="gray">
          <a:xfrm>
            <a:off x="1398774" y="4541420"/>
            <a:ext cx="8443058" cy="898868"/>
          </a:xfrm>
          <a:prstGeom prst="trapezoid">
            <a:avLst>
              <a:gd name="adj" fmla="val 75739"/>
            </a:avLst>
          </a:prstGeom>
          <a:gradFill flip="none" rotWithShape="1">
            <a:gsLst>
              <a:gs pos="0">
                <a:schemeClr val="bg1"/>
              </a:gs>
              <a:gs pos="100000">
                <a:srgbClr val="30B5C5">
                  <a:alpha val="34000"/>
                </a:srgbClr>
              </a:gs>
            </a:gsLst>
            <a:lin ang="5400000" scaled="1"/>
            <a:tileRect/>
          </a:gradFill>
          <a:ln w="12700" cap="flat" cmpd="sng" algn="ctr">
            <a:solidFill>
              <a:srgbClr val="56C4D2"/>
            </a:solidFill>
            <a:prstDash val="solid"/>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80141" tIns="40071" rIns="80141" bIns="40071" numCol="1" rtlCol="0" anchor="ctr"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lt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lt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lt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lt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lt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lt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lt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lt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lt1"/>
                </a:solidFill>
                <a:latin typeface="+mn-lt"/>
                <a:ea typeface="+mn-ea"/>
                <a:cs typeface="+mn-cs"/>
              </a:defRPr>
            </a:lvl9pPr>
          </a:lstStyle>
          <a:p>
            <a:pPr marL="0" indent="0">
              <a:buFont typeface="Arial" panose="020B0604020202020204" pitchFamily="34" charset="0"/>
              <a:buNone/>
            </a:pP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占位符 27"/>
          <p:cNvSpPr txBox="1">
            <a:spLocks/>
          </p:cNvSpPr>
          <p:nvPr/>
        </p:nvSpPr>
        <p:spPr bwMode="gray">
          <a:xfrm>
            <a:off x="1398774" y="2965154"/>
            <a:ext cx="8443058" cy="898868"/>
          </a:xfrm>
          <a:prstGeom prst="trapezoid">
            <a:avLst>
              <a:gd name="adj" fmla="val 75739"/>
            </a:avLst>
          </a:prstGeom>
          <a:gradFill flip="none" rotWithShape="1">
            <a:gsLst>
              <a:gs pos="0">
                <a:schemeClr val="bg1"/>
              </a:gs>
              <a:gs pos="100000">
                <a:srgbClr val="30B5C5">
                  <a:alpha val="34000"/>
                </a:srgbClr>
              </a:gs>
            </a:gsLst>
            <a:lin ang="5400000" scaled="1"/>
            <a:tileRect/>
          </a:gradFill>
          <a:ln w="12700" cap="flat" cmpd="sng" algn="ctr">
            <a:solidFill>
              <a:srgbClr val="56C4D2"/>
            </a:solidFill>
            <a:prstDash val="solid"/>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80141" tIns="40071" rIns="80141" bIns="40071" numCol="1" rtlCol="0" anchor="ctr" anchorCtr="0" compatLnSpc="1">
            <a:prstTxWarp prst="textNoShape">
              <a:avLst/>
            </a:prstTxWarp>
          </a:bodyPr>
          <a:lstStyle>
            <a:defPPr>
              <a:defRPr lang="en-US"/>
            </a:defPPr>
            <a:lvl1pPr indent="0" algn="just" defTabSz="914034" fontAlgn="auto">
              <a:lnSpc>
                <a:spcPct val="140000"/>
              </a:lnSpc>
              <a:spcBef>
                <a:spcPts val="792"/>
              </a:spcBef>
              <a:buClrTx/>
              <a:buFont typeface="Arial" panose="020B0604020202020204" pitchFamily="34" charset="0"/>
              <a:buNone/>
              <a:defRPr sz="2199">
                <a:latin typeface="Huawei Sans" panose="020C0503030203020204" pitchFamily="34" charset="0"/>
                <a:ea typeface="方正兰亭黑简体" panose="02000000000000000000" pitchFamily="2" charset="-122"/>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endParaRPr lang="zh-CN" altLang="en-US" dirty="0">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a:sym typeface="Huawei Sans" panose="020C0503030203020204" pitchFamily="34" charset="0"/>
              </a:rPr>
              <a:t>以业务流量路径为核心的故障排除思想</a:t>
            </a:r>
            <a:endParaRPr lang="zh-CN" altLang="en-US" dirty="0">
              <a:sym typeface="Huawei Sans" panose="020C0503030203020204" pitchFamily="34" charset="0"/>
            </a:endParaRPr>
          </a:p>
        </p:txBody>
      </p:sp>
      <p:sp>
        <p:nvSpPr>
          <p:cNvPr id="30" name="文本占位符 32"/>
          <p:cNvSpPr>
            <a:spLocks noGrp="1"/>
          </p:cNvSpPr>
          <p:nvPr>
            <p:ph type="body" sz="quarter" idx="10"/>
          </p:nvPr>
        </p:nvSpPr>
        <p:spPr bwMode="gray"/>
        <p:txBody>
          <a:bodyPr/>
          <a:lstStyle/>
          <a:p>
            <a:r>
              <a:rPr lang="zh-CN" altLang="en-US" sz="1800">
                <a:sym typeface="Huawei Sans" panose="020C0503030203020204" pitchFamily="34" charset="0"/>
              </a:rPr>
              <a:t>通常情况下，网络中业务流量的路径是在网络规划阶段就已经设计好的，只需要知道受到网络故障影响的业务的流量往返路径，跟踪此路径，逐步排除即可。</a:t>
            </a:r>
            <a:endParaRPr lang="en-US" altLang="zh-CN" sz="1800">
              <a:sym typeface="Huawei Sans" panose="020C0503030203020204" pitchFamily="34" charset="0"/>
            </a:endParaRPr>
          </a:p>
          <a:p>
            <a:endParaRPr lang="en-US" altLang="zh-CN" sz="1800">
              <a:sym typeface="Huawei Sans" panose="020C0503030203020204" pitchFamily="34" charset="0"/>
            </a:endParaRPr>
          </a:p>
          <a:p>
            <a:endParaRPr lang="zh-CN" altLang="en-US" sz="1800" dirty="0">
              <a:sym typeface="Huawei Sans" panose="020C0503030203020204" pitchFamily="34" charset="0"/>
            </a:endParaRPr>
          </a:p>
        </p:txBody>
      </p:sp>
      <p:pic>
        <p:nvPicPr>
          <p:cNvPr id="20" name="图片 19" descr="接入交换机.png"/>
          <p:cNvPicPr>
            <a:picLocks noChangeAspect="1"/>
          </p:cNvPicPr>
          <p:nvPr/>
        </p:nvPicPr>
        <p:blipFill>
          <a:blip r:embed="rId3" cstate="print"/>
          <a:stretch>
            <a:fillRect/>
          </a:stretch>
        </p:blipFill>
        <p:spPr bwMode="gray">
          <a:xfrm>
            <a:off x="2074491" y="4676773"/>
            <a:ext cx="540000" cy="441818"/>
          </a:xfrm>
          <a:prstGeom prst="rect">
            <a:avLst/>
          </a:prstGeom>
        </p:spPr>
      </p:pic>
      <p:pic>
        <p:nvPicPr>
          <p:cNvPr id="21" name="图片 20" descr="接入交换机.png"/>
          <p:cNvPicPr>
            <a:picLocks noChangeAspect="1"/>
          </p:cNvPicPr>
          <p:nvPr/>
        </p:nvPicPr>
        <p:blipFill>
          <a:blip r:embed="rId3" cstate="print"/>
          <a:stretch>
            <a:fillRect/>
          </a:stretch>
        </p:blipFill>
        <p:spPr bwMode="gray">
          <a:xfrm>
            <a:off x="8284488" y="4664322"/>
            <a:ext cx="540000" cy="441818"/>
          </a:xfrm>
          <a:prstGeom prst="rect">
            <a:avLst/>
          </a:prstGeom>
        </p:spPr>
      </p:pic>
      <p:pic>
        <p:nvPicPr>
          <p:cNvPr id="22" name="图片 21" descr="汇聚交换机.png"/>
          <p:cNvPicPr>
            <a:picLocks noChangeAspect="1"/>
          </p:cNvPicPr>
          <p:nvPr/>
        </p:nvPicPr>
        <p:blipFill>
          <a:blip r:embed="rId4" cstate="print"/>
          <a:stretch>
            <a:fillRect/>
          </a:stretch>
        </p:blipFill>
        <p:spPr bwMode="gray">
          <a:xfrm>
            <a:off x="2757534" y="4676773"/>
            <a:ext cx="540000" cy="441818"/>
          </a:xfrm>
          <a:prstGeom prst="rect">
            <a:avLst/>
          </a:prstGeom>
        </p:spPr>
      </p:pic>
      <p:pic>
        <p:nvPicPr>
          <p:cNvPr id="23" name="图片 22" descr="汇聚交换机.png"/>
          <p:cNvPicPr>
            <a:picLocks noChangeAspect="1"/>
          </p:cNvPicPr>
          <p:nvPr/>
        </p:nvPicPr>
        <p:blipFill>
          <a:blip r:embed="rId4" cstate="print"/>
          <a:stretch>
            <a:fillRect/>
          </a:stretch>
        </p:blipFill>
        <p:spPr bwMode="gray">
          <a:xfrm>
            <a:off x="7627077" y="4664322"/>
            <a:ext cx="540000" cy="441818"/>
          </a:xfrm>
          <a:prstGeom prst="rect">
            <a:avLst/>
          </a:prstGeom>
        </p:spPr>
      </p:pic>
      <p:pic>
        <p:nvPicPr>
          <p:cNvPr id="24" name="图片 23" descr="核心交换机.png"/>
          <p:cNvPicPr>
            <a:picLocks noChangeAspect="1"/>
          </p:cNvPicPr>
          <p:nvPr/>
        </p:nvPicPr>
        <p:blipFill>
          <a:blip r:embed="rId5" cstate="print"/>
          <a:stretch>
            <a:fillRect/>
          </a:stretch>
        </p:blipFill>
        <p:spPr bwMode="gray">
          <a:xfrm>
            <a:off x="6969666" y="4664322"/>
            <a:ext cx="540000" cy="441818"/>
          </a:xfrm>
          <a:prstGeom prst="rect">
            <a:avLst/>
          </a:prstGeom>
        </p:spPr>
      </p:pic>
      <p:pic>
        <p:nvPicPr>
          <p:cNvPr id="25" name="图片 24" descr="核心交换机.png"/>
          <p:cNvPicPr>
            <a:picLocks noChangeAspect="1"/>
          </p:cNvPicPr>
          <p:nvPr/>
        </p:nvPicPr>
        <p:blipFill>
          <a:blip r:embed="rId5" cstate="print"/>
          <a:stretch>
            <a:fillRect/>
          </a:stretch>
        </p:blipFill>
        <p:spPr bwMode="gray">
          <a:xfrm>
            <a:off x="3440577" y="4676773"/>
            <a:ext cx="540000" cy="441818"/>
          </a:xfrm>
          <a:prstGeom prst="rect">
            <a:avLst/>
          </a:prstGeom>
        </p:spPr>
      </p:pic>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123621" y="4663682"/>
            <a:ext cx="599339" cy="468000"/>
          </a:xfrm>
          <a:prstGeom prst="rect">
            <a:avLst/>
          </a:prstGeom>
        </p:spPr>
      </p:pic>
      <p:pic>
        <p:nvPicPr>
          <p:cNvPr id="27" name="图片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252916" y="4651231"/>
            <a:ext cx="599339" cy="468000"/>
          </a:xfrm>
          <a:prstGeom prst="rect">
            <a:avLst/>
          </a:prstGeom>
        </p:spPr>
      </p:pic>
      <p:sp>
        <p:nvSpPr>
          <p:cNvPr id="29" name="矩形 28"/>
          <p:cNvSpPr/>
          <p:nvPr/>
        </p:nvSpPr>
        <p:spPr bwMode="gray">
          <a:xfrm>
            <a:off x="1398774" y="5453273"/>
            <a:ext cx="8443058" cy="270000"/>
          </a:xfrm>
          <a:prstGeom prst="rect">
            <a:avLst/>
          </a:prstGeom>
          <a:solidFill>
            <a:srgbClr val="30B5C5"/>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32" name="矩形 31"/>
          <p:cNvSpPr/>
          <p:nvPr/>
        </p:nvSpPr>
        <p:spPr bwMode="gray">
          <a:xfrm>
            <a:off x="1398774" y="3868777"/>
            <a:ext cx="8443058" cy="271036"/>
          </a:xfrm>
          <a:prstGeom prst="rect">
            <a:avLst/>
          </a:prstGeom>
          <a:solidFill>
            <a:srgbClr val="30B5C5"/>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业务</a:t>
            </a:r>
          </a:p>
        </p:txBody>
      </p:sp>
      <p:sp>
        <p:nvSpPr>
          <p:cNvPr id="3" name="圆角矩形 2"/>
          <p:cNvSpPr/>
          <p:nvPr/>
        </p:nvSpPr>
        <p:spPr bwMode="gray">
          <a:xfrm>
            <a:off x="2373758" y="2862487"/>
            <a:ext cx="1160322" cy="876201"/>
          </a:xfrm>
          <a:prstGeom prst="roundRect">
            <a:avLst/>
          </a:prstGeom>
          <a:solidFill>
            <a:srgbClr val="8BC9A0"/>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33"/>
          <p:cNvSpPr txBox="1">
            <a:spLocks noChangeArrowheads="1"/>
          </p:cNvSpPr>
          <p:nvPr/>
        </p:nvSpPr>
        <p:spPr bwMode="gray">
          <a:xfrm>
            <a:off x="2605106" y="2946644"/>
            <a:ext cx="697627" cy="707886"/>
          </a:xfrm>
          <a:prstGeom prst="rect">
            <a:avLst/>
          </a:prstGeom>
          <a:noFill/>
          <a:ln w="9525">
            <a:noFill/>
            <a:miter lim="800000"/>
            <a:headEnd/>
            <a:tailEnd/>
          </a:ln>
        </p:spPr>
        <p:txBody>
          <a:bodyPr wrap="none">
            <a:spAutoFit/>
          </a:bodyPr>
          <a:lstStyle/>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财务</a:t>
            </a:r>
            <a:endParaRPr lang="en-US" altLang="zh-CN"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a:t>
            </a:r>
          </a:p>
        </p:txBody>
      </p:sp>
      <p:sp>
        <p:nvSpPr>
          <p:cNvPr id="33" name="圆角矩形 32"/>
          <p:cNvSpPr/>
          <p:nvPr/>
        </p:nvSpPr>
        <p:spPr bwMode="gray">
          <a:xfrm>
            <a:off x="4201273" y="2862487"/>
            <a:ext cx="1160322" cy="876201"/>
          </a:xfrm>
          <a:prstGeom prst="roundRect">
            <a:avLst/>
          </a:prstGeom>
          <a:solidFill>
            <a:srgbClr val="99DFF9"/>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33"/>
          <p:cNvSpPr/>
          <p:nvPr/>
        </p:nvSpPr>
        <p:spPr bwMode="gray">
          <a:xfrm>
            <a:off x="6074383" y="2862487"/>
            <a:ext cx="1160322" cy="876201"/>
          </a:xfrm>
          <a:prstGeom prst="roundRect">
            <a:avLst/>
          </a:prstGeom>
          <a:solidFill>
            <a:srgbClr val="FFD17D"/>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34"/>
          <p:cNvSpPr/>
          <p:nvPr/>
        </p:nvSpPr>
        <p:spPr bwMode="gray">
          <a:xfrm>
            <a:off x="7860697" y="2862487"/>
            <a:ext cx="1160322" cy="876201"/>
          </a:xfrm>
          <a:prstGeom prst="roundRect">
            <a:avLst/>
          </a:prstGeom>
          <a:solidFill>
            <a:srgbClr val="56C4D2"/>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32"/>
          <p:cNvSpPr txBox="1">
            <a:spLocks noChangeArrowheads="1"/>
          </p:cNvSpPr>
          <p:nvPr/>
        </p:nvSpPr>
        <p:spPr bwMode="gray">
          <a:xfrm>
            <a:off x="4431432" y="2946644"/>
            <a:ext cx="697627" cy="707886"/>
          </a:xfrm>
          <a:prstGeom prst="rect">
            <a:avLst/>
          </a:prstGeom>
          <a:noFill/>
          <a:ln w="9525">
            <a:noFill/>
            <a:miter lim="800000"/>
            <a:headEnd/>
            <a:tailEnd/>
          </a:ln>
        </p:spPr>
        <p:txBody>
          <a:bodyPr wrap="none">
            <a:spAutoFit/>
          </a:bodyPr>
          <a:lstStyle/>
          <a:p>
            <a:pPr algn="ctr"/>
            <a:r>
              <a:rPr lang="en-US" altLang="zh-CN"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OA</a:t>
            </a:r>
          </a:p>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a:t>
            </a:r>
          </a:p>
        </p:txBody>
      </p:sp>
      <p:sp>
        <p:nvSpPr>
          <p:cNvPr id="15" name="TextBox 34"/>
          <p:cNvSpPr txBox="1">
            <a:spLocks noChangeArrowheads="1"/>
          </p:cNvSpPr>
          <p:nvPr/>
        </p:nvSpPr>
        <p:spPr bwMode="gray">
          <a:xfrm>
            <a:off x="6305731" y="2946644"/>
            <a:ext cx="697627" cy="707886"/>
          </a:xfrm>
          <a:prstGeom prst="rect">
            <a:avLst/>
          </a:prstGeom>
          <a:noFill/>
          <a:ln w="9525">
            <a:noFill/>
            <a:miter lim="800000"/>
            <a:headEnd/>
            <a:tailEnd/>
          </a:ln>
        </p:spPr>
        <p:txBody>
          <a:bodyPr wrap="none">
            <a:spAutoFit/>
          </a:bodyPr>
          <a:lstStyle/>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生产</a:t>
            </a:r>
            <a:endParaRPr lang="en-US" altLang="zh-CN"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a:t>
            </a:r>
          </a:p>
        </p:txBody>
      </p:sp>
      <p:sp>
        <p:nvSpPr>
          <p:cNvPr id="16" name="TextBox 35"/>
          <p:cNvSpPr txBox="1">
            <a:spLocks noChangeArrowheads="1"/>
          </p:cNvSpPr>
          <p:nvPr/>
        </p:nvSpPr>
        <p:spPr bwMode="gray">
          <a:xfrm>
            <a:off x="8092045" y="2946644"/>
            <a:ext cx="697627" cy="707886"/>
          </a:xfrm>
          <a:prstGeom prst="rect">
            <a:avLst/>
          </a:prstGeom>
          <a:noFill/>
          <a:ln w="9525">
            <a:noFill/>
            <a:miter lim="800000"/>
            <a:headEnd/>
            <a:tailEnd/>
          </a:ln>
        </p:spPr>
        <p:txBody>
          <a:bodyPr wrap="none">
            <a:spAutoFit/>
          </a:bodyPr>
          <a:lstStyle/>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其他</a:t>
            </a:r>
            <a:endParaRPr lang="en-US" altLang="zh-CN"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0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a:t>
            </a:r>
          </a:p>
        </p:txBody>
      </p:sp>
    </p:spTree>
    <p:extLst>
      <p:ext uri="{BB962C8B-B14F-4D97-AF65-F5344CB8AC3E}">
        <p14:creationId xmlns:p14="http://schemas.microsoft.com/office/powerpoint/2010/main" val="268273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确认业务流量路径：网络层</a:t>
            </a: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在数据包转发过程中可能存在多条路径，因此需要根据报文转发过程，确认业务流量的传输路径。</a:t>
            </a:r>
          </a:p>
          <a:p>
            <a:endParaRPr lang="zh-CN" altLang="en-US" sz="1800" dirty="0">
              <a:sym typeface="Huawei Sans" panose="020C0503030203020204" pitchFamily="34" charset="0"/>
            </a:endParaRPr>
          </a:p>
        </p:txBody>
      </p:sp>
      <p:sp>
        <p:nvSpPr>
          <p:cNvPr id="5" name="AutoShape 15"/>
          <p:cNvSpPr>
            <a:spLocks noChangeArrowheads="1"/>
          </p:cNvSpPr>
          <p:nvPr/>
        </p:nvSpPr>
        <p:spPr bwMode="gray">
          <a:xfrm>
            <a:off x="7135242" y="2749312"/>
            <a:ext cx="1094382" cy="430760"/>
          </a:xfrm>
          <a:prstGeom prst="wedgeRectCallout">
            <a:avLst>
              <a:gd name="adj1" fmla="val -39612"/>
              <a:gd name="adj2" fmla="val 103532"/>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385344422"/>
          <p:cNvSpPr>
            <a:spLocks noChangeShapeType="1"/>
          </p:cNvSpPr>
          <p:nvPr/>
        </p:nvSpPr>
        <p:spPr bwMode="gray">
          <a:xfrm>
            <a:off x="5420661" y="2598949"/>
            <a:ext cx="1081088" cy="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67208846"/>
          <p:cNvSpPr>
            <a:spLocks noChangeShapeType="1"/>
          </p:cNvSpPr>
          <p:nvPr/>
        </p:nvSpPr>
        <p:spPr bwMode="gray">
          <a:xfrm>
            <a:off x="6500162" y="2670388"/>
            <a:ext cx="3175" cy="1152525"/>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1304620133"/>
          <p:cNvSpPr>
            <a:spLocks noChangeShapeType="1"/>
          </p:cNvSpPr>
          <p:nvPr/>
        </p:nvSpPr>
        <p:spPr bwMode="gray">
          <a:xfrm flipV="1">
            <a:off x="4412600" y="2741824"/>
            <a:ext cx="865187" cy="649288"/>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2079385357"/>
          <p:cNvSpPr>
            <a:spLocks noChangeShapeType="1"/>
          </p:cNvSpPr>
          <p:nvPr/>
        </p:nvSpPr>
        <p:spPr bwMode="gray">
          <a:xfrm flipV="1">
            <a:off x="6574774" y="3714962"/>
            <a:ext cx="1008062" cy="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67863668"/>
          <p:cNvSpPr>
            <a:spLocks noChangeShapeType="1"/>
          </p:cNvSpPr>
          <p:nvPr/>
        </p:nvSpPr>
        <p:spPr bwMode="gray">
          <a:xfrm>
            <a:off x="5422249" y="2741825"/>
            <a:ext cx="1223962" cy="1008063"/>
          </a:xfrm>
          <a:prstGeom prst="line">
            <a:avLst/>
          </a:prstGeom>
          <a:noFill/>
          <a:ln w="12700">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1660662949"/>
          <p:cNvSpPr>
            <a:spLocks noChangeShapeType="1"/>
          </p:cNvSpPr>
          <p:nvPr/>
        </p:nvSpPr>
        <p:spPr bwMode="gray">
          <a:xfrm>
            <a:off x="3416871" y="3055962"/>
            <a:ext cx="15874" cy="90458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2126145881"/>
          <p:cNvSpPr>
            <a:spLocks noChangeShapeType="1"/>
          </p:cNvSpPr>
          <p:nvPr/>
        </p:nvSpPr>
        <p:spPr bwMode="gray">
          <a:xfrm flipV="1">
            <a:off x="3428349" y="3516524"/>
            <a:ext cx="1008062" cy="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1715509344"/>
          <p:cNvSpPr>
            <a:spLocks noChangeShapeType="1"/>
          </p:cNvSpPr>
          <p:nvPr/>
        </p:nvSpPr>
        <p:spPr bwMode="gray">
          <a:xfrm flipV="1">
            <a:off x="2990316" y="3678153"/>
            <a:ext cx="454479" cy="907"/>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1044377445"/>
          <p:cNvSpPr>
            <a:spLocks noChangeShapeType="1"/>
          </p:cNvSpPr>
          <p:nvPr/>
        </p:nvSpPr>
        <p:spPr bwMode="gray">
          <a:xfrm>
            <a:off x="8301974" y="3354599"/>
            <a:ext cx="0" cy="72390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1134601881"/>
          <p:cNvSpPr>
            <a:spLocks noChangeShapeType="1"/>
          </p:cNvSpPr>
          <p:nvPr/>
        </p:nvSpPr>
        <p:spPr bwMode="gray">
          <a:xfrm flipV="1">
            <a:off x="7941612" y="3641937"/>
            <a:ext cx="360363" cy="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1278508882"/>
          <p:cNvSpPr>
            <a:spLocks noChangeShapeType="1"/>
          </p:cNvSpPr>
          <p:nvPr/>
        </p:nvSpPr>
        <p:spPr bwMode="gray">
          <a:xfrm flipV="1">
            <a:off x="8301974" y="3859424"/>
            <a:ext cx="360362" cy="0"/>
          </a:xfrm>
          <a:prstGeom prst="line">
            <a:avLst/>
          </a:prstGeom>
          <a:noFill/>
          <a:ln w="28575">
            <a:solidFill>
              <a:schemeClr val="tx1"/>
            </a:solidFill>
            <a:round/>
            <a:headEnd/>
            <a:tailEnd/>
          </a:ln>
        </p:spPr>
        <p:txBody>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2096747154"/>
          <p:cNvSpPr/>
          <p:nvPr/>
        </p:nvSpPr>
        <p:spPr bwMode="gray">
          <a:xfrm>
            <a:off x="2833944" y="3038284"/>
            <a:ext cx="5907315" cy="1233714"/>
          </a:xfrm>
          <a:custGeom>
            <a:avLst/>
            <a:gdLst>
              <a:gd name="connsiteX0" fmla="*/ 0 w 5907315"/>
              <a:gd name="connsiteY0" fmla="*/ 931334 h 1233714"/>
              <a:gd name="connsiteX1" fmla="*/ 1669143 w 5907315"/>
              <a:gd name="connsiteY1" fmla="*/ 873276 h 1233714"/>
              <a:gd name="connsiteX2" fmla="*/ 2540000 w 5907315"/>
              <a:gd name="connsiteY2" fmla="*/ 31448 h 1233714"/>
              <a:gd name="connsiteX3" fmla="*/ 3672115 w 5907315"/>
              <a:gd name="connsiteY3" fmla="*/ 1061962 h 1233714"/>
              <a:gd name="connsiteX4" fmla="*/ 4934857 w 5907315"/>
              <a:gd name="connsiteY4" fmla="*/ 1061962 h 1233714"/>
              <a:gd name="connsiteX5" fmla="*/ 5907315 w 5907315"/>
              <a:gd name="connsiteY5" fmla="*/ 1090991 h 12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7315" h="1233714">
                <a:moveTo>
                  <a:pt x="0" y="931334"/>
                </a:moveTo>
                <a:cubicBezTo>
                  <a:pt x="622905" y="977295"/>
                  <a:pt x="1245810" y="1023257"/>
                  <a:pt x="1669143" y="873276"/>
                </a:cubicBezTo>
                <a:cubicBezTo>
                  <a:pt x="2092476" y="723295"/>
                  <a:pt x="2206171" y="0"/>
                  <a:pt x="2540000" y="31448"/>
                </a:cubicBezTo>
                <a:cubicBezTo>
                  <a:pt x="2873829" y="62896"/>
                  <a:pt x="3272972" y="890210"/>
                  <a:pt x="3672115" y="1061962"/>
                </a:cubicBezTo>
                <a:cubicBezTo>
                  <a:pt x="4071258" y="1233714"/>
                  <a:pt x="4562324" y="1057124"/>
                  <a:pt x="4934857" y="1061962"/>
                </a:cubicBezTo>
                <a:cubicBezTo>
                  <a:pt x="5307390" y="1066800"/>
                  <a:pt x="5730725" y="1086153"/>
                  <a:pt x="5907315" y="1090991"/>
                </a:cubicBezTo>
              </a:path>
            </a:pathLst>
          </a:custGeom>
          <a:noFill/>
          <a:ln w="28575" cap="flat" cmpd="sng" algn="ctr">
            <a:solidFill>
              <a:srgbClr val="EC7061"/>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fontAlgn="ct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1" name="表格 30"/>
          <p:cNvGraphicFramePr>
            <a:graphicFrameLocks noGrp="1"/>
          </p:cNvGraphicFramePr>
          <p:nvPr>
            <p:extLst>
              <p:ext uri="{D42A27DB-BD31-4B8C-83A1-F6EECF244321}">
                <p14:modId xmlns:p14="http://schemas.microsoft.com/office/powerpoint/2010/main" val="2586496922"/>
              </p:ext>
            </p:extLst>
          </p:nvPr>
        </p:nvGraphicFramePr>
        <p:xfrm>
          <a:off x="1140974" y="4111028"/>
          <a:ext cx="3668912" cy="335280"/>
        </p:xfrm>
        <a:graphic>
          <a:graphicData uri="http://schemas.openxmlformats.org/drawingml/2006/table">
            <a:tbl>
              <a:tblPr firstRow="1" bandRow="1">
                <a:tableStyleId>{72833802-FEF1-4C79-8D5D-14CF1EAF98D9}</a:tableStyleId>
              </a:tblPr>
              <a:tblGrid>
                <a:gridCol w="1370096">
                  <a:extLst>
                    <a:ext uri="{9D8B030D-6E8A-4147-A177-3AD203B41FA5}">
                      <a16:colId xmlns:a16="http://schemas.microsoft.com/office/drawing/2014/main" val="20000"/>
                    </a:ext>
                  </a:extLst>
                </a:gridCol>
                <a:gridCol w="1370096">
                  <a:extLst>
                    <a:ext uri="{9D8B030D-6E8A-4147-A177-3AD203B41FA5}">
                      <a16:colId xmlns:a16="http://schemas.microsoft.com/office/drawing/2014/main" val="20001"/>
                    </a:ext>
                  </a:extLst>
                </a:gridCol>
                <a:gridCol w="928720">
                  <a:extLst>
                    <a:ext uri="{9D8B030D-6E8A-4147-A177-3AD203B41FA5}">
                      <a16:colId xmlns:a16="http://schemas.microsoft.com/office/drawing/2014/main" val="20002"/>
                    </a:ext>
                  </a:extLst>
                </a:gridCol>
              </a:tblGrid>
              <a:tr h="316359">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 header</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TCP header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32" name="图片 31" descr="PC.png"/>
          <p:cNvPicPr>
            <a:picLocks noChangeAspect="1"/>
          </p:cNvPicPr>
          <p:nvPr/>
        </p:nvPicPr>
        <p:blipFill>
          <a:blip r:embed="rId3" cstate="print"/>
          <a:stretch>
            <a:fillRect/>
          </a:stretch>
        </p:blipFill>
        <p:spPr bwMode="gray">
          <a:xfrm>
            <a:off x="2451253" y="3434937"/>
            <a:ext cx="539063" cy="4140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143393" y="3346340"/>
            <a:ext cx="540000" cy="442800"/>
          </a:xfrm>
          <a:prstGeom prst="rect">
            <a:avLst/>
          </a:prstGeom>
        </p:spPr>
      </p:pic>
      <p:sp>
        <p:nvSpPr>
          <p:cNvPr id="30" name="任意多边形 29"/>
          <p:cNvSpPr/>
          <p:nvPr/>
        </p:nvSpPr>
        <p:spPr bwMode="gray">
          <a:xfrm>
            <a:off x="2975430" y="2194076"/>
            <a:ext cx="5849257" cy="1405466"/>
          </a:xfrm>
          <a:custGeom>
            <a:avLst/>
            <a:gdLst>
              <a:gd name="connsiteX0" fmla="*/ 0 w 5849257"/>
              <a:gd name="connsiteY0" fmla="*/ 1100667 h 1405466"/>
              <a:gd name="connsiteX1" fmla="*/ 1393371 w 5849257"/>
              <a:gd name="connsiteY1" fmla="*/ 1071638 h 1405466"/>
              <a:gd name="connsiteX2" fmla="*/ 2481942 w 5849257"/>
              <a:gd name="connsiteY2" fmla="*/ 287867 h 1405466"/>
              <a:gd name="connsiteX3" fmla="*/ 3788228 w 5849257"/>
              <a:gd name="connsiteY3" fmla="*/ 157238 h 1405466"/>
              <a:gd name="connsiteX4" fmla="*/ 3962400 w 5849257"/>
              <a:gd name="connsiteY4" fmla="*/ 1231295 h 1405466"/>
              <a:gd name="connsiteX5" fmla="*/ 4920342 w 5849257"/>
              <a:gd name="connsiteY5" fmla="*/ 1202267 h 1405466"/>
              <a:gd name="connsiteX6" fmla="*/ 5849257 w 5849257"/>
              <a:gd name="connsiteY6" fmla="*/ 1231295 h 1405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9257" h="1405466">
                <a:moveTo>
                  <a:pt x="0" y="1100667"/>
                </a:moveTo>
                <a:cubicBezTo>
                  <a:pt x="489857" y="1153886"/>
                  <a:pt x="979714" y="1207105"/>
                  <a:pt x="1393371" y="1071638"/>
                </a:cubicBezTo>
                <a:cubicBezTo>
                  <a:pt x="1807028" y="936171"/>
                  <a:pt x="2082799" y="440267"/>
                  <a:pt x="2481942" y="287867"/>
                </a:cubicBezTo>
                <a:cubicBezTo>
                  <a:pt x="2881085" y="135467"/>
                  <a:pt x="3541485" y="0"/>
                  <a:pt x="3788228" y="157238"/>
                </a:cubicBezTo>
                <a:cubicBezTo>
                  <a:pt x="4034971" y="314476"/>
                  <a:pt x="3773714" y="1057124"/>
                  <a:pt x="3962400" y="1231295"/>
                </a:cubicBezTo>
                <a:cubicBezTo>
                  <a:pt x="4151086" y="1405466"/>
                  <a:pt x="4605866" y="1202267"/>
                  <a:pt x="4920342" y="1202267"/>
                </a:cubicBezTo>
                <a:cubicBezTo>
                  <a:pt x="5234818" y="1202267"/>
                  <a:pt x="5655733" y="1211943"/>
                  <a:pt x="5849257" y="1231295"/>
                </a:cubicBezTo>
              </a:path>
            </a:pathLst>
          </a:custGeom>
          <a:noFill/>
          <a:ln w="28575" cap="flat" cmpd="sng" algn="ctr">
            <a:solidFill>
              <a:srgbClr val="EC706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3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229718" y="2498591"/>
            <a:ext cx="540000" cy="442800"/>
          </a:xfrm>
          <a:prstGeom prst="rect">
            <a:avLst/>
          </a:prstGeom>
        </p:spPr>
      </p:pic>
      <p:pic>
        <p:nvPicPr>
          <p:cNvPr id="36" name="图片 3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229718" y="3461257"/>
            <a:ext cx="540000" cy="442800"/>
          </a:xfrm>
          <a:prstGeom prst="rect">
            <a:avLst/>
          </a:prstGeom>
        </p:spPr>
      </p:pic>
      <p:pic>
        <p:nvPicPr>
          <p:cNvPr id="37" name="图片 3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469774" y="3461257"/>
            <a:ext cx="540000" cy="442800"/>
          </a:xfrm>
          <a:prstGeom prst="rect">
            <a:avLst/>
          </a:prstGeom>
        </p:spPr>
      </p:pic>
      <p:pic>
        <p:nvPicPr>
          <p:cNvPr id="38" name="图片 3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613028" y="3611619"/>
            <a:ext cx="540000" cy="442800"/>
          </a:xfrm>
          <a:prstGeom prst="rect">
            <a:avLst/>
          </a:prstGeom>
        </p:spPr>
      </p:pic>
      <p:sp>
        <p:nvSpPr>
          <p:cNvPr id="39" name="AutoShape 15"/>
          <p:cNvSpPr>
            <a:spLocks noChangeArrowheads="1"/>
          </p:cNvSpPr>
          <p:nvPr/>
        </p:nvSpPr>
        <p:spPr bwMode="gray">
          <a:xfrm>
            <a:off x="7135242" y="4359622"/>
            <a:ext cx="1094382" cy="430760"/>
          </a:xfrm>
          <a:prstGeom prst="wedgeRectCallout">
            <a:avLst>
              <a:gd name="adj1" fmla="val -37413"/>
              <a:gd name="adj2" fmla="val -114330"/>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3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045229" y="2498591"/>
            <a:ext cx="540000" cy="442800"/>
          </a:xfrm>
          <a:prstGeom prst="rect">
            <a:avLst/>
          </a:prstGeom>
        </p:spPr>
      </p:pic>
    </p:spTree>
    <p:extLst>
      <p:ext uri="{BB962C8B-B14F-4D97-AF65-F5344CB8AC3E}">
        <p14:creationId xmlns:p14="http://schemas.microsoft.com/office/powerpoint/2010/main" val="1361625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确认业务流量路径：数据链路层</a:t>
            </a:r>
          </a:p>
        </p:txBody>
      </p:sp>
      <p:sp>
        <p:nvSpPr>
          <p:cNvPr id="32" name="文本占位符 31"/>
          <p:cNvSpPr>
            <a:spLocks noGrp="1"/>
          </p:cNvSpPr>
          <p:nvPr>
            <p:ph type="body" sz="quarter" idx="10"/>
          </p:nvPr>
        </p:nvSpPr>
        <p:spPr bwMode="gray"/>
        <p:txBody>
          <a:bodyPr/>
          <a:lstStyle/>
          <a:p>
            <a:r>
              <a:rPr lang="zh-CN" altLang="en-US" sz="1800">
                <a:sym typeface="Huawei Sans" panose="020C0503030203020204" pitchFamily="34" charset="0"/>
              </a:rPr>
              <a:t>确认业务流量对应的数据帧在二层网络环境中是如何被交换机转发的。</a:t>
            </a:r>
          </a:p>
          <a:p>
            <a:endParaRPr lang="zh-CN" altLang="en-US" sz="1800" dirty="0">
              <a:sym typeface="Huawei Sans" panose="020C0503030203020204" pitchFamily="34" charset="0"/>
            </a:endParaRPr>
          </a:p>
        </p:txBody>
      </p:sp>
      <p:cxnSp>
        <p:nvCxnSpPr>
          <p:cNvPr id="4" name="直接连接符 9"/>
          <p:cNvCxnSpPr>
            <a:cxnSpLocks noChangeShapeType="1"/>
            <a:stCxn id="26" idx="2"/>
            <a:endCxn id="31" idx="0"/>
          </p:cNvCxnSpPr>
          <p:nvPr/>
        </p:nvCxnSpPr>
        <p:spPr bwMode="gray">
          <a:xfrm>
            <a:off x="8131822" y="3594183"/>
            <a:ext cx="0" cy="858708"/>
          </a:xfrm>
          <a:prstGeom prst="line">
            <a:avLst/>
          </a:prstGeom>
          <a:noFill/>
          <a:ln w="28575" algn="ctr">
            <a:solidFill>
              <a:schemeClr val="tx1"/>
            </a:solidFill>
            <a:round/>
            <a:headEnd/>
            <a:tailEnd/>
          </a:ln>
        </p:spPr>
      </p:cxnSp>
      <p:cxnSp>
        <p:nvCxnSpPr>
          <p:cNvPr id="5" name="直接连接符 9"/>
          <p:cNvCxnSpPr>
            <a:cxnSpLocks noChangeShapeType="1"/>
            <a:stCxn id="25" idx="2"/>
            <a:endCxn id="24" idx="0"/>
          </p:cNvCxnSpPr>
          <p:nvPr/>
        </p:nvCxnSpPr>
        <p:spPr bwMode="gray">
          <a:xfrm>
            <a:off x="3281413" y="3594183"/>
            <a:ext cx="469" cy="923961"/>
          </a:xfrm>
          <a:prstGeom prst="line">
            <a:avLst/>
          </a:prstGeom>
          <a:noFill/>
          <a:ln w="28575" algn="ctr">
            <a:solidFill>
              <a:schemeClr val="tx1"/>
            </a:solidFill>
            <a:round/>
            <a:headEnd/>
            <a:tailEnd/>
          </a:ln>
        </p:spPr>
      </p:cxnSp>
      <p:cxnSp>
        <p:nvCxnSpPr>
          <p:cNvPr id="6" name="直接连接符 9"/>
          <p:cNvCxnSpPr>
            <a:cxnSpLocks noChangeShapeType="1"/>
          </p:cNvCxnSpPr>
          <p:nvPr/>
        </p:nvCxnSpPr>
        <p:spPr bwMode="gray">
          <a:xfrm flipV="1">
            <a:off x="3537556" y="2423971"/>
            <a:ext cx="2014538" cy="803275"/>
          </a:xfrm>
          <a:prstGeom prst="line">
            <a:avLst/>
          </a:prstGeom>
          <a:noFill/>
          <a:ln w="28575" algn="ctr">
            <a:solidFill>
              <a:schemeClr val="tx1"/>
            </a:solidFill>
            <a:round/>
            <a:headEnd/>
            <a:tailEnd/>
          </a:ln>
        </p:spPr>
      </p:cxnSp>
      <p:cxnSp>
        <p:nvCxnSpPr>
          <p:cNvPr id="7" name="直接连接符 12"/>
          <p:cNvCxnSpPr>
            <a:cxnSpLocks noChangeShapeType="1"/>
          </p:cNvCxnSpPr>
          <p:nvPr/>
        </p:nvCxnSpPr>
        <p:spPr bwMode="gray">
          <a:xfrm flipH="1" flipV="1">
            <a:off x="5696557" y="2423971"/>
            <a:ext cx="2232025" cy="731837"/>
          </a:xfrm>
          <a:prstGeom prst="line">
            <a:avLst/>
          </a:prstGeom>
          <a:noFill/>
          <a:ln w="28575" algn="ctr">
            <a:solidFill>
              <a:schemeClr val="tx1"/>
            </a:solidFill>
            <a:round/>
            <a:headEnd/>
            <a:tailEnd/>
          </a:ln>
        </p:spPr>
      </p:cxnSp>
      <p:sp>
        <p:nvSpPr>
          <p:cNvPr id="8" name="任意多边形 7"/>
          <p:cNvSpPr/>
          <p:nvPr/>
        </p:nvSpPr>
        <p:spPr bwMode="gray">
          <a:xfrm>
            <a:off x="2734735" y="3420843"/>
            <a:ext cx="5583767" cy="1305984"/>
          </a:xfrm>
          <a:custGeom>
            <a:avLst/>
            <a:gdLst>
              <a:gd name="connsiteX0" fmla="*/ 692150 w 5583767"/>
              <a:gd name="connsiteY0" fmla="*/ 1208617 h 1305984"/>
              <a:gd name="connsiteX1" fmla="*/ 666750 w 5583767"/>
              <a:gd name="connsiteY1" fmla="*/ 1157817 h 1305984"/>
              <a:gd name="connsiteX2" fmla="*/ 692150 w 5583767"/>
              <a:gd name="connsiteY2" fmla="*/ 319617 h 1305984"/>
              <a:gd name="connsiteX3" fmla="*/ 4819650 w 5583767"/>
              <a:gd name="connsiteY3" fmla="*/ 116417 h 1305984"/>
              <a:gd name="connsiteX4" fmla="*/ 5276850 w 5583767"/>
              <a:gd name="connsiteY4" fmla="*/ 1018117 h 1305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767" h="1305984">
                <a:moveTo>
                  <a:pt x="692150" y="1208617"/>
                </a:moveTo>
                <a:cubicBezTo>
                  <a:pt x="679450" y="1257300"/>
                  <a:pt x="666750" y="1305984"/>
                  <a:pt x="666750" y="1157817"/>
                </a:cubicBezTo>
                <a:cubicBezTo>
                  <a:pt x="666750" y="1009650"/>
                  <a:pt x="0" y="493184"/>
                  <a:pt x="692150" y="319617"/>
                </a:cubicBezTo>
                <a:cubicBezTo>
                  <a:pt x="1384300" y="146050"/>
                  <a:pt x="4055533" y="0"/>
                  <a:pt x="4819650" y="116417"/>
                </a:cubicBezTo>
                <a:cubicBezTo>
                  <a:pt x="5583767" y="232834"/>
                  <a:pt x="5276850" y="840317"/>
                  <a:pt x="5276850" y="1018117"/>
                </a:cubicBezTo>
              </a:path>
            </a:pathLst>
          </a:custGeom>
          <a:noFill/>
          <a:ln w="28575" cap="flat" cmpd="sng" algn="ctr">
            <a:solidFill>
              <a:srgbClr val="EC7061"/>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16"/>
          <p:cNvCxnSpPr>
            <a:cxnSpLocks noChangeShapeType="1"/>
            <a:stCxn id="25" idx="3"/>
            <a:endCxn id="26" idx="1"/>
          </p:cNvCxnSpPr>
          <p:nvPr/>
        </p:nvCxnSpPr>
        <p:spPr bwMode="gray">
          <a:xfrm>
            <a:off x="3551413" y="3372783"/>
            <a:ext cx="4310409" cy="0"/>
          </a:xfrm>
          <a:prstGeom prst="line">
            <a:avLst/>
          </a:prstGeom>
          <a:noFill/>
          <a:ln w="28575" algn="ctr">
            <a:solidFill>
              <a:schemeClr val="tx1"/>
            </a:solidFill>
            <a:round/>
            <a:headEnd/>
            <a:tailEnd/>
          </a:ln>
        </p:spPr>
      </p:cxnSp>
      <p:sp>
        <p:nvSpPr>
          <p:cNvPr id="22" name="任意多边形 21"/>
          <p:cNvSpPr/>
          <p:nvPr/>
        </p:nvSpPr>
        <p:spPr bwMode="gray">
          <a:xfrm>
            <a:off x="2446868" y="2072528"/>
            <a:ext cx="6466417" cy="2506133"/>
          </a:xfrm>
          <a:custGeom>
            <a:avLst/>
            <a:gdLst>
              <a:gd name="connsiteX0" fmla="*/ 357717 w 6466417"/>
              <a:gd name="connsiteY0" fmla="*/ 2506133 h 2506133"/>
              <a:gd name="connsiteX1" fmla="*/ 446617 w 6466417"/>
              <a:gd name="connsiteY1" fmla="*/ 1147233 h 2506133"/>
              <a:gd name="connsiteX2" fmla="*/ 3037417 w 6466417"/>
              <a:gd name="connsiteY2" fmla="*/ 16933 h 2506133"/>
              <a:gd name="connsiteX3" fmla="*/ 5945717 w 6466417"/>
              <a:gd name="connsiteY3" fmla="*/ 1045633 h 2506133"/>
              <a:gd name="connsiteX4" fmla="*/ 6161617 w 6466417"/>
              <a:gd name="connsiteY4" fmla="*/ 2480733 h 2506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6417" h="2506133">
                <a:moveTo>
                  <a:pt x="357717" y="2506133"/>
                </a:moveTo>
                <a:cubicBezTo>
                  <a:pt x="178858" y="2034116"/>
                  <a:pt x="0" y="1562100"/>
                  <a:pt x="446617" y="1147233"/>
                </a:cubicBezTo>
                <a:cubicBezTo>
                  <a:pt x="893234" y="732366"/>
                  <a:pt x="2120900" y="33866"/>
                  <a:pt x="3037417" y="16933"/>
                </a:cubicBezTo>
                <a:cubicBezTo>
                  <a:pt x="3953934" y="0"/>
                  <a:pt x="5425017" y="635000"/>
                  <a:pt x="5945717" y="1045633"/>
                </a:cubicBezTo>
                <a:cubicBezTo>
                  <a:pt x="6466417" y="1456266"/>
                  <a:pt x="6096000" y="2334683"/>
                  <a:pt x="6161617" y="2480733"/>
                </a:cubicBezTo>
              </a:path>
            </a:pathLst>
          </a:custGeom>
          <a:noFill/>
          <a:ln w="28575" cap="flat" cmpd="sng" algn="ctr">
            <a:solidFill>
              <a:srgbClr val="EC706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3" name="表格 22"/>
          <p:cNvGraphicFramePr>
            <a:graphicFrameLocks noGrp="1"/>
          </p:cNvGraphicFramePr>
          <p:nvPr>
            <p:extLst>
              <p:ext uri="{D42A27DB-BD31-4B8C-83A1-F6EECF244321}">
                <p14:modId xmlns:p14="http://schemas.microsoft.com/office/powerpoint/2010/main" val="1502724665"/>
              </p:ext>
            </p:extLst>
          </p:nvPr>
        </p:nvGraphicFramePr>
        <p:xfrm>
          <a:off x="2533769" y="5106533"/>
          <a:ext cx="5470073" cy="321915"/>
        </p:xfrm>
        <a:graphic>
          <a:graphicData uri="http://schemas.openxmlformats.org/drawingml/2006/table">
            <a:tbl>
              <a:tblPr firstRow="1" bandRow="1">
                <a:tableStyleId>{72833802-FEF1-4C79-8D5D-14CF1EAF98D9}</a:tableStyleId>
              </a:tblPr>
              <a:tblGrid>
                <a:gridCol w="1571843">
                  <a:extLst>
                    <a:ext uri="{9D8B030D-6E8A-4147-A177-3AD203B41FA5}">
                      <a16:colId xmlns:a16="http://schemas.microsoft.com/office/drawing/2014/main" val="20000"/>
                    </a:ext>
                  </a:extLst>
                </a:gridCol>
                <a:gridCol w="890337">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770021">
                  <a:extLst>
                    <a:ext uri="{9D8B030D-6E8A-4147-A177-3AD203B41FA5}">
                      <a16:colId xmlns:a16="http://schemas.microsoft.com/office/drawing/2014/main" val="20003"/>
                    </a:ext>
                  </a:extLst>
                </a:gridCol>
                <a:gridCol w="866272">
                  <a:extLst>
                    <a:ext uri="{9D8B030D-6E8A-4147-A177-3AD203B41FA5}">
                      <a16:colId xmlns:a16="http://schemas.microsoft.com/office/drawing/2014/main" val="20004"/>
                    </a:ext>
                  </a:extLst>
                </a:gridCol>
              </a:tblGrid>
              <a:tr h="321915">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Ethernet header</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 header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TCP header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24" name="图片 23" descr="PC.png"/>
          <p:cNvPicPr>
            <a:picLocks noChangeAspect="1"/>
          </p:cNvPicPr>
          <p:nvPr/>
        </p:nvPicPr>
        <p:blipFill>
          <a:blip r:embed="rId3" cstate="print"/>
          <a:stretch>
            <a:fillRect/>
          </a:stretch>
        </p:blipFill>
        <p:spPr bwMode="gray">
          <a:xfrm>
            <a:off x="3012350" y="4518144"/>
            <a:ext cx="539063" cy="414000"/>
          </a:xfrm>
          <a:prstGeom prst="rect">
            <a:avLst/>
          </a:prstGeom>
        </p:spPr>
      </p:pic>
      <p:pic>
        <p:nvPicPr>
          <p:cNvPr id="25" name="图片 2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011413" y="3151383"/>
            <a:ext cx="540000" cy="442800"/>
          </a:xfrm>
          <a:prstGeom prst="rect">
            <a:avLst/>
          </a:prstGeom>
        </p:spPr>
      </p:pic>
      <p:pic>
        <p:nvPicPr>
          <p:cNvPr id="26" name="图片 2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861822" y="3151383"/>
            <a:ext cx="540000" cy="442800"/>
          </a:xfrm>
          <a:prstGeom prst="rect">
            <a:avLst/>
          </a:prstGeom>
        </p:spPr>
      </p:pic>
      <p:pic>
        <p:nvPicPr>
          <p:cNvPr id="27" name="图片 2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49690" y="2128256"/>
            <a:ext cx="540000" cy="442800"/>
          </a:xfrm>
          <a:prstGeom prst="rect">
            <a:avLst/>
          </a:prstGeom>
        </p:spPr>
      </p:pic>
      <p:sp>
        <p:nvSpPr>
          <p:cNvPr id="28" name="AutoShape 15"/>
          <p:cNvSpPr>
            <a:spLocks noChangeArrowheads="1"/>
          </p:cNvSpPr>
          <p:nvPr/>
        </p:nvSpPr>
        <p:spPr bwMode="gray">
          <a:xfrm>
            <a:off x="7584631" y="1958173"/>
            <a:ext cx="1094382" cy="430760"/>
          </a:xfrm>
          <a:prstGeom prst="wedgeRectCallout">
            <a:avLst>
              <a:gd name="adj1" fmla="val -39612"/>
              <a:gd name="adj2" fmla="val 103532"/>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AutoShape 15"/>
          <p:cNvSpPr>
            <a:spLocks noChangeArrowheads="1"/>
          </p:cNvSpPr>
          <p:nvPr/>
        </p:nvSpPr>
        <p:spPr bwMode="gray">
          <a:xfrm>
            <a:off x="6369937" y="3957138"/>
            <a:ext cx="1094382" cy="430760"/>
          </a:xfrm>
          <a:prstGeom prst="wedgeRectCallout">
            <a:avLst>
              <a:gd name="adj1" fmla="val 48340"/>
              <a:gd name="adj2" fmla="val -125503"/>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861822" y="4452891"/>
            <a:ext cx="540000" cy="442800"/>
          </a:xfrm>
          <a:prstGeom prst="rect">
            <a:avLst/>
          </a:prstGeom>
        </p:spPr>
      </p:pic>
    </p:spTree>
    <p:extLst>
      <p:ext uri="{BB962C8B-B14F-4D97-AF65-F5344CB8AC3E}">
        <p14:creationId xmlns:p14="http://schemas.microsoft.com/office/powerpoint/2010/main" val="3070207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分层故障处理法</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sz="1800" dirty="0">
                <a:sym typeface="Huawei Sans" panose="020C0503030203020204" pitchFamily="34" charset="0"/>
              </a:rPr>
              <a:t>分层法很简单，所有模型都遵循相同的基本前提：当模型的所有低层结构工作正常时，它的高层结构才能正常工作。一般建议在处理故障时，从参考模型自底向上进行故障排查。</a:t>
            </a:r>
          </a:p>
          <a:p>
            <a:endParaRPr lang="zh-CN" altLang="en-US" sz="1800" dirty="0">
              <a:sym typeface="Huawei Sans" panose="020C0503030203020204" pitchFamily="34"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424359828"/>
              </p:ext>
            </p:extLst>
          </p:nvPr>
        </p:nvGraphicFramePr>
        <p:xfrm>
          <a:off x="3072391" y="2343897"/>
          <a:ext cx="1656184" cy="2880318"/>
        </p:xfrm>
        <a:graphic>
          <a:graphicData uri="http://schemas.openxmlformats.org/drawingml/2006/table">
            <a:tbl>
              <a:tblPr/>
              <a:tblGrid>
                <a:gridCol w="1656184">
                  <a:extLst>
                    <a:ext uri="{9D8B030D-6E8A-4147-A177-3AD203B41FA5}">
                      <a16:colId xmlns:a16="http://schemas.microsoft.com/office/drawing/2014/main" val="20000"/>
                    </a:ext>
                  </a:extLst>
                </a:gridCol>
              </a:tblGrid>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0"/>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表示层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1"/>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会话层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2"/>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传输层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3"/>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4"/>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数据链路层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5"/>
                  </a:ext>
                </a:extLst>
              </a:tr>
              <a:tr h="4114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物理层</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6"/>
                  </a:ext>
                </a:extLst>
              </a:tr>
            </a:tbl>
          </a:graphicData>
        </a:graphic>
      </p:graphicFrame>
      <p:cxnSp>
        <p:nvCxnSpPr>
          <p:cNvPr id="7" name="直接箭头连接符 6"/>
          <p:cNvCxnSpPr/>
          <p:nvPr/>
        </p:nvCxnSpPr>
        <p:spPr bwMode="auto">
          <a:xfrm flipV="1">
            <a:off x="4800582" y="2328182"/>
            <a:ext cx="0" cy="2880320"/>
          </a:xfrm>
          <a:prstGeom prst="straightConnector1">
            <a:avLst/>
          </a:prstGeom>
          <a:solidFill>
            <a:schemeClr val="accent1"/>
          </a:solidFill>
          <a:ln w="25400" cap="flat" cmpd="sng" algn="ctr">
            <a:solidFill>
              <a:srgbClr val="EC7061"/>
            </a:solidFill>
            <a:prstDash val="solid"/>
            <a:round/>
            <a:headEnd type="none" w="med" len="med"/>
            <a:tailEnd type="triangle"/>
          </a:ln>
          <a:effectLst/>
        </p:spPr>
      </p:cxnSp>
      <p:sp>
        <p:nvSpPr>
          <p:cNvPr id="8" name="矩形 7"/>
          <p:cNvSpPr/>
          <p:nvPr/>
        </p:nvSpPr>
        <p:spPr>
          <a:xfrm>
            <a:off x="4944598" y="4806258"/>
            <a:ext cx="5832648" cy="338554"/>
          </a:xfrm>
          <a:prstGeom prst="rect">
            <a:avLst/>
          </a:prstGeom>
          <a:gradFill>
            <a:gsLst>
              <a:gs pos="100000">
                <a:srgbClr val="BEE9EE"/>
              </a:gs>
              <a:gs pos="0">
                <a:schemeClr val="bg1"/>
              </a:gs>
            </a:gsLst>
            <a:lin ang="10800000" scaled="1"/>
          </a:gradFill>
        </p:spPr>
        <p:txBody>
          <a:bodyPr wrap="square" anchor="ctr">
            <a:spAutoFit/>
          </a:bodyPr>
          <a:lstStyle/>
          <a:p>
            <a:pPr algn="l"/>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接口的物理状态是否</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、线缆及接头等是否正常等</a:t>
            </a:r>
          </a:p>
        </p:txBody>
      </p:sp>
      <p:sp>
        <p:nvSpPr>
          <p:cNvPr id="9" name="矩形 8"/>
          <p:cNvSpPr/>
          <p:nvPr/>
        </p:nvSpPr>
        <p:spPr>
          <a:xfrm>
            <a:off x="4944598" y="4370159"/>
            <a:ext cx="5832648" cy="338554"/>
          </a:xfrm>
          <a:prstGeom prst="rect">
            <a:avLst/>
          </a:prstGeom>
          <a:gradFill>
            <a:gsLst>
              <a:gs pos="100000">
                <a:srgbClr val="BEE9EE"/>
              </a:gs>
              <a:gs pos="0">
                <a:schemeClr val="bg1"/>
              </a:gs>
            </a:gsLst>
            <a:lin ang="10800000" scaled="1"/>
          </a:gradFill>
        </p:spPr>
        <p:txBody>
          <a:bodyPr wrap="square" anchor="ctr">
            <a:spAutoFit/>
          </a:bodyPr>
          <a:lstStyle/>
          <a:p>
            <a:pPr algn="l"/>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链路层封装是否正确，接口协议是否</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，二层寻址是否正常等</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4944598" y="3962196"/>
            <a:ext cx="5832648" cy="338554"/>
          </a:xfrm>
          <a:prstGeom prst="rect">
            <a:avLst/>
          </a:prstGeom>
          <a:gradFill>
            <a:gsLst>
              <a:gs pos="100000">
                <a:srgbClr val="BEE9EE"/>
              </a:gs>
              <a:gs pos="0">
                <a:schemeClr val="bg1"/>
              </a:gs>
            </a:gsLst>
            <a:lin ang="10800000" scaled="1"/>
          </a:gradFill>
        </p:spPr>
        <p:txBody>
          <a:bodyPr wrap="square" anchor="ctr">
            <a:spAutoFit/>
          </a:bodyPr>
          <a:lstStyle/>
          <a:p>
            <a:pPr algn="l"/>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有没有路由，路由协议工作是否正常等</a:t>
            </a:r>
          </a:p>
        </p:txBody>
      </p:sp>
      <p:sp>
        <p:nvSpPr>
          <p:cNvPr id="11" name="矩形 10"/>
          <p:cNvSpPr/>
          <p:nvPr/>
        </p:nvSpPr>
        <p:spPr>
          <a:xfrm>
            <a:off x="4944598" y="3526098"/>
            <a:ext cx="5832648" cy="338554"/>
          </a:xfrm>
          <a:prstGeom prst="rect">
            <a:avLst/>
          </a:prstGeom>
          <a:gradFill>
            <a:gsLst>
              <a:gs pos="100000">
                <a:srgbClr val="BEE9EE"/>
              </a:gs>
              <a:gs pos="0">
                <a:schemeClr val="bg1"/>
              </a:gs>
            </a:gsLst>
            <a:lin ang="10800000" scaled="1"/>
          </a:gradFill>
        </p:spPr>
        <p:txBody>
          <a:bodyPr wrap="square" anchor="ctr">
            <a:spAutoFit/>
          </a:bodyPr>
          <a:lstStyle/>
          <a:p>
            <a:pPr algn="l"/>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连接是否正确建立，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端口是否打开等</a:t>
            </a:r>
          </a:p>
        </p:txBody>
      </p:sp>
    </p:spTree>
    <p:extLst>
      <p:ext uri="{BB962C8B-B14F-4D97-AF65-F5344CB8AC3E}">
        <p14:creationId xmlns:p14="http://schemas.microsoft.com/office/powerpoint/2010/main" val="1611035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对比配置法</a:t>
            </a:r>
            <a:endParaRPr lang="zh-CN" altLang="en-US" dirty="0">
              <a:sym typeface="Huawei Sans" panose="020C0503030203020204" pitchFamily="34" charset="0"/>
            </a:endParaRPr>
          </a:p>
        </p:txBody>
      </p:sp>
      <p:sp>
        <p:nvSpPr>
          <p:cNvPr id="11" name="文本占位符 10"/>
          <p:cNvSpPr>
            <a:spLocks noGrp="1"/>
          </p:cNvSpPr>
          <p:nvPr>
            <p:ph type="body" sz="quarter" idx="10"/>
          </p:nvPr>
        </p:nvSpPr>
        <p:spPr bwMode="gray"/>
        <p:txBody>
          <a:bodyPr/>
          <a:lstStyle/>
          <a:p>
            <a:r>
              <a:rPr lang="zh-CN" altLang="en-US" sz="1800" dirty="0">
                <a:sym typeface="Huawei Sans" panose="020C0503030203020204" pitchFamily="34" charset="0"/>
              </a:rPr>
              <a:t>对比配置法是指对比正常状态与故障状态下的配置、软件版本、硬件型号等内容，检查两者之间的差异。</a:t>
            </a:r>
          </a:p>
          <a:p>
            <a:r>
              <a:rPr lang="zh-CN" altLang="en-US" sz="1800" dirty="0">
                <a:sym typeface="Huawei Sans" panose="020C0503030203020204" pitchFamily="34" charset="0"/>
              </a:rPr>
              <a:t>经验较少的网络故障排除人员在实践中会更多的使用到这种方法。</a:t>
            </a:r>
          </a:p>
          <a:p>
            <a:endParaRPr lang="zh-CN" altLang="en-US" sz="1800" dirty="0">
              <a:sym typeface="Huawei Sans" panose="020C0503030203020204" pitchFamily="34" charset="0"/>
            </a:endParaRPr>
          </a:p>
        </p:txBody>
      </p:sp>
      <p:sp>
        <p:nvSpPr>
          <p:cNvPr id="7" name="AutoShape 2"/>
          <p:cNvSpPr>
            <a:spLocks noChangeArrowheads="1"/>
          </p:cNvSpPr>
          <p:nvPr/>
        </p:nvSpPr>
        <p:spPr bwMode="gray">
          <a:xfrm>
            <a:off x="1236024" y="2430372"/>
            <a:ext cx="4068452" cy="3510689"/>
          </a:xfrm>
          <a:prstGeom prst="rect">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sysname</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r1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network-entity 49.0001.1000.0000.0001.00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interface Serial4/0/0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link-protocol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ppp</a:t>
            </a:r>
            <a:endPar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address 10.0.12.1 255.255.255.0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enable 1</a:t>
            </a:r>
          </a:p>
          <a:p>
            <a:pPr marL="144000"/>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 timer hello 30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interface LoopBack0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address 10.0.1.1 255.255.255.255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enable 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8" name="AutoShape 2"/>
          <p:cNvSpPr>
            <a:spLocks noChangeArrowheads="1"/>
          </p:cNvSpPr>
          <p:nvPr/>
        </p:nvSpPr>
        <p:spPr bwMode="gray">
          <a:xfrm>
            <a:off x="6887524" y="2430372"/>
            <a:ext cx="4068452" cy="3510689"/>
          </a:xfrm>
          <a:prstGeom prst="rect">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sysname</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r1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network-entity 49.0001.1000.0000.0001.00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interface Serial4/0/0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link-protocol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ppp</a:t>
            </a:r>
            <a:endPar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address 10.0.12.1 255.255.255.0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enable 1</a:t>
            </a:r>
          </a:p>
          <a:p>
            <a:pPr marL="144000"/>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 timer hello 120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interface LoopBack0</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address 10.0.1.1 255.255.255.255 </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 enable 1</a:t>
            </a:r>
          </a:p>
          <a:p>
            <a:pPr marL="1440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t>
            </a:r>
          </a:p>
        </p:txBody>
      </p:sp>
      <p:grpSp>
        <p:nvGrpSpPr>
          <p:cNvPr id="9" name="组合 8"/>
          <p:cNvGrpSpPr/>
          <p:nvPr/>
        </p:nvGrpSpPr>
        <p:grpSpPr bwMode="gray">
          <a:xfrm>
            <a:off x="5500151" y="3706111"/>
            <a:ext cx="1215375" cy="356242"/>
            <a:chOff x="5539807" y="3706111"/>
            <a:chExt cx="1215375" cy="356242"/>
          </a:xfrm>
        </p:grpSpPr>
        <p:sp>
          <p:nvSpPr>
            <p:cNvPr id="12" name="Right Arrow 157"/>
            <p:cNvSpPr/>
            <p:nvPr/>
          </p:nvSpPr>
          <p:spPr bwMode="gray">
            <a:xfrm>
              <a:off x="6107839" y="3706111"/>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Right Arrow 157"/>
            <p:cNvSpPr/>
            <p:nvPr/>
          </p:nvSpPr>
          <p:spPr bwMode="gray">
            <a:xfrm flipH="1">
              <a:off x="5539807" y="3706111"/>
              <a:ext cx="648000" cy="356242"/>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 name="矩形 13"/>
          <p:cNvSpPr/>
          <p:nvPr/>
        </p:nvSpPr>
        <p:spPr bwMode="gray">
          <a:xfrm>
            <a:off x="5594457" y="3398334"/>
            <a:ext cx="1026763"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
                <a:srgbClr val="CC9900"/>
              </a:buClr>
              <a:defRPr/>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对比</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30107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分块故障处理法</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华为的交换机和路由器等网络设备的配置文件具有清晰的组织结构。</a:t>
            </a:r>
            <a:endParaRPr lang="en-US" altLang="zh-CN" sz="1800" dirty="0">
              <a:sym typeface="Huawei Sans" panose="020C0503030203020204" pitchFamily="34" charset="0"/>
            </a:endParaRPr>
          </a:p>
          <a:p>
            <a:r>
              <a:rPr lang="zh-CN" altLang="en-US" sz="1800" dirty="0">
                <a:sym typeface="Huawei Sans" panose="020C0503030203020204" pitchFamily="34" charset="0"/>
              </a:rPr>
              <a:t>当出现一个故障案例现象时，我们可以把它归入以下某一类或某几类中，从而有助于缩减故障定位范围 ：</a:t>
            </a:r>
          </a:p>
          <a:p>
            <a:pPr lvl="1"/>
            <a:r>
              <a:rPr lang="zh-CN" altLang="en-US" sz="1600" dirty="0">
                <a:sym typeface="Huawei Sans" panose="020C0503030203020204" pitchFamily="34" charset="0"/>
              </a:rPr>
              <a:t> 管理部分（路由器名称、口令、服务、日志等）</a:t>
            </a:r>
          </a:p>
          <a:p>
            <a:pPr lvl="1"/>
            <a:r>
              <a:rPr lang="zh-CN" altLang="en-US" sz="1600" dirty="0">
                <a:sym typeface="Huawei Sans" panose="020C0503030203020204" pitchFamily="34" charset="0"/>
              </a:rPr>
              <a:t> 端口部分（地址、封装、</a:t>
            </a:r>
            <a:r>
              <a:rPr lang="en-US" altLang="zh-CN" sz="1600" dirty="0">
                <a:sym typeface="Huawei Sans" panose="020C0503030203020204" pitchFamily="34" charset="0"/>
              </a:rPr>
              <a:t>cost</a:t>
            </a:r>
            <a:r>
              <a:rPr lang="zh-CN" altLang="en-US" sz="1600" dirty="0">
                <a:sym typeface="Huawei Sans" panose="020C0503030203020204" pitchFamily="34" charset="0"/>
              </a:rPr>
              <a:t>、认证等）</a:t>
            </a:r>
          </a:p>
          <a:p>
            <a:pPr lvl="1"/>
            <a:r>
              <a:rPr lang="zh-CN" altLang="en-US" sz="1600" dirty="0">
                <a:sym typeface="Huawei Sans" panose="020C0503030203020204" pitchFamily="34" charset="0"/>
              </a:rPr>
              <a:t> 路由协议部分（静态路由、</a:t>
            </a:r>
            <a:r>
              <a:rPr lang="en-US" altLang="zh-CN" sz="1600" dirty="0">
                <a:sym typeface="Huawei Sans" panose="020C0503030203020204" pitchFamily="34" charset="0"/>
              </a:rPr>
              <a:t>RIP</a:t>
            </a:r>
            <a:r>
              <a:rPr lang="zh-CN" altLang="en-US" sz="1600" dirty="0">
                <a:sym typeface="Huawei Sans" panose="020C0503030203020204" pitchFamily="34" charset="0"/>
              </a:rPr>
              <a:t>、</a:t>
            </a:r>
            <a:r>
              <a:rPr lang="en-US" altLang="zh-CN" sz="1600" dirty="0">
                <a:sym typeface="Huawei Sans" panose="020C0503030203020204" pitchFamily="34" charset="0"/>
              </a:rPr>
              <a:t>OSPF</a:t>
            </a:r>
            <a:r>
              <a:rPr lang="zh-CN" altLang="en-US" sz="1600" dirty="0">
                <a:sym typeface="Huawei Sans" panose="020C0503030203020204" pitchFamily="34" charset="0"/>
              </a:rPr>
              <a:t>、</a:t>
            </a:r>
            <a:r>
              <a:rPr lang="en-US" altLang="zh-CN" sz="1600" dirty="0">
                <a:sym typeface="Huawei Sans" panose="020C0503030203020204" pitchFamily="34" charset="0"/>
              </a:rPr>
              <a:t>BGP</a:t>
            </a:r>
            <a:r>
              <a:rPr lang="zh-CN" altLang="en-US" sz="1600" dirty="0">
                <a:sym typeface="Huawei Sans" panose="020C0503030203020204" pitchFamily="34" charset="0"/>
              </a:rPr>
              <a:t>、路由引入等）</a:t>
            </a:r>
          </a:p>
          <a:p>
            <a:pPr lvl="1"/>
            <a:r>
              <a:rPr lang="zh-CN" altLang="en-US" sz="1600" dirty="0">
                <a:sym typeface="Huawei Sans" panose="020C0503030203020204" pitchFamily="34" charset="0"/>
              </a:rPr>
              <a:t> 策略部分（路由策略、策略路由、安全配置等）</a:t>
            </a:r>
          </a:p>
          <a:p>
            <a:pPr lvl="1"/>
            <a:r>
              <a:rPr lang="zh-CN" altLang="en-US" sz="1600" dirty="0">
                <a:sym typeface="Huawei Sans" panose="020C0503030203020204" pitchFamily="34" charset="0"/>
              </a:rPr>
              <a:t> 接入部分（</a:t>
            </a:r>
            <a:r>
              <a:rPr lang="en-US" altLang="zh-CN" sz="1600" dirty="0">
                <a:sym typeface="Huawei Sans" panose="020C0503030203020204" pitchFamily="34" charset="0"/>
              </a:rPr>
              <a:t>Console</a:t>
            </a:r>
            <a:r>
              <a:rPr lang="zh-CN" altLang="en-US" sz="1600" dirty="0">
                <a:sym typeface="Huawei Sans" panose="020C0503030203020204" pitchFamily="34" charset="0"/>
              </a:rPr>
              <a:t>登录、</a:t>
            </a:r>
            <a:r>
              <a:rPr lang="en-US" altLang="zh-CN" sz="1600" dirty="0">
                <a:sym typeface="Huawei Sans" panose="020C0503030203020204" pitchFamily="34" charset="0"/>
              </a:rPr>
              <a:t>Telnet</a:t>
            </a:r>
            <a:r>
              <a:rPr lang="zh-CN" altLang="en-US" sz="1600" dirty="0">
                <a:sym typeface="Huawei Sans" panose="020C0503030203020204" pitchFamily="34" charset="0"/>
              </a:rPr>
              <a:t>登录、拨号等）</a:t>
            </a:r>
          </a:p>
          <a:p>
            <a:pPr lvl="1"/>
            <a:r>
              <a:rPr lang="zh-CN" altLang="en-US" sz="1600" dirty="0">
                <a:sym typeface="Huawei Sans" panose="020C0503030203020204" pitchFamily="34" charset="0"/>
              </a:rPr>
              <a:t> 其他应用部分（</a:t>
            </a:r>
            <a:r>
              <a:rPr lang="en-US" altLang="zh-CN" sz="1600" dirty="0">
                <a:sym typeface="Huawei Sans" panose="020C0503030203020204" pitchFamily="34" charset="0"/>
              </a:rPr>
              <a:t>DNS</a:t>
            </a:r>
            <a:r>
              <a:rPr lang="zh-CN" altLang="en-US" sz="1600" dirty="0">
                <a:sym typeface="Huawei Sans" panose="020C0503030203020204" pitchFamily="34" charset="0"/>
              </a:rPr>
              <a:t>、</a:t>
            </a:r>
            <a:r>
              <a:rPr lang="en-US" altLang="zh-CN" sz="1600" dirty="0">
                <a:sym typeface="Huawei Sans" panose="020C0503030203020204" pitchFamily="34" charset="0"/>
              </a:rPr>
              <a:t>DHCP</a:t>
            </a:r>
            <a:r>
              <a:rPr lang="zh-CN" altLang="en-US" sz="1600" dirty="0">
                <a:sym typeface="Huawei Sans" panose="020C0503030203020204" pitchFamily="34" charset="0"/>
              </a:rPr>
              <a:t>、</a:t>
            </a:r>
            <a:r>
              <a:rPr lang="en-US" altLang="zh-CN" sz="1600" dirty="0">
                <a:sym typeface="Huawei Sans" panose="020C0503030203020204" pitchFamily="34" charset="0"/>
              </a:rPr>
              <a:t>VPN</a:t>
            </a:r>
            <a:r>
              <a:rPr lang="zh-CN" altLang="en-US" sz="1600" dirty="0">
                <a:sym typeface="Huawei Sans" panose="020C0503030203020204" pitchFamily="34" charset="0"/>
              </a:rPr>
              <a:t>配置等）</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1384120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分块故障处理法：示例</a:t>
            </a:r>
          </a:p>
        </p:txBody>
      </p:sp>
      <p:sp>
        <p:nvSpPr>
          <p:cNvPr id="3" name="文本占位符 2"/>
          <p:cNvSpPr>
            <a:spLocks noGrp="1"/>
          </p:cNvSpPr>
          <p:nvPr>
            <p:ph type="body" sz="quarter" idx="10"/>
          </p:nvPr>
        </p:nvSpPr>
        <p:spPr bwMode="gray"/>
        <p:txBody>
          <a:bodyPr/>
          <a:lstStyle/>
          <a:p>
            <a:r>
              <a:rPr lang="zh-CN" altLang="en-US" sz="1600" dirty="0">
                <a:sym typeface="Huawei Sans" panose="020C0503030203020204" pitchFamily="34" charset="0"/>
              </a:rPr>
              <a:t>当使用</a:t>
            </a:r>
            <a:r>
              <a:rPr lang="en-US" altLang="zh-CN" sz="1600" dirty="0">
                <a:sym typeface="Huawei Sans" panose="020C0503030203020204" pitchFamily="34" charset="0"/>
              </a:rPr>
              <a:t>display </a:t>
            </a:r>
            <a:r>
              <a:rPr lang="en-US" altLang="zh-CN" sz="1600" dirty="0" err="1">
                <a:sym typeface="Huawei Sans" panose="020C0503030203020204" pitchFamily="34" charset="0"/>
              </a:rPr>
              <a:t>ip</a:t>
            </a:r>
            <a:r>
              <a:rPr lang="en-US" altLang="zh-CN" sz="1600" dirty="0">
                <a:sym typeface="Huawei Sans" panose="020C0503030203020204" pitchFamily="34" charset="0"/>
              </a:rPr>
              <a:t> routing-table</a:t>
            </a:r>
            <a:r>
              <a:rPr lang="zh-CN" altLang="en-US" sz="1600" dirty="0">
                <a:sym typeface="Huawei Sans" panose="020C0503030203020204" pitchFamily="34" charset="0"/>
              </a:rPr>
              <a:t>命令，结果只显示出了直连路由，可能是什么原因呢？</a:t>
            </a:r>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zh-CN" altLang="en-US" sz="1600" dirty="0">
              <a:sym typeface="Huawei Sans" panose="020C0503030203020204" pitchFamily="34" charset="0"/>
            </a:endParaRPr>
          </a:p>
          <a:p>
            <a:r>
              <a:rPr lang="zh-CN" altLang="en-US" sz="1600" dirty="0">
                <a:sym typeface="Huawei Sans" panose="020C0503030203020204" pitchFamily="34" charset="0"/>
              </a:rPr>
              <a:t>根据上述的分块，该故障可能由以下三部分导致：路由协议、策略、端口。如果没有配置路由协议或配置不当，路由表就可能为空；如果访问列表配置错误，就可能妨碍路由的更新；如果端口的地址、掩码或认证配置错误，也可能导致路由表错误。 </a:t>
            </a:r>
          </a:p>
        </p:txBody>
      </p:sp>
      <p:graphicFrame>
        <p:nvGraphicFramePr>
          <p:cNvPr id="4" name="表格 3"/>
          <p:cNvGraphicFramePr>
            <a:graphicFrameLocks noGrp="1"/>
          </p:cNvGraphicFramePr>
          <p:nvPr>
            <p:extLst>
              <p:ext uri="{D42A27DB-BD31-4B8C-83A1-F6EECF244321}">
                <p14:modId xmlns:p14="http://schemas.microsoft.com/office/powerpoint/2010/main" val="796057822"/>
              </p:ext>
            </p:extLst>
          </p:nvPr>
        </p:nvGraphicFramePr>
        <p:xfrm>
          <a:off x="1309364" y="1532174"/>
          <a:ext cx="9498543" cy="3044190"/>
        </p:xfrm>
        <a:graphic>
          <a:graphicData uri="http://schemas.openxmlformats.org/drawingml/2006/table">
            <a:tbl>
              <a:tblPr>
                <a:tableStyleId>{72833802-FEF1-4C79-8D5D-14CF1EAF98D9}</a:tableStyleId>
              </a:tblPr>
              <a:tblGrid>
                <a:gridCol w="2026539">
                  <a:extLst>
                    <a:ext uri="{9D8B030D-6E8A-4147-A177-3AD203B41FA5}">
                      <a16:colId xmlns:a16="http://schemas.microsoft.com/office/drawing/2014/main" val="20000"/>
                    </a:ext>
                  </a:extLst>
                </a:gridCol>
                <a:gridCol w="992591">
                  <a:extLst>
                    <a:ext uri="{9D8B030D-6E8A-4147-A177-3AD203B41FA5}">
                      <a16:colId xmlns:a16="http://schemas.microsoft.com/office/drawing/2014/main" val="20001"/>
                    </a:ext>
                  </a:extLst>
                </a:gridCol>
                <a:gridCol w="992591">
                  <a:extLst>
                    <a:ext uri="{9D8B030D-6E8A-4147-A177-3AD203B41FA5}">
                      <a16:colId xmlns:a16="http://schemas.microsoft.com/office/drawing/2014/main" val="20002"/>
                    </a:ext>
                  </a:extLst>
                </a:gridCol>
                <a:gridCol w="992591">
                  <a:extLst>
                    <a:ext uri="{9D8B030D-6E8A-4147-A177-3AD203B41FA5}">
                      <a16:colId xmlns:a16="http://schemas.microsoft.com/office/drawing/2014/main" val="20003"/>
                    </a:ext>
                  </a:extLst>
                </a:gridCol>
                <a:gridCol w="992591">
                  <a:extLst>
                    <a:ext uri="{9D8B030D-6E8A-4147-A177-3AD203B41FA5}">
                      <a16:colId xmlns:a16="http://schemas.microsoft.com/office/drawing/2014/main" val="20004"/>
                    </a:ext>
                  </a:extLst>
                </a:gridCol>
                <a:gridCol w="992591">
                  <a:extLst>
                    <a:ext uri="{9D8B030D-6E8A-4147-A177-3AD203B41FA5}">
                      <a16:colId xmlns:a16="http://schemas.microsoft.com/office/drawing/2014/main" val="20005"/>
                    </a:ext>
                  </a:extLst>
                </a:gridCol>
                <a:gridCol w="2509049">
                  <a:extLst>
                    <a:ext uri="{9D8B030D-6E8A-4147-A177-3AD203B41FA5}">
                      <a16:colId xmlns:a16="http://schemas.microsoft.com/office/drawing/2014/main" val="20006"/>
                    </a:ext>
                  </a:extLst>
                </a:gridCol>
              </a:tblGrid>
              <a:tr h="1123950">
                <a:tc gridSpan="7">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&lt;R2&gt;display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Routing Tables: Public</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Destinations : 16       Routes : 16   </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171450">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10.0.12.1/32</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10.0.12.1</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Serial4/0/0</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171450">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10.0.12.2/32</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127.0.0.1</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Serial4/0/0</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171450">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10.0.12.255/32</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127.0.0.1</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Serial4/0/0</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171450">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10.0.23.0/24</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10.0.23.2</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GigabitEthernet0/0/0</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r h="171450">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10.0.23.2/32</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127.0.0.1</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GigabitEthernet0/0/0</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r h="171450">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10.0.23.255/32</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127.0.0.1</a:t>
                      </a:r>
                      <a:endParaRPr lang="en-US" altLang="zh-CN" sz="12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GigabitEthernet0/0/0</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49576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a:stCxn id="5" idx="3"/>
            <a:endCxn id="9" idx="1"/>
          </p:cNvCxnSpPr>
          <p:nvPr/>
        </p:nvCxnSpPr>
        <p:spPr bwMode="gray">
          <a:xfrm flipV="1">
            <a:off x="1715706" y="3003090"/>
            <a:ext cx="73573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a:sym typeface="Huawei Sans" panose="020C0503030203020204" pitchFamily="34" charset="0"/>
              </a:rPr>
              <a:t>分段故障处理法</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数据包转发过程中可能经过多台路由器和物理链路，每段物理连接都有可能发生故障，因此分段处理的方法是有效的。</a:t>
            </a:r>
            <a:endParaRPr lang="en-US" altLang="zh-CN" sz="1800" dirty="0">
              <a:sym typeface="Huawei Sans" panose="020C0503030203020204" pitchFamily="34" charset="0"/>
            </a:endParaRPr>
          </a:p>
          <a:p>
            <a:pPr lvl="8"/>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150053" y="2798891"/>
            <a:ext cx="540000" cy="442800"/>
          </a:xfrm>
          <a:prstGeom prst="rect">
            <a:avLst/>
          </a:prstGeom>
        </p:spPr>
      </p:pic>
      <p:pic>
        <p:nvPicPr>
          <p:cNvPr id="5" name="图片 4" descr="PC.png"/>
          <p:cNvPicPr>
            <a:picLocks noChangeAspect="1"/>
          </p:cNvPicPr>
          <p:nvPr/>
        </p:nvPicPr>
        <p:blipFill>
          <a:blip r:embed="rId4" cstate="print"/>
          <a:stretch>
            <a:fillRect/>
          </a:stretch>
        </p:blipFill>
        <p:spPr bwMode="gray">
          <a:xfrm>
            <a:off x="1176643" y="2798891"/>
            <a:ext cx="539063" cy="414000"/>
          </a:xfrm>
          <a:prstGeom prst="rect">
            <a:avLst/>
          </a:prstGeom>
        </p:spPr>
      </p:pic>
      <p:pic>
        <p:nvPicPr>
          <p:cNvPr id="6" name="图片 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124400" y="2798891"/>
            <a:ext cx="540000" cy="442800"/>
          </a:xfrm>
          <a:prstGeom prst="rect">
            <a:avLst/>
          </a:prstGeom>
        </p:spPr>
      </p:pic>
      <p:pic>
        <p:nvPicPr>
          <p:cNvPr id="7" name="图片 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7098747" y="2798891"/>
            <a:ext cx="540000" cy="442800"/>
          </a:xfrm>
          <a:prstGeom prst="rect">
            <a:avLst/>
          </a:prstGeom>
        </p:spPr>
      </p:pic>
      <p:pic>
        <p:nvPicPr>
          <p:cNvPr id="9" name="图片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073092" y="2798891"/>
            <a:ext cx="810701" cy="408398"/>
          </a:xfrm>
          <a:prstGeom prst="rect">
            <a:avLst/>
          </a:prstGeom>
        </p:spPr>
      </p:pic>
      <p:sp>
        <p:nvSpPr>
          <p:cNvPr id="13" name="右大括号 12"/>
          <p:cNvSpPr/>
          <p:nvPr/>
        </p:nvSpPr>
        <p:spPr bwMode="gray">
          <a:xfrm rot="5400000">
            <a:off x="2397983" y="2655601"/>
            <a:ext cx="216024" cy="1580577"/>
          </a:xfrm>
          <a:prstGeom prst="rightBrace">
            <a:avLst/>
          </a:prstGeom>
          <a:noFill/>
          <a:ln w="25400" cap="flat" cmpd="sng" algn="ctr">
            <a:solidFill>
              <a:srgbClr val="56C4D2"/>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右大括号 13"/>
          <p:cNvSpPr/>
          <p:nvPr/>
        </p:nvSpPr>
        <p:spPr bwMode="gray">
          <a:xfrm rot="5400000">
            <a:off x="4372329" y="2655602"/>
            <a:ext cx="216024" cy="1580577"/>
          </a:xfrm>
          <a:prstGeom prst="rightBrace">
            <a:avLst/>
          </a:prstGeom>
          <a:noFill/>
          <a:ln w="25400" cap="flat" cmpd="sng" algn="ctr">
            <a:solidFill>
              <a:srgbClr val="56C4D2"/>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右大括号 14"/>
          <p:cNvSpPr/>
          <p:nvPr/>
        </p:nvSpPr>
        <p:spPr bwMode="gray">
          <a:xfrm rot="5400000">
            <a:off x="6346676" y="2655603"/>
            <a:ext cx="216024" cy="1580577"/>
          </a:xfrm>
          <a:prstGeom prst="rightBrace">
            <a:avLst/>
          </a:prstGeom>
          <a:noFill/>
          <a:ln w="25400" cap="flat" cmpd="sng" algn="ctr">
            <a:solidFill>
              <a:srgbClr val="56C4D2"/>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右大括号 15"/>
          <p:cNvSpPr/>
          <p:nvPr/>
        </p:nvSpPr>
        <p:spPr bwMode="gray">
          <a:xfrm rot="5400000">
            <a:off x="8355736" y="2655604"/>
            <a:ext cx="216024" cy="1580577"/>
          </a:xfrm>
          <a:prstGeom prst="rightBrace">
            <a:avLst/>
          </a:prstGeom>
          <a:noFill/>
          <a:ln w="25400" cap="flat" cmpd="sng" algn="ctr">
            <a:solidFill>
              <a:srgbClr val="56C4D2"/>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TextBox 143"/>
          <p:cNvSpPr txBox="1"/>
          <p:nvPr/>
        </p:nvSpPr>
        <p:spPr bwMode="gray">
          <a:xfrm>
            <a:off x="1970921" y="3785531"/>
            <a:ext cx="1063113" cy="323165"/>
          </a:xfrm>
          <a:prstGeom prst="rect">
            <a:avLst/>
          </a:prstGeom>
          <a:noFill/>
        </p:spPr>
        <p:txBody>
          <a:bodyPr wrap="none" rtlCol="0">
            <a:spAutoFit/>
          </a:bodyPr>
          <a:lstStyle/>
          <a:p>
            <a:pPr algn="ctr"/>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Segment1</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TextBox 143"/>
          <p:cNvSpPr txBox="1"/>
          <p:nvPr/>
        </p:nvSpPr>
        <p:spPr bwMode="gray">
          <a:xfrm>
            <a:off x="3947983" y="3785531"/>
            <a:ext cx="1064715" cy="323165"/>
          </a:xfrm>
          <a:prstGeom prst="rect">
            <a:avLst/>
          </a:prstGeom>
          <a:noFill/>
        </p:spPr>
        <p:txBody>
          <a:bodyPr wrap="none" rtlCol="0">
            <a:spAutoFit/>
          </a:bodyPr>
          <a:lstStyle/>
          <a:p>
            <a:pPr algn="ctr"/>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Segment2</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43"/>
          <p:cNvSpPr txBox="1"/>
          <p:nvPr/>
        </p:nvSpPr>
        <p:spPr bwMode="gray">
          <a:xfrm>
            <a:off x="5926647" y="3785531"/>
            <a:ext cx="1064715" cy="323165"/>
          </a:xfrm>
          <a:prstGeom prst="rect">
            <a:avLst/>
          </a:prstGeom>
          <a:noFill/>
        </p:spPr>
        <p:txBody>
          <a:bodyPr wrap="none" rtlCol="0">
            <a:spAutoFit/>
          </a:bodyPr>
          <a:lstStyle/>
          <a:p>
            <a:pPr algn="ctr"/>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Segment3</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43"/>
          <p:cNvSpPr txBox="1"/>
          <p:nvPr/>
        </p:nvSpPr>
        <p:spPr bwMode="gray">
          <a:xfrm>
            <a:off x="8010578" y="3785531"/>
            <a:ext cx="1064715" cy="323165"/>
          </a:xfrm>
          <a:prstGeom prst="rect">
            <a:avLst/>
          </a:prstGeom>
          <a:noFill/>
        </p:spPr>
        <p:txBody>
          <a:bodyPr wrap="none" rtlCol="0">
            <a:spAutoFit/>
          </a:bodyPr>
          <a:lstStyle/>
          <a:p>
            <a:pPr algn="ctr"/>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Segment4</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3"/>
          <p:cNvSpPr txBox="1"/>
          <p:nvPr/>
        </p:nvSpPr>
        <p:spPr bwMode="gray">
          <a:xfrm>
            <a:off x="1011985" y="254261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23"/>
          <p:cNvSpPr txBox="1"/>
          <p:nvPr/>
        </p:nvSpPr>
        <p:spPr bwMode="gray">
          <a:xfrm>
            <a:off x="2778221" y="2542615"/>
            <a:ext cx="1283663"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sp>
        <p:nvSpPr>
          <p:cNvPr id="24" name="TextBox 123"/>
          <p:cNvSpPr txBox="1"/>
          <p:nvPr/>
        </p:nvSpPr>
        <p:spPr bwMode="gray">
          <a:xfrm>
            <a:off x="4752567" y="2542615"/>
            <a:ext cx="1283663"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汇聚交换机</a:t>
            </a:r>
          </a:p>
        </p:txBody>
      </p:sp>
      <p:sp>
        <p:nvSpPr>
          <p:cNvPr id="25" name="TextBox 123"/>
          <p:cNvSpPr txBox="1"/>
          <p:nvPr/>
        </p:nvSpPr>
        <p:spPr bwMode="gray">
          <a:xfrm>
            <a:off x="6726915" y="2542615"/>
            <a:ext cx="1283663"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核心交换机</a:t>
            </a:r>
          </a:p>
        </p:txBody>
      </p:sp>
      <p:sp>
        <p:nvSpPr>
          <p:cNvPr id="26" name="TextBox 123"/>
          <p:cNvSpPr txBox="1"/>
          <p:nvPr/>
        </p:nvSpPr>
        <p:spPr bwMode="gray">
          <a:xfrm>
            <a:off x="8836610" y="2542615"/>
            <a:ext cx="1283663"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8">
            <p14:nvContentPartPr>
              <p14:cNvPr id="60" name="墨迹 59">
                <a:extLst>
                  <a:ext uri="{FF2B5EF4-FFF2-40B4-BE49-F238E27FC236}">
                    <a16:creationId xmlns:a16="http://schemas.microsoft.com/office/drawing/2014/main" id="{2D809159-86AA-B82D-AB25-CE54A32DFEE7}"/>
                  </a:ext>
                </a:extLst>
              </p14:cNvPr>
              <p14:cNvContentPartPr/>
              <p14:nvPr/>
            </p14:nvContentPartPr>
            <p14:xfrm>
              <a:off x="1998268" y="5307016"/>
              <a:ext cx="155880" cy="126000"/>
            </p14:xfrm>
          </p:contentPart>
        </mc:Choice>
        <mc:Fallback xmlns="">
          <p:pic>
            <p:nvPicPr>
              <p:cNvPr id="60" name="墨迹 59">
                <a:extLst>
                  <a:ext uri="{FF2B5EF4-FFF2-40B4-BE49-F238E27FC236}">
                    <a16:creationId xmlns:a16="http://schemas.microsoft.com/office/drawing/2014/main" id="{2D809159-86AA-B82D-AB25-CE54A32DFEE7}"/>
                  </a:ext>
                </a:extLst>
              </p:cNvPr>
              <p:cNvPicPr/>
              <p:nvPr/>
            </p:nvPicPr>
            <p:blipFill>
              <a:blip r:embed="rId9"/>
              <a:stretch>
                <a:fillRect/>
              </a:stretch>
            </p:blipFill>
            <p:spPr>
              <a:xfrm>
                <a:off x="1989628" y="5298376"/>
                <a:ext cx="173520" cy="143640"/>
              </a:xfrm>
              <a:prstGeom prst="rect">
                <a:avLst/>
              </a:prstGeom>
            </p:spPr>
          </p:pic>
        </mc:Fallback>
      </mc:AlternateContent>
      <p:grpSp>
        <p:nvGrpSpPr>
          <p:cNvPr id="63" name="组合 62">
            <a:extLst>
              <a:ext uri="{FF2B5EF4-FFF2-40B4-BE49-F238E27FC236}">
                <a16:creationId xmlns:a16="http://schemas.microsoft.com/office/drawing/2014/main" id="{FD3F1E24-9595-44BB-2380-EDF44945A895}"/>
              </a:ext>
            </a:extLst>
          </p:cNvPr>
          <p:cNvGrpSpPr/>
          <p:nvPr/>
        </p:nvGrpSpPr>
        <p:grpSpPr>
          <a:xfrm>
            <a:off x="822508" y="2456536"/>
            <a:ext cx="4307760" cy="2972880"/>
            <a:chOff x="822508" y="2456536"/>
            <a:chExt cx="4307760" cy="2972880"/>
          </a:xfrm>
        </p:grpSpPr>
        <mc:AlternateContent xmlns:mc="http://schemas.openxmlformats.org/markup-compatibility/2006" xmlns:p14="http://schemas.microsoft.com/office/powerpoint/2010/main">
          <mc:Choice Requires="p14">
            <p:contentPart p14:bwMode="auto" r:id="rId10">
              <p14:nvContentPartPr>
                <p14:cNvPr id="47" name="墨迹 46">
                  <a:extLst>
                    <a:ext uri="{FF2B5EF4-FFF2-40B4-BE49-F238E27FC236}">
                      <a16:creationId xmlns:a16="http://schemas.microsoft.com/office/drawing/2014/main" id="{4AB23672-FCC3-BBA2-8203-DE9E44D09A0A}"/>
                    </a:ext>
                  </a:extLst>
                </p14:cNvPr>
                <p14:cNvContentPartPr/>
                <p14:nvPr/>
              </p14:nvContentPartPr>
              <p14:xfrm>
                <a:off x="1883068" y="2796736"/>
                <a:ext cx="3223800" cy="465840"/>
              </p14:xfrm>
            </p:contentPart>
          </mc:Choice>
          <mc:Fallback xmlns="">
            <p:pic>
              <p:nvPicPr>
                <p:cNvPr id="47" name="墨迹 46">
                  <a:extLst>
                    <a:ext uri="{FF2B5EF4-FFF2-40B4-BE49-F238E27FC236}">
                      <a16:creationId xmlns:a16="http://schemas.microsoft.com/office/drawing/2014/main" id="{4AB23672-FCC3-BBA2-8203-DE9E44D09A0A}"/>
                    </a:ext>
                  </a:extLst>
                </p:cNvPr>
                <p:cNvPicPr/>
                <p:nvPr/>
              </p:nvPicPr>
              <p:blipFill>
                <a:blip r:embed="rId11"/>
                <a:stretch>
                  <a:fillRect/>
                </a:stretch>
              </p:blipFill>
              <p:spPr>
                <a:xfrm>
                  <a:off x="1874068" y="2787736"/>
                  <a:ext cx="3241440" cy="483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8" name="墨迹 47">
                  <a:extLst>
                    <a:ext uri="{FF2B5EF4-FFF2-40B4-BE49-F238E27FC236}">
                      <a16:creationId xmlns:a16="http://schemas.microsoft.com/office/drawing/2014/main" id="{142AC7CF-9EC6-6209-59D4-1B458583FFFF}"/>
                    </a:ext>
                  </a:extLst>
                </p14:cNvPr>
                <p14:cNvContentPartPr/>
                <p14:nvPr/>
              </p14:nvContentPartPr>
              <p14:xfrm>
                <a:off x="1917268" y="3169336"/>
                <a:ext cx="325800" cy="245520"/>
              </p14:xfrm>
            </p:contentPart>
          </mc:Choice>
          <mc:Fallback xmlns="">
            <p:pic>
              <p:nvPicPr>
                <p:cNvPr id="48" name="墨迹 47">
                  <a:extLst>
                    <a:ext uri="{FF2B5EF4-FFF2-40B4-BE49-F238E27FC236}">
                      <a16:creationId xmlns:a16="http://schemas.microsoft.com/office/drawing/2014/main" id="{142AC7CF-9EC6-6209-59D4-1B458583FFFF}"/>
                    </a:ext>
                  </a:extLst>
                </p:cNvPr>
                <p:cNvPicPr/>
                <p:nvPr/>
              </p:nvPicPr>
              <p:blipFill>
                <a:blip r:embed="rId13"/>
                <a:stretch>
                  <a:fillRect/>
                </a:stretch>
              </p:blipFill>
              <p:spPr>
                <a:xfrm>
                  <a:off x="1908268" y="3160696"/>
                  <a:ext cx="3434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墨迹 49">
                  <a:extLst>
                    <a:ext uri="{FF2B5EF4-FFF2-40B4-BE49-F238E27FC236}">
                      <a16:creationId xmlns:a16="http://schemas.microsoft.com/office/drawing/2014/main" id="{8120A5CF-8A65-5D9B-86BF-EDF82FD8951C}"/>
                    </a:ext>
                  </a:extLst>
                </p14:cNvPr>
                <p14:cNvContentPartPr/>
                <p14:nvPr/>
              </p14:nvContentPartPr>
              <p14:xfrm>
                <a:off x="1803148" y="3153496"/>
                <a:ext cx="3327120" cy="1770120"/>
              </p14:xfrm>
            </p:contentPart>
          </mc:Choice>
          <mc:Fallback xmlns="">
            <p:pic>
              <p:nvPicPr>
                <p:cNvPr id="50" name="墨迹 49">
                  <a:extLst>
                    <a:ext uri="{FF2B5EF4-FFF2-40B4-BE49-F238E27FC236}">
                      <a16:creationId xmlns:a16="http://schemas.microsoft.com/office/drawing/2014/main" id="{8120A5CF-8A65-5D9B-86BF-EDF82FD8951C}"/>
                    </a:ext>
                  </a:extLst>
                </p:cNvPr>
                <p:cNvPicPr/>
                <p:nvPr/>
              </p:nvPicPr>
              <p:blipFill>
                <a:blip r:embed="rId15"/>
                <a:stretch>
                  <a:fillRect/>
                </a:stretch>
              </p:blipFill>
              <p:spPr>
                <a:xfrm>
                  <a:off x="1794148" y="3144856"/>
                  <a:ext cx="3344760" cy="1787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1" name="墨迹 50">
                  <a:extLst>
                    <a:ext uri="{FF2B5EF4-FFF2-40B4-BE49-F238E27FC236}">
                      <a16:creationId xmlns:a16="http://schemas.microsoft.com/office/drawing/2014/main" id="{3F40DB04-D9A2-45FC-3B02-273F20BA56B9}"/>
                    </a:ext>
                  </a:extLst>
                </p14:cNvPr>
                <p14:cNvContentPartPr/>
                <p14:nvPr/>
              </p14:nvContentPartPr>
              <p14:xfrm>
                <a:off x="1401028" y="4912816"/>
                <a:ext cx="210960" cy="428760"/>
              </p14:xfrm>
            </p:contentPart>
          </mc:Choice>
          <mc:Fallback xmlns="">
            <p:pic>
              <p:nvPicPr>
                <p:cNvPr id="51" name="墨迹 50">
                  <a:extLst>
                    <a:ext uri="{FF2B5EF4-FFF2-40B4-BE49-F238E27FC236}">
                      <a16:creationId xmlns:a16="http://schemas.microsoft.com/office/drawing/2014/main" id="{3F40DB04-D9A2-45FC-3B02-273F20BA56B9}"/>
                    </a:ext>
                  </a:extLst>
                </p:cNvPr>
                <p:cNvPicPr/>
                <p:nvPr/>
              </p:nvPicPr>
              <p:blipFill>
                <a:blip r:embed="rId17"/>
                <a:stretch>
                  <a:fillRect/>
                </a:stretch>
              </p:blipFill>
              <p:spPr>
                <a:xfrm>
                  <a:off x="1392028" y="4903816"/>
                  <a:ext cx="22860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2" name="墨迹 51">
                  <a:extLst>
                    <a:ext uri="{FF2B5EF4-FFF2-40B4-BE49-F238E27FC236}">
                      <a16:creationId xmlns:a16="http://schemas.microsoft.com/office/drawing/2014/main" id="{8DB0B198-33CF-D071-CAC2-CE6C85613953}"/>
                    </a:ext>
                  </a:extLst>
                </p14:cNvPr>
                <p14:cNvContentPartPr/>
                <p14:nvPr/>
              </p14:nvContentPartPr>
              <p14:xfrm>
                <a:off x="1462588" y="4927936"/>
                <a:ext cx="390960" cy="334440"/>
              </p14:xfrm>
            </p:contentPart>
          </mc:Choice>
          <mc:Fallback xmlns="">
            <p:pic>
              <p:nvPicPr>
                <p:cNvPr id="52" name="墨迹 51">
                  <a:extLst>
                    <a:ext uri="{FF2B5EF4-FFF2-40B4-BE49-F238E27FC236}">
                      <a16:creationId xmlns:a16="http://schemas.microsoft.com/office/drawing/2014/main" id="{8DB0B198-33CF-D071-CAC2-CE6C85613953}"/>
                    </a:ext>
                  </a:extLst>
                </p:cNvPr>
                <p:cNvPicPr/>
                <p:nvPr/>
              </p:nvPicPr>
              <p:blipFill>
                <a:blip r:embed="rId19"/>
                <a:stretch>
                  <a:fillRect/>
                </a:stretch>
              </p:blipFill>
              <p:spPr>
                <a:xfrm>
                  <a:off x="1453588" y="4919296"/>
                  <a:ext cx="4086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3" name="墨迹 52">
                  <a:extLst>
                    <a:ext uri="{FF2B5EF4-FFF2-40B4-BE49-F238E27FC236}">
                      <a16:creationId xmlns:a16="http://schemas.microsoft.com/office/drawing/2014/main" id="{FFAA6B7F-F145-FC2A-A0FD-03FC50CF8C1B}"/>
                    </a:ext>
                  </a:extLst>
                </p14:cNvPr>
                <p14:cNvContentPartPr/>
                <p14:nvPr/>
              </p14:nvContentPartPr>
              <p14:xfrm>
                <a:off x="1750948" y="5152936"/>
                <a:ext cx="202320" cy="276480"/>
              </p14:xfrm>
            </p:contentPart>
          </mc:Choice>
          <mc:Fallback xmlns="">
            <p:pic>
              <p:nvPicPr>
                <p:cNvPr id="53" name="墨迹 52">
                  <a:extLst>
                    <a:ext uri="{FF2B5EF4-FFF2-40B4-BE49-F238E27FC236}">
                      <a16:creationId xmlns:a16="http://schemas.microsoft.com/office/drawing/2014/main" id="{FFAA6B7F-F145-FC2A-A0FD-03FC50CF8C1B}"/>
                    </a:ext>
                  </a:extLst>
                </p:cNvPr>
                <p:cNvPicPr/>
                <p:nvPr/>
              </p:nvPicPr>
              <p:blipFill>
                <a:blip r:embed="rId21"/>
                <a:stretch>
                  <a:fillRect/>
                </a:stretch>
              </p:blipFill>
              <p:spPr>
                <a:xfrm>
                  <a:off x="1741948" y="5144296"/>
                  <a:ext cx="2199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5" name="墨迹 54">
                  <a:extLst>
                    <a:ext uri="{FF2B5EF4-FFF2-40B4-BE49-F238E27FC236}">
                      <a16:creationId xmlns:a16="http://schemas.microsoft.com/office/drawing/2014/main" id="{8C1F84F5-C446-B707-048E-A6E48ADE8518}"/>
                    </a:ext>
                  </a:extLst>
                </p14:cNvPr>
                <p14:cNvContentPartPr/>
                <p14:nvPr/>
              </p14:nvContentPartPr>
              <p14:xfrm>
                <a:off x="1634308" y="2927416"/>
                <a:ext cx="176760" cy="149760"/>
              </p14:xfrm>
            </p:contentPart>
          </mc:Choice>
          <mc:Fallback xmlns="">
            <p:pic>
              <p:nvPicPr>
                <p:cNvPr id="55" name="墨迹 54">
                  <a:extLst>
                    <a:ext uri="{FF2B5EF4-FFF2-40B4-BE49-F238E27FC236}">
                      <a16:creationId xmlns:a16="http://schemas.microsoft.com/office/drawing/2014/main" id="{8C1F84F5-C446-B707-048E-A6E48ADE8518}"/>
                    </a:ext>
                  </a:extLst>
                </p:cNvPr>
                <p:cNvPicPr/>
                <p:nvPr/>
              </p:nvPicPr>
              <p:blipFill>
                <a:blip r:embed="rId23"/>
                <a:stretch>
                  <a:fillRect/>
                </a:stretch>
              </p:blipFill>
              <p:spPr>
                <a:xfrm>
                  <a:off x="1625308" y="2918416"/>
                  <a:ext cx="19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7" name="墨迹 56">
                  <a:extLst>
                    <a:ext uri="{FF2B5EF4-FFF2-40B4-BE49-F238E27FC236}">
                      <a16:creationId xmlns:a16="http://schemas.microsoft.com/office/drawing/2014/main" id="{E4757132-A044-EA9F-03F5-12A6E385D3F7}"/>
                    </a:ext>
                  </a:extLst>
                </p14:cNvPr>
                <p14:cNvContentPartPr/>
                <p14:nvPr/>
              </p14:nvContentPartPr>
              <p14:xfrm>
                <a:off x="1781908" y="3028936"/>
                <a:ext cx="1421640" cy="9000"/>
              </p14:xfrm>
            </p:contentPart>
          </mc:Choice>
          <mc:Fallback xmlns="">
            <p:pic>
              <p:nvPicPr>
                <p:cNvPr id="57" name="墨迹 56">
                  <a:extLst>
                    <a:ext uri="{FF2B5EF4-FFF2-40B4-BE49-F238E27FC236}">
                      <a16:creationId xmlns:a16="http://schemas.microsoft.com/office/drawing/2014/main" id="{E4757132-A044-EA9F-03F5-12A6E385D3F7}"/>
                    </a:ext>
                  </a:extLst>
                </p:cNvPr>
                <p:cNvPicPr/>
                <p:nvPr/>
              </p:nvPicPr>
              <p:blipFill>
                <a:blip r:embed="rId25"/>
                <a:stretch>
                  <a:fillRect/>
                </a:stretch>
              </p:blipFill>
              <p:spPr>
                <a:xfrm>
                  <a:off x="1773268" y="3020296"/>
                  <a:ext cx="1439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8" name="墨迹 57">
                  <a:extLst>
                    <a:ext uri="{FF2B5EF4-FFF2-40B4-BE49-F238E27FC236}">
                      <a16:creationId xmlns:a16="http://schemas.microsoft.com/office/drawing/2014/main" id="{E8CACC42-01CB-00F4-43FF-AF75E5D985F6}"/>
                    </a:ext>
                  </a:extLst>
                </p14:cNvPr>
                <p14:cNvContentPartPr/>
                <p14:nvPr/>
              </p14:nvContentPartPr>
              <p14:xfrm>
                <a:off x="3031468" y="2943976"/>
                <a:ext cx="178920" cy="180360"/>
              </p14:xfrm>
            </p:contentPart>
          </mc:Choice>
          <mc:Fallback xmlns="">
            <p:pic>
              <p:nvPicPr>
                <p:cNvPr id="58" name="墨迹 57">
                  <a:extLst>
                    <a:ext uri="{FF2B5EF4-FFF2-40B4-BE49-F238E27FC236}">
                      <a16:creationId xmlns:a16="http://schemas.microsoft.com/office/drawing/2014/main" id="{E8CACC42-01CB-00F4-43FF-AF75E5D985F6}"/>
                    </a:ext>
                  </a:extLst>
                </p:cNvPr>
                <p:cNvPicPr/>
                <p:nvPr/>
              </p:nvPicPr>
              <p:blipFill>
                <a:blip r:embed="rId27"/>
                <a:stretch>
                  <a:fillRect/>
                </a:stretch>
              </p:blipFill>
              <p:spPr>
                <a:xfrm>
                  <a:off x="3022468" y="2935336"/>
                  <a:ext cx="1965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2" name="墨迹 61">
                  <a:extLst>
                    <a:ext uri="{FF2B5EF4-FFF2-40B4-BE49-F238E27FC236}">
                      <a16:creationId xmlns:a16="http://schemas.microsoft.com/office/drawing/2014/main" id="{162F9D9E-1D2F-2E97-ABF8-17762E2392C2}"/>
                    </a:ext>
                  </a:extLst>
                </p14:cNvPr>
                <p14:cNvContentPartPr/>
                <p14:nvPr/>
              </p14:nvContentPartPr>
              <p14:xfrm>
                <a:off x="822508" y="2456536"/>
                <a:ext cx="1218600" cy="956160"/>
              </p14:xfrm>
            </p:contentPart>
          </mc:Choice>
          <mc:Fallback xmlns="">
            <p:pic>
              <p:nvPicPr>
                <p:cNvPr id="62" name="墨迹 61">
                  <a:extLst>
                    <a:ext uri="{FF2B5EF4-FFF2-40B4-BE49-F238E27FC236}">
                      <a16:creationId xmlns:a16="http://schemas.microsoft.com/office/drawing/2014/main" id="{162F9D9E-1D2F-2E97-ABF8-17762E2392C2}"/>
                    </a:ext>
                  </a:extLst>
                </p:cNvPr>
                <p:cNvPicPr/>
                <p:nvPr/>
              </p:nvPicPr>
              <p:blipFill>
                <a:blip r:embed="rId29"/>
                <a:stretch>
                  <a:fillRect/>
                </a:stretch>
              </p:blipFill>
              <p:spPr>
                <a:xfrm>
                  <a:off x="813868" y="2447536"/>
                  <a:ext cx="1236240" cy="973800"/>
                </a:xfrm>
                <a:prstGeom prst="rect">
                  <a:avLst/>
                </a:prstGeom>
              </p:spPr>
            </p:pic>
          </mc:Fallback>
        </mc:AlternateContent>
      </p:grpSp>
    </p:spTree>
    <p:extLst>
      <p:ext uri="{BB962C8B-B14F-4D97-AF65-F5344CB8AC3E}">
        <p14:creationId xmlns:p14="http://schemas.microsoft.com/office/powerpoint/2010/main" val="2832114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箭头连接符 9"/>
          <p:cNvCxnSpPr/>
          <p:nvPr/>
        </p:nvCxnSpPr>
        <p:spPr bwMode="gray">
          <a:xfrm flipH="1" flipV="1">
            <a:off x="5685890" y="3189288"/>
            <a:ext cx="14723" cy="1660620"/>
          </a:xfrm>
          <a:prstGeom prst="straightConnector1">
            <a:avLst/>
          </a:prstGeom>
          <a:solidFill>
            <a:schemeClr val="accent1"/>
          </a:solidFill>
          <a:ln w="28575" cap="flat" cmpd="sng" algn="ctr">
            <a:solidFill>
              <a:srgbClr val="EC7061"/>
            </a:solidFill>
            <a:prstDash val="dash"/>
            <a:round/>
            <a:headEnd type="none" w="med" len="med"/>
            <a:tailEnd type="triangle" w="med" len="med"/>
          </a:ln>
          <a:effectLst/>
        </p:spPr>
      </p:cxnSp>
      <p:sp>
        <p:nvSpPr>
          <p:cNvPr id="2" name="标题 1"/>
          <p:cNvSpPr>
            <a:spLocks noGrp="1"/>
          </p:cNvSpPr>
          <p:nvPr>
            <p:ph type="title"/>
          </p:nvPr>
        </p:nvSpPr>
        <p:spPr bwMode="gray"/>
        <p:txBody>
          <a:bodyPr/>
          <a:lstStyle/>
          <a:p>
            <a:r>
              <a:rPr lang="zh-CN" altLang="en-US">
                <a:sym typeface="Huawei Sans" panose="020C0503030203020204" pitchFamily="34" charset="0"/>
              </a:rPr>
              <a:t>替换法</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a:sym typeface="Huawei Sans" panose="020C0503030203020204" pitchFamily="34" charset="0"/>
              </a:rPr>
              <a:t>替换法是检查硬件问题最常用的方法之一。</a:t>
            </a:r>
          </a:p>
          <a:p>
            <a:r>
              <a:rPr lang="zh-CN" altLang="en-US" sz="1600" dirty="0">
                <a:sym typeface="Huawei Sans" panose="020C0503030203020204" pitchFamily="34" charset="0"/>
              </a:rPr>
              <a:t>当怀疑是网线问题时，更换一根确定是好的网线试一试；当怀疑是接口模块有问题时，更换一个其它接口模块试一试。</a:t>
            </a:r>
          </a:p>
        </p:txBody>
      </p:sp>
      <p:sp>
        <p:nvSpPr>
          <p:cNvPr id="5" name="矩形 4"/>
          <p:cNvSpPr/>
          <p:nvPr/>
        </p:nvSpPr>
        <p:spPr bwMode="gray">
          <a:xfrm>
            <a:off x="3343503" y="4491206"/>
            <a:ext cx="4579255" cy="478972"/>
          </a:xfrm>
          <a:prstGeom prst="rect">
            <a:avLst/>
          </a:prstGeom>
          <a:solidFill>
            <a:srgbClr val="BEE9EE"/>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1714627" y="4359450"/>
            <a:ext cx="1223735" cy="746497"/>
          </a:xfrm>
          <a:prstGeom prst="rect">
            <a:avLst/>
          </a:prstGeom>
          <a:solidFill>
            <a:srgbClr val="BEE9EE"/>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16"/>
          <p:cNvCxnSpPr>
            <a:cxnSpLocks noChangeShapeType="1"/>
            <a:stCxn id="23" idx="1"/>
            <a:endCxn id="19" idx="3"/>
          </p:cNvCxnSpPr>
          <p:nvPr/>
        </p:nvCxnSpPr>
        <p:spPr bwMode="gray">
          <a:xfrm flipH="1">
            <a:off x="3359276" y="3097481"/>
            <a:ext cx="4547711" cy="14888"/>
          </a:xfrm>
          <a:prstGeom prst="line">
            <a:avLst/>
          </a:prstGeom>
          <a:noFill/>
          <a:ln w="28575" algn="ctr">
            <a:solidFill>
              <a:srgbClr val="30B5C5"/>
            </a:solidFill>
            <a:round/>
            <a:headEnd/>
            <a:tailEnd/>
          </a:ln>
        </p:spPr>
      </p:cxnSp>
      <p:cxnSp>
        <p:nvCxnSpPr>
          <p:cNvPr id="8" name="直接连接符 16"/>
          <p:cNvCxnSpPr>
            <a:cxnSpLocks noChangeShapeType="1"/>
          </p:cNvCxnSpPr>
          <p:nvPr/>
        </p:nvCxnSpPr>
        <p:spPr bwMode="gray">
          <a:xfrm flipH="1">
            <a:off x="3398056" y="4716204"/>
            <a:ext cx="4392612" cy="0"/>
          </a:xfrm>
          <a:prstGeom prst="line">
            <a:avLst/>
          </a:prstGeom>
          <a:noFill/>
          <a:ln w="28575" algn="ctr">
            <a:solidFill>
              <a:srgbClr val="62B230"/>
            </a:solidFill>
            <a:round/>
            <a:headEnd/>
            <a:tailEnd/>
          </a:ln>
        </p:spPr>
      </p:cxnSp>
      <p:cxnSp>
        <p:nvCxnSpPr>
          <p:cNvPr id="9" name="直接箭头连接符 8"/>
          <p:cNvCxnSpPr>
            <a:stCxn id="6" idx="0"/>
          </p:cNvCxnSpPr>
          <p:nvPr/>
        </p:nvCxnSpPr>
        <p:spPr bwMode="gray">
          <a:xfrm flipV="1">
            <a:off x="2326495" y="3417984"/>
            <a:ext cx="611867" cy="941466"/>
          </a:xfrm>
          <a:prstGeom prst="straightConnector1">
            <a:avLst/>
          </a:prstGeom>
          <a:solidFill>
            <a:schemeClr val="accent1"/>
          </a:solidFill>
          <a:ln w="28575" cap="flat" cmpd="sng" algn="ctr">
            <a:solidFill>
              <a:srgbClr val="EC7061"/>
            </a:solidFill>
            <a:prstDash val="dash"/>
            <a:round/>
            <a:headEnd type="none" w="med" len="med"/>
            <a:tailEnd type="triangle" w="med" len="med"/>
          </a:ln>
          <a:effectLst/>
        </p:spPr>
      </p:cxnSp>
      <p:cxnSp>
        <p:nvCxnSpPr>
          <p:cNvPr id="11" name="直接箭头连接符 10"/>
          <p:cNvCxnSpPr/>
          <p:nvPr/>
        </p:nvCxnSpPr>
        <p:spPr bwMode="gray">
          <a:xfrm flipH="1" flipV="1">
            <a:off x="8190154" y="3353801"/>
            <a:ext cx="539863" cy="989774"/>
          </a:xfrm>
          <a:prstGeom prst="straightConnector1">
            <a:avLst/>
          </a:prstGeom>
          <a:solidFill>
            <a:schemeClr val="accent1"/>
          </a:solidFill>
          <a:ln w="28575" cap="flat" cmpd="sng" algn="ctr">
            <a:solidFill>
              <a:srgbClr val="EC7061"/>
            </a:solidFill>
            <a:prstDash val="dash"/>
            <a:round/>
            <a:headEnd type="none" w="med" len="med"/>
            <a:tailEnd type="triangle" w="med" len="med"/>
          </a:ln>
          <a:effectLst/>
        </p:spPr>
      </p:cxnSp>
      <p:sp>
        <p:nvSpPr>
          <p:cNvPr id="12" name="AutoShape 15"/>
          <p:cNvSpPr>
            <a:spLocks noChangeArrowheads="1"/>
          </p:cNvSpPr>
          <p:nvPr/>
        </p:nvSpPr>
        <p:spPr bwMode="gray">
          <a:xfrm>
            <a:off x="3082061" y="3540769"/>
            <a:ext cx="1128012" cy="663253"/>
          </a:xfrm>
          <a:prstGeom prst="wedgeRectCallout">
            <a:avLst>
              <a:gd name="adj1" fmla="val -77326"/>
              <a:gd name="adj2" fmla="val 69585"/>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替换终端设备</a:t>
            </a:r>
          </a:p>
        </p:txBody>
      </p:sp>
      <p:sp>
        <p:nvSpPr>
          <p:cNvPr id="13" name="AutoShape 15"/>
          <p:cNvSpPr>
            <a:spLocks noChangeArrowheads="1"/>
          </p:cNvSpPr>
          <p:nvPr/>
        </p:nvSpPr>
        <p:spPr bwMode="gray">
          <a:xfrm>
            <a:off x="4606832" y="3688640"/>
            <a:ext cx="959487" cy="515382"/>
          </a:xfrm>
          <a:prstGeom prst="wedgeRectCallout">
            <a:avLst>
              <a:gd name="adj1" fmla="val 32741"/>
              <a:gd name="adj2" fmla="val 96046"/>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替换线缆</a:t>
            </a:r>
          </a:p>
        </p:txBody>
      </p:sp>
      <p:sp>
        <p:nvSpPr>
          <p:cNvPr id="14" name="AutoShape 15"/>
          <p:cNvSpPr>
            <a:spLocks noChangeArrowheads="1"/>
          </p:cNvSpPr>
          <p:nvPr/>
        </p:nvSpPr>
        <p:spPr bwMode="gray">
          <a:xfrm>
            <a:off x="7292037" y="3688640"/>
            <a:ext cx="959487" cy="515382"/>
          </a:xfrm>
          <a:prstGeom prst="wedgeRectCallout">
            <a:avLst>
              <a:gd name="adj1" fmla="val 44443"/>
              <a:gd name="adj2" fmla="val 67874"/>
            </a:avLst>
          </a:prstGeom>
          <a:solidFill>
            <a:srgbClr val="FFFFFF"/>
          </a:solidFill>
          <a:ln w="3175" algn="ctr">
            <a:solidFill>
              <a:srgbClr val="999999"/>
            </a:solidFill>
            <a:miter lim="800000"/>
            <a:headEnd/>
            <a:tailEnd/>
          </a:ln>
        </p:spPr>
        <p:txBody>
          <a:bodyPr lIns="0" tIns="0" rIns="0" bIns="0" anchor="ctr" anchorCtr="1"/>
          <a:lstStyle/>
          <a:p>
            <a:pPr algn="ctr" fontAlgn="base">
              <a:spcBef>
                <a:spcPct val="20000"/>
              </a:spcBef>
              <a:spcAft>
                <a:spcPts val="0"/>
              </a:spcAft>
              <a:buClr>
                <a:srgbClr val="A50021"/>
              </a:buClr>
              <a:buSzPct val="80000"/>
              <a:defRPr/>
            </a:pP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替换网络设备</a:t>
            </a:r>
          </a:p>
        </p:txBody>
      </p:sp>
      <p:pic>
        <p:nvPicPr>
          <p:cNvPr id="19" name="图片 18" descr="PC.png"/>
          <p:cNvPicPr>
            <a:picLocks noChangeAspect="1"/>
          </p:cNvPicPr>
          <p:nvPr/>
        </p:nvPicPr>
        <p:blipFill>
          <a:blip r:embed="rId3" cstate="print"/>
          <a:stretch>
            <a:fillRect/>
          </a:stretch>
        </p:blipFill>
        <p:spPr bwMode="gray">
          <a:xfrm>
            <a:off x="2820213" y="2905369"/>
            <a:ext cx="539063" cy="414000"/>
          </a:xfrm>
          <a:prstGeom prst="rect">
            <a:avLst/>
          </a:prstGeom>
        </p:spPr>
      </p:pic>
      <p:pic>
        <p:nvPicPr>
          <p:cNvPr id="20" name="图片 19" descr="PC.png"/>
          <p:cNvPicPr>
            <a:picLocks noChangeAspect="1"/>
          </p:cNvPicPr>
          <p:nvPr/>
        </p:nvPicPr>
        <p:blipFill>
          <a:blip r:embed="rId3" cstate="print"/>
          <a:stretch>
            <a:fillRect/>
          </a:stretch>
        </p:blipFill>
        <p:spPr bwMode="gray">
          <a:xfrm>
            <a:off x="2031599" y="4512215"/>
            <a:ext cx="539063" cy="414000"/>
          </a:xfrm>
          <a:prstGeom prst="rect">
            <a:avLst/>
          </a:prstGeom>
        </p:spPr>
      </p:pic>
      <p:pic>
        <p:nvPicPr>
          <p:cNvPr id="23" name="图片 2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906987" y="2876081"/>
            <a:ext cx="540000" cy="442800"/>
          </a:xfrm>
          <a:prstGeom prst="rect">
            <a:avLst/>
          </a:prstGeom>
        </p:spPr>
      </p:pic>
      <p:sp>
        <p:nvSpPr>
          <p:cNvPr id="27" name="矩形 26"/>
          <p:cNvSpPr/>
          <p:nvPr/>
        </p:nvSpPr>
        <p:spPr bwMode="gray">
          <a:xfrm>
            <a:off x="8114494" y="4359450"/>
            <a:ext cx="1223735" cy="746497"/>
          </a:xfrm>
          <a:prstGeom prst="rect">
            <a:avLst/>
          </a:prstGeom>
          <a:solidFill>
            <a:srgbClr val="BEE9EE"/>
          </a:solidFill>
          <a:ln w="12700" cap="flat" cmpd="sng" algn="ctr">
            <a:solidFill>
              <a:srgbClr val="56C4D2"/>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73474" y="4536268"/>
            <a:ext cx="540000" cy="442800"/>
          </a:xfrm>
          <a:prstGeom prst="rect">
            <a:avLst/>
          </a:prstGeom>
        </p:spPr>
      </p:pic>
      <p:grpSp>
        <p:nvGrpSpPr>
          <p:cNvPr id="36" name="组合 35">
            <a:extLst>
              <a:ext uri="{FF2B5EF4-FFF2-40B4-BE49-F238E27FC236}">
                <a16:creationId xmlns:a16="http://schemas.microsoft.com/office/drawing/2014/main" id="{B5AF67EE-B1B4-0385-6360-B3862B5895AA}"/>
              </a:ext>
            </a:extLst>
          </p:cNvPr>
          <p:cNvGrpSpPr/>
          <p:nvPr/>
        </p:nvGrpSpPr>
        <p:grpSpPr>
          <a:xfrm>
            <a:off x="1029508" y="2479576"/>
            <a:ext cx="1272960" cy="880560"/>
            <a:chOff x="1029508" y="2479576"/>
            <a:chExt cx="1272960" cy="880560"/>
          </a:xfrm>
        </p:grpSpPr>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986E4073-DDC2-CDD3-A5CC-506C60E70403}"/>
                    </a:ext>
                  </a:extLst>
                </p14:cNvPr>
                <p14:cNvContentPartPr/>
                <p14:nvPr/>
              </p14:nvContentPartPr>
              <p14:xfrm>
                <a:off x="1029508" y="2983216"/>
                <a:ext cx="149040" cy="205200"/>
              </p14:xfrm>
            </p:contentPart>
          </mc:Choice>
          <mc:Fallback xmlns="">
            <p:pic>
              <p:nvPicPr>
                <p:cNvPr id="4" name="墨迹 3">
                  <a:extLst>
                    <a:ext uri="{FF2B5EF4-FFF2-40B4-BE49-F238E27FC236}">
                      <a16:creationId xmlns:a16="http://schemas.microsoft.com/office/drawing/2014/main" id="{986E4073-DDC2-CDD3-A5CC-506C60E70403}"/>
                    </a:ext>
                  </a:extLst>
                </p:cNvPr>
                <p:cNvPicPr/>
                <p:nvPr/>
              </p:nvPicPr>
              <p:blipFill>
                <a:blip r:embed="rId6"/>
                <a:stretch>
                  <a:fillRect/>
                </a:stretch>
              </p:blipFill>
              <p:spPr>
                <a:xfrm>
                  <a:off x="1020508" y="2974216"/>
                  <a:ext cx="1666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墨迹 14">
                  <a:extLst>
                    <a:ext uri="{FF2B5EF4-FFF2-40B4-BE49-F238E27FC236}">
                      <a16:creationId xmlns:a16="http://schemas.microsoft.com/office/drawing/2014/main" id="{46E35422-931F-76EA-A3CA-AE10BD29E929}"/>
                    </a:ext>
                  </a:extLst>
                </p14:cNvPr>
                <p14:cNvContentPartPr/>
                <p14:nvPr/>
              </p14:nvContentPartPr>
              <p14:xfrm>
                <a:off x="1139668" y="3060976"/>
                <a:ext cx="69480" cy="299160"/>
              </p14:xfrm>
            </p:contentPart>
          </mc:Choice>
          <mc:Fallback xmlns="">
            <p:pic>
              <p:nvPicPr>
                <p:cNvPr id="15" name="墨迹 14">
                  <a:extLst>
                    <a:ext uri="{FF2B5EF4-FFF2-40B4-BE49-F238E27FC236}">
                      <a16:creationId xmlns:a16="http://schemas.microsoft.com/office/drawing/2014/main" id="{46E35422-931F-76EA-A3CA-AE10BD29E929}"/>
                    </a:ext>
                  </a:extLst>
                </p:cNvPr>
                <p:cNvPicPr/>
                <p:nvPr/>
              </p:nvPicPr>
              <p:blipFill>
                <a:blip r:embed="rId8"/>
                <a:stretch>
                  <a:fillRect/>
                </a:stretch>
              </p:blipFill>
              <p:spPr>
                <a:xfrm>
                  <a:off x="1130668" y="3051976"/>
                  <a:ext cx="871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墨迹 15">
                  <a:extLst>
                    <a:ext uri="{FF2B5EF4-FFF2-40B4-BE49-F238E27FC236}">
                      <a16:creationId xmlns:a16="http://schemas.microsoft.com/office/drawing/2014/main" id="{6C795895-B1B5-B74B-AAB0-D85B283ABB8E}"/>
                    </a:ext>
                  </a:extLst>
                </p14:cNvPr>
                <p14:cNvContentPartPr/>
                <p14:nvPr/>
              </p14:nvContentPartPr>
              <p14:xfrm>
                <a:off x="1138228" y="3029656"/>
                <a:ext cx="132480" cy="148320"/>
              </p14:xfrm>
            </p:contentPart>
          </mc:Choice>
          <mc:Fallback xmlns="">
            <p:pic>
              <p:nvPicPr>
                <p:cNvPr id="16" name="墨迹 15">
                  <a:extLst>
                    <a:ext uri="{FF2B5EF4-FFF2-40B4-BE49-F238E27FC236}">
                      <a16:creationId xmlns:a16="http://schemas.microsoft.com/office/drawing/2014/main" id="{6C795895-B1B5-B74B-AAB0-D85B283ABB8E}"/>
                    </a:ext>
                  </a:extLst>
                </p:cNvPr>
                <p:cNvPicPr/>
                <p:nvPr/>
              </p:nvPicPr>
              <p:blipFill>
                <a:blip r:embed="rId10"/>
                <a:stretch>
                  <a:fillRect/>
                </a:stretch>
              </p:blipFill>
              <p:spPr>
                <a:xfrm>
                  <a:off x="1129588" y="3020656"/>
                  <a:ext cx="1501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墨迹 17">
                  <a:extLst>
                    <a:ext uri="{FF2B5EF4-FFF2-40B4-BE49-F238E27FC236}">
                      <a16:creationId xmlns:a16="http://schemas.microsoft.com/office/drawing/2014/main" id="{0F3ED723-B542-7DC0-99A1-B317CB044BFD}"/>
                    </a:ext>
                  </a:extLst>
                </p14:cNvPr>
                <p14:cNvContentPartPr/>
                <p14:nvPr/>
              </p14:nvContentPartPr>
              <p14:xfrm>
                <a:off x="1325068" y="2561656"/>
                <a:ext cx="957960" cy="352080"/>
              </p14:xfrm>
            </p:contentPart>
          </mc:Choice>
          <mc:Fallback xmlns="">
            <p:pic>
              <p:nvPicPr>
                <p:cNvPr id="18" name="墨迹 17">
                  <a:extLst>
                    <a:ext uri="{FF2B5EF4-FFF2-40B4-BE49-F238E27FC236}">
                      <a16:creationId xmlns:a16="http://schemas.microsoft.com/office/drawing/2014/main" id="{0F3ED723-B542-7DC0-99A1-B317CB044BFD}"/>
                    </a:ext>
                  </a:extLst>
                </p:cNvPr>
                <p:cNvPicPr/>
                <p:nvPr/>
              </p:nvPicPr>
              <p:blipFill>
                <a:blip r:embed="rId12"/>
                <a:stretch>
                  <a:fillRect/>
                </a:stretch>
              </p:blipFill>
              <p:spPr>
                <a:xfrm>
                  <a:off x="1316428" y="2553016"/>
                  <a:ext cx="97560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墨迹 20">
                  <a:extLst>
                    <a:ext uri="{FF2B5EF4-FFF2-40B4-BE49-F238E27FC236}">
                      <a16:creationId xmlns:a16="http://schemas.microsoft.com/office/drawing/2014/main" id="{683E34B1-0D62-9828-5DC0-FE77FE69C17F}"/>
                    </a:ext>
                  </a:extLst>
                </p14:cNvPr>
                <p14:cNvContentPartPr/>
                <p14:nvPr/>
              </p14:nvContentPartPr>
              <p14:xfrm>
                <a:off x="1433428" y="2673256"/>
                <a:ext cx="698400" cy="279360"/>
              </p14:xfrm>
            </p:contentPart>
          </mc:Choice>
          <mc:Fallback xmlns="">
            <p:pic>
              <p:nvPicPr>
                <p:cNvPr id="21" name="墨迹 20">
                  <a:extLst>
                    <a:ext uri="{FF2B5EF4-FFF2-40B4-BE49-F238E27FC236}">
                      <a16:creationId xmlns:a16="http://schemas.microsoft.com/office/drawing/2014/main" id="{683E34B1-0D62-9828-5DC0-FE77FE69C17F}"/>
                    </a:ext>
                  </a:extLst>
                </p:cNvPr>
                <p:cNvPicPr/>
                <p:nvPr/>
              </p:nvPicPr>
              <p:blipFill>
                <a:blip r:embed="rId14"/>
                <a:stretch>
                  <a:fillRect/>
                </a:stretch>
              </p:blipFill>
              <p:spPr>
                <a:xfrm>
                  <a:off x="1424788" y="2664616"/>
                  <a:ext cx="71604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2" name="墨迹 21">
                  <a:extLst>
                    <a:ext uri="{FF2B5EF4-FFF2-40B4-BE49-F238E27FC236}">
                      <a16:creationId xmlns:a16="http://schemas.microsoft.com/office/drawing/2014/main" id="{0E0BC861-2171-EA23-CD39-D650D3D963E0}"/>
                    </a:ext>
                  </a:extLst>
                </p14:cNvPr>
                <p14:cNvContentPartPr/>
                <p14:nvPr/>
              </p14:nvContentPartPr>
              <p14:xfrm>
                <a:off x="1542148" y="2798176"/>
                <a:ext cx="714240" cy="177840"/>
              </p14:xfrm>
            </p:contentPart>
          </mc:Choice>
          <mc:Fallback xmlns="">
            <p:pic>
              <p:nvPicPr>
                <p:cNvPr id="22" name="墨迹 21">
                  <a:extLst>
                    <a:ext uri="{FF2B5EF4-FFF2-40B4-BE49-F238E27FC236}">
                      <a16:creationId xmlns:a16="http://schemas.microsoft.com/office/drawing/2014/main" id="{0E0BC861-2171-EA23-CD39-D650D3D963E0}"/>
                    </a:ext>
                  </a:extLst>
                </p:cNvPr>
                <p:cNvPicPr/>
                <p:nvPr/>
              </p:nvPicPr>
              <p:blipFill>
                <a:blip r:embed="rId16"/>
                <a:stretch>
                  <a:fillRect/>
                </a:stretch>
              </p:blipFill>
              <p:spPr>
                <a:xfrm>
                  <a:off x="1533148" y="2789536"/>
                  <a:ext cx="7318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墨迹 23">
                  <a:extLst>
                    <a:ext uri="{FF2B5EF4-FFF2-40B4-BE49-F238E27FC236}">
                      <a16:creationId xmlns:a16="http://schemas.microsoft.com/office/drawing/2014/main" id="{BE1E050F-FEE9-A9F5-E6B4-636A8AC902C4}"/>
                    </a:ext>
                  </a:extLst>
                </p14:cNvPr>
                <p14:cNvContentPartPr/>
                <p14:nvPr/>
              </p14:nvContentPartPr>
              <p14:xfrm>
                <a:off x="1665988" y="2989336"/>
                <a:ext cx="636480" cy="126000"/>
              </p14:xfrm>
            </p:contentPart>
          </mc:Choice>
          <mc:Fallback xmlns="">
            <p:pic>
              <p:nvPicPr>
                <p:cNvPr id="24" name="墨迹 23">
                  <a:extLst>
                    <a:ext uri="{FF2B5EF4-FFF2-40B4-BE49-F238E27FC236}">
                      <a16:creationId xmlns:a16="http://schemas.microsoft.com/office/drawing/2014/main" id="{BE1E050F-FEE9-A9F5-E6B4-636A8AC902C4}"/>
                    </a:ext>
                  </a:extLst>
                </p:cNvPr>
                <p:cNvPicPr/>
                <p:nvPr/>
              </p:nvPicPr>
              <p:blipFill>
                <a:blip r:embed="rId18"/>
                <a:stretch>
                  <a:fillRect/>
                </a:stretch>
              </p:blipFill>
              <p:spPr>
                <a:xfrm>
                  <a:off x="1657348" y="2980336"/>
                  <a:ext cx="6541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5" name="墨迹 24">
                  <a:extLst>
                    <a:ext uri="{FF2B5EF4-FFF2-40B4-BE49-F238E27FC236}">
                      <a16:creationId xmlns:a16="http://schemas.microsoft.com/office/drawing/2014/main" id="{6CC59048-37D0-080D-CBF5-F82943DBDF03}"/>
                    </a:ext>
                  </a:extLst>
                </p14:cNvPr>
                <p14:cNvContentPartPr/>
                <p14:nvPr/>
              </p14:nvContentPartPr>
              <p14:xfrm>
                <a:off x="1627468" y="3213976"/>
                <a:ext cx="579960" cy="71640"/>
              </p14:xfrm>
            </p:contentPart>
          </mc:Choice>
          <mc:Fallback xmlns="">
            <p:pic>
              <p:nvPicPr>
                <p:cNvPr id="25" name="墨迹 24">
                  <a:extLst>
                    <a:ext uri="{FF2B5EF4-FFF2-40B4-BE49-F238E27FC236}">
                      <a16:creationId xmlns:a16="http://schemas.microsoft.com/office/drawing/2014/main" id="{6CC59048-37D0-080D-CBF5-F82943DBDF03}"/>
                    </a:ext>
                  </a:extLst>
                </p:cNvPr>
                <p:cNvPicPr/>
                <p:nvPr/>
              </p:nvPicPr>
              <p:blipFill>
                <a:blip r:embed="rId20"/>
                <a:stretch>
                  <a:fillRect/>
                </a:stretch>
              </p:blipFill>
              <p:spPr>
                <a:xfrm>
                  <a:off x="1618468" y="3205336"/>
                  <a:ext cx="5976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8" name="墨迹 27">
                  <a:extLst>
                    <a:ext uri="{FF2B5EF4-FFF2-40B4-BE49-F238E27FC236}">
                      <a16:creationId xmlns:a16="http://schemas.microsoft.com/office/drawing/2014/main" id="{9B700132-FAC1-CC89-2E95-73EF2437205B}"/>
                    </a:ext>
                  </a:extLst>
                </p14:cNvPr>
                <p14:cNvContentPartPr/>
                <p14:nvPr/>
              </p14:nvContentPartPr>
              <p14:xfrm>
                <a:off x="1751308" y="2708896"/>
                <a:ext cx="82800" cy="67680"/>
              </p14:xfrm>
            </p:contentPart>
          </mc:Choice>
          <mc:Fallback xmlns="">
            <p:pic>
              <p:nvPicPr>
                <p:cNvPr id="28" name="墨迹 27">
                  <a:extLst>
                    <a:ext uri="{FF2B5EF4-FFF2-40B4-BE49-F238E27FC236}">
                      <a16:creationId xmlns:a16="http://schemas.microsoft.com/office/drawing/2014/main" id="{9B700132-FAC1-CC89-2E95-73EF2437205B}"/>
                    </a:ext>
                  </a:extLst>
                </p:cNvPr>
                <p:cNvPicPr/>
                <p:nvPr/>
              </p:nvPicPr>
              <p:blipFill>
                <a:blip r:embed="rId22"/>
                <a:stretch>
                  <a:fillRect/>
                </a:stretch>
              </p:blipFill>
              <p:spPr>
                <a:xfrm>
                  <a:off x="1742308" y="2699896"/>
                  <a:ext cx="1004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墨迹 30">
                  <a:extLst>
                    <a:ext uri="{FF2B5EF4-FFF2-40B4-BE49-F238E27FC236}">
                      <a16:creationId xmlns:a16="http://schemas.microsoft.com/office/drawing/2014/main" id="{44CE131D-BA29-A247-F352-2104A9711AB3}"/>
                    </a:ext>
                  </a:extLst>
                </p14:cNvPr>
                <p14:cNvContentPartPr/>
                <p14:nvPr/>
              </p14:nvContentPartPr>
              <p14:xfrm>
                <a:off x="1843828" y="2985016"/>
                <a:ext cx="96120" cy="82800"/>
              </p14:xfrm>
            </p:contentPart>
          </mc:Choice>
          <mc:Fallback xmlns="">
            <p:pic>
              <p:nvPicPr>
                <p:cNvPr id="31" name="墨迹 30">
                  <a:extLst>
                    <a:ext uri="{FF2B5EF4-FFF2-40B4-BE49-F238E27FC236}">
                      <a16:creationId xmlns:a16="http://schemas.microsoft.com/office/drawing/2014/main" id="{44CE131D-BA29-A247-F352-2104A9711AB3}"/>
                    </a:ext>
                  </a:extLst>
                </p:cNvPr>
                <p:cNvPicPr/>
                <p:nvPr/>
              </p:nvPicPr>
              <p:blipFill>
                <a:blip r:embed="rId24"/>
                <a:stretch>
                  <a:fillRect/>
                </a:stretch>
              </p:blipFill>
              <p:spPr>
                <a:xfrm>
                  <a:off x="1835188" y="2976016"/>
                  <a:ext cx="1137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3" name="墨迹 32">
                  <a:extLst>
                    <a:ext uri="{FF2B5EF4-FFF2-40B4-BE49-F238E27FC236}">
                      <a16:creationId xmlns:a16="http://schemas.microsoft.com/office/drawing/2014/main" id="{B1F01B71-AA6E-F767-8078-A038F05DB380}"/>
                    </a:ext>
                  </a:extLst>
                </p14:cNvPr>
                <p14:cNvContentPartPr/>
                <p14:nvPr/>
              </p14:nvContentPartPr>
              <p14:xfrm>
                <a:off x="1491748" y="2479576"/>
                <a:ext cx="515520" cy="497520"/>
              </p14:xfrm>
            </p:contentPart>
          </mc:Choice>
          <mc:Fallback xmlns="">
            <p:pic>
              <p:nvPicPr>
                <p:cNvPr id="33" name="墨迹 32">
                  <a:extLst>
                    <a:ext uri="{FF2B5EF4-FFF2-40B4-BE49-F238E27FC236}">
                      <a16:creationId xmlns:a16="http://schemas.microsoft.com/office/drawing/2014/main" id="{B1F01B71-AA6E-F767-8078-A038F05DB380}"/>
                    </a:ext>
                  </a:extLst>
                </p:cNvPr>
                <p:cNvPicPr/>
                <p:nvPr/>
              </p:nvPicPr>
              <p:blipFill>
                <a:blip r:embed="rId26"/>
                <a:stretch>
                  <a:fillRect/>
                </a:stretch>
              </p:blipFill>
              <p:spPr>
                <a:xfrm>
                  <a:off x="1482748" y="2470936"/>
                  <a:ext cx="53316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墨迹 33">
                  <a:extLst>
                    <a:ext uri="{FF2B5EF4-FFF2-40B4-BE49-F238E27FC236}">
                      <a16:creationId xmlns:a16="http://schemas.microsoft.com/office/drawing/2014/main" id="{81A58459-F0F5-CB67-1F6D-6CFE2D62A168}"/>
                    </a:ext>
                  </a:extLst>
                </p14:cNvPr>
                <p14:cNvContentPartPr/>
                <p14:nvPr/>
              </p14:nvContentPartPr>
              <p14:xfrm>
                <a:off x="2045428" y="2983216"/>
                <a:ext cx="187200" cy="189360"/>
              </p14:xfrm>
            </p:contentPart>
          </mc:Choice>
          <mc:Fallback xmlns="">
            <p:pic>
              <p:nvPicPr>
                <p:cNvPr id="34" name="墨迹 33">
                  <a:extLst>
                    <a:ext uri="{FF2B5EF4-FFF2-40B4-BE49-F238E27FC236}">
                      <a16:creationId xmlns:a16="http://schemas.microsoft.com/office/drawing/2014/main" id="{81A58459-F0F5-CB67-1F6D-6CFE2D62A168}"/>
                    </a:ext>
                  </a:extLst>
                </p:cNvPr>
                <p:cNvPicPr/>
                <p:nvPr/>
              </p:nvPicPr>
              <p:blipFill>
                <a:blip r:embed="rId28"/>
                <a:stretch>
                  <a:fillRect/>
                </a:stretch>
              </p:blipFill>
              <p:spPr>
                <a:xfrm>
                  <a:off x="2036788" y="2974216"/>
                  <a:ext cx="2048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5" name="墨迹 34">
                  <a:extLst>
                    <a:ext uri="{FF2B5EF4-FFF2-40B4-BE49-F238E27FC236}">
                      <a16:creationId xmlns:a16="http://schemas.microsoft.com/office/drawing/2014/main" id="{67FEEF65-73B0-0165-2F6A-14322A1CFC97}"/>
                    </a:ext>
                  </a:extLst>
                </p14:cNvPr>
                <p14:cNvContentPartPr/>
                <p14:nvPr/>
              </p14:nvContentPartPr>
              <p14:xfrm>
                <a:off x="2045788" y="2975656"/>
                <a:ext cx="100800" cy="167760"/>
              </p14:xfrm>
            </p:contentPart>
          </mc:Choice>
          <mc:Fallback xmlns="">
            <p:pic>
              <p:nvPicPr>
                <p:cNvPr id="35" name="墨迹 34">
                  <a:extLst>
                    <a:ext uri="{FF2B5EF4-FFF2-40B4-BE49-F238E27FC236}">
                      <a16:creationId xmlns:a16="http://schemas.microsoft.com/office/drawing/2014/main" id="{67FEEF65-73B0-0165-2F6A-14322A1CFC97}"/>
                    </a:ext>
                  </a:extLst>
                </p:cNvPr>
                <p:cNvPicPr/>
                <p:nvPr/>
              </p:nvPicPr>
              <p:blipFill>
                <a:blip r:embed="rId30"/>
                <a:stretch>
                  <a:fillRect/>
                </a:stretch>
              </p:blipFill>
              <p:spPr>
                <a:xfrm>
                  <a:off x="2036788" y="2967016"/>
                  <a:ext cx="118440" cy="185400"/>
                </a:xfrm>
                <a:prstGeom prst="rect">
                  <a:avLst/>
                </a:prstGeom>
              </p:spPr>
            </p:pic>
          </mc:Fallback>
        </mc:AlternateContent>
      </p:grpSp>
    </p:spTree>
    <p:extLst>
      <p:ext uri="{BB962C8B-B14F-4D97-AF65-F5344CB8AC3E}">
        <p14:creationId xmlns:p14="http://schemas.microsoft.com/office/powerpoint/2010/main" val="1095489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故障处理对网络维护和管理人员的要求</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a:sym typeface="Huawei Sans" panose="020C0503030203020204" pitchFamily="34" charset="0"/>
              </a:rPr>
              <a:t>对协议要求有精深的理解。</a:t>
            </a:r>
          </a:p>
          <a:p>
            <a:r>
              <a:rPr lang="zh-CN" altLang="en-US" sz="1800">
                <a:sym typeface="Huawei Sans" panose="020C0503030203020204" pitchFamily="34" charset="0"/>
              </a:rPr>
              <a:t>能够引导客户详细描述出故障现象和相关信息。</a:t>
            </a:r>
          </a:p>
          <a:p>
            <a:r>
              <a:rPr lang="zh-CN" altLang="en-US" sz="1800">
                <a:sym typeface="Huawei Sans" panose="020C0503030203020204" pitchFamily="34" charset="0"/>
              </a:rPr>
              <a:t>充分了解自己所管理和维护的网络。</a:t>
            </a:r>
          </a:p>
          <a:p>
            <a:r>
              <a:rPr lang="zh-CN" altLang="en-US" sz="1800">
                <a:sym typeface="Huawei Sans" panose="020C0503030203020204" pitchFamily="34" charset="0"/>
              </a:rPr>
              <a:t>及时进行故障处理的文档记录和经验总结。</a:t>
            </a:r>
            <a:endParaRPr lang="en-US" altLang="zh-CN" sz="1800">
              <a:sym typeface="Huawei Sans" panose="020C0503030203020204" pitchFamily="34" charset="0"/>
            </a:endParaRPr>
          </a:p>
          <a:p>
            <a:r>
              <a:rPr lang="zh-CN" altLang="en-US" sz="1800">
                <a:sym typeface="Huawei Sans" panose="020C0503030203020204" pitchFamily="34" charset="0"/>
              </a:rPr>
              <a:t>熟悉网络故障排除的方法，将多种方法结合使用。</a:t>
            </a: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2229950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en-US" altLang="zh-CN" sz="1800" dirty="0">
                <a:sym typeface="Huawei Sans" panose="020C0503030203020204" pitchFamily="34" charset="0"/>
              </a:rPr>
              <a:t>(</a:t>
            </a:r>
            <a:r>
              <a:rPr lang="zh-CN" altLang="en-US" sz="1800" dirty="0">
                <a:sym typeface="Huawei Sans" panose="020C0503030203020204" pitchFamily="34" charset="0"/>
              </a:rPr>
              <a:t>多选题</a:t>
            </a:r>
            <a:r>
              <a:rPr lang="en-US" altLang="zh-CN" sz="1800" dirty="0">
                <a:sym typeface="Huawei Sans" panose="020C0503030203020204" pitchFamily="34" charset="0"/>
              </a:rPr>
              <a:t>)</a:t>
            </a:r>
            <a:r>
              <a:rPr lang="zh-CN" altLang="en-US" sz="1800" dirty="0">
                <a:sym typeface="Huawei Sans" panose="020C0503030203020204" pitchFamily="34" charset="0"/>
              </a:rPr>
              <a:t>在结构化的网络故障排除流程的收尾工作中，信息需要通告给哪些相关方？</a:t>
            </a:r>
            <a:r>
              <a:rPr lang="en-US" altLang="zh-CN" sz="1800" dirty="0">
                <a:sym typeface="Huawei Sans" panose="020C0503030203020204" pitchFamily="34" charset="0"/>
              </a:rPr>
              <a:t>(     )</a:t>
            </a:r>
            <a:endParaRPr lang="zh-CN" altLang="en-US" sz="1800" dirty="0">
              <a:sym typeface="Huawei Sans" panose="020C0503030203020204" pitchFamily="34" charset="0"/>
            </a:endParaRPr>
          </a:p>
          <a:p>
            <a:pPr lvl="1"/>
            <a:r>
              <a:rPr lang="zh-CN" altLang="en-US" sz="1600" dirty="0">
                <a:sym typeface="Huawei Sans" panose="020C0503030203020204" pitchFamily="34" charset="0"/>
              </a:rPr>
              <a:t>受故障影响的相关方</a:t>
            </a:r>
          </a:p>
          <a:p>
            <a:pPr lvl="1"/>
            <a:r>
              <a:rPr lang="zh-CN" altLang="en-US" sz="1600" dirty="0">
                <a:sym typeface="Huawei Sans" panose="020C0503030203020204" pitchFamily="34" charset="0"/>
              </a:rPr>
              <a:t>故障排除各阶段授权方</a:t>
            </a:r>
          </a:p>
          <a:p>
            <a:pPr lvl="1"/>
            <a:r>
              <a:rPr lang="zh-CN" altLang="en-US" sz="1600" dirty="0">
                <a:sym typeface="Huawei Sans" panose="020C0503030203020204" pitchFamily="34" charset="0"/>
              </a:rPr>
              <a:t>厂家、服务提供商</a:t>
            </a:r>
          </a:p>
          <a:p>
            <a:pPr lvl="1"/>
            <a:r>
              <a:rPr lang="zh-CN" altLang="en-US" sz="1600" dirty="0">
                <a:sym typeface="Huawei Sans" panose="020C0503030203020204" pitchFamily="34" charset="0"/>
              </a:rPr>
              <a:t>对故障根源感兴趣的其他无关人员</a:t>
            </a:r>
          </a:p>
          <a:p>
            <a:r>
              <a:rPr lang="en-US" altLang="zh-CN" sz="1800" dirty="0">
                <a:sym typeface="Huawei Sans" panose="020C0503030203020204" pitchFamily="34" charset="0"/>
              </a:rPr>
              <a:t>(</a:t>
            </a:r>
            <a:r>
              <a:rPr lang="zh-CN" altLang="en-US" sz="1800" dirty="0">
                <a:sym typeface="Huawei Sans" panose="020C0503030203020204" pitchFamily="34" charset="0"/>
              </a:rPr>
              <a:t>判断题</a:t>
            </a:r>
            <a:r>
              <a:rPr lang="en-US" altLang="zh-CN" sz="1800" dirty="0">
                <a:sym typeface="Huawei Sans" panose="020C0503030203020204" pitchFamily="34" charset="0"/>
              </a:rPr>
              <a:t>)</a:t>
            </a:r>
            <a:r>
              <a:rPr lang="zh-CN" altLang="en-US" sz="1800" dirty="0">
                <a:sym typeface="Huawei Sans" panose="020C0503030203020204" pitchFamily="34" charset="0"/>
              </a:rPr>
              <a:t>在大规模网络中对比法是处理故障最有效的方法。</a:t>
            </a:r>
            <a:r>
              <a:rPr lang="en-US" altLang="zh-CN" sz="1800" dirty="0">
                <a:sym typeface="Huawei Sans" panose="020C0503030203020204" pitchFamily="34" charset="0"/>
              </a:rPr>
              <a:t>(     )</a:t>
            </a:r>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3749834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数通网络故障排除方法</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常见网络故障排除举例</a:t>
            </a:r>
            <a:endParaRPr lang="en-US" altLang="zh-CN" b="1" dirty="0">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LAN</a:t>
            </a:r>
            <a:r>
              <a:rPr lang="zh-CN" altLang="en-US" dirty="0">
                <a:sym typeface="Huawei Sans" panose="020C0503030203020204" pitchFamily="34" charset="0"/>
              </a:rPr>
              <a:t>故障</a:t>
            </a:r>
            <a:endParaRPr lang="en-US" altLang="zh-CN"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路由故障</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业务故障</a:t>
            </a:r>
          </a:p>
        </p:txBody>
      </p:sp>
    </p:spTree>
    <p:extLst>
      <p:ext uri="{BB962C8B-B14F-4D97-AF65-F5344CB8AC3E}">
        <p14:creationId xmlns:p14="http://schemas.microsoft.com/office/powerpoint/2010/main" val="685288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矩形 159"/>
          <p:cNvSpPr/>
          <p:nvPr/>
        </p:nvSpPr>
        <p:spPr bwMode="gray">
          <a:xfrm>
            <a:off x="4021421" y="2755157"/>
            <a:ext cx="2046745" cy="44849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59" name="矩形 158"/>
          <p:cNvSpPr/>
          <p:nvPr/>
        </p:nvSpPr>
        <p:spPr bwMode="gray">
          <a:xfrm>
            <a:off x="1257744" y="2755157"/>
            <a:ext cx="2046745" cy="44849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58" name="矩形 157"/>
          <p:cNvSpPr/>
          <p:nvPr/>
        </p:nvSpPr>
        <p:spPr bwMode="gray">
          <a:xfrm>
            <a:off x="4021421" y="1755636"/>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矩形 141"/>
          <p:cNvSpPr/>
          <p:nvPr/>
        </p:nvSpPr>
        <p:spPr bwMode="gray">
          <a:xfrm>
            <a:off x="1839251" y="1755636"/>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sym typeface="Huawei Sans" panose="020C0503030203020204" pitchFamily="34" charset="0"/>
              </a:rPr>
              <a:t>拓扑介绍 </a:t>
            </a:r>
            <a:r>
              <a:rPr lang="en-US" altLang="zh-CN" dirty="0">
                <a:sym typeface="Huawei Sans" panose="020C0503030203020204" pitchFamily="34" charset="0"/>
              </a:rPr>
              <a:t>(1)</a:t>
            </a:r>
            <a:endParaRPr lang="zh-CN" altLang="en-US"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1131352" y="4326998"/>
            <a:ext cx="540000" cy="441818"/>
          </a:xfrm>
          <a:prstGeom prst="rect">
            <a:avLst/>
          </a:prstGeom>
        </p:spPr>
      </p:pic>
      <p:pic>
        <p:nvPicPr>
          <p:cNvPr id="6" name="图片 5" descr="通用交换机.png"/>
          <p:cNvPicPr>
            <a:picLocks noChangeAspect="1"/>
          </p:cNvPicPr>
          <p:nvPr/>
        </p:nvPicPr>
        <p:blipFill>
          <a:blip r:embed="rId3" cstate="print"/>
          <a:stretch>
            <a:fillRect/>
          </a:stretch>
        </p:blipFill>
        <p:spPr bwMode="gray">
          <a:xfrm>
            <a:off x="2805773" y="4326998"/>
            <a:ext cx="540000" cy="441818"/>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131352" y="3025315"/>
            <a:ext cx="540000" cy="4428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05773" y="3025315"/>
            <a:ext cx="540000" cy="442800"/>
          </a:xfrm>
          <a:prstGeom prst="rect">
            <a:avLst/>
          </a:prstGeom>
        </p:spPr>
      </p:pic>
      <p:pic>
        <p:nvPicPr>
          <p:cNvPr id="9" name="图片 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974676" y="1794096"/>
            <a:ext cx="540000" cy="442800"/>
          </a:xfrm>
          <a:prstGeom prst="rect">
            <a:avLst/>
          </a:prstGeom>
        </p:spPr>
      </p:pic>
      <p:pic>
        <p:nvPicPr>
          <p:cNvPr id="10" name="图片 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77697" y="1794096"/>
            <a:ext cx="540000" cy="442800"/>
          </a:xfrm>
          <a:prstGeom prst="rect">
            <a:avLst/>
          </a:prstGeom>
        </p:spPr>
      </p:pic>
      <p:pic>
        <p:nvPicPr>
          <p:cNvPr id="11" name="图片 1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317495" y="1794096"/>
            <a:ext cx="540000" cy="442800"/>
          </a:xfrm>
          <a:prstGeom prst="rect">
            <a:avLst/>
          </a:prstGeom>
        </p:spPr>
      </p:pic>
      <p:pic>
        <p:nvPicPr>
          <p:cNvPr id="12" name="图片 1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665278" y="5322962"/>
            <a:ext cx="540000" cy="442800"/>
          </a:xfrm>
          <a:prstGeom prst="rect">
            <a:avLst/>
          </a:prstGeom>
        </p:spPr>
      </p:pic>
      <p:pic>
        <p:nvPicPr>
          <p:cNvPr id="13" name="图片 1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17495" y="3025315"/>
            <a:ext cx="540000" cy="442800"/>
          </a:xfrm>
          <a:prstGeom prst="rect">
            <a:avLst/>
          </a:prstGeom>
        </p:spPr>
      </p:pic>
      <p:pic>
        <p:nvPicPr>
          <p:cNvPr id="14" name="图片 13" descr="通用交换机.png"/>
          <p:cNvPicPr>
            <a:picLocks noChangeAspect="1"/>
          </p:cNvPicPr>
          <p:nvPr/>
        </p:nvPicPr>
        <p:blipFill>
          <a:blip r:embed="rId3" cstate="print"/>
          <a:stretch>
            <a:fillRect/>
          </a:stretch>
        </p:blipFill>
        <p:spPr bwMode="gray">
          <a:xfrm>
            <a:off x="5317495" y="4316155"/>
            <a:ext cx="540000" cy="441818"/>
          </a:xfrm>
          <a:prstGeom prst="rect">
            <a:avLst/>
          </a:prstGeom>
        </p:spPr>
      </p:pic>
      <p:cxnSp>
        <p:nvCxnSpPr>
          <p:cNvPr id="16" name="直接连接符 15"/>
          <p:cNvCxnSpPr>
            <a:stCxn id="9" idx="3"/>
            <a:endCxn id="10" idx="1"/>
          </p:cNvCxnSpPr>
          <p:nvPr/>
        </p:nvCxnSpPr>
        <p:spPr bwMode="gray">
          <a:xfrm>
            <a:off x="2514676" y="2015496"/>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3"/>
            <a:endCxn id="11" idx="1"/>
          </p:cNvCxnSpPr>
          <p:nvPr/>
        </p:nvCxnSpPr>
        <p:spPr bwMode="gray">
          <a:xfrm>
            <a:off x="4217697" y="2015496"/>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3"/>
            <a:endCxn id="8" idx="1"/>
          </p:cNvCxnSpPr>
          <p:nvPr/>
        </p:nvCxnSpPr>
        <p:spPr bwMode="gray">
          <a:xfrm>
            <a:off x="1671352" y="3246715"/>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7" idx="2"/>
            <a:endCxn id="5" idx="0"/>
          </p:cNvCxnSpPr>
          <p:nvPr/>
        </p:nvCxnSpPr>
        <p:spPr bwMode="gray">
          <a:xfrm>
            <a:off x="1401352"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8" idx="2"/>
            <a:endCxn id="6" idx="0"/>
          </p:cNvCxnSpPr>
          <p:nvPr/>
        </p:nvCxnSpPr>
        <p:spPr bwMode="gray">
          <a:xfrm>
            <a:off x="3075773"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 idx="3"/>
            <a:endCxn id="6" idx="1"/>
          </p:cNvCxnSpPr>
          <p:nvPr/>
        </p:nvCxnSpPr>
        <p:spPr bwMode="gray">
          <a:xfrm>
            <a:off x="1671352" y="4547907"/>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7" idx="0"/>
            <a:endCxn id="9" idx="2"/>
          </p:cNvCxnSpPr>
          <p:nvPr/>
        </p:nvCxnSpPr>
        <p:spPr bwMode="gray">
          <a:xfrm flipV="1">
            <a:off x="1401352" y="2236896"/>
            <a:ext cx="843324"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8" idx="0"/>
            <a:endCxn id="9" idx="2"/>
          </p:cNvCxnSpPr>
          <p:nvPr/>
        </p:nvCxnSpPr>
        <p:spPr bwMode="gray">
          <a:xfrm flipH="1" flipV="1">
            <a:off x="2244676" y="2236896"/>
            <a:ext cx="831097"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1" idx="2"/>
            <a:endCxn id="13" idx="0"/>
          </p:cNvCxnSpPr>
          <p:nvPr/>
        </p:nvCxnSpPr>
        <p:spPr bwMode="gray">
          <a:xfrm>
            <a:off x="5587495" y="2236896"/>
            <a:ext cx="0"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3" idx="2"/>
            <a:endCxn id="14" idx="0"/>
          </p:cNvCxnSpPr>
          <p:nvPr/>
        </p:nvCxnSpPr>
        <p:spPr bwMode="gray">
          <a:xfrm>
            <a:off x="5587495" y="3468115"/>
            <a:ext cx="0" cy="848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descr="PC.png"/>
          <p:cNvPicPr>
            <a:picLocks noChangeAspect="1"/>
          </p:cNvPicPr>
          <p:nvPr/>
        </p:nvPicPr>
        <p:blipFill>
          <a:blip r:embed="rId7" cstate="print"/>
          <a:stretch>
            <a:fillRect/>
          </a:stretch>
        </p:blipFill>
        <p:spPr bwMode="gray">
          <a:xfrm>
            <a:off x="476925" y="5369084"/>
            <a:ext cx="539063" cy="414000"/>
          </a:xfrm>
          <a:prstGeom prst="rect">
            <a:avLst/>
          </a:prstGeom>
        </p:spPr>
      </p:pic>
      <p:pic>
        <p:nvPicPr>
          <p:cNvPr id="45" name="图片 44" descr="PC.png"/>
          <p:cNvPicPr>
            <a:picLocks noChangeAspect="1"/>
          </p:cNvPicPr>
          <p:nvPr/>
        </p:nvPicPr>
        <p:blipFill>
          <a:blip r:embed="rId7" cstate="print"/>
          <a:stretch>
            <a:fillRect/>
          </a:stretch>
        </p:blipFill>
        <p:spPr bwMode="gray">
          <a:xfrm>
            <a:off x="1640279" y="5369084"/>
            <a:ext cx="539063" cy="414000"/>
          </a:xfrm>
          <a:prstGeom prst="rect">
            <a:avLst/>
          </a:prstGeom>
        </p:spPr>
      </p:pic>
      <p:pic>
        <p:nvPicPr>
          <p:cNvPr id="46" name="图片 45" descr="PC.png"/>
          <p:cNvPicPr>
            <a:picLocks noChangeAspect="1"/>
          </p:cNvPicPr>
          <p:nvPr/>
        </p:nvPicPr>
        <p:blipFill>
          <a:blip r:embed="rId7" cstate="print"/>
          <a:stretch>
            <a:fillRect/>
          </a:stretch>
        </p:blipFill>
        <p:spPr bwMode="gray">
          <a:xfrm>
            <a:off x="2350075" y="5363854"/>
            <a:ext cx="539063" cy="414000"/>
          </a:xfrm>
          <a:prstGeom prst="rect">
            <a:avLst/>
          </a:prstGeom>
        </p:spPr>
      </p:pic>
      <p:pic>
        <p:nvPicPr>
          <p:cNvPr id="47" name="图片 46" descr="PC.png"/>
          <p:cNvPicPr>
            <a:picLocks noChangeAspect="1"/>
          </p:cNvPicPr>
          <p:nvPr/>
        </p:nvPicPr>
        <p:blipFill>
          <a:blip r:embed="rId7" cstate="print"/>
          <a:stretch>
            <a:fillRect/>
          </a:stretch>
        </p:blipFill>
        <p:spPr bwMode="gray">
          <a:xfrm>
            <a:off x="3441460" y="5368708"/>
            <a:ext cx="539063" cy="414000"/>
          </a:xfrm>
          <a:prstGeom prst="rect">
            <a:avLst/>
          </a:prstGeom>
        </p:spPr>
      </p:pic>
      <p:pic>
        <p:nvPicPr>
          <p:cNvPr id="48" name="图片 47" descr="PC.png"/>
          <p:cNvPicPr>
            <a:picLocks noChangeAspect="1"/>
          </p:cNvPicPr>
          <p:nvPr/>
        </p:nvPicPr>
        <p:blipFill>
          <a:blip r:embed="rId7" cstate="print"/>
          <a:stretch>
            <a:fillRect/>
          </a:stretch>
        </p:blipFill>
        <p:spPr bwMode="gray">
          <a:xfrm>
            <a:off x="4279849" y="5368708"/>
            <a:ext cx="539063" cy="414000"/>
          </a:xfrm>
          <a:prstGeom prst="rect">
            <a:avLst/>
          </a:prstGeom>
        </p:spPr>
      </p:pic>
      <p:cxnSp>
        <p:nvCxnSpPr>
          <p:cNvPr id="52" name="直接连接符 51"/>
          <p:cNvCxnSpPr>
            <a:stCxn id="44" idx="0"/>
            <a:endCxn id="5" idx="2"/>
          </p:cNvCxnSpPr>
          <p:nvPr/>
        </p:nvCxnSpPr>
        <p:spPr bwMode="gray">
          <a:xfrm flipV="1">
            <a:off x="746457" y="4768816"/>
            <a:ext cx="654895" cy="6002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5" idx="0"/>
            <a:endCxn id="5" idx="2"/>
          </p:cNvCxnSpPr>
          <p:nvPr/>
        </p:nvCxnSpPr>
        <p:spPr bwMode="gray">
          <a:xfrm flipH="1" flipV="1">
            <a:off x="1401352" y="4768816"/>
            <a:ext cx="508459" cy="6002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6" idx="0"/>
            <a:endCxn id="6" idx="2"/>
          </p:cNvCxnSpPr>
          <p:nvPr/>
        </p:nvCxnSpPr>
        <p:spPr bwMode="gray">
          <a:xfrm flipV="1">
            <a:off x="2619607" y="4768816"/>
            <a:ext cx="456166" cy="595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7" idx="0"/>
            <a:endCxn id="6" idx="2"/>
          </p:cNvCxnSpPr>
          <p:nvPr/>
        </p:nvCxnSpPr>
        <p:spPr bwMode="gray">
          <a:xfrm flipH="1" flipV="1">
            <a:off x="3075773" y="4768816"/>
            <a:ext cx="635219" cy="599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48" idx="0"/>
            <a:endCxn id="14" idx="2"/>
          </p:cNvCxnSpPr>
          <p:nvPr/>
        </p:nvCxnSpPr>
        <p:spPr bwMode="gray">
          <a:xfrm flipV="1">
            <a:off x="4549381" y="4757973"/>
            <a:ext cx="1038114" cy="610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12" idx="0"/>
            <a:endCxn id="14" idx="2"/>
          </p:cNvCxnSpPr>
          <p:nvPr/>
        </p:nvCxnSpPr>
        <p:spPr bwMode="gray">
          <a:xfrm flipH="1" flipV="1">
            <a:off x="5587495" y="4757973"/>
            <a:ext cx="347783" cy="564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123"/>
          <p:cNvSpPr txBox="1"/>
          <p:nvPr/>
        </p:nvSpPr>
        <p:spPr bwMode="gray">
          <a:xfrm>
            <a:off x="312268"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3"/>
          <p:cNvSpPr txBox="1"/>
          <p:nvPr/>
        </p:nvSpPr>
        <p:spPr bwMode="gray">
          <a:xfrm>
            <a:off x="1470699"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3"/>
          <p:cNvSpPr txBox="1"/>
          <p:nvPr/>
        </p:nvSpPr>
        <p:spPr bwMode="gray">
          <a:xfrm>
            <a:off x="2188927"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3"/>
          <p:cNvSpPr txBox="1"/>
          <p:nvPr/>
        </p:nvSpPr>
        <p:spPr bwMode="gray">
          <a:xfrm>
            <a:off x="3276803"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3"/>
          <p:cNvSpPr txBox="1"/>
          <p:nvPr/>
        </p:nvSpPr>
        <p:spPr bwMode="gray">
          <a:xfrm>
            <a:off x="4115191"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3"/>
          <p:cNvSpPr txBox="1"/>
          <p:nvPr/>
        </p:nvSpPr>
        <p:spPr bwMode="gray">
          <a:xfrm>
            <a:off x="5489967" y="58505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3"/>
          <p:cNvSpPr txBox="1"/>
          <p:nvPr/>
        </p:nvSpPr>
        <p:spPr bwMode="gray">
          <a:xfrm>
            <a:off x="1812553"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3"/>
          <p:cNvSpPr txBox="1"/>
          <p:nvPr/>
        </p:nvSpPr>
        <p:spPr bwMode="gray">
          <a:xfrm>
            <a:off x="3600197"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3"/>
          <p:cNvSpPr txBox="1"/>
          <p:nvPr/>
        </p:nvSpPr>
        <p:spPr bwMode="gray">
          <a:xfrm>
            <a:off x="5153306"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3"/>
          <p:cNvSpPr txBox="1"/>
          <p:nvPr/>
        </p:nvSpPr>
        <p:spPr bwMode="gray">
          <a:xfrm>
            <a:off x="478708"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123"/>
          <p:cNvSpPr txBox="1"/>
          <p:nvPr/>
        </p:nvSpPr>
        <p:spPr bwMode="gray">
          <a:xfrm>
            <a:off x="3123021"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123"/>
          <p:cNvSpPr txBox="1"/>
          <p:nvPr/>
        </p:nvSpPr>
        <p:spPr bwMode="gray">
          <a:xfrm>
            <a:off x="478708" y="316064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3"/>
          <p:cNvSpPr txBox="1"/>
          <p:nvPr/>
        </p:nvSpPr>
        <p:spPr bwMode="gray">
          <a:xfrm>
            <a:off x="3123021" y="316064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3"/>
          <p:cNvSpPr txBox="1"/>
          <p:nvPr/>
        </p:nvSpPr>
        <p:spPr bwMode="gray">
          <a:xfrm>
            <a:off x="4673064"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23"/>
          <p:cNvSpPr txBox="1"/>
          <p:nvPr/>
        </p:nvSpPr>
        <p:spPr bwMode="gray">
          <a:xfrm rot="19062468">
            <a:off x="1253872" y="24715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3"/>
          <p:cNvSpPr txBox="1"/>
          <p:nvPr/>
        </p:nvSpPr>
        <p:spPr bwMode="gray">
          <a:xfrm>
            <a:off x="4381886"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TextBox 123"/>
          <p:cNvSpPr txBox="1"/>
          <p:nvPr/>
        </p:nvSpPr>
        <p:spPr bwMode="gray">
          <a:xfrm rot="2786757">
            <a:off x="2387889" y="24717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TextBox 123"/>
          <p:cNvSpPr txBox="1"/>
          <p:nvPr/>
        </p:nvSpPr>
        <p:spPr bwMode="gray">
          <a:xfrm>
            <a:off x="1760376" y="323619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TextBox 123"/>
          <p:cNvSpPr txBox="1"/>
          <p:nvPr/>
        </p:nvSpPr>
        <p:spPr bwMode="gray">
          <a:xfrm rot="16200000">
            <a:off x="851911" y="37456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TextBox 123"/>
          <p:cNvSpPr txBox="1"/>
          <p:nvPr/>
        </p:nvSpPr>
        <p:spPr bwMode="gray">
          <a:xfrm>
            <a:off x="1780602" y="431397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TextBox 123"/>
          <p:cNvSpPr txBox="1"/>
          <p:nvPr/>
        </p:nvSpPr>
        <p:spPr bwMode="gray">
          <a:xfrm rot="16200000">
            <a:off x="2802315" y="374128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TextBox 123"/>
          <p:cNvSpPr txBox="1"/>
          <p:nvPr/>
        </p:nvSpPr>
        <p:spPr bwMode="gray">
          <a:xfrm rot="18767419">
            <a:off x="504716" y="493045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TextBox 123"/>
          <p:cNvSpPr txBox="1"/>
          <p:nvPr/>
        </p:nvSpPr>
        <p:spPr bwMode="gray">
          <a:xfrm rot="2283211">
            <a:off x="1340566" y="48700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TextBox 123"/>
          <p:cNvSpPr txBox="1"/>
          <p:nvPr/>
        </p:nvSpPr>
        <p:spPr bwMode="gray">
          <a:xfrm rot="18767419">
            <a:off x="2295586" y="49598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TextBox 123"/>
          <p:cNvSpPr txBox="1"/>
          <p:nvPr/>
        </p:nvSpPr>
        <p:spPr bwMode="gray">
          <a:xfrm rot="2283211">
            <a:off x="3079930" y="488545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TextBox 123"/>
          <p:cNvSpPr txBox="1"/>
          <p:nvPr/>
        </p:nvSpPr>
        <p:spPr bwMode="gray">
          <a:xfrm rot="16200000">
            <a:off x="5274317" y="374128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TextBox 123"/>
          <p:cNvSpPr txBox="1"/>
          <p:nvPr/>
        </p:nvSpPr>
        <p:spPr bwMode="gray">
          <a:xfrm rot="19528389">
            <a:off x="4497107" y="48865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TextBox 123"/>
          <p:cNvSpPr txBox="1"/>
          <p:nvPr/>
        </p:nvSpPr>
        <p:spPr bwMode="gray">
          <a:xfrm rot="3424899">
            <a:off x="5489967" y="491162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TextBox 123"/>
          <p:cNvSpPr txBox="1"/>
          <p:nvPr/>
        </p:nvSpPr>
        <p:spPr bwMode="gray">
          <a:xfrm rot="16200000">
            <a:off x="5256703" y="2478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文本占位符 139"/>
          <p:cNvSpPr txBox="1">
            <a:spLocks/>
          </p:cNvSpPr>
          <p:nvPr/>
        </p:nvSpPr>
        <p:spPr bwMode="gray">
          <a:xfrm>
            <a:off x="6317012" y="1233488"/>
            <a:ext cx="5428901"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网络工程师在进行网络维护时会遇到多种类型的网络故障，例如登录故障、路由故障、</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业务故障等，左图为网络中部分网络架构，以此图为例说明常见网络故障排除的方法和步骤。</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路由协议介绍：</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之间运行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所有接口开启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协议，并且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属于区域</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之间运行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分别和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邻居关系，并且作为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的路由反射器客户端。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Static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全部使用静态路由和路由器对接。</a:t>
            </a:r>
          </a:p>
        </p:txBody>
      </p:sp>
      <p:sp>
        <p:nvSpPr>
          <p:cNvPr id="150" name="TextBox 123"/>
          <p:cNvSpPr txBox="1"/>
          <p:nvPr/>
        </p:nvSpPr>
        <p:spPr bwMode="gray">
          <a:xfrm>
            <a:off x="2623506"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TextBox 123"/>
          <p:cNvSpPr txBox="1"/>
          <p:nvPr/>
        </p:nvSpPr>
        <p:spPr bwMode="gray">
          <a:xfrm>
            <a:off x="2610987" y="17384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TextBox 123"/>
          <p:cNvSpPr txBox="1"/>
          <p:nvPr/>
        </p:nvSpPr>
        <p:spPr bwMode="gray">
          <a:xfrm>
            <a:off x="4410801" y="176185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TextBox 123"/>
          <p:cNvSpPr txBox="1"/>
          <p:nvPr/>
        </p:nvSpPr>
        <p:spPr bwMode="gray">
          <a:xfrm>
            <a:off x="4607942" y="316064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右大括号 163"/>
          <p:cNvSpPr/>
          <p:nvPr/>
        </p:nvSpPr>
        <p:spPr bwMode="gray">
          <a:xfrm rot="5400000">
            <a:off x="3024237" y="1598445"/>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右大括号 164"/>
          <p:cNvSpPr/>
          <p:nvPr/>
        </p:nvSpPr>
        <p:spPr bwMode="gray">
          <a:xfrm rot="5400000">
            <a:off x="4633328" y="1598446"/>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123"/>
          <p:cNvSpPr txBox="1"/>
          <p:nvPr/>
        </p:nvSpPr>
        <p:spPr bwMode="gray">
          <a:xfrm>
            <a:off x="2952157" y="24565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TextBox 123"/>
          <p:cNvSpPr txBox="1"/>
          <p:nvPr/>
        </p:nvSpPr>
        <p:spPr bwMode="gray">
          <a:xfrm>
            <a:off x="4003109" y="24565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90A7DCB2-480B-794A-95C4-3C9D323085DD}"/>
                  </a:ext>
                </a:extLst>
              </p14:cNvPr>
              <p14:cNvContentPartPr/>
              <p14:nvPr/>
            </p14:nvContentPartPr>
            <p14:xfrm>
              <a:off x="1941028" y="1758496"/>
              <a:ext cx="525600" cy="529200"/>
            </p14:xfrm>
          </p:contentPart>
        </mc:Choice>
        <mc:Fallback xmlns="">
          <p:pic>
            <p:nvPicPr>
              <p:cNvPr id="2" name="墨迹 1">
                <a:extLst>
                  <a:ext uri="{FF2B5EF4-FFF2-40B4-BE49-F238E27FC236}">
                    <a16:creationId xmlns:a16="http://schemas.microsoft.com/office/drawing/2014/main" id="{90A7DCB2-480B-794A-95C4-3C9D323085DD}"/>
                  </a:ext>
                </a:extLst>
              </p:cNvPr>
              <p:cNvPicPr/>
              <p:nvPr/>
            </p:nvPicPr>
            <p:blipFill>
              <a:blip r:embed="rId9"/>
              <a:stretch>
                <a:fillRect/>
              </a:stretch>
            </p:blipFill>
            <p:spPr>
              <a:xfrm>
                <a:off x="1932388" y="1749856"/>
                <a:ext cx="54324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8A1B6210-142A-1DC2-2043-C3791CA6D89D}"/>
                  </a:ext>
                </a:extLst>
              </p14:cNvPr>
              <p14:cNvContentPartPr/>
              <p14:nvPr/>
            </p14:nvContentPartPr>
            <p14:xfrm>
              <a:off x="3521788" y="1719976"/>
              <a:ext cx="771480" cy="560520"/>
            </p14:xfrm>
          </p:contentPart>
        </mc:Choice>
        <mc:Fallback xmlns="">
          <p:pic>
            <p:nvPicPr>
              <p:cNvPr id="4" name="墨迹 3">
                <a:extLst>
                  <a:ext uri="{FF2B5EF4-FFF2-40B4-BE49-F238E27FC236}">
                    <a16:creationId xmlns:a16="http://schemas.microsoft.com/office/drawing/2014/main" id="{8A1B6210-142A-1DC2-2043-C3791CA6D89D}"/>
                  </a:ext>
                </a:extLst>
              </p:cNvPr>
              <p:cNvPicPr/>
              <p:nvPr/>
            </p:nvPicPr>
            <p:blipFill>
              <a:blip r:embed="rId11"/>
              <a:stretch>
                <a:fillRect/>
              </a:stretch>
            </p:blipFill>
            <p:spPr>
              <a:xfrm>
                <a:off x="3512788" y="1710976"/>
                <a:ext cx="78912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墨迹 14">
                <a:extLst>
                  <a:ext uri="{FF2B5EF4-FFF2-40B4-BE49-F238E27FC236}">
                    <a16:creationId xmlns:a16="http://schemas.microsoft.com/office/drawing/2014/main" id="{6B2EC3AF-ADA6-1503-2323-5258E3250526}"/>
                  </a:ext>
                </a:extLst>
              </p14:cNvPr>
              <p14:cNvContentPartPr/>
              <p14:nvPr/>
            </p14:nvContentPartPr>
            <p14:xfrm>
              <a:off x="5376508" y="1689376"/>
              <a:ext cx="555840" cy="536040"/>
            </p14:xfrm>
          </p:contentPart>
        </mc:Choice>
        <mc:Fallback xmlns="">
          <p:pic>
            <p:nvPicPr>
              <p:cNvPr id="15" name="墨迹 14">
                <a:extLst>
                  <a:ext uri="{FF2B5EF4-FFF2-40B4-BE49-F238E27FC236}">
                    <a16:creationId xmlns:a16="http://schemas.microsoft.com/office/drawing/2014/main" id="{6B2EC3AF-ADA6-1503-2323-5258E3250526}"/>
                  </a:ext>
                </a:extLst>
              </p:cNvPr>
              <p:cNvPicPr/>
              <p:nvPr/>
            </p:nvPicPr>
            <p:blipFill>
              <a:blip r:embed="rId13"/>
              <a:stretch>
                <a:fillRect/>
              </a:stretch>
            </p:blipFill>
            <p:spPr>
              <a:xfrm>
                <a:off x="5367868" y="1680376"/>
                <a:ext cx="573480" cy="553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墨迹 17">
                <a:extLst>
                  <a:ext uri="{FF2B5EF4-FFF2-40B4-BE49-F238E27FC236}">
                    <a16:creationId xmlns:a16="http://schemas.microsoft.com/office/drawing/2014/main" id="{BD0EB4E4-920C-E6BA-9A9B-510A8DEADCC0}"/>
                  </a:ext>
                </a:extLst>
              </p14:cNvPr>
              <p14:cNvContentPartPr/>
              <p14:nvPr/>
            </p14:nvContentPartPr>
            <p14:xfrm>
              <a:off x="3852628" y="1309216"/>
              <a:ext cx="107640" cy="279000"/>
            </p14:xfrm>
          </p:contentPart>
        </mc:Choice>
        <mc:Fallback xmlns="">
          <p:pic>
            <p:nvPicPr>
              <p:cNvPr id="18" name="墨迹 17">
                <a:extLst>
                  <a:ext uri="{FF2B5EF4-FFF2-40B4-BE49-F238E27FC236}">
                    <a16:creationId xmlns:a16="http://schemas.microsoft.com/office/drawing/2014/main" id="{BD0EB4E4-920C-E6BA-9A9B-510A8DEADCC0}"/>
                  </a:ext>
                </a:extLst>
              </p:cNvPr>
              <p:cNvPicPr/>
              <p:nvPr/>
            </p:nvPicPr>
            <p:blipFill>
              <a:blip r:embed="rId15"/>
              <a:stretch>
                <a:fillRect/>
              </a:stretch>
            </p:blipFill>
            <p:spPr>
              <a:xfrm>
                <a:off x="3843628" y="1300576"/>
                <a:ext cx="125280" cy="296640"/>
              </a:xfrm>
              <a:prstGeom prst="rect">
                <a:avLst/>
              </a:prstGeom>
            </p:spPr>
          </p:pic>
        </mc:Fallback>
      </mc:AlternateContent>
    </p:spTree>
    <p:extLst>
      <p:ext uri="{BB962C8B-B14F-4D97-AF65-F5344CB8AC3E}">
        <p14:creationId xmlns:p14="http://schemas.microsoft.com/office/powerpoint/2010/main" val="2431926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bwMode="gray">
          <a:xfrm>
            <a:off x="4672681" y="481173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bwMode="gray">
          <a:xfrm>
            <a:off x="2490117" y="481173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矩形 96"/>
          <p:cNvSpPr/>
          <p:nvPr/>
        </p:nvSpPr>
        <p:spPr bwMode="gray">
          <a:xfrm>
            <a:off x="620203" y="481173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bwMode="gray">
          <a:xfrm>
            <a:off x="1230058" y="3283615"/>
            <a:ext cx="2046745" cy="1020384"/>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MSTP</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12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12</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34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34</a:t>
            </a:r>
          </a:p>
          <a:p>
            <a:pPr algn="ct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sym typeface="Huawei Sans" panose="020C0503030203020204" pitchFamily="34" charset="0"/>
              </a:rPr>
              <a:t>拓扑介绍 </a:t>
            </a:r>
            <a:r>
              <a:rPr lang="en-US" altLang="zh-CN" dirty="0">
                <a:sym typeface="Huawei Sans" panose="020C0503030203020204" pitchFamily="34" charset="0"/>
              </a:rPr>
              <a:t>(2)</a:t>
            </a:r>
            <a:endParaRPr lang="zh-CN" altLang="en-US"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1131352" y="4255748"/>
            <a:ext cx="540000" cy="441818"/>
          </a:xfrm>
          <a:prstGeom prst="rect">
            <a:avLst/>
          </a:prstGeom>
        </p:spPr>
      </p:pic>
      <p:pic>
        <p:nvPicPr>
          <p:cNvPr id="6" name="图片 5" descr="通用交换机.png"/>
          <p:cNvPicPr>
            <a:picLocks noChangeAspect="1"/>
          </p:cNvPicPr>
          <p:nvPr/>
        </p:nvPicPr>
        <p:blipFill>
          <a:blip r:embed="rId3" cstate="print"/>
          <a:stretch>
            <a:fillRect/>
          </a:stretch>
        </p:blipFill>
        <p:spPr bwMode="gray">
          <a:xfrm>
            <a:off x="2805773" y="4255748"/>
            <a:ext cx="540000" cy="441818"/>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131352" y="2954065"/>
            <a:ext cx="540000" cy="4428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05773" y="2954065"/>
            <a:ext cx="540000" cy="442800"/>
          </a:xfrm>
          <a:prstGeom prst="rect">
            <a:avLst/>
          </a:prstGeom>
        </p:spPr>
      </p:pic>
      <p:pic>
        <p:nvPicPr>
          <p:cNvPr id="9" name="图片 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974676" y="1722846"/>
            <a:ext cx="540000" cy="442800"/>
          </a:xfrm>
          <a:prstGeom prst="rect">
            <a:avLst/>
          </a:prstGeom>
        </p:spPr>
      </p:pic>
      <p:pic>
        <p:nvPicPr>
          <p:cNvPr id="10" name="图片 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77697" y="1722846"/>
            <a:ext cx="540000" cy="442800"/>
          </a:xfrm>
          <a:prstGeom prst="rect">
            <a:avLst/>
          </a:prstGeom>
        </p:spPr>
      </p:pic>
      <p:pic>
        <p:nvPicPr>
          <p:cNvPr id="11" name="图片 1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317495" y="1722846"/>
            <a:ext cx="540000" cy="442800"/>
          </a:xfrm>
          <a:prstGeom prst="rect">
            <a:avLst/>
          </a:prstGeom>
        </p:spPr>
      </p:pic>
      <p:pic>
        <p:nvPicPr>
          <p:cNvPr id="12" name="图片 1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665278" y="5374544"/>
            <a:ext cx="540000" cy="442800"/>
          </a:xfrm>
          <a:prstGeom prst="rect">
            <a:avLst/>
          </a:prstGeom>
        </p:spPr>
      </p:pic>
      <p:pic>
        <p:nvPicPr>
          <p:cNvPr id="13" name="图片 1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17495" y="2954065"/>
            <a:ext cx="540000" cy="442800"/>
          </a:xfrm>
          <a:prstGeom prst="rect">
            <a:avLst/>
          </a:prstGeom>
        </p:spPr>
      </p:pic>
      <p:pic>
        <p:nvPicPr>
          <p:cNvPr id="14" name="图片 13" descr="通用交换机.png"/>
          <p:cNvPicPr>
            <a:picLocks noChangeAspect="1"/>
          </p:cNvPicPr>
          <p:nvPr/>
        </p:nvPicPr>
        <p:blipFill>
          <a:blip r:embed="rId3" cstate="print"/>
          <a:stretch>
            <a:fillRect/>
          </a:stretch>
        </p:blipFill>
        <p:spPr bwMode="gray">
          <a:xfrm>
            <a:off x="5317495" y="4244905"/>
            <a:ext cx="540000" cy="441818"/>
          </a:xfrm>
          <a:prstGeom prst="rect">
            <a:avLst/>
          </a:prstGeom>
        </p:spPr>
      </p:pic>
      <p:cxnSp>
        <p:nvCxnSpPr>
          <p:cNvPr id="16" name="直接连接符 15"/>
          <p:cNvCxnSpPr>
            <a:stCxn id="9" idx="3"/>
            <a:endCxn id="10" idx="1"/>
          </p:cNvCxnSpPr>
          <p:nvPr/>
        </p:nvCxnSpPr>
        <p:spPr bwMode="gray">
          <a:xfrm>
            <a:off x="2514676" y="1944246"/>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3"/>
            <a:endCxn id="11" idx="1"/>
          </p:cNvCxnSpPr>
          <p:nvPr/>
        </p:nvCxnSpPr>
        <p:spPr bwMode="gray">
          <a:xfrm>
            <a:off x="4217697" y="1944246"/>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3"/>
            <a:endCxn id="8" idx="1"/>
          </p:cNvCxnSpPr>
          <p:nvPr/>
        </p:nvCxnSpPr>
        <p:spPr bwMode="gray">
          <a:xfrm>
            <a:off x="1671352" y="3175465"/>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7" idx="2"/>
            <a:endCxn id="5" idx="0"/>
          </p:cNvCxnSpPr>
          <p:nvPr/>
        </p:nvCxnSpPr>
        <p:spPr bwMode="gray">
          <a:xfrm>
            <a:off x="1401352" y="339686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8" idx="2"/>
            <a:endCxn id="6" idx="0"/>
          </p:cNvCxnSpPr>
          <p:nvPr/>
        </p:nvCxnSpPr>
        <p:spPr bwMode="gray">
          <a:xfrm>
            <a:off x="3075773" y="339686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 idx="3"/>
            <a:endCxn id="6" idx="1"/>
          </p:cNvCxnSpPr>
          <p:nvPr/>
        </p:nvCxnSpPr>
        <p:spPr bwMode="gray">
          <a:xfrm>
            <a:off x="1671352" y="4476657"/>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7" idx="0"/>
            <a:endCxn id="9" idx="2"/>
          </p:cNvCxnSpPr>
          <p:nvPr/>
        </p:nvCxnSpPr>
        <p:spPr bwMode="gray">
          <a:xfrm flipV="1">
            <a:off x="1401352" y="2165646"/>
            <a:ext cx="843324"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8" idx="0"/>
            <a:endCxn id="9" idx="2"/>
          </p:cNvCxnSpPr>
          <p:nvPr/>
        </p:nvCxnSpPr>
        <p:spPr bwMode="gray">
          <a:xfrm flipH="1" flipV="1">
            <a:off x="2244676" y="2165646"/>
            <a:ext cx="831097"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1" idx="2"/>
            <a:endCxn id="13" idx="0"/>
          </p:cNvCxnSpPr>
          <p:nvPr/>
        </p:nvCxnSpPr>
        <p:spPr bwMode="gray">
          <a:xfrm>
            <a:off x="5587495" y="2165646"/>
            <a:ext cx="0"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3" idx="2"/>
            <a:endCxn id="14" idx="0"/>
          </p:cNvCxnSpPr>
          <p:nvPr/>
        </p:nvCxnSpPr>
        <p:spPr bwMode="gray">
          <a:xfrm>
            <a:off x="5587495" y="3396865"/>
            <a:ext cx="0" cy="848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descr="PC.png"/>
          <p:cNvPicPr>
            <a:picLocks noChangeAspect="1"/>
          </p:cNvPicPr>
          <p:nvPr/>
        </p:nvPicPr>
        <p:blipFill>
          <a:blip r:embed="rId7" cstate="print"/>
          <a:stretch>
            <a:fillRect/>
          </a:stretch>
        </p:blipFill>
        <p:spPr bwMode="gray">
          <a:xfrm>
            <a:off x="476925" y="5420666"/>
            <a:ext cx="539063" cy="414000"/>
          </a:xfrm>
          <a:prstGeom prst="rect">
            <a:avLst/>
          </a:prstGeom>
        </p:spPr>
      </p:pic>
      <p:pic>
        <p:nvPicPr>
          <p:cNvPr id="45" name="图片 44" descr="PC.png"/>
          <p:cNvPicPr>
            <a:picLocks noChangeAspect="1"/>
          </p:cNvPicPr>
          <p:nvPr/>
        </p:nvPicPr>
        <p:blipFill>
          <a:blip r:embed="rId7" cstate="print"/>
          <a:stretch>
            <a:fillRect/>
          </a:stretch>
        </p:blipFill>
        <p:spPr bwMode="gray">
          <a:xfrm>
            <a:off x="1640279" y="5420666"/>
            <a:ext cx="539063" cy="414000"/>
          </a:xfrm>
          <a:prstGeom prst="rect">
            <a:avLst/>
          </a:prstGeom>
        </p:spPr>
      </p:pic>
      <p:pic>
        <p:nvPicPr>
          <p:cNvPr id="46" name="图片 45" descr="PC.png"/>
          <p:cNvPicPr>
            <a:picLocks noChangeAspect="1"/>
          </p:cNvPicPr>
          <p:nvPr/>
        </p:nvPicPr>
        <p:blipFill>
          <a:blip r:embed="rId7" cstate="print"/>
          <a:stretch>
            <a:fillRect/>
          </a:stretch>
        </p:blipFill>
        <p:spPr bwMode="gray">
          <a:xfrm>
            <a:off x="2350075" y="5415436"/>
            <a:ext cx="539063" cy="414000"/>
          </a:xfrm>
          <a:prstGeom prst="rect">
            <a:avLst/>
          </a:prstGeom>
        </p:spPr>
      </p:pic>
      <p:pic>
        <p:nvPicPr>
          <p:cNvPr id="47" name="图片 46" descr="PC.png"/>
          <p:cNvPicPr>
            <a:picLocks noChangeAspect="1"/>
          </p:cNvPicPr>
          <p:nvPr/>
        </p:nvPicPr>
        <p:blipFill>
          <a:blip r:embed="rId7" cstate="print"/>
          <a:stretch>
            <a:fillRect/>
          </a:stretch>
        </p:blipFill>
        <p:spPr bwMode="gray">
          <a:xfrm>
            <a:off x="3441460" y="5420290"/>
            <a:ext cx="539063" cy="414000"/>
          </a:xfrm>
          <a:prstGeom prst="rect">
            <a:avLst/>
          </a:prstGeom>
        </p:spPr>
      </p:pic>
      <p:pic>
        <p:nvPicPr>
          <p:cNvPr id="48" name="图片 47" descr="PC.png"/>
          <p:cNvPicPr>
            <a:picLocks noChangeAspect="1"/>
          </p:cNvPicPr>
          <p:nvPr/>
        </p:nvPicPr>
        <p:blipFill>
          <a:blip r:embed="rId7" cstate="print"/>
          <a:stretch>
            <a:fillRect/>
          </a:stretch>
        </p:blipFill>
        <p:spPr bwMode="gray">
          <a:xfrm>
            <a:off x="4279849" y="5420290"/>
            <a:ext cx="539063" cy="414000"/>
          </a:xfrm>
          <a:prstGeom prst="rect">
            <a:avLst/>
          </a:prstGeom>
        </p:spPr>
      </p:pic>
      <p:cxnSp>
        <p:nvCxnSpPr>
          <p:cNvPr id="52" name="直接连接符 51"/>
          <p:cNvCxnSpPr>
            <a:stCxn id="44" idx="0"/>
            <a:endCxn id="5" idx="2"/>
          </p:cNvCxnSpPr>
          <p:nvPr/>
        </p:nvCxnSpPr>
        <p:spPr bwMode="gray">
          <a:xfrm flipV="1">
            <a:off x="746457" y="4697566"/>
            <a:ext cx="654895" cy="723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5" idx="0"/>
            <a:endCxn id="5" idx="2"/>
          </p:cNvCxnSpPr>
          <p:nvPr/>
        </p:nvCxnSpPr>
        <p:spPr bwMode="gray">
          <a:xfrm flipH="1" flipV="1">
            <a:off x="1401352" y="4697566"/>
            <a:ext cx="508459" cy="723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6" idx="0"/>
            <a:endCxn id="6" idx="2"/>
          </p:cNvCxnSpPr>
          <p:nvPr/>
        </p:nvCxnSpPr>
        <p:spPr bwMode="gray">
          <a:xfrm flipV="1">
            <a:off x="2619607" y="4697566"/>
            <a:ext cx="456166" cy="717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7" idx="0"/>
            <a:endCxn id="6" idx="2"/>
          </p:cNvCxnSpPr>
          <p:nvPr/>
        </p:nvCxnSpPr>
        <p:spPr bwMode="gray">
          <a:xfrm flipH="1" flipV="1">
            <a:off x="3075773" y="4697566"/>
            <a:ext cx="635219" cy="722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48" idx="0"/>
            <a:endCxn id="14" idx="2"/>
          </p:cNvCxnSpPr>
          <p:nvPr/>
        </p:nvCxnSpPr>
        <p:spPr bwMode="gray">
          <a:xfrm flipV="1">
            <a:off x="4549381" y="4686723"/>
            <a:ext cx="1038114" cy="7335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12" idx="0"/>
            <a:endCxn id="14" idx="2"/>
          </p:cNvCxnSpPr>
          <p:nvPr/>
        </p:nvCxnSpPr>
        <p:spPr bwMode="gray">
          <a:xfrm flipH="1" flipV="1">
            <a:off x="5587495" y="4686723"/>
            <a:ext cx="347783" cy="6878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123"/>
          <p:cNvSpPr txBox="1"/>
          <p:nvPr/>
        </p:nvSpPr>
        <p:spPr bwMode="gray">
          <a:xfrm>
            <a:off x="312268"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3"/>
          <p:cNvSpPr txBox="1"/>
          <p:nvPr/>
        </p:nvSpPr>
        <p:spPr bwMode="gray">
          <a:xfrm>
            <a:off x="1470699"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3"/>
          <p:cNvSpPr txBox="1"/>
          <p:nvPr/>
        </p:nvSpPr>
        <p:spPr bwMode="gray">
          <a:xfrm>
            <a:off x="2188927"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3"/>
          <p:cNvSpPr txBox="1"/>
          <p:nvPr/>
        </p:nvSpPr>
        <p:spPr bwMode="gray">
          <a:xfrm>
            <a:off x="3276803"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3"/>
          <p:cNvSpPr txBox="1"/>
          <p:nvPr/>
        </p:nvSpPr>
        <p:spPr bwMode="gray">
          <a:xfrm>
            <a:off x="4115191"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3"/>
          <p:cNvSpPr txBox="1"/>
          <p:nvPr/>
        </p:nvSpPr>
        <p:spPr bwMode="gray">
          <a:xfrm>
            <a:off x="5489967" y="590218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3"/>
          <p:cNvSpPr txBox="1"/>
          <p:nvPr/>
        </p:nvSpPr>
        <p:spPr bwMode="gray">
          <a:xfrm>
            <a:off x="1812553" y="147108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3"/>
          <p:cNvSpPr txBox="1"/>
          <p:nvPr/>
        </p:nvSpPr>
        <p:spPr bwMode="gray">
          <a:xfrm>
            <a:off x="3600197" y="147108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3"/>
          <p:cNvSpPr txBox="1"/>
          <p:nvPr/>
        </p:nvSpPr>
        <p:spPr bwMode="gray">
          <a:xfrm>
            <a:off x="5153306" y="147108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3"/>
          <p:cNvSpPr txBox="1"/>
          <p:nvPr/>
        </p:nvSpPr>
        <p:spPr bwMode="gray">
          <a:xfrm>
            <a:off x="478708" y="434346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123"/>
          <p:cNvSpPr txBox="1"/>
          <p:nvPr/>
        </p:nvSpPr>
        <p:spPr bwMode="gray">
          <a:xfrm>
            <a:off x="3123021" y="434346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123"/>
          <p:cNvSpPr txBox="1"/>
          <p:nvPr/>
        </p:nvSpPr>
        <p:spPr bwMode="gray">
          <a:xfrm>
            <a:off x="478708" y="30502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3"/>
          <p:cNvSpPr txBox="1"/>
          <p:nvPr/>
        </p:nvSpPr>
        <p:spPr bwMode="gray">
          <a:xfrm>
            <a:off x="3123021" y="30502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3"/>
          <p:cNvSpPr txBox="1"/>
          <p:nvPr/>
        </p:nvSpPr>
        <p:spPr bwMode="gray">
          <a:xfrm>
            <a:off x="4673064" y="434346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3"/>
          <p:cNvSpPr txBox="1"/>
          <p:nvPr/>
        </p:nvSpPr>
        <p:spPr bwMode="gray">
          <a:xfrm>
            <a:off x="3890746" y="19091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文本占位符 139"/>
          <p:cNvSpPr txBox="1">
            <a:spLocks/>
          </p:cNvSpPr>
          <p:nvPr/>
        </p:nvSpPr>
        <p:spPr bwMode="gray">
          <a:xfrm>
            <a:off x="6317012" y="1233488"/>
            <a:ext cx="5428901"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分别为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10.0.1.1/32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10.0.2.2/32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10.0.3.3/32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互联接口：网段如图中所示，且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地址最后一位为网络设备的编号。</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终端：网段如图中所示。网关为同网段最大的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地址。其中</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的方式获取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服务器。其它终端采用静态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地址最后一位为网络设备的编号。</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路由通告规划</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部署做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的双向路由引入，使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地址可达。</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将静态路由</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192.168.12.0/24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192.168.34.0/24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引入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将静态路由</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192.168.56.0/24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引入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TextBox 123"/>
          <p:cNvSpPr txBox="1"/>
          <p:nvPr/>
        </p:nvSpPr>
        <p:spPr bwMode="gray">
          <a:xfrm>
            <a:off x="4597041" y="30502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23"/>
          <p:cNvSpPr txBox="1"/>
          <p:nvPr/>
        </p:nvSpPr>
        <p:spPr bwMode="gray">
          <a:xfrm>
            <a:off x="4272725" y="1695520"/>
            <a:ext cx="1170506"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10.0.23.0/24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3"/>
          <p:cNvSpPr txBox="1"/>
          <p:nvPr/>
        </p:nvSpPr>
        <p:spPr bwMode="gray">
          <a:xfrm>
            <a:off x="4779442" y="19091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3"/>
          <p:cNvSpPr txBox="1"/>
          <p:nvPr/>
        </p:nvSpPr>
        <p:spPr bwMode="gray">
          <a:xfrm>
            <a:off x="2238263" y="19091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123"/>
          <p:cNvSpPr txBox="1"/>
          <p:nvPr/>
        </p:nvSpPr>
        <p:spPr bwMode="gray">
          <a:xfrm>
            <a:off x="3126959" y="19091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3"/>
          <p:cNvSpPr txBox="1"/>
          <p:nvPr/>
        </p:nvSpPr>
        <p:spPr bwMode="gray">
          <a:xfrm>
            <a:off x="2472052" y="1695520"/>
            <a:ext cx="1170506"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10.0.12.0/24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3"/>
          <p:cNvSpPr txBox="1"/>
          <p:nvPr/>
        </p:nvSpPr>
        <p:spPr bwMode="gray">
          <a:xfrm rot="2515972">
            <a:off x="1753049" y="2459477"/>
            <a:ext cx="1559605"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10.0.14..0/24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123"/>
          <p:cNvSpPr txBox="1"/>
          <p:nvPr/>
        </p:nvSpPr>
        <p:spPr bwMode="gray">
          <a:xfrm>
            <a:off x="600203" y="4928331"/>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12</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192.168.12.0/24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Box 123"/>
          <p:cNvSpPr txBox="1"/>
          <p:nvPr/>
        </p:nvSpPr>
        <p:spPr bwMode="gray">
          <a:xfrm>
            <a:off x="2456502" y="4901250"/>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34</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192.168.34.0/24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TextBox 123"/>
          <p:cNvSpPr txBox="1"/>
          <p:nvPr/>
        </p:nvSpPr>
        <p:spPr bwMode="gray">
          <a:xfrm>
            <a:off x="4639066" y="4901250"/>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56</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192.168.56.0/24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23"/>
          <p:cNvSpPr txBox="1"/>
          <p:nvPr/>
        </p:nvSpPr>
        <p:spPr bwMode="gray">
          <a:xfrm>
            <a:off x="4698236" y="2347223"/>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35</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10.0.35..0/24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123"/>
          <p:cNvSpPr txBox="1"/>
          <p:nvPr/>
        </p:nvSpPr>
        <p:spPr bwMode="gray">
          <a:xfrm rot="18899197">
            <a:off x="1187601" y="2451314"/>
            <a:ext cx="1559605"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10.0.13..0/24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F62BEC59-6EC7-66C1-0CC6-1096370EDA7B}"/>
                  </a:ext>
                </a:extLst>
              </p14:cNvPr>
              <p14:cNvContentPartPr/>
              <p14:nvPr/>
            </p14:nvContentPartPr>
            <p14:xfrm>
              <a:off x="9934108" y="4897336"/>
              <a:ext cx="1542960" cy="360"/>
            </p14:xfrm>
          </p:contentPart>
        </mc:Choice>
        <mc:Fallback xmlns="">
          <p:pic>
            <p:nvPicPr>
              <p:cNvPr id="2" name="墨迹 1">
                <a:extLst>
                  <a:ext uri="{FF2B5EF4-FFF2-40B4-BE49-F238E27FC236}">
                    <a16:creationId xmlns:a16="http://schemas.microsoft.com/office/drawing/2014/main" id="{F62BEC59-6EC7-66C1-0CC6-1096370EDA7B}"/>
                  </a:ext>
                </a:extLst>
              </p:cNvPr>
              <p:cNvPicPr/>
              <p:nvPr/>
            </p:nvPicPr>
            <p:blipFill>
              <a:blip r:embed="rId9"/>
              <a:stretch>
                <a:fillRect/>
              </a:stretch>
            </p:blipFill>
            <p:spPr>
              <a:xfrm>
                <a:off x="9925468" y="4888336"/>
                <a:ext cx="1560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3A891CD2-4FD0-B7CF-689A-7EC423D6DC6C}"/>
                  </a:ext>
                </a:extLst>
              </p14:cNvPr>
              <p14:cNvContentPartPr/>
              <p14:nvPr/>
            </p14:nvContentPartPr>
            <p14:xfrm>
              <a:off x="6911908" y="5137816"/>
              <a:ext cx="2493000" cy="360"/>
            </p14:xfrm>
          </p:contentPart>
        </mc:Choice>
        <mc:Fallback xmlns="">
          <p:pic>
            <p:nvPicPr>
              <p:cNvPr id="4" name="墨迹 3">
                <a:extLst>
                  <a:ext uri="{FF2B5EF4-FFF2-40B4-BE49-F238E27FC236}">
                    <a16:creationId xmlns:a16="http://schemas.microsoft.com/office/drawing/2014/main" id="{3A891CD2-4FD0-B7CF-689A-7EC423D6DC6C}"/>
                  </a:ext>
                </a:extLst>
              </p:cNvPr>
              <p:cNvPicPr/>
              <p:nvPr/>
            </p:nvPicPr>
            <p:blipFill>
              <a:blip r:embed="rId11"/>
              <a:stretch>
                <a:fillRect/>
              </a:stretch>
            </p:blipFill>
            <p:spPr>
              <a:xfrm>
                <a:off x="6903268" y="5128816"/>
                <a:ext cx="2510640" cy="18000"/>
              </a:xfrm>
              <a:prstGeom prst="rect">
                <a:avLst/>
              </a:prstGeom>
            </p:spPr>
          </p:pic>
        </mc:Fallback>
      </mc:AlternateContent>
    </p:spTree>
    <p:extLst>
      <p:ext uri="{BB962C8B-B14F-4D97-AF65-F5344CB8AC3E}">
        <p14:creationId xmlns:p14="http://schemas.microsoft.com/office/powerpoint/2010/main" val="42827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4672681" y="488298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a:xfrm>
            <a:off x="2490117" y="488298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矩形 96"/>
          <p:cNvSpPr/>
          <p:nvPr/>
        </p:nvSpPr>
        <p:spPr>
          <a:xfrm>
            <a:off x="620203" y="4882982"/>
            <a:ext cx="1504844" cy="61084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a:xfrm>
            <a:off x="1230058" y="3354865"/>
            <a:ext cx="2046745" cy="1020384"/>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MSTP</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12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12</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34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34</a:t>
            </a:r>
          </a:p>
          <a:p>
            <a:pPr algn="ct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dirty="0">
                <a:sym typeface="Huawei Sans" panose="020C0503030203020204" pitchFamily="34" charset="0"/>
              </a:rPr>
              <a:t>拓扑介绍 </a:t>
            </a:r>
            <a:r>
              <a:rPr lang="en-US" altLang="zh-CN" dirty="0">
                <a:sym typeface="Huawei Sans" panose="020C0503030203020204" pitchFamily="34" charset="0"/>
              </a:rPr>
              <a:t>(3)</a:t>
            </a:r>
            <a:endParaRPr lang="zh-CN" altLang="en-US"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a:xfrm>
            <a:off x="1131352" y="4326998"/>
            <a:ext cx="540000" cy="441818"/>
          </a:xfrm>
          <a:prstGeom prst="rect">
            <a:avLst/>
          </a:prstGeom>
        </p:spPr>
      </p:pic>
      <p:pic>
        <p:nvPicPr>
          <p:cNvPr id="6" name="图片 5" descr="通用交换机.png"/>
          <p:cNvPicPr>
            <a:picLocks noChangeAspect="1"/>
          </p:cNvPicPr>
          <p:nvPr/>
        </p:nvPicPr>
        <p:blipFill>
          <a:blip r:embed="rId3" cstate="print"/>
          <a:stretch>
            <a:fillRect/>
          </a:stretch>
        </p:blipFill>
        <p:spPr>
          <a:xfrm>
            <a:off x="2805773" y="4326998"/>
            <a:ext cx="540000" cy="441818"/>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131352" y="3025315"/>
            <a:ext cx="540000" cy="4428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805773" y="3025315"/>
            <a:ext cx="540000" cy="442800"/>
          </a:xfrm>
          <a:prstGeom prst="rect">
            <a:avLst/>
          </a:prstGeom>
        </p:spPr>
      </p:pic>
      <p:pic>
        <p:nvPicPr>
          <p:cNvPr id="9" name="图片 8"/>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74676" y="1794096"/>
            <a:ext cx="540000" cy="442800"/>
          </a:xfrm>
          <a:prstGeom prst="rect">
            <a:avLst/>
          </a:prstGeom>
        </p:spPr>
      </p:pic>
      <p:pic>
        <p:nvPicPr>
          <p:cNvPr id="10" name="图片 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3677697" y="1794096"/>
            <a:ext cx="540000" cy="442800"/>
          </a:xfrm>
          <a:prstGeom prst="rect">
            <a:avLst/>
          </a:prstGeom>
        </p:spPr>
      </p:pic>
      <p:pic>
        <p:nvPicPr>
          <p:cNvPr id="11" name="图片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317495" y="1794096"/>
            <a:ext cx="540000" cy="442800"/>
          </a:xfrm>
          <a:prstGeom prst="rect">
            <a:avLst/>
          </a:prstGeom>
        </p:spPr>
      </p:pic>
      <p:pic>
        <p:nvPicPr>
          <p:cNvPr id="12" name="图片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665278" y="5445794"/>
            <a:ext cx="540000" cy="442800"/>
          </a:xfrm>
          <a:prstGeom prst="rect">
            <a:avLst/>
          </a:prstGeom>
        </p:spPr>
      </p:pic>
      <p:pic>
        <p:nvPicPr>
          <p:cNvPr id="13" name="图片 12"/>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5317495" y="3025315"/>
            <a:ext cx="540000" cy="442800"/>
          </a:xfrm>
          <a:prstGeom prst="rect">
            <a:avLst/>
          </a:prstGeom>
        </p:spPr>
      </p:pic>
      <p:pic>
        <p:nvPicPr>
          <p:cNvPr id="14" name="图片 13" descr="通用交换机.png"/>
          <p:cNvPicPr>
            <a:picLocks noChangeAspect="1"/>
          </p:cNvPicPr>
          <p:nvPr/>
        </p:nvPicPr>
        <p:blipFill>
          <a:blip r:embed="rId3" cstate="print"/>
          <a:stretch>
            <a:fillRect/>
          </a:stretch>
        </p:blipFill>
        <p:spPr>
          <a:xfrm>
            <a:off x="5317495" y="4316155"/>
            <a:ext cx="540000" cy="441818"/>
          </a:xfrm>
          <a:prstGeom prst="rect">
            <a:avLst/>
          </a:prstGeom>
        </p:spPr>
      </p:pic>
      <p:cxnSp>
        <p:nvCxnSpPr>
          <p:cNvPr id="16" name="直接连接符 15"/>
          <p:cNvCxnSpPr>
            <a:stCxn id="9" idx="3"/>
            <a:endCxn id="10" idx="1"/>
          </p:cNvCxnSpPr>
          <p:nvPr/>
        </p:nvCxnSpPr>
        <p:spPr>
          <a:xfrm>
            <a:off x="2514676" y="2015496"/>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3"/>
            <a:endCxn id="11" idx="1"/>
          </p:cNvCxnSpPr>
          <p:nvPr/>
        </p:nvCxnSpPr>
        <p:spPr>
          <a:xfrm>
            <a:off x="4217697" y="2015496"/>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3"/>
            <a:endCxn id="8" idx="1"/>
          </p:cNvCxnSpPr>
          <p:nvPr/>
        </p:nvCxnSpPr>
        <p:spPr>
          <a:xfrm>
            <a:off x="1671352" y="3246715"/>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7" idx="2"/>
            <a:endCxn id="5" idx="0"/>
          </p:cNvCxnSpPr>
          <p:nvPr/>
        </p:nvCxnSpPr>
        <p:spPr>
          <a:xfrm>
            <a:off x="1401352"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8" idx="2"/>
            <a:endCxn id="6" idx="0"/>
          </p:cNvCxnSpPr>
          <p:nvPr/>
        </p:nvCxnSpPr>
        <p:spPr>
          <a:xfrm>
            <a:off x="3075773"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 idx="3"/>
            <a:endCxn id="6" idx="1"/>
          </p:cNvCxnSpPr>
          <p:nvPr/>
        </p:nvCxnSpPr>
        <p:spPr>
          <a:xfrm>
            <a:off x="1671352" y="4547907"/>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7" idx="0"/>
            <a:endCxn id="9" idx="2"/>
          </p:cNvCxnSpPr>
          <p:nvPr/>
        </p:nvCxnSpPr>
        <p:spPr>
          <a:xfrm flipV="1">
            <a:off x="1401352" y="2236896"/>
            <a:ext cx="843324"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8" idx="0"/>
            <a:endCxn id="9" idx="2"/>
          </p:cNvCxnSpPr>
          <p:nvPr/>
        </p:nvCxnSpPr>
        <p:spPr>
          <a:xfrm flipH="1" flipV="1">
            <a:off x="2244676" y="2236896"/>
            <a:ext cx="831097"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1" idx="2"/>
            <a:endCxn id="13" idx="0"/>
          </p:cNvCxnSpPr>
          <p:nvPr/>
        </p:nvCxnSpPr>
        <p:spPr>
          <a:xfrm>
            <a:off x="5587495" y="2236896"/>
            <a:ext cx="0"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3" idx="2"/>
            <a:endCxn id="14" idx="0"/>
          </p:cNvCxnSpPr>
          <p:nvPr/>
        </p:nvCxnSpPr>
        <p:spPr>
          <a:xfrm>
            <a:off x="5587495" y="3468115"/>
            <a:ext cx="0" cy="848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descr="PC.png"/>
          <p:cNvPicPr>
            <a:picLocks noChangeAspect="1"/>
          </p:cNvPicPr>
          <p:nvPr/>
        </p:nvPicPr>
        <p:blipFill>
          <a:blip r:embed="rId7" cstate="print"/>
          <a:stretch>
            <a:fillRect/>
          </a:stretch>
        </p:blipFill>
        <p:spPr>
          <a:xfrm>
            <a:off x="476925" y="5491916"/>
            <a:ext cx="539063" cy="414000"/>
          </a:xfrm>
          <a:prstGeom prst="rect">
            <a:avLst/>
          </a:prstGeom>
        </p:spPr>
      </p:pic>
      <p:pic>
        <p:nvPicPr>
          <p:cNvPr id="45" name="图片 44" descr="PC.png"/>
          <p:cNvPicPr>
            <a:picLocks noChangeAspect="1"/>
          </p:cNvPicPr>
          <p:nvPr/>
        </p:nvPicPr>
        <p:blipFill>
          <a:blip r:embed="rId7" cstate="print"/>
          <a:stretch>
            <a:fillRect/>
          </a:stretch>
        </p:blipFill>
        <p:spPr>
          <a:xfrm>
            <a:off x="1640279" y="5491916"/>
            <a:ext cx="539063" cy="414000"/>
          </a:xfrm>
          <a:prstGeom prst="rect">
            <a:avLst/>
          </a:prstGeom>
        </p:spPr>
      </p:pic>
      <p:pic>
        <p:nvPicPr>
          <p:cNvPr id="46" name="图片 45" descr="PC.png"/>
          <p:cNvPicPr>
            <a:picLocks noChangeAspect="1"/>
          </p:cNvPicPr>
          <p:nvPr/>
        </p:nvPicPr>
        <p:blipFill>
          <a:blip r:embed="rId7" cstate="print"/>
          <a:stretch>
            <a:fillRect/>
          </a:stretch>
        </p:blipFill>
        <p:spPr>
          <a:xfrm>
            <a:off x="2350075" y="5486686"/>
            <a:ext cx="539063" cy="414000"/>
          </a:xfrm>
          <a:prstGeom prst="rect">
            <a:avLst/>
          </a:prstGeom>
        </p:spPr>
      </p:pic>
      <p:pic>
        <p:nvPicPr>
          <p:cNvPr id="47" name="图片 46" descr="PC.png"/>
          <p:cNvPicPr>
            <a:picLocks noChangeAspect="1"/>
          </p:cNvPicPr>
          <p:nvPr/>
        </p:nvPicPr>
        <p:blipFill>
          <a:blip r:embed="rId7" cstate="print"/>
          <a:stretch>
            <a:fillRect/>
          </a:stretch>
        </p:blipFill>
        <p:spPr>
          <a:xfrm>
            <a:off x="3441460" y="5491540"/>
            <a:ext cx="539063" cy="414000"/>
          </a:xfrm>
          <a:prstGeom prst="rect">
            <a:avLst/>
          </a:prstGeom>
        </p:spPr>
      </p:pic>
      <p:pic>
        <p:nvPicPr>
          <p:cNvPr id="48" name="图片 47" descr="PC.png"/>
          <p:cNvPicPr>
            <a:picLocks noChangeAspect="1"/>
          </p:cNvPicPr>
          <p:nvPr/>
        </p:nvPicPr>
        <p:blipFill>
          <a:blip r:embed="rId7" cstate="print"/>
          <a:stretch>
            <a:fillRect/>
          </a:stretch>
        </p:blipFill>
        <p:spPr>
          <a:xfrm>
            <a:off x="4279849" y="5491540"/>
            <a:ext cx="539063" cy="414000"/>
          </a:xfrm>
          <a:prstGeom prst="rect">
            <a:avLst/>
          </a:prstGeom>
        </p:spPr>
      </p:pic>
      <p:cxnSp>
        <p:nvCxnSpPr>
          <p:cNvPr id="52" name="直接连接符 51"/>
          <p:cNvCxnSpPr>
            <a:stCxn id="44" idx="0"/>
            <a:endCxn id="5" idx="2"/>
          </p:cNvCxnSpPr>
          <p:nvPr/>
        </p:nvCxnSpPr>
        <p:spPr>
          <a:xfrm flipV="1">
            <a:off x="746457" y="4768816"/>
            <a:ext cx="654895" cy="723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5" idx="0"/>
            <a:endCxn id="5" idx="2"/>
          </p:cNvCxnSpPr>
          <p:nvPr/>
        </p:nvCxnSpPr>
        <p:spPr>
          <a:xfrm flipH="1" flipV="1">
            <a:off x="1401352" y="4768816"/>
            <a:ext cx="508459" cy="723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6" idx="0"/>
            <a:endCxn id="6" idx="2"/>
          </p:cNvCxnSpPr>
          <p:nvPr/>
        </p:nvCxnSpPr>
        <p:spPr>
          <a:xfrm flipV="1">
            <a:off x="2619607" y="4768816"/>
            <a:ext cx="456166" cy="717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7" idx="0"/>
            <a:endCxn id="6" idx="2"/>
          </p:cNvCxnSpPr>
          <p:nvPr/>
        </p:nvCxnSpPr>
        <p:spPr>
          <a:xfrm flipH="1" flipV="1">
            <a:off x="3075773" y="4768816"/>
            <a:ext cx="635219" cy="7227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48" idx="0"/>
            <a:endCxn id="14" idx="2"/>
          </p:cNvCxnSpPr>
          <p:nvPr/>
        </p:nvCxnSpPr>
        <p:spPr>
          <a:xfrm flipV="1">
            <a:off x="4549381" y="4757973"/>
            <a:ext cx="1038114" cy="7335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12" idx="0"/>
            <a:endCxn id="14" idx="2"/>
          </p:cNvCxnSpPr>
          <p:nvPr/>
        </p:nvCxnSpPr>
        <p:spPr>
          <a:xfrm flipH="1" flipV="1">
            <a:off x="5587495" y="4757973"/>
            <a:ext cx="347783" cy="6878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123"/>
          <p:cNvSpPr txBox="1"/>
          <p:nvPr/>
        </p:nvSpPr>
        <p:spPr>
          <a:xfrm>
            <a:off x="312268" y="595697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3"/>
          <p:cNvSpPr txBox="1"/>
          <p:nvPr/>
        </p:nvSpPr>
        <p:spPr>
          <a:xfrm>
            <a:off x="1470699" y="595538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3"/>
          <p:cNvSpPr txBox="1"/>
          <p:nvPr/>
        </p:nvSpPr>
        <p:spPr>
          <a:xfrm>
            <a:off x="2188927" y="595697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3"/>
          <p:cNvSpPr txBox="1"/>
          <p:nvPr/>
        </p:nvSpPr>
        <p:spPr>
          <a:xfrm>
            <a:off x="3276803" y="599147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3"/>
          <p:cNvSpPr txBox="1"/>
          <p:nvPr/>
        </p:nvSpPr>
        <p:spPr>
          <a:xfrm>
            <a:off x="4115191" y="599147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3"/>
          <p:cNvSpPr txBox="1"/>
          <p:nvPr/>
        </p:nvSpPr>
        <p:spPr>
          <a:xfrm>
            <a:off x="5489967" y="599147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3"/>
          <p:cNvSpPr txBox="1"/>
          <p:nvPr/>
        </p:nvSpPr>
        <p:spPr>
          <a:xfrm>
            <a:off x="1812553"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3"/>
          <p:cNvSpPr txBox="1"/>
          <p:nvPr/>
        </p:nvSpPr>
        <p:spPr>
          <a:xfrm>
            <a:off x="3600197"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3"/>
          <p:cNvSpPr txBox="1"/>
          <p:nvPr/>
        </p:nvSpPr>
        <p:spPr>
          <a:xfrm>
            <a:off x="5153306"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3"/>
          <p:cNvSpPr txBox="1"/>
          <p:nvPr/>
        </p:nvSpPr>
        <p:spPr>
          <a:xfrm>
            <a:off x="478708"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123"/>
          <p:cNvSpPr txBox="1"/>
          <p:nvPr/>
        </p:nvSpPr>
        <p:spPr>
          <a:xfrm>
            <a:off x="3123021"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123"/>
          <p:cNvSpPr txBox="1"/>
          <p:nvPr/>
        </p:nvSpPr>
        <p:spPr>
          <a:xfrm>
            <a:off x="478708"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3"/>
          <p:cNvSpPr txBox="1"/>
          <p:nvPr/>
        </p:nvSpPr>
        <p:spPr>
          <a:xfrm>
            <a:off x="3123021"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3"/>
          <p:cNvSpPr txBox="1"/>
          <p:nvPr/>
        </p:nvSpPr>
        <p:spPr>
          <a:xfrm>
            <a:off x="4673064"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3"/>
          <p:cNvSpPr txBox="1"/>
          <p:nvPr/>
        </p:nvSpPr>
        <p:spPr>
          <a:xfrm>
            <a:off x="3890746"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文本占位符 139"/>
          <p:cNvSpPr txBox="1">
            <a:spLocks/>
          </p:cNvSpPr>
          <p:nvPr/>
        </p:nvSpPr>
        <p:spPr bwMode="gray">
          <a:xfrm>
            <a:off x="6317012" y="1233488"/>
            <a:ext cx="5428901"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的用户名和密码：用户名</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，密码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Huawei@123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a:p>
            <a:pPr>
              <a:lnSpc>
                <a:spcPct val="130000"/>
              </a:lnSpc>
            </a:pP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TextBox 123"/>
          <p:cNvSpPr txBox="1"/>
          <p:nvPr/>
        </p:nvSpPr>
        <p:spPr>
          <a:xfrm>
            <a:off x="4597041"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23"/>
          <p:cNvSpPr txBox="1"/>
          <p:nvPr/>
        </p:nvSpPr>
        <p:spPr>
          <a:xfrm>
            <a:off x="4272725" y="1766770"/>
            <a:ext cx="1170506"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10.0.23.0/24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3"/>
          <p:cNvSpPr txBox="1"/>
          <p:nvPr/>
        </p:nvSpPr>
        <p:spPr>
          <a:xfrm>
            <a:off x="4779442"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23"/>
          <p:cNvSpPr txBox="1"/>
          <p:nvPr/>
        </p:nvSpPr>
        <p:spPr>
          <a:xfrm>
            <a:off x="2238263"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123"/>
          <p:cNvSpPr txBox="1"/>
          <p:nvPr/>
        </p:nvSpPr>
        <p:spPr>
          <a:xfrm>
            <a:off x="3126959" y="19804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3"/>
          <p:cNvSpPr txBox="1"/>
          <p:nvPr/>
        </p:nvSpPr>
        <p:spPr>
          <a:xfrm>
            <a:off x="2472052" y="1766770"/>
            <a:ext cx="1170506"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10.0.12.0/24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123"/>
          <p:cNvSpPr txBox="1"/>
          <p:nvPr/>
        </p:nvSpPr>
        <p:spPr>
          <a:xfrm rot="18709561">
            <a:off x="1160011" y="2375392"/>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13</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10.0.13..0/24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3"/>
          <p:cNvSpPr txBox="1"/>
          <p:nvPr/>
        </p:nvSpPr>
        <p:spPr>
          <a:xfrm rot="2515972">
            <a:off x="1815041" y="2391900"/>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14</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10.0.14..0/24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123"/>
          <p:cNvSpPr txBox="1"/>
          <p:nvPr/>
        </p:nvSpPr>
        <p:spPr>
          <a:xfrm>
            <a:off x="600203" y="4999581"/>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12</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192.168.12..0/24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Box 123"/>
          <p:cNvSpPr txBox="1"/>
          <p:nvPr/>
        </p:nvSpPr>
        <p:spPr>
          <a:xfrm>
            <a:off x="2456502" y="4972500"/>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34</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192.168.34..0/24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TextBox 123"/>
          <p:cNvSpPr txBox="1"/>
          <p:nvPr/>
        </p:nvSpPr>
        <p:spPr>
          <a:xfrm>
            <a:off x="4639066" y="4972500"/>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56</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192.168.56..0/24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23"/>
          <p:cNvSpPr txBox="1"/>
          <p:nvPr/>
        </p:nvSpPr>
        <p:spPr>
          <a:xfrm>
            <a:off x="4698236" y="2418473"/>
            <a:ext cx="1559605" cy="646331"/>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35</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10.0.35..0/24</a:t>
            </a:r>
          </a:p>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6" name="表格 65"/>
          <p:cNvGraphicFramePr>
            <a:graphicFrameLocks noGrp="1"/>
          </p:cNvGraphicFramePr>
          <p:nvPr>
            <p:extLst>
              <p:ext uri="{D42A27DB-BD31-4B8C-83A1-F6EECF244321}">
                <p14:modId xmlns:p14="http://schemas.microsoft.com/office/powerpoint/2010/main" val="3747005542"/>
              </p:ext>
            </p:extLst>
          </p:nvPr>
        </p:nvGraphicFramePr>
        <p:xfrm>
          <a:off x="6441853" y="1669953"/>
          <a:ext cx="4884913" cy="1355361"/>
        </p:xfrm>
        <a:graphic>
          <a:graphicData uri="http://schemas.openxmlformats.org/drawingml/2006/table">
            <a:tbl>
              <a:tblPr firstRow="1" bandRow="1">
                <a:tableStyleId>{5940675A-B579-460E-94D1-54222C63F5DA}</a:tableStyleId>
              </a:tblPr>
              <a:tblGrid>
                <a:gridCol w="1384376">
                  <a:extLst>
                    <a:ext uri="{9D8B030D-6E8A-4147-A177-3AD203B41FA5}">
                      <a16:colId xmlns:a16="http://schemas.microsoft.com/office/drawing/2014/main" val="20000"/>
                    </a:ext>
                  </a:extLst>
                </a:gridCol>
                <a:gridCol w="1384376">
                  <a:extLst>
                    <a:ext uri="{9D8B030D-6E8A-4147-A177-3AD203B41FA5}">
                      <a16:colId xmlns:a16="http://schemas.microsoft.com/office/drawing/2014/main" val="20001"/>
                    </a:ext>
                  </a:extLst>
                </a:gridCol>
                <a:gridCol w="902628">
                  <a:extLst>
                    <a:ext uri="{9D8B030D-6E8A-4147-A177-3AD203B41FA5}">
                      <a16:colId xmlns:a16="http://schemas.microsoft.com/office/drawing/2014/main" val="20002"/>
                    </a:ext>
                  </a:extLst>
                </a:gridCol>
                <a:gridCol w="1213533">
                  <a:extLst>
                    <a:ext uri="{9D8B030D-6E8A-4147-A177-3AD203B41FA5}">
                      <a16:colId xmlns:a16="http://schemas.microsoft.com/office/drawing/2014/main" val="20003"/>
                    </a:ext>
                  </a:extLst>
                </a:gridCol>
              </a:tblGrid>
              <a:tr h="602439">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Instance ID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Root Bridge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Backup</a:t>
                      </a:r>
                      <a:r>
                        <a:rPr lang="en-US" altLang="zh-CN" sz="1200" b="1"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Bridge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6461">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12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VLAN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6461">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34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VLAN 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67" name="表格 66"/>
          <p:cNvGraphicFramePr>
            <a:graphicFrameLocks noGrp="1"/>
          </p:cNvGraphicFramePr>
          <p:nvPr>
            <p:extLst>
              <p:ext uri="{D42A27DB-BD31-4B8C-83A1-F6EECF244321}">
                <p14:modId xmlns:p14="http://schemas.microsoft.com/office/powerpoint/2010/main" val="3582352435"/>
              </p:ext>
            </p:extLst>
          </p:nvPr>
        </p:nvGraphicFramePr>
        <p:xfrm>
          <a:off x="6232371" y="3578289"/>
          <a:ext cx="5348651" cy="1255144"/>
        </p:xfrm>
        <a:graphic>
          <a:graphicData uri="http://schemas.openxmlformats.org/drawingml/2006/table">
            <a:tbl>
              <a:tblPr firstRow="1" bandRow="1">
                <a:tableStyleId>{5940675A-B579-460E-94D1-54222C63F5DA}</a:tableStyleId>
              </a:tblPr>
              <a:tblGrid>
                <a:gridCol w="1509895">
                  <a:extLst>
                    <a:ext uri="{9D8B030D-6E8A-4147-A177-3AD203B41FA5}">
                      <a16:colId xmlns:a16="http://schemas.microsoft.com/office/drawing/2014/main" val="20000"/>
                    </a:ext>
                  </a:extLst>
                </a:gridCol>
                <a:gridCol w="895364">
                  <a:extLst>
                    <a:ext uri="{9D8B030D-6E8A-4147-A177-3AD203B41FA5}">
                      <a16:colId xmlns:a16="http://schemas.microsoft.com/office/drawing/2014/main" val="20001"/>
                    </a:ext>
                  </a:extLst>
                </a:gridCol>
                <a:gridCol w="869506">
                  <a:extLst>
                    <a:ext uri="{9D8B030D-6E8A-4147-A177-3AD203B41FA5}">
                      <a16:colId xmlns:a16="http://schemas.microsoft.com/office/drawing/2014/main" val="20002"/>
                    </a:ext>
                  </a:extLst>
                </a:gridCol>
                <a:gridCol w="589756">
                  <a:extLst>
                    <a:ext uri="{9D8B030D-6E8A-4147-A177-3AD203B41FA5}">
                      <a16:colId xmlns:a16="http://schemas.microsoft.com/office/drawing/2014/main" val="20003"/>
                    </a:ext>
                  </a:extLst>
                </a:gridCol>
                <a:gridCol w="1484130">
                  <a:extLst>
                    <a:ext uri="{9D8B030D-6E8A-4147-A177-3AD203B41FA5}">
                      <a16:colId xmlns:a16="http://schemas.microsoft.com/office/drawing/2014/main" val="20004"/>
                    </a:ext>
                  </a:extLst>
                </a:gridCol>
              </a:tblGrid>
              <a:tr h="373397">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Network Segment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Master</a:t>
                      </a:r>
                    </a:p>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Backup</a:t>
                      </a:r>
                    </a:p>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Gateway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Virtual</a:t>
                      </a:r>
                      <a:r>
                        <a:rPr lang="en-US" altLang="zh-CN" sz="1200" b="1"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IP</a:t>
                      </a:r>
                      <a:endPar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98972">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192.168.12.0/24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192.168.12.254</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8972">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192.168.34.0/24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192.168.34.254</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AlternateContent xmlns:mc="http://schemas.openxmlformats.org/markup-compatibility/2006" xmlns:p14="http://schemas.microsoft.com/office/powerpoint/2010/main">
        <mc:Choice Requires="p14">
          <p:contentPart p14:bwMode="auto" r:id="rId8">
            <p14:nvContentPartPr>
              <p14:cNvPr id="30" name="墨迹 29">
                <a:extLst>
                  <a:ext uri="{FF2B5EF4-FFF2-40B4-BE49-F238E27FC236}">
                    <a16:creationId xmlns:a16="http://schemas.microsoft.com/office/drawing/2014/main" id="{1CD59723-C51D-DDBB-EC63-EE9ADA8DFAD1}"/>
                  </a:ext>
                </a:extLst>
              </p14:cNvPr>
              <p14:cNvContentPartPr/>
              <p14:nvPr/>
            </p14:nvContentPartPr>
            <p14:xfrm>
              <a:off x="8018548" y="2626096"/>
              <a:ext cx="3126240" cy="412920"/>
            </p14:xfrm>
          </p:contentPart>
        </mc:Choice>
        <mc:Fallback xmlns="">
          <p:pic>
            <p:nvPicPr>
              <p:cNvPr id="30" name="墨迹 29">
                <a:extLst>
                  <a:ext uri="{FF2B5EF4-FFF2-40B4-BE49-F238E27FC236}">
                    <a16:creationId xmlns:a16="http://schemas.microsoft.com/office/drawing/2014/main" id="{1CD59723-C51D-DDBB-EC63-EE9ADA8DFAD1}"/>
                  </a:ext>
                </a:extLst>
              </p:cNvPr>
              <p:cNvPicPr/>
              <p:nvPr/>
            </p:nvPicPr>
            <p:blipFill>
              <a:blip r:embed="rId9"/>
              <a:stretch>
                <a:fillRect/>
              </a:stretch>
            </p:blipFill>
            <p:spPr>
              <a:xfrm>
                <a:off x="8009548" y="2617096"/>
                <a:ext cx="3143880" cy="430560"/>
              </a:xfrm>
              <a:prstGeom prst="rect">
                <a:avLst/>
              </a:prstGeom>
            </p:spPr>
          </p:pic>
        </mc:Fallback>
      </mc:AlternateContent>
    </p:spTree>
    <p:extLst>
      <p:ext uri="{BB962C8B-B14F-4D97-AF65-F5344CB8AC3E}">
        <p14:creationId xmlns:p14="http://schemas.microsoft.com/office/powerpoint/2010/main" val="3710433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矩形 171"/>
          <p:cNvSpPr/>
          <p:nvPr/>
        </p:nvSpPr>
        <p:spPr bwMode="gray">
          <a:xfrm>
            <a:off x="1230058" y="3354865"/>
            <a:ext cx="2046745" cy="1020384"/>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MSTP</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12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12</a:t>
            </a:r>
          </a:p>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Instance 34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34</a:t>
            </a:r>
          </a:p>
          <a:p>
            <a:pPr algn="ct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sym typeface="Huawei Sans" panose="020C0503030203020204" pitchFamily="34" charset="0"/>
              </a:rPr>
              <a:t>故障现象</a:t>
            </a:r>
          </a:p>
        </p:txBody>
      </p:sp>
      <p:sp>
        <p:nvSpPr>
          <p:cNvPr id="66" name="文本占位符 139"/>
          <p:cNvSpPr txBox="1">
            <a:spLocks/>
          </p:cNvSpPr>
          <p:nvPr/>
        </p:nvSpPr>
        <p:spPr bwMode="gray">
          <a:xfrm>
            <a:off x="6317012" y="1233488"/>
            <a:ext cx="5428901"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网络工程师遇到了以下几个故障现象：</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PC13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无法通信。</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Server6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提供了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服务，但是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无法使用该服务。</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不能和任何主机通信。</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以上故障现象可能由多个原因导致，结合第一节所学习的故障处理的方法，分别针对以上三个问题进行故障处理的演示。</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假设故障现象已经确认，所以后续故障处理中略去报告故障、确认故障、收集信息、收尾工作等步骤。</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4021421" y="2755157"/>
            <a:ext cx="2046745" cy="44849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68" name="矩形 67"/>
          <p:cNvSpPr/>
          <p:nvPr/>
        </p:nvSpPr>
        <p:spPr bwMode="gray">
          <a:xfrm>
            <a:off x="1257744" y="2755157"/>
            <a:ext cx="2046745" cy="44849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70" name="矩形 69"/>
          <p:cNvSpPr/>
          <p:nvPr/>
        </p:nvSpPr>
        <p:spPr bwMode="gray">
          <a:xfrm>
            <a:off x="4021421" y="1755636"/>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1839251" y="1755636"/>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7" name="图片 86" descr="通用交换机.png"/>
          <p:cNvPicPr>
            <a:picLocks noChangeAspect="1"/>
          </p:cNvPicPr>
          <p:nvPr/>
        </p:nvPicPr>
        <p:blipFill>
          <a:blip r:embed="rId3" cstate="print"/>
          <a:stretch>
            <a:fillRect/>
          </a:stretch>
        </p:blipFill>
        <p:spPr bwMode="gray">
          <a:xfrm>
            <a:off x="1131352" y="4326998"/>
            <a:ext cx="540000" cy="441818"/>
          </a:xfrm>
          <a:prstGeom prst="rect">
            <a:avLst/>
          </a:prstGeom>
        </p:spPr>
      </p:pic>
      <p:pic>
        <p:nvPicPr>
          <p:cNvPr id="88" name="图片 87" descr="通用交换机.png"/>
          <p:cNvPicPr>
            <a:picLocks noChangeAspect="1"/>
          </p:cNvPicPr>
          <p:nvPr/>
        </p:nvPicPr>
        <p:blipFill>
          <a:blip r:embed="rId3" cstate="print"/>
          <a:stretch>
            <a:fillRect/>
          </a:stretch>
        </p:blipFill>
        <p:spPr bwMode="gray">
          <a:xfrm>
            <a:off x="2805773" y="4326998"/>
            <a:ext cx="540000" cy="441818"/>
          </a:xfrm>
          <a:prstGeom prst="rect">
            <a:avLst/>
          </a:prstGeom>
        </p:spPr>
      </p:pic>
      <p:pic>
        <p:nvPicPr>
          <p:cNvPr id="94" name="图片 9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131352" y="3025315"/>
            <a:ext cx="540000" cy="442800"/>
          </a:xfrm>
          <a:prstGeom prst="rect">
            <a:avLst/>
          </a:prstGeom>
        </p:spPr>
      </p:pic>
      <p:pic>
        <p:nvPicPr>
          <p:cNvPr id="104" name="图片 10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05773" y="3025315"/>
            <a:ext cx="540000" cy="442800"/>
          </a:xfrm>
          <a:prstGeom prst="rect">
            <a:avLst/>
          </a:prstGeom>
        </p:spPr>
      </p:pic>
      <p:pic>
        <p:nvPicPr>
          <p:cNvPr id="105" name="图片 10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974676" y="1794096"/>
            <a:ext cx="540000" cy="442800"/>
          </a:xfrm>
          <a:prstGeom prst="rect">
            <a:avLst/>
          </a:prstGeom>
        </p:spPr>
      </p:pic>
      <p:pic>
        <p:nvPicPr>
          <p:cNvPr id="106" name="图片 10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77697" y="1794096"/>
            <a:ext cx="540000" cy="442800"/>
          </a:xfrm>
          <a:prstGeom prst="rect">
            <a:avLst/>
          </a:prstGeom>
        </p:spPr>
      </p:pic>
      <p:pic>
        <p:nvPicPr>
          <p:cNvPr id="107" name="图片 10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317495" y="1794096"/>
            <a:ext cx="540000" cy="442800"/>
          </a:xfrm>
          <a:prstGeom prst="rect">
            <a:avLst/>
          </a:prstGeom>
        </p:spPr>
      </p:pic>
      <p:pic>
        <p:nvPicPr>
          <p:cNvPr id="108" name="图片 10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665278" y="5322962"/>
            <a:ext cx="540000" cy="442800"/>
          </a:xfrm>
          <a:prstGeom prst="rect">
            <a:avLst/>
          </a:prstGeom>
        </p:spPr>
      </p:pic>
      <p:pic>
        <p:nvPicPr>
          <p:cNvPr id="109" name="图片 10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17495" y="3025315"/>
            <a:ext cx="540000" cy="442800"/>
          </a:xfrm>
          <a:prstGeom prst="rect">
            <a:avLst/>
          </a:prstGeom>
        </p:spPr>
      </p:pic>
      <p:pic>
        <p:nvPicPr>
          <p:cNvPr id="110" name="图片 109" descr="通用交换机.png"/>
          <p:cNvPicPr>
            <a:picLocks noChangeAspect="1"/>
          </p:cNvPicPr>
          <p:nvPr/>
        </p:nvPicPr>
        <p:blipFill>
          <a:blip r:embed="rId3" cstate="print"/>
          <a:stretch>
            <a:fillRect/>
          </a:stretch>
        </p:blipFill>
        <p:spPr bwMode="gray">
          <a:xfrm>
            <a:off x="5317495" y="4316155"/>
            <a:ext cx="540000" cy="441818"/>
          </a:xfrm>
          <a:prstGeom prst="rect">
            <a:avLst/>
          </a:prstGeom>
        </p:spPr>
      </p:pic>
      <p:cxnSp>
        <p:nvCxnSpPr>
          <p:cNvPr id="111" name="直接连接符 110"/>
          <p:cNvCxnSpPr>
            <a:stCxn id="105" idx="3"/>
            <a:endCxn id="106" idx="1"/>
          </p:cNvCxnSpPr>
          <p:nvPr/>
        </p:nvCxnSpPr>
        <p:spPr bwMode="gray">
          <a:xfrm>
            <a:off x="2514676" y="2015496"/>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06" idx="3"/>
            <a:endCxn id="107" idx="1"/>
          </p:cNvCxnSpPr>
          <p:nvPr/>
        </p:nvCxnSpPr>
        <p:spPr bwMode="gray">
          <a:xfrm>
            <a:off x="4217697" y="2015496"/>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94" idx="3"/>
            <a:endCxn id="104" idx="1"/>
          </p:cNvCxnSpPr>
          <p:nvPr/>
        </p:nvCxnSpPr>
        <p:spPr bwMode="gray">
          <a:xfrm>
            <a:off x="1671352" y="3246715"/>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94" idx="2"/>
            <a:endCxn id="87" idx="0"/>
          </p:cNvCxnSpPr>
          <p:nvPr/>
        </p:nvCxnSpPr>
        <p:spPr bwMode="gray">
          <a:xfrm>
            <a:off x="1401352"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04" idx="2"/>
            <a:endCxn id="88" idx="0"/>
          </p:cNvCxnSpPr>
          <p:nvPr/>
        </p:nvCxnSpPr>
        <p:spPr bwMode="gray">
          <a:xfrm>
            <a:off x="3075773" y="3468115"/>
            <a:ext cx="0" cy="858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87" idx="3"/>
            <a:endCxn id="88" idx="1"/>
          </p:cNvCxnSpPr>
          <p:nvPr/>
        </p:nvCxnSpPr>
        <p:spPr bwMode="gray">
          <a:xfrm>
            <a:off x="1671352" y="4547907"/>
            <a:ext cx="1134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94" idx="0"/>
            <a:endCxn id="105" idx="2"/>
          </p:cNvCxnSpPr>
          <p:nvPr/>
        </p:nvCxnSpPr>
        <p:spPr bwMode="gray">
          <a:xfrm flipV="1">
            <a:off x="1401352" y="2236896"/>
            <a:ext cx="843324"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04" idx="0"/>
            <a:endCxn id="105" idx="2"/>
          </p:cNvCxnSpPr>
          <p:nvPr/>
        </p:nvCxnSpPr>
        <p:spPr bwMode="gray">
          <a:xfrm flipH="1" flipV="1">
            <a:off x="2244676" y="2236896"/>
            <a:ext cx="831097"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07" idx="2"/>
            <a:endCxn id="109" idx="0"/>
          </p:cNvCxnSpPr>
          <p:nvPr/>
        </p:nvCxnSpPr>
        <p:spPr bwMode="gray">
          <a:xfrm>
            <a:off x="5587495" y="2236896"/>
            <a:ext cx="0" cy="7884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09" idx="2"/>
            <a:endCxn id="110" idx="0"/>
          </p:cNvCxnSpPr>
          <p:nvPr/>
        </p:nvCxnSpPr>
        <p:spPr bwMode="gray">
          <a:xfrm>
            <a:off x="5587495" y="3468115"/>
            <a:ext cx="0" cy="848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2" name="图片 121" descr="PC.png"/>
          <p:cNvPicPr>
            <a:picLocks noChangeAspect="1"/>
          </p:cNvPicPr>
          <p:nvPr/>
        </p:nvPicPr>
        <p:blipFill>
          <a:blip r:embed="rId7" cstate="print"/>
          <a:stretch>
            <a:fillRect/>
          </a:stretch>
        </p:blipFill>
        <p:spPr bwMode="gray">
          <a:xfrm>
            <a:off x="476925" y="5369084"/>
            <a:ext cx="539063" cy="414000"/>
          </a:xfrm>
          <a:prstGeom prst="rect">
            <a:avLst/>
          </a:prstGeom>
        </p:spPr>
      </p:pic>
      <p:pic>
        <p:nvPicPr>
          <p:cNvPr id="123" name="图片 122" descr="PC.png"/>
          <p:cNvPicPr>
            <a:picLocks noChangeAspect="1"/>
          </p:cNvPicPr>
          <p:nvPr/>
        </p:nvPicPr>
        <p:blipFill>
          <a:blip r:embed="rId7" cstate="print"/>
          <a:stretch>
            <a:fillRect/>
          </a:stretch>
        </p:blipFill>
        <p:spPr bwMode="gray">
          <a:xfrm>
            <a:off x="1640279" y="5369084"/>
            <a:ext cx="539063" cy="414000"/>
          </a:xfrm>
          <a:prstGeom prst="rect">
            <a:avLst/>
          </a:prstGeom>
        </p:spPr>
      </p:pic>
      <p:pic>
        <p:nvPicPr>
          <p:cNvPr id="124" name="图片 123" descr="PC.png"/>
          <p:cNvPicPr>
            <a:picLocks noChangeAspect="1"/>
          </p:cNvPicPr>
          <p:nvPr/>
        </p:nvPicPr>
        <p:blipFill>
          <a:blip r:embed="rId7" cstate="print"/>
          <a:stretch>
            <a:fillRect/>
          </a:stretch>
        </p:blipFill>
        <p:spPr bwMode="gray">
          <a:xfrm>
            <a:off x="2350075" y="5363854"/>
            <a:ext cx="539063" cy="414000"/>
          </a:xfrm>
          <a:prstGeom prst="rect">
            <a:avLst/>
          </a:prstGeom>
        </p:spPr>
      </p:pic>
      <p:pic>
        <p:nvPicPr>
          <p:cNvPr id="125" name="图片 124" descr="PC.png"/>
          <p:cNvPicPr>
            <a:picLocks noChangeAspect="1"/>
          </p:cNvPicPr>
          <p:nvPr/>
        </p:nvPicPr>
        <p:blipFill>
          <a:blip r:embed="rId7" cstate="print"/>
          <a:stretch>
            <a:fillRect/>
          </a:stretch>
        </p:blipFill>
        <p:spPr bwMode="gray">
          <a:xfrm>
            <a:off x="3441460" y="5368708"/>
            <a:ext cx="539063" cy="414000"/>
          </a:xfrm>
          <a:prstGeom prst="rect">
            <a:avLst/>
          </a:prstGeom>
        </p:spPr>
      </p:pic>
      <p:pic>
        <p:nvPicPr>
          <p:cNvPr id="126" name="图片 125" descr="PC.png"/>
          <p:cNvPicPr>
            <a:picLocks noChangeAspect="1"/>
          </p:cNvPicPr>
          <p:nvPr/>
        </p:nvPicPr>
        <p:blipFill>
          <a:blip r:embed="rId7" cstate="print"/>
          <a:stretch>
            <a:fillRect/>
          </a:stretch>
        </p:blipFill>
        <p:spPr bwMode="gray">
          <a:xfrm>
            <a:off x="4279849" y="5368708"/>
            <a:ext cx="539063" cy="414000"/>
          </a:xfrm>
          <a:prstGeom prst="rect">
            <a:avLst/>
          </a:prstGeom>
        </p:spPr>
      </p:pic>
      <p:cxnSp>
        <p:nvCxnSpPr>
          <p:cNvPr id="127" name="直接连接符 126"/>
          <p:cNvCxnSpPr>
            <a:stCxn id="122" idx="0"/>
            <a:endCxn id="87" idx="2"/>
          </p:cNvCxnSpPr>
          <p:nvPr/>
        </p:nvCxnSpPr>
        <p:spPr bwMode="gray">
          <a:xfrm flipV="1">
            <a:off x="746457" y="4768816"/>
            <a:ext cx="654895" cy="6002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23" idx="0"/>
            <a:endCxn id="87" idx="2"/>
          </p:cNvCxnSpPr>
          <p:nvPr/>
        </p:nvCxnSpPr>
        <p:spPr bwMode="gray">
          <a:xfrm flipH="1" flipV="1">
            <a:off x="1401352" y="4768816"/>
            <a:ext cx="508459" cy="6002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24" idx="0"/>
            <a:endCxn id="88" idx="2"/>
          </p:cNvCxnSpPr>
          <p:nvPr/>
        </p:nvCxnSpPr>
        <p:spPr bwMode="gray">
          <a:xfrm flipV="1">
            <a:off x="2619607" y="4768816"/>
            <a:ext cx="456166" cy="595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25" idx="0"/>
            <a:endCxn id="88" idx="2"/>
          </p:cNvCxnSpPr>
          <p:nvPr/>
        </p:nvCxnSpPr>
        <p:spPr bwMode="gray">
          <a:xfrm flipH="1" flipV="1">
            <a:off x="3075773" y="4768816"/>
            <a:ext cx="635219" cy="599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126" idx="0"/>
            <a:endCxn id="110" idx="2"/>
          </p:cNvCxnSpPr>
          <p:nvPr/>
        </p:nvCxnSpPr>
        <p:spPr bwMode="gray">
          <a:xfrm flipV="1">
            <a:off x="4549381" y="4757973"/>
            <a:ext cx="1038114" cy="610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08" idx="0"/>
            <a:endCxn id="110" idx="2"/>
          </p:cNvCxnSpPr>
          <p:nvPr/>
        </p:nvCxnSpPr>
        <p:spPr bwMode="gray">
          <a:xfrm flipH="1" flipV="1">
            <a:off x="5587495" y="4757973"/>
            <a:ext cx="347783" cy="564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TextBox 123"/>
          <p:cNvSpPr txBox="1"/>
          <p:nvPr/>
        </p:nvSpPr>
        <p:spPr bwMode="gray">
          <a:xfrm>
            <a:off x="312268" y="58341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TextBox 123"/>
          <p:cNvSpPr txBox="1"/>
          <p:nvPr/>
        </p:nvSpPr>
        <p:spPr bwMode="gray">
          <a:xfrm>
            <a:off x="1470699" y="58325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TextBox 123"/>
          <p:cNvSpPr txBox="1"/>
          <p:nvPr/>
        </p:nvSpPr>
        <p:spPr bwMode="gray">
          <a:xfrm>
            <a:off x="2188927" y="583414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TextBox 123"/>
          <p:cNvSpPr txBox="1"/>
          <p:nvPr/>
        </p:nvSpPr>
        <p:spPr bwMode="gray">
          <a:xfrm>
            <a:off x="3276803" y="586864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TextBox 123"/>
          <p:cNvSpPr txBox="1"/>
          <p:nvPr/>
        </p:nvSpPr>
        <p:spPr bwMode="gray">
          <a:xfrm>
            <a:off x="4115191" y="586864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TextBox 123"/>
          <p:cNvSpPr txBox="1"/>
          <p:nvPr/>
        </p:nvSpPr>
        <p:spPr bwMode="gray">
          <a:xfrm>
            <a:off x="5489967" y="586864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TextBox 123"/>
          <p:cNvSpPr txBox="1"/>
          <p:nvPr/>
        </p:nvSpPr>
        <p:spPr bwMode="gray">
          <a:xfrm>
            <a:off x="1812553"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TextBox 123"/>
          <p:cNvSpPr txBox="1"/>
          <p:nvPr/>
        </p:nvSpPr>
        <p:spPr bwMode="gray">
          <a:xfrm>
            <a:off x="3600197"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TextBox 123"/>
          <p:cNvSpPr txBox="1"/>
          <p:nvPr/>
        </p:nvSpPr>
        <p:spPr bwMode="gray">
          <a:xfrm>
            <a:off x="5153306" y="154233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TextBox 123"/>
          <p:cNvSpPr txBox="1"/>
          <p:nvPr/>
        </p:nvSpPr>
        <p:spPr bwMode="gray">
          <a:xfrm>
            <a:off x="478708"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TextBox 123"/>
          <p:cNvSpPr txBox="1"/>
          <p:nvPr/>
        </p:nvSpPr>
        <p:spPr bwMode="gray">
          <a:xfrm>
            <a:off x="3123021"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TextBox 123"/>
          <p:cNvSpPr txBox="1"/>
          <p:nvPr/>
        </p:nvSpPr>
        <p:spPr bwMode="gray">
          <a:xfrm>
            <a:off x="478708"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TextBox 123"/>
          <p:cNvSpPr txBox="1"/>
          <p:nvPr/>
        </p:nvSpPr>
        <p:spPr bwMode="gray">
          <a:xfrm>
            <a:off x="3123021"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TextBox 123"/>
          <p:cNvSpPr txBox="1"/>
          <p:nvPr/>
        </p:nvSpPr>
        <p:spPr bwMode="gray">
          <a:xfrm>
            <a:off x="4673064" y="441471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TextBox 123"/>
          <p:cNvSpPr txBox="1"/>
          <p:nvPr/>
        </p:nvSpPr>
        <p:spPr bwMode="gray">
          <a:xfrm>
            <a:off x="2610987" y="17384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123"/>
          <p:cNvSpPr txBox="1"/>
          <p:nvPr/>
        </p:nvSpPr>
        <p:spPr bwMode="gray">
          <a:xfrm>
            <a:off x="4410801" y="176185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TextBox 123"/>
          <p:cNvSpPr txBox="1"/>
          <p:nvPr/>
        </p:nvSpPr>
        <p:spPr bwMode="gray">
          <a:xfrm>
            <a:off x="4597041" y="31215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右大括号 167"/>
          <p:cNvSpPr/>
          <p:nvPr/>
        </p:nvSpPr>
        <p:spPr bwMode="gray">
          <a:xfrm rot="5400000">
            <a:off x="3024237" y="1598445"/>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右大括号 168"/>
          <p:cNvSpPr/>
          <p:nvPr/>
        </p:nvSpPr>
        <p:spPr bwMode="gray">
          <a:xfrm rot="5400000">
            <a:off x="4633328" y="1598446"/>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TextBox 123"/>
          <p:cNvSpPr txBox="1"/>
          <p:nvPr/>
        </p:nvSpPr>
        <p:spPr bwMode="gray">
          <a:xfrm>
            <a:off x="2952157" y="246615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TextBox 123"/>
          <p:cNvSpPr txBox="1"/>
          <p:nvPr/>
        </p:nvSpPr>
        <p:spPr bwMode="gray">
          <a:xfrm>
            <a:off x="4003109" y="246615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14673438-A85C-4F86-16E8-0B4D63AD5349}"/>
                  </a:ext>
                </a:extLst>
              </p14:cNvPr>
              <p14:cNvContentPartPr/>
              <p14:nvPr/>
            </p14:nvContentPartPr>
            <p14:xfrm>
              <a:off x="6872308" y="1711696"/>
              <a:ext cx="2079360" cy="399240"/>
            </p14:xfrm>
          </p:contentPart>
        </mc:Choice>
        <mc:Fallback xmlns="">
          <p:pic>
            <p:nvPicPr>
              <p:cNvPr id="2" name="墨迹 1">
                <a:extLst>
                  <a:ext uri="{FF2B5EF4-FFF2-40B4-BE49-F238E27FC236}">
                    <a16:creationId xmlns:a16="http://schemas.microsoft.com/office/drawing/2014/main" id="{14673438-A85C-4F86-16E8-0B4D63AD5349}"/>
                  </a:ext>
                </a:extLst>
              </p:cNvPr>
              <p:cNvPicPr/>
              <p:nvPr/>
            </p:nvPicPr>
            <p:blipFill>
              <a:blip r:embed="rId9"/>
              <a:stretch>
                <a:fillRect/>
              </a:stretch>
            </p:blipFill>
            <p:spPr>
              <a:xfrm>
                <a:off x="6863668" y="1702696"/>
                <a:ext cx="209700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C08094AD-9479-2D8C-ED6D-4036B6EA4CB9}"/>
                  </a:ext>
                </a:extLst>
              </p14:cNvPr>
              <p14:cNvContentPartPr/>
              <p14:nvPr/>
            </p14:nvContentPartPr>
            <p14:xfrm>
              <a:off x="549988" y="6113776"/>
              <a:ext cx="537480" cy="360"/>
            </p14:xfrm>
          </p:contentPart>
        </mc:Choice>
        <mc:Fallback xmlns="">
          <p:pic>
            <p:nvPicPr>
              <p:cNvPr id="4" name="墨迹 3">
                <a:extLst>
                  <a:ext uri="{FF2B5EF4-FFF2-40B4-BE49-F238E27FC236}">
                    <a16:creationId xmlns:a16="http://schemas.microsoft.com/office/drawing/2014/main" id="{C08094AD-9479-2D8C-ED6D-4036B6EA4CB9}"/>
                  </a:ext>
                </a:extLst>
              </p:cNvPr>
              <p:cNvPicPr/>
              <p:nvPr/>
            </p:nvPicPr>
            <p:blipFill>
              <a:blip r:embed="rId11"/>
              <a:stretch>
                <a:fillRect/>
              </a:stretch>
            </p:blipFill>
            <p:spPr>
              <a:xfrm>
                <a:off x="541348" y="6105136"/>
                <a:ext cx="555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C974C157-7112-9740-F651-A79704E79550}"/>
                  </a:ext>
                </a:extLst>
              </p14:cNvPr>
              <p14:cNvContentPartPr/>
              <p14:nvPr/>
            </p14:nvContentPartPr>
            <p14:xfrm>
              <a:off x="2394268" y="6105856"/>
              <a:ext cx="503640" cy="360"/>
            </p14:xfrm>
          </p:contentPart>
        </mc:Choice>
        <mc:Fallback xmlns="">
          <p:pic>
            <p:nvPicPr>
              <p:cNvPr id="5" name="墨迹 4">
                <a:extLst>
                  <a:ext uri="{FF2B5EF4-FFF2-40B4-BE49-F238E27FC236}">
                    <a16:creationId xmlns:a16="http://schemas.microsoft.com/office/drawing/2014/main" id="{C974C157-7112-9740-F651-A79704E79550}"/>
                  </a:ext>
                </a:extLst>
              </p:cNvPr>
              <p:cNvPicPr/>
              <p:nvPr/>
            </p:nvPicPr>
            <p:blipFill>
              <a:blip r:embed="rId13"/>
              <a:stretch>
                <a:fillRect/>
              </a:stretch>
            </p:blipFill>
            <p:spPr>
              <a:xfrm>
                <a:off x="2385628" y="6097216"/>
                <a:ext cx="521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ADC3DF4C-8777-AA3B-666B-30FF0D5BC069}"/>
                  </a:ext>
                </a:extLst>
              </p14:cNvPr>
              <p14:cNvContentPartPr/>
              <p14:nvPr/>
            </p14:nvContentPartPr>
            <p14:xfrm>
              <a:off x="5610148" y="6098296"/>
              <a:ext cx="650880" cy="7920"/>
            </p14:xfrm>
          </p:contentPart>
        </mc:Choice>
        <mc:Fallback xmlns="">
          <p:pic>
            <p:nvPicPr>
              <p:cNvPr id="6" name="墨迹 5">
                <a:extLst>
                  <a:ext uri="{FF2B5EF4-FFF2-40B4-BE49-F238E27FC236}">
                    <a16:creationId xmlns:a16="http://schemas.microsoft.com/office/drawing/2014/main" id="{ADC3DF4C-8777-AA3B-666B-30FF0D5BC069}"/>
                  </a:ext>
                </a:extLst>
              </p:cNvPr>
              <p:cNvPicPr/>
              <p:nvPr/>
            </p:nvPicPr>
            <p:blipFill>
              <a:blip r:embed="rId15"/>
              <a:stretch>
                <a:fillRect/>
              </a:stretch>
            </p:blipFill>
            <p:spPr>
              <a:xfrm>
                <a:off x="5601508" y="6089656"/>
                <a:ext cx="6685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D5A07B4D-6F0B-4B51-94EA-FF0E721084E9}"/>
                  </a:ext>
                </a:extLst>
              </p14:cNvPr>
              <p14:cNvContentPartPr/>
              <p14:nvPr/>
            </p14:nvContentPartPr>
            <p14:xfrm>
              <a:off x="9135988" y="2425216"/>
              <a:ext cx="2295720" cy="39240"/>
            </p14:xfrm>
          </p:contentPart>
        </mc:Choice>
        <mc:Fallback xmlns="">
          <p:pic>
            <p:nvPicPr>
              <p:cNvPr id="7" name="墨迹 6">
                <a:extLst>
                  <a:ext uri="{FF2B5EF4-FFF2-40B4-BE49-F238E27FC236}">
                    <a16:creationId xmlns:a16="http://schemas.microsoft.com/office/drawing/2014/main" id="{D5A07B4D-6F0B-4B51-94EA-FF0E721084E9}"/>
                  </a:ext>
                </a:extLst>
              </p:cNvPr>
              <p:cNvPicPr/>
              <p:nvPr/>
            </p:nvPicPr>
            <p:blipFill>
              <a:blip r:embed="rId17"/>
              <a:stretch>
                <a:fillRect/>
              </a:stretch>
            </p:blipFill>
            <p:spPr>
              <a:xfrm>
                <a:off x="9126988" y="2416216"/>
                <a:ext cx="23133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8759ABAC-32B3-B267-9648-DE65582EA9AD}"/>
                  </a:ext>
                </a:extLst>
              </p14:cNvPr>
              <p14:cNvContentPartPr/>
              <p14:nvPr/>
            </p14:nvContentPartPr>
            <p14:xfrm>
              <a:off x="4362748" y="6137176"/>
              <a:ext cx="409320" cy="360"/>
            </p14:xfrm>
          </p:contentPart>
        </mc:Choice>
        <mc:Fallback xmlns="">
          <p:pic>
            <p:nvPicPr>
              <p:cNvPr id="8" name="墨迹 7">
                <a:extLst>
                  <a:ext uri="{FF2B5EF4-FFF2-40B4-BE49-F238E27FC236}">
                    <a16:creationId xmlns:a16="http://schemas.microsoft.com/office/drawing/2014/main" id="{8759ABAC-32B3-B267-9648-DE65582EA9AD}"/>
                  </a:ext>
                </a:extLst>
              </p:cNvPr>
              <p:cNvPicPr/>
              <p:nvPr/>
            </p:nvPicPr>
            <p:blipFill>
              <a:blip r:embed="rId19"/>
              <a:stretch>
                <a:fillRect/>
              </a:stretch>
            </p:blipFill>
            <p:spPr>
              <a:xfrm>
                <a:off x="4353748" y="6128176"/>
                <a:ext cx="426960" cy="18000"/>
              </a:xfrm>
              <a:prstGeom prst="rect">
                <a:avLst/>
              </a:prstGeom>
            </p:spPr>
          </p:pic>
        </mc:Fallback>
      </mc:AlternateContent>
    </p:spTree>
    <p:extLst>
      <p:ext uri="{BB962C8B-B14F-4D97-AF65-F5344CB8AC3E}">
        <p14:creationId xmlns:p14="http://schemas.microsoft.com/office/powerpoint/2010/main" val="1263716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(1)</a:t>
            </a:r>
            <a:r>
              <a:rPr lang="zh-CN" altLang="en-US" dirty="0">
                <a:sym typeface="Huawei Sans" panose="020C0503030203020204" pitchFamily="34" charset="0"/>
              </a:rPr>
              <a:t> </a:t>
            </a:r>
          </a:p>
        </p:txBody>
      </p:sp>
      <p:sp>
        <p:nvSpPr>
          <p:cNvPr id="31" name="文本占位符 30"/>
          <p:cNvSpPr>
            <a:spLocks noGrp="1"/>
          </p:cNvSpPr>
          <p:nvPr>
            <p:ph type="body" sz="quarter" idx="4294967295"/>
          </p:nvPr>
        </p:nvSpPr>
        <p:spPr bwMode="gray">
          <a:xfrm>
            <a:off x="915988" y="1233488"/>
            <a:ext cx="11276012" cy="4679950"/>
          </a:xfrm>
        </p:spPr>
        <p:txBody>
          <a:bodyPr/>
          <a:lstStyle/>
          <a:p>
            <a:pPr marL="0" indent="0">
              <a:buNone/>
            </a:pPr>
            <a:r>
              <a:rPr lang="zh-CN" altLang="en-US" sz="1800" dirty="0">
                <a:sym typeface="Huawei Sans" panose="020C0503030203020204" pitchFamily="34" charset="0"/>
              </a:rPr>
              <a:t>将拓扑图简化如下：</a:t>
            </a:r>
          </a:p>
        </p:txBody>
      </p:sp>
      <p:sp>
        <p:nvSpPr>
          <p:cNvPr id="4" name="矩形 3"/>
          <p:cNvSpPr/>
          <p:nvPr/>
        </p:nvSpPr>
        <p:spPr bwMode="gray">
          <a:xfrm>
            <a:off x="1465858" y="2293080"/>
            <a:ext cx="2233387" cy="1020384"/>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MSTP</a:t>
            </a:r>
          </a:p>
          <a:p>
            <a:pPr algn="ct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descr="通用交换机.png"/>
          <p:cNvPicPr>
            <a:picLocks noChangeAspect="1"/>
          </p:cNvPicPr>
          <p:nvPr/>
        </p:nvPicPr>
        <p:blipFill>
          <a:blip r:embed="rId3" cstate="print"/>
          <a:stretch>
            <a:fillRect/>
          </a:stretch>
        </p:blipFill>
        <p:spPr bwMode="gray">
          <a:xfrm>
            <a:off x="1484824" y="3265213"/>
            <a:ext cx="540000" cy="441818"/>
          </a:xfrm>
          <a:prstGeom prst="rect">
            <a:avLst/>
          </a:prstGeom>
        </p:spPr>
      </p:pic>
      <p:pic>
        <p:nvPicPr>
          <p:cNvPr id="7" name="图片 6" descr="通用交换机.png"/>
          <p:cNvPicPr>
            <a:picLocks noChangeAspect="1"/>
          </p:cNvPicPr>
          <p:nvPr/>
        </p:nvPicPr>
        <p:blipFill>
          <a:blip r:embed="rId3" cstate="print"/>
          <a:stretch>
            <a:fillRect/>
          </a:stretch>
        </p:blipFill>
        <p:spPr bwMode="gray">
          <a:xfrm>
            <a:off x="3159245" y="3265213"/>
            <a:ext cx="540000" cy="441818"/>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484824" y="1963530"/>
            <a:ext cx="540000" cy="442800"/>
          </a:xfrm>
          <a:prstGeom prst="rect">
            <a:avLst/>
          </a:prstGeom>
        </p:spPr>
      </p:pic>
      <p:pic>
        <p:nvPicPr>
          <p:cNvPr id="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159245" y="1963530"/>
            <a:ext cx="540000" cy="442800"/>
          </a:xfrm>
          <a:prstGeom prst="rect">
            <a:avLst/>
          </a:prstGeom>
        </p:spPr>
      </p:pic>
      <p:cxnSp>
        <p:nvCxnSpPr>
          <p:cNvPr id="10" name="直接连接符 9"/>
          <p:cNvCxnSpPr>
            <a:stCxn id="8" idx="3"/>
            <a:endCxn id="9" idx="1"/>
          </p:cNvCxnSpPr>
          <p:nvPr/>
        </p:nvCxnSpPr>
        <p:spPr bwMode="gray">
          <a:xfrm>
            <a:off x="2024824" y="2184930"/>
            <a:ext cx="11344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8" idx="2"/>
            <a:endCxn id="6" idx="0"/>
          </p:cNvCxnSpPr>
          <p:nvPr/>
        </p:nvCxnSpPr>
        <p:spPr bwMode="gray">
          <a:xfrm>
            <a:off x="1754824" y="2406330"/>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9" idx="2"/>
            <a:endCxn id="7" idx="0"/>
          </p:cNvCxnSpPr>
          <p:nvPr/>
        </p:nvCxnSpPr>
        <p:spPr bwMode="gray">
          <a:xfrm>
            <a:off x="3429245" y="2406330"/>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6" idx="3"/>
            <a:endCxn id="7" idx="1"/>
          </p:cNvCxnSpPr>
          <p:nvPr/>
        </p:nvCxnSpPr>
        <p:spPr bwMode="gray">
          <a:xfrm>
            <a:off x="2024824" y="3486122"/>
            <a:ext cx="11344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图片 13" descr="PC.png"/>
          <p:cNvPicPr>
            <a:picLocks noChangeAspect="1"/>
          </p:cNvPicPr>
          <p:nvPr/>
        </p:nvPicPr>
        <p:blipFill>
          <a:blip r:embed="rId5" cstate="print"/>
          <a:stretch>
            <a:fillRect/>
          </a:stretch>
        </p:blipFill>
        <p:spPr bwMode="gray">
          <a:xfrm>
            <a:off x="1485292" y="4452504"/>
            <a:ext cx="539063" cy="414000"/>
          </a:xfrm>
          <a:prstGeom prst="rect">
            <a:avLst/>
          </a:prstGeom>
        </p:spPr>
      </p:pic>
      <p:pic>
        <p:nvPicPr>
          <p:cNvPr id="16" name="图片 15" descr="PC.png"/>
          <p:cNvPicPr>
            <a:picLocks noChangeAspect="1"/>
          </p:cNvPicPr>
          <p:nvPr/>
        </p:nvPicPr>
        <p:blipFill>
          <a:blip r:embed="rId5" cstate="print"/>
          <a:stretch>
            <a:fillRect/>
          </a:stretch>
        </p:blipFill>
        <p:spPr bwMode="gray">
          <a:xfrm>
            <a:off x="3166548" y="4432878"/>
            <a:ext cx="539063" cy="414000"/>
          </a:xfrm>
          <a:prstGeom prst="rect">
            <a:avLst/>
          </a:prstGeom>
        </p:spPr>
      </p:pic>
      <p:cxnSp>
        <p:nvCxnSpPr>
          <p:cNvPr id="18" name="直接连接符 17"/>
          <p:cNvCxnSpPr>
            <a:stCxn id="14" idx="0"/>
            <a:endCxn id="6" idx="2"/>
          </p:cNvCxnSpPr>
          <p:nvPr/>
        </p:nvCxnSpPr>
        <p:spPr bwMode="gray">
          <a:xfrm flipV="1">
            <a:off x="1754824" y="3707031"/>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6" idx="0"/>
            <a:endCxn id="7" idx="2"/>
          </p:cNvCxnSpPr>
          <p:nvPr/>
        </p:nvCxnSpPr>
        <p:spPr bwMode="gray">
          <a:xfrm flipH="1" flipV="1">
            <a:off x="3429245" y="3707031"/>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123"/>
          <p:cNvSpPr txBox="1"/>
          <p:nvPr/>
        </p:nvSpPr>
        <p:spPr bwMode="gray">
          <a:xfrm>
            <a:off x="1266369" y="48699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23"/>
          <p:cNvSpPr txBox="1"/>
          <p:nvPr/>
        </p:nvSpPr>
        <p:spPr bwMode="gray">
          <a:xfrm>
            <a:off x="2995056" y="48665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123"/>
          <p:cNvSpPr txBox="1"/>
          <p:nvPr/>
        </p:nvSpPr>
        <p:spPr bwMode="gray">
          <a:xfrm>
            <a:off x="832180" y="335292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23"/>
          <p:cNvSpPr txBox="1"/>
          <p:nvPr/>
        </p:nvSpPr>
        <p:spPr bwMode="gray">
          <a:xfrm>
            <a:off x="3476493" y="335292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832180" y="205971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3476493" y="205971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任意多边形 37"/>
          <p:cNvSpPr/>
          <p:nvPr/>
        </p:nvSpPr>
        <p:spPr bwMode="gray">
          <a:xfrm>
            <a:off x="2092188" y="2402989"/>
            <a:ext cx="968991"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rgbClr val="62B23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p:cNvCxnSpPr/>
          <p:nvPr/>
        </p:nvCxnSpPr>
        <p:spPr bwMode="gray">
          <a:xfrm>
            <a:off x="2915679" y="5395858"/>
            <a:ext cx="714596" cy="0"/>
          </a:xfrm>
          <a:prstGeom prst="straightConnector1">
            <a:avLst/>
          </a:prstGeom>
          <a:ln w="25400">
            <a:solidFill>
              <a:srgbClr val="62B230"/>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bwMode="gray">
          <a:xfrm>
            <a:off x="3705611" y="5218814"/>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44" name="文本占位符 139"/>
          <p:cNvSpPr txBox="1">
            <a:spLocks/>
          </p:cNvSpPr>
          <p:nvPr/>
        </p:nvSpPr>
        <p:spPr bwMode="gray">
          <a:xfrm>
            <a:off x="5113020" y="1233488"/>
            <a:ext cx="6632894"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如左图所示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PC13</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流量的规划路径，按照分层、分段、以流量路径为核心思想的故障处理流程，将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PC13</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无法正常通信的故障原因列举如下：</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5400000">
            <a:off x="1184377" y="393926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084617" y="214887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1176152" y="265837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2104843" y="32266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Box 123"/>
          <p:cNvSpPr txBox="1"/>
          <p:nvPr/>
        </p:nvSpPr>
        <p:spPr bwMode="gray">
          <a:xfrm rot="16200000">
            <a:off x="3126556" y="265396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rot="5400000">
            <a:off x="3116844" y="393926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E68BC07E-50BA-C7B7-404A-B909F9216CE9}"/>
                  </a:ext>
                </a:extLst>
              </p14:cNvPr>
              <p14:cNvContentPartPr/>
              <p14:nvPr/>
            </p14:nvContentPartPr>
            <p14:xfrm>
              <a:off x="2309308" y="1960456"/>
              <a:ext cx="26280" cy="103320"/>
            </p14:xfrm>
          </p:contentPart>
        </mc:Choice>
        <mc:Fallback xmlns="">
          <p:pic>
            <p:nvPicPr>
              <p:cNvPr id="3" name="墨迹 2">
                <a:extLst>
                  <a:ext uri="{FF2B5EF4-FFF2-40B4-BE49-F238E27FC236}">
                    <a16:creationId xmlns:a16="http://schemas.microsoft.com/office/drawing/2014/main" id="{E68BC07E-50BA-C7B7-404A-B909F9216CE9}"/>
                  </a:ext>
                </a:extLst>
              </p:cNvPr>
              <p:cNvPicPr/>
              <p:nvPr/>
            </p:nvPicPr>
            <p:blipFill>
              <a:blip r:embed="rId7"/>
              <a:stretch>
                <a:fillRect/>
              </a:stretch>
            </p:blipFill>
            <p:spPr>
              <a:xfrm>
                <a:off x="2300308" y="1951456"/>
                <a:ext cx="43920" cy="120960"/>
              </a:xfrm>
              <a:prstGeom prst="rect">
                <a:avLst/>
              </a:prstGeom>
            </p:spPr>
          </p:pic>
        </mc:Fallback>
      </mc:AlternateContent>
    </p:spTree>
    <p:extLst>
      <p:ext uri="{BB962C8B-B14F-4D97-AF65-F5344CB8AC3E}">
        <p14:creationId xmlns:p14="http://schemas.microsoft.com/office/powerpoint/2010/main" val="3242722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17"/>
          <p:cNvSpPr>
            <a:spLocks noChangeArrowheads="1"/>
          </p:cNvSpPr>
          <p:nvPr/>
        </p:nvSpPr>
        <p:spPr bwMode="gray">
          <a:xfrm>
            <a:off x="5480229" y="2417060"/>
            <a:ext cx="6116887" cy="127789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(2)</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370003" y="41802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占位符 49"/>
          <p:cNvSpPr txBox="1">
            <a:spLocks/>
          </p:cNvSpPr>
          <p:nvPr/>
        </p:nvSpPr>
        <p:spPr bwMode="gray">
          <a:xfrm>
            <a:off x="5435360" y="1081088"/>
            <a:ext cx="6206627"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上通过以下路径：控制面板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网络连接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以太网线缆，确保</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的物理线缆连接正常。（不同操作系统检查路径不一致）。</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在交换机上查看物理接口状态（以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为例）。如果接口物理状态为非“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”，替换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连接到交换机的接口。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ping 192.168.34.13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，同时观察接口收发数据包数量是否增加。发现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Input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数据包递增。说明物理链路无故障，否则更换接口或者网线。</a:t>
            </a: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6" name="表格 55"/>
          <p:cNvGraphicFramePr>
            <a:graphicFrameLocks noGrp="1"/>
          </p:cNvGraphicFramePr>
          <p:nvPr>
            <p:extLst>
              <p:ext uri="{D42A27DB-BD31-4B8C-83A1-F6EECF244321}">
                <p14:modId xmlns:p14="http://schemas.microsoft.com/office/powerpoint/2010/main" val="1229930065"/>
              </p:ext>
            </p:extLst>
          </p:nvPr>
        </p:nvGraphicFramePr>
        <p:xfrm>
          <a:off x="5584771" y="2489455"/>
          <a:ext cx="5930900" cy="1097280"/>
        </p:xfrm>
        <a:graphic>
          <a:graphicData uri="http://schemas.openxmlformats.org/drawingml/2006/table">
            <a:tbl>
              <a:tblPr>
                <a:tableStyleId>{72833802-FEF1-4C79-8D5D-14CF1EAF98D9}</a:tableStyleId>
              </a:tblPr>
              <a:tblGrid>
                <a:gridCol w="1818302">
                  <a:extLst>
                    <a:ext uri="{9D8B030D-6E8A-4147-A177-3AD203B41FA5}">
                      <a16:colId xmlns:a16="http://schemas.microsoft.com/office/drawing/2014/main" val="20000"/>
                    </a:ext>
                  </a:extLst>
                </a:gridCol>
                <a:gridCol w="685433">
                  <a:extLst>
                    <a:ext uri="{9D8B030D-6E8A-4147-A177-3AD203B41FA5}">
                      <a16:colId xmlns:a16="http://schemas.microsoft.com/office/drawing/2014/main" val="20001"/>
                    </a:ext>
                  </a:extLst>
                </a:gridCol>
                <a:gridCol w="685433">
                  <a:extLst>
                    <a:ext uri="{9D8B030D-6E8A-4147-A177-3AD203B41FA5}">
                      <a16:colId xmlns:a16="http://schemas.microsoft.com/office/drawing/2014/main" val="20002"/>
                    </a:ext>
                  </a:extLst>
                </a:gridCol>
                <a:gridCol w="685433">
                  <a:extLst>
                    <a:ext uri="{9D8B030D-6E8A-4147-A177-3AD203B41FA5}">
                      <a16:colId xmlns:a16="http://schemas.microsoft.com/office/drawing/2014/main" val="20003"/>
                    </a:ext>
                  </a:extLst>
                </a:gridCol>
                <a:gridCol w="685433">
                  <a:extLst>
                    <a:ext uri="{9D8B030D-6E8A-4147-A177-3AD203B41FA5}">
                      <a16:colId xmlns:a16="http://schemas.microsoft.com/office/drawing/2014/main" val="20004"/>
                    </a:ext>
                  </a:extLst>
                </a:gridCol>
                <a:gridCol w="685433">
                  <a:extLst>
                    <a:ext uri="{9D8B030D-6E8A-4147-A177-3AD203B41FA5}">
                      <a16:colId xmlns:a16="http://schemas.microsoft.com/office/drawing/2014/main" val="20005"/>
                    </a:ext>
                  </a:extLst>
                </a:gridCol>
                <a:gridCol w="685433">
                  <a:extLst>
                    <a:ext uri="{9D8B030D-6E8A-4147-A177-3AD203B41FA5}">
                      <a16:colId xmlns:a16="http://schemas.microsoft.com/office/drawing/2014/main" val="20006"/>
                    </a:ext>
                  </a:extLst>
                </a:gridCol>
              </a:tblGrid>
              <a:tr h="180975">
                <a:tc gridSpan="7">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&lt;SW1&gt;display interface brief | include up</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PHY</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Protocol</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InUti</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OutUti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inErrors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outErrors</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GigabitEthernet0/0/3</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GigabitEthernet0/0/10</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0975">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GigabitEthernet0/0/11</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59" name="AutoShape 17"/>
          <p:cNvSpPr>
            <a:spLocks noChangeArrowheads="1"/>
          </p:cNvSpPr>
          <p:nvPr/>
        </p:nvSpPr>
        <p:spPr bwMode="gray">
          <a:xfrm>
            <a:off x="5476444" y="4294091"/>
            <a:ext cx="6206627" cy="185358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&lt;SW1&gt;display 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0/0/10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Description:</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Switch Port, PVID :   12, TPID : 8100(Hex), The Maximum Frame Length is 9216</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 Sending Frames' Format is PKTFMT_ETHNT_2, Hardware address is 4c1f-cc69-6d7b</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Hardware address is 4c1f-cc69-6d7b</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Last 300 seconds input rate 0 bytes/sec, 0 packets/sec</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Last 300 seconds output rate 0 bytes/sec, 0 packets/sec</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Input: 430 bytes, 6 packets</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Output: 197137 bytes, 1659 packets</a:t>
            </a: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C08C2717-4925-718A-B9B2-9DA81F5983E3}"/>
                  </a:ext>
                </a:extLst>
              </p14:cNvPr>
              <p14:cNvContentPartPr/>
              <p14:nvPr/>
            </p14:nvContentPartPr>
            <p14:xfrm>
              <a:off x="2882068" y="3928576"/>
              <a:ext cx="66600" cy="88200"/>
            </p14:xfrm>
          </p:contentPart>
        </mc:Choice>
        <mc:Fallback xmlns="">
          <p:pic>
            <p:nvPicPr>
              <p:cNvPr id="2" name="墨迹 1">
                <a:extLst>
                  <a:ext uri="{FF2B5EF4-FFF2-40B4-BE49-F238E27FC236}">
                    <a16:creationId xmlns:a16="http://schemas.microsoft.com/office/drawing/2014/main" id="{C08C2717-4925-718A-B9B2-9DA81F5983E3}"/>
                  </a:ext>
                </a:extLst>
              </p:cNvPr>
              <p:cNvPicPr/>
              <p:nvPr/>
            </p:nvPicPr>
            <p:blipFill>
              <a:blip r:embed="rId7"/>
              <a:stretch>
                <a:fillRect/>
              </a:stretch>
            </p:blipFill>
            <p:spPr>
              <a:xfrm>
                <a:off x="2873068" y="3919576"/>
                <a:ext cx="84240" cy="105840"/>
              </a:xfrm>
              <a:prstGeom prst="rect">
                <a:avLst/>
              </a:prstGeom>
            </p:spPr>
          </p:pic>
        </mc:Fallback>
      </mc:AlternateContent>
      <p:grpSp>
        <p:nvGrpSpPr>
          <p:cNvPr id="20" name="组合 19">
            <a:extLst>
              <a:ext uri="{FF2B5EF4-FFF2-40B4-BE49-F238E27FC236}">
                <a16:creationId xmlns:a16="http://schemas.microsoft.com/office/drawing/2014/main" id="{42BF7E43-D997-D9BB-4A59-26EF6968307E}"/>
              </a:ext>
            </a:extLst>
          </p:cNvPr>
          <p:cNvGrpSpPr/>
          <p:nvPr/>
        </p:nvGrpSpPr>
        <p:grpSpPr>
          <a:xfrm>
            <a:off x="6919828" y="3989776"/>
            <a:ext cx="1152360" cy="17640"/>
            <a:chOff x="6919828" y="3989776"/>
            <a:chExt cx="1152360" cy="17640"/>
          </a:xfrm>
        </p:grpSpPr>
        <mc:AlternateContent xmlns:mc="http://schemas.openxmlformats.org/markup-compatibility/2006" xmlns:p14="http://schemas.microsoft.com/office/powerpoint/2010/main">
          <mc:Choice Requires="p14">
            <p:contentPart p14:bwMode="auto" r:id="rId8">
              <p14:nvContentPartPr>
                <p14:cNvPr id="18" name="墨迹 17">
                  <a:extLst>
                    <a:ext uri="{FF2B5EF4-FFF2-40B4-BE49-F238E27FC236}">
                      <a16:creationId xmlns:a16="http://schemas.microsoft.com/office/drawing/2014/main" id="{7EBECC8A-CBA2-B8F3-89D4-89142ABF63BD}"/>
                    </a:ext>
                  </a:extLst>
                </p14:cNvPr>
                <p14:cNvContentPartPr/>
                <p14:nvPr/>
              </p14:nvContentPartPr>
              <p14:xfrm>
                <a:off x="7446868" y="4000216"/>
                <a:ext cx="91800" cy="6120"/>
              </p14:xfrm>
            </p:contentPart>
          </mc:Choice>
          <mc:Fallback xmlns="">
            <p:pic>
              <p:nvPicPr>
                <p:cNvPr id="18" name="墨迹 17">
                  <a:extLst>
                    <a:ext uri="{FF2B5EF4-FFF2-40B4-BE49-F238E27FC236}">
                      <a16:creationId xmlns:a16="http://schemas.microsoft.com/office/drawing/2014/main" id="{7EBECC8A-CBA2-B8F3-89D4-89142ABF63BD}"/>
                    </a:ext>
                  </a:extLst>
                </p:cNvPr>
                <p:cNvPicPr/>
                <p:nvPr/>
              </p:nvPicPr>
              <p:blipFill>
                <a:blip r:embed="rId9"/>
                <a:stretch>
                  <a:fillRect/>
                </a:stretch>
              </p:blipFill>
              <p:spPr>
                <a:xfrm>
                  <a:off x="7437868" y="3991216"/>
                  <a:ext cx="1094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墨迹 18">
                  <a:extLst>
                    <a:ext uri="{FF2B5EF4-FFF2-40B4-BE49-F238E27FC236}">
                      <a16:creationId xmlns:a16="http://schemas.microsoft.com/office/drawing/2014/main" id="{C5EA3D92-F4B6-D853-B535-533C10AFC14D}"/>
                    </a:ext>
                  </a:extLst>
                </p14:cNvPr>
                <p14:cNvContentPartPr/>
                <p14:nvPr/>
              </p14:nvContentPartPr>
              <p14:xfrm>
                <a:off x="6919828" y="3989776"/>
                <a:ext cx="1152360" cy="17640"/>
              </p14:xfrm>
            </p:contentPart>
          </mc:Choice>
          <mc:Fallback xmlns="">
            <p:pic>
              <p:nvPicPr>
                <p:cNvPr id="19" name="墨迹 18">
                  <a:extLst>
                    <a:ext uri="{FF2B5EF4-FFF2-40B4-BE49-F238E27FC236}">
                      <a16:creationId xmlns:a16="http://schemas.microsoft.com/office/drawing/2014/main" id="{C5EA3D92-F4B6-D853-B535-533C10AFC14D}"/>
                    </a:ext>
                  </a:extLst>
                </p:cNvPr>
                <p:cNvPicPr/>
                <p:nvPr/>
              </p:nvPicPr>
              <p:blipFill>
                <a:blip r:embed="rId11"/>
                <a:stretch>
                  <a:fillRect/>
                </a:stretch>
              </p:blipFill>
              <p:spPr>
                <a:xfrm>
                  <a:off x="6911188" y="3981136"/>
                  <a:ext cx="1170000" cy="35280"/>
                </a:xfrm>
                <a:prstGeom prst="rect">
                  <a:avLst/>
                </a:prstGeom>
              </p:spPr>
            </p:pic>
          </mc:Fallback>
        </mc:AlternateContent>
      </p:grpSp>
    </p:spTree>
    <p:extLst>
      <p:ext uri="{BB962C8B-B14F-4D97-AF65-F5344CB8AC3E}">
        <p14:creationId xmlns:p14="http://schemas.microsoft.com/office/powerpoint/2010/main" val="2664720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占位符 49"/>
          <p:cNvSpPr txBox="1">
            <a:spLocks/>
          </p:cNvSpPr>
          <p:nvPr/>
        </p:nvSpPr>
        <p:spPr bwMode="gray">
          <a:xfrm>
            <a:off x="5497772" y="1088348"/>
            <a:ext cx="6206627" cy="514826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物理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地址是否设置为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，并且确保网关设置为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192.168.12.254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地址状态，确保</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地址配置正常（</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接口没有</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地址不会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，无法完成三层转发）。</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5699264" y="2526761"/>
            <a:ext cx="5067088" cy="156958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(3)</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370003" y="41802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42823485"/>
              </p:ext>
            </p:extLst>
          </p:nvPr>
        </p:nvGraphicFramePr>
        <p:xfrm>
          <a:off x="5967022" y="2567671"/>
          <a:ext cx="4571370" cy="1463040"/>
        </p:xfrm>
        <a:graphic>
          <a:graphicData uri="http://schemas.openxmlformats.org/drawingml/2006/table">
            <a:tbl>
              <a:tblPr>
                <a:tableStyleId>{72833802-FEF1-4C79-8D5D-14CF1EAF98D9}</a:tableStyleId>
              </a:tblPr>
              <a:tblGrid>
                <a:gridCol w="1026725">
                  <a:extLst>
                    <a:ext uri="{9D8B030D-6E8A-4147-A177-3AD203B41FA5}">
                      <a16:colId xmlns:a16="http://schemas.microsoft.com/office/drawing/2014/main" val="20000"/>
                    </a:ext>
                  </a:extLst>
                </a:gridCol>
                <a:gridCol w="1686763">
                  <a:extLst>
                    <a:ext uri="{9D8B030D-6E8A-4147-A177-3AD203B41FA5}">
                      <a16:colId xmlns:a16="http://schemas.microsoft.com/office/drawing/2014/main" val="20001"/>
                    </a:ext>
                  </a:extLst>
                </a:gridCol>
                <a:gridCol w="928941">
                  <a:extLst>
                    <a:ext uri="{9D8B030D-6E8A-4147-A177-3AD203B41FA5}">
                      <a16:colId xmlns:a16="http://schemas.microsoft.com/office/drawing/2014/main" val="20002"/>
                    </a:ext>
                  </a:extLst>
                </a:gridCol>
                <a:gridCol w="928941">
                  <a:extLst>
                    <a:ext uri="{9D8B030D-6E8A-4147-A177-3AD203B41FA5}">
                      <a16:colId xmlns:a16="http://schemas.microsoft.com/office/drawing/2014/main" val="20003"/>
                    </a:ext>
                  </a:extLst>
                </a:gridCol>
              </a:tblGrid>
              <a:tr h="171450">
                <a:tc gridSpan="3">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&lt;SW3&gt;display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interface brief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a:txBody>
                    <a:bodyPr/>
                    <a:lstStyle/>
                    <a:p>
                      <a:pPr algn="l" fontAlgn="b"/>
                      <a:endParaRPr lang="zh-CN" alt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 Address/Mask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Physical</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Protocol</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MEth0/0/1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NULL0</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Vlanif1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1450">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Vlanif12</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192.168.12.3/24</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71450">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Vlanif34</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b="1"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192.168.34.3/24</a:t>
                      </a:r>
                      <a:endParaRPr lang="en-US" altLang="zh-CN" sz="1200" b="1"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42" name="AutoShape 17"/>
          <p:cNvSpPr>
            <a:spLocks noChangeArrowheads="1"/>
          </p:cNvSpPr>
          <p:nvPr/>
        </p:nvSpPr>
        <p:spPr bwMode="gray">
          <a:xfrm>
            <a:off x="5699264" y="4181893"/>
            <a:ext cx="5067088" cy="156958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0" name="表格 49"/>
          <p:cNvGraphicFramePr>
            <a:graphicFrameLocks noGrp="1"/>
          </p:cNvGraphicFramePr>
          <p:nvPr>
            <p:extLst>
              <p:ext uri="{D42A27DB-BD31-4B8C-83A1-F6EECF244321}">
                <p14:modId xmlns:p14="http://schemas.microsoft.com/office/powerpoint/2010/main" val="281543804"/>
              </p:ext>
            </p:extLst>
          </p:nvPr>
        </p:nvGraphicFramePr>
        <p:xfrm>
          <a:off x="5967022" y="4222803"/>
          <a:ext cx="4571370" cy="1463040"/>
        </p:xfrm>
        <a:graphic>
          <a:graphicData uri="http://schemas.openxmlformats.org/drawingml/2006/table">
            <a:tbl>
              <a:tblPr>
                <a:tableStyleId>{72833802-FEF1-4C79-8D5D-14CF1EAF98D9}</a:tableStyleId>
              </a:tblPr>
              <a:tblGrid>
                <a:gridCol w="1026725">
                  <a:extLst>
                    <a:ext uri="{9D8B030D-6E8A-4147-A177-3AD203B41FA5}">
                      <a16:colId xmlns:a16="http://schemas.microsoft.com/office/drawing/2014/main" val="20000"/>
                    </a:ext>
                  </a:extLst>
                </a:gridCol>
                <a:gridCol w="1686763">
                  <a:extLst>
                    <a:ext uri="{9D8B030D-6E8A-4147-A177-3AD203B41FA5}">
                      <a16:colId xmlns:a16="http://schemas.microsoft.com/office/drawing/2014/main" val="20001"/>
                    </a:ext>
                  </a:extLst>
                </a:gridCol>
                <a:gridCol w="928941">
                  <a:extLst>
                    <a:ext uri="{9D8B030D-6E8A-4147-A177-3AD203B41FA5}">
                      <a16:colId xmlns:a16="http://schemas.microsoft.com/office/drawing/2014/main" val="20002"/>
                    </a:ext>
                  </a:extLst>
                </a:gridCol>
                <a:gridCol w="928941">
                  <a:extLst>
                    <a:ext uri="{9D8B030D-6E8A-4147-A177-3AD203B41FA5}">
                      <a16:colId xmlns:a16="http://schemas.microsoft.com/office/drawing/2014/main" val="20003"/>
                    </a:ext>
                  </a:extLst>
                </a:gridCol>
              </a:tblGrid>
              <a:tr h="171450">
                <a:tc gridSpan="3">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&lt;SW4&gt;display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interface brief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a:txBody>
                    <a:bodyPr/>
                    <a:lstStyle/>
                    <a:p>
                      <a:pPr algn="l" fontAlgn="b"/>
                      <a:endParaRPr lang="zh-CN" alt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 Address/Mask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Physical</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Protocol</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MEth0/0/1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NULL0</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1450">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Vlanif1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unassigned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1450">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Vlanif12</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192.168.12.4/24</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71450">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Vlanif34</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192.168.34.4/24</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54" name="文本占位符 49"/>
          <p:cNvSpPr txBox="1">
            <a:spLocks/>
          </p:cNvSpPr>
          <p:nvPr/>
        </p:nvSpPr>
        <p:spPr bwMode="gray">
          <a:xfrm>
            <a:off x="5497772" y="5751478"/>
            <a:ext cx="6206627" cy="38840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由以上结果得知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地址配置正确。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455FB5D3-997F-FDB4-89C3-2444DD2404A1}"/>
                  </a:ext>
                </a:extLst>
              </p14:cNvPr>
              <p14:cNvContentPartPr/>
              <p14:nvPr/>
            </p14:nvContentPartPr>
            <p14:xfrm>
              <a:off x="6029548" y="3734896"/>
              <a:ext cx="148680" cy="222480"/>
            </p14:xfrm>
          </p:contentPart>
        </mc:Choice>
        <mc:Fallback xmlns="">
          <p:pic>
            <p:nvPicPr>
              <p:cNvPr id="3" name="墨迹 2">
                <a:extLst>
                  <a:ext uri="{FF2B5EF4-FFF2-40B4-BE49-F238E27FC236}">
                    <a16:creationId xmlns:a16="http://schemas.microsoft.com/office/drawing/2014/main" id="{455FB5D3-997F-FDB4-89C3-2444DD2404A1}"/>
                  </a:ext>
                </a:extLst>
              </p:cNvPr>
              <p:cNvPicPr/>
              <p:nvPr/>
            </p:nvPicPr>
            <p:blipFill>
              <a:blip r:embed="rId7"/>
              <a:stretch>
                <a:fillRect/>
              </a:stretch>
            </p:blipFill>
            <p:spPr>
              <a:xfrm>
                <a:off x="6020548" y="3725896"/>
                <a:ext cx="16632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墨迹 9">
                <a:extLst>
                  <a:ext uri="{FF2B5EF4-FFF2-40B4-BE49-F238E27FC236}">
                    <a16:creationId xmlns:a16="http://schemas.microsoft.com/office/drawing/2014/main" id="{C5FBE757-C127-5EF5-24F6-C8F5B8B494C6}"/>
                  </a:ext>
                </a:extLst>
              </p14:cNvPr>
              <p14:cNvContentPartPr/>
              <p14:nvPr/>
            </p14:nvContentPartPr>
            <p14:xfrm>
              <a:off x="6070948" y="5455336"/>
              <a:ext cx="102600" cy="195480"/>
            </p14:xfrm>
          </p:contentPart>
        </mc:Choice>
        <mc:Fallback xmlns="">
          <p:pic>
            <p:nvPicPr>
              <p:cNvPr id="10" name="墨迹 9">
                <a:extLst>
                  <a:ext uri="{FF2B5EF4-FFF2-40B4-BE49-F238E27FC236}">
                    <a16:creationId xmlns:a16="http://schemas.microsoft.com/office/drawing/2014/main" id="{C5FBE757-C127-5EF5-24F6-C8F5B8B494C6}"/>
                  </a:ext>
                </a:extLst>
              </p:cNvPr>
              <p:cNvPicPr/>
              <p:nvPr/>
            </p:nvPicPr>
            <p:blipFill>
              <a:blip r:embed="rId9"/>
              <a:stretch>
                <a:fillRect/>
              </a:stretch>
            </p:blipFill>
            <p:spPr>
              <a:xfrm>
                <a:off x="6061948" y="5446336"/>
                <a:ext cx="120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墨迹 10">
                <a:extLst>
                  <a:ext uri="{FF2B5EF4-FFF2-40B4-BE49-F238E27FC236}">
                    <a16:creationId xmlns:a16="http://schemas.microsoft.com/office/drawing/2014/main" id="{8FE3610A-EC05-0BBC-DE56-1A482E374C0A}"/>
                  </a:ext>
                </a:extLst>
              </p14:cNvPr>
              <p14:cNvContentPartPr/>
              <p14:nvPr/>
            </p14:nvContentPartPr>
            <p14:xfrm>
              <a:off x="5506828" y="1438816"/>
              <a:ext cx="1955160" cy="382320"/>
            </p14:xfrm>
          </p:contentPart>
        </mc:Choice>
        <mc:Fallback xmlns="">
          <p:pic>
            <p:nvPicPr>
              <p:cNvPr id="11" name="墨迹 10">
                <a:extLst>
                  <a:ext uri="{FF2B5EF4-FFF2-40B4-BE49-F238E27FC236}">
                    <a16:creationId xmlns:a16="http://schemas.microsoft.com/office/drawing/2014/main" id="{8FE3610A-EC05-0BBC-DE56-1A482E374C0A}"/>
                  </a:ext>
                </a:extLst>
              </p:cNvPr>
              <p:cNvPicPr/>
              <p:nvPr/>
            </p:nvPicPr>
            <p:blipFill>
              <a:blip r:embed="rId11"/>
              <a:stretch>
                <a:fillRect/>
              </a:stretch>
            </p:blipFill>
            <p:spPr>
              <a:xfrm>
                <a:off x="5497828" y="1429816"/>
                <a:ext cx="197280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墨迹 12">
                <a:extLst>
                  <a:ext uri="{FF2B5EF4-FFF2-40B4-BE49-F238E27FC236}">
                    <a16:creationId xmlns:a16="http://schemas.microsoft.com/office/drawing/2014/main" id="{4D3D70F8-3502-8A7F-E324-0AA41B438DA9}"/>
                  </a:ext>
                </a:extLst>
              </p14:cNvPr>
              <p14:cNvContentPartPr/>
              <p14:nvPr/>
            </p14:nvContentPartPr>
            <p14:xfrm>
              <a:off x="5920108" y="3843256"/>
              <a:ext cx="2842560" cy="24120"/>
            </p14:xfrm>
          </p:contentPart>
        </mc:Choice>
        <mc:Fallback xmlns="">
          <p:pic>
            <p:nvPicPr>
              <p:cNvPr id="13" name="墨迹 12">
                <a:extLst>
                  <a:ext uri="{FF2B5EF4-FFF2-40B4-BE49-F238E27FC236}">
                    <a16:creationId xmlns:a16="http://schemas.microsoft.com/office/drawing/2014/main" id="{4D3D70F8-3502-8A7F-E324-0AA41B438DA9}"/>
                  </a:ext>
                </a:extLst>
              </p:cNvPr>
              <p:cNvPicPr/>
              <p:nvPr/>
            </p:nvPicPr>
            <p:blipFill>
              <a:blip r:embed="rId13"/>
              <a:stretch>
                <a:fillRect/>
              </a:stretch>
            </p:blipFill>
            <p:spPr>
              <a:xfrm>
                <a:off x="5911108" y="3834616"/>
                <a:ext cx="28602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墨迹 13">
                <a:extLst>
                  <a:ext uri="{FF2B5EF4-FFF2-40B4-BE49-F238E27FC236}">
                    <a16:creationId xmlns:a16="http://schemas.microsoft.com/office/drawing/2014/main" id="{ADE44764-5762-B2DA-B742-7CEC69DC0117}"/>
                  </a:ext>
                </a:extLst>
              </p14:cNvPr>
              <p14:cNvContentPartPr/>
              <p14:nvPr/>
            </p14:nvContentPartPr>
            <p14:xfrm>
              <a:off x="6059788" y="5532736"/>
              <a:ext cx="2603520" cy="16560"/>
            </p14:xfrm>
          </p:contentPart>
        </mc:Choice>
        <mc:Fallback xmlns="">
          <p:pic>
            <p:nvPicPr>
              <p:cNvPr id="14" name="墨迹 13">
                <a:extLst>
                  <a:ext uri="{FF2B5EF4-FFF2-40B4-BE49-F238E27FC236}">
                    <a16:creationId xmlns:a16="http://schemas.microsoft.com/office/drawing/2014/main" id="{ADE44764-5762-B2DA-B742-7CEC69DC0117}"/>
                  </a:ext>
                </a:extLst>
              </p:cNvPr>
              <p:cNvPicPr/>
              <p:nvPr/>
            </p:nvPicPr>
            <p:blipFill>
              <a:blip r:embed="rId15"/>
              <a:stretch>
                <a:fillRect/>
              </a:stretch>
            </p:blipFill>
            <p:spPr>
              <a:xfrm>
                <a:off x="6050788" y="5523736"/>
                <a:ext cx="2621160" cy="34200"/>
              </a:xfrm>
              <a:prstGeom prst="rect">
                <a:avLst/>
              </a:prstGeom>
            </p:spPr>
          </p:pic>
        </mc:Fallback>
      </mc:AlternateContent>
      <p:grpSp>
        <p:nvGrpSpPr>
          <p:cNvPr id="55" name="组合 54">
            <a:extLst>
              <a:ext uri="{FF2B5EF4-FFF2-40B4-BE49-F238E27FC236}">
                <a16:creationId xmlns:a16="http://schemas.microsoft.com/office/drawing/2014/main" id="{B29ACD4E-E355-51B2-38FE-15C06D3F7E84}"/>
              </a:ext>
            </a:extLst>
          </p:cNvPr>
          <p:cNvGrpSpPr/>
          <p:nvPr/>
        </p:nvGrpSpPr>
        <p:grpSpPr>
          <a:xfrm>
            <a:off x="2577868" y="1837336"/>
            <a:ext cx="925560" cy="909000"/>
            <a:chOff x="2577868" y="1837336"/>
            <a:chExt cx="925560" cy="909000"/>
          </a:xfrm>
        </p:grpSpPr>
        <mc:AlternateContent xmlns:mc="http://schemas.openxmlformats.org/markup-compatibility/2006" xmlns:p14="http://schemas.microsoft.com/office/powerpoint/2010/main">
          <mc:Choice Requires="p14">
            <p:contentPart p14:bwMode="auto" r:id="rId16">
              <p14:nvContentPartPr>
                <p14:cNvPr id="15" name="墨迹 14">
                  <a:extLst>
                    <a:ext uri="{FF2B5EF4-FFF2-40B4-BE49-F238E27FC236}">
                      <a16:creationId xmlns:a16="http://schemas.microsoft.com/office/drawing/2014/main" id="{DA3A2748-A1EE-D802-497A-D8EA5DE2A242}"/>
                    </a:ext>
                  </a:extLst>
                </p14:cNvPr>
                <p14:cNvContentPartPr/>
                <p14:nvPr/>
              </p14:nvContentPartPr>
              <p14:xfrm>
                <a:off x="2577868" y="2092576"/>
                <a:ext cx="678240" cy="653760"/>
              </p14:xfrm>
            </p:contentPart>
          </mc:Choice>
          <mc:Fallback xmlns="">
            <p:pic>
              <p:nvPicPr>
                <p:cNvPr id="15" name="墨迹 14">
                  <a:extLst>
                    <a:ext uri="{FF2B5EF4-FFF2-40B4-BE49-F238E27FC236}">
                      <a16:creationId xmlns:a16="http://schemas.microsoft.com/office/drawing/2014/main" id="{DA3A2748-A1EE-D802-497A-D8EA5DE2A242}"/>
                    </a:ext>
                  </a:extLst>
                </p:cNvPr>
                <p:cNvPicPr/>
                <p:nvPr/>
              </p:nvPicPr>
              <p:blipFill>
                <a:blip r:embed="rId17"/>
                <a:stretch>
                  <a:fillRect/>
                </a:stretch>
              </p:blipFill>
              <p:spPr>
                <a:xfrm>
                  <a:off x="2569228" y="2083576"/>
                  <a:ext cx="695880" cy="671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墨迹 15">
                  <a:extLst>
                    <a:ext uri="{FF2B5EF4-FFF2-40B4-BE49-F238E27FC236}">
                      <a16:creationId xmlns:a16="http://schemas.microsoft.com/office/drawing/2014/main" id="{0CF0710B-C57E-73BC-C98B-8506474B709C}"/>
                    </a:ext>
                  </a:extLst>
                </p14:cNvPr>
                <p14:cNvContentPartPr/>
                <p14:nvPr/>
              </p14:nvContentPartPr>
              <p14:xfrm>
                <a:off x="2665348" y="1837696"/>
                <a:ext cx="150120" cy="161640"/>
              </p14:xfrm>
            </p:contentPart>
          </mc:Choice>
          <mc:Fallback xmlns="">
            <p:pic>
              <p:nvPicPr>
                <p:cNvPr id="16" name="墨迹 15">
                  <a:extLst>
                    <a:ext uri="{FF2B5EF4-FFF2-40B4-BE49-F238E27FC236}">
                      <a16:creationId xmlns:a16="http://schemas.microsoft.com/office/drawing/2014/main" id="{0CF0710B-C57E-73BC-C98B-8506474B709C}"/>
                    </a:ext>
                  </a:extLst>
                </p:cNvPr>
                <p:cNvPicPr/>
                <p:nvPr/>
              </p:nvPicPr>
              <p:blipFill>
                <a:blip r:embed="rId19"/>
                <a:stretch>
                  <a:fillRect/>
                </a:stretch>
              </p:blipFill>
              <p:spPr>
                <a:xfrm>
                  <a:off x="2656708" y="1828696"/>
                  <a:ext cx="1677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墨迹 16">
                  <a:extLst>
                    <a:ext uri="{FF2B5EF4-FFF2-40B4-BE49-F238E27FC236}">
                      <a16:creationId xmlns:a16="http://schemas.microsoft.com/office/drawing/2014/main" id="{33A7BB70-FF4D-5816-1477-42648D3211F2}"/>
                    </a:ext>
                  </a:extLst>
                </p14:cNvPr>
                <p14:cNvContentPartPr/>
                <p14:nvPr/>
              </p14:nvContentPartPr>
              <p14:xfrm>
                <a:off x="2882788" y="1851736"/>
                <a:ext cx="61920" cy="95040"/>
              </p14:xfrm>
            </p:contentPart>
          </mc:Choice>
          <mc:Fallback xmlns="">
            <p:pic>
              <p:nvPicPr>
                <p:cNvPr id="17" name="墨迹 16">
                  <a:extLst>
                    <a:ext uri="{FF2B5EF4-FFF2-40B4-BE49-F238E27FC236}">
                      <a16:creationId xmlns:a16="http://schemas.microsoft.com/office/drawing/2014/main" id="{33A7BB70-FF4D-5816-1477-42648D3211F2}"/>
                    </a:ext>
                  </a:extLst>
                </p:cNvPr>
                <p:cNvPicPr/>
                <p:nvPr/>
              </p:nvPicPr>
              <p:blipFill>
                <a:blip r:embed="rId21"/>
                <a:stretch>
                  <a:fillRect/>
                </a:stretch>
              </p:blipFill>
              <p:spPr>
                <a:xfrm>
                  <a:off x="2874148" y="1843096"/>
                  <a:ext cx="795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墨迹 17">
                  <a:extLst>
                    <a:ext uri="{FF2B5EF4-FFF2-40B4-BE49-F238E27FC236}">
                      <a16:creationId xmlns:a16="http://schemas.microsoft.com/office/drawing/2014/main" id="{C6A9A65E-6349-6315-5DE5-AE44A99D26FF}"/>
                    </a:ext>
                  </a:extLst>
                </p14:cNvPr>
                <p14:cNvContentPartPr/>
                <p14:nvPr/>
              </p14:nvContentPartPr>
              <p14:xfrm>
                <a:off x="2975668" y="1890616"/>
                <a:ext cx="57960" cy="54000"/>
              </p14:xfrm>
            </p:contentPart>
          </mc:Choice>
          <mc:Fallback xmlns="">
            <p:pic>
              <p:nvPicPr>
                <p:cNvPr id="18" name="墨迹 17">
                  <a:extLst>
                    <a:ext uri="{FF2B5EF4-FFF2-40B4-BE49-F238E27FC236}">
                      <a16:creationId xmlns:a16="http://schemas.microsoft.com/office/drawing/2014/main" id="{C6A9A65E-6349-6315-5DE5-AE44A99D26FF}"/>
                    </a:ext>
                  </a:extLst>
                </p:cNvPr>
                <p:cNvPicPr/>
                <p:nvPr/>
              </p:nvPicPr>
              <p:blipFill>
                <a:blip r:embed="rId23"/>
                <a:stretch>
                  <a:fillRect/>
                </a:stretch>
              </p:blipFill>
              <p:spPr>
                <a:xfrm>
                  <a:off x="2966668" y="1881616"/>
                  <a:ext cx="7560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墨迹 18">
                  <a:extLst>
                    <a:ext uri="{FF2B5EF4-FFF2-40B4-BE49-F238E27FC236}">
                      <a16:creationId xmlns:a16="http://schemas.microsoft.com/office/drawing/2014/main" id="{FD83C630-F76B-3628-83A5-C60BBC08C3C6}"/>
                    </a:ext>
                  </a:extLst>
                </p14:cNvPr>
                <p14:cNvContentPartPr/>
                <p14:nvPr/>
              </p14:nvContentPartPr>
              <p14:xfrm>
                <a:off x="3012388" y="1875136"/>
                <a:ext cx="81000" cy="157320"/>
              </p14:xfrm>
            </p:contentPart>
          </mc:Choice>
          <mc:Fallback xmlns="">
            <p:pic>
              <p:nvPicPr>
                <p:cNvPr id="19" name="墨迹 18">
                  <a:extLst>
                    <a:ext uri="{FF2B5EF4-FFF2-40B4-BE49-F238E27FC236}">
                      <a16:creationId xmlns:a16="http://schemas.microsoft.com/office/drawing/2014/main" id="{FD83C630-F76B-3628-83A5-C60BBC08C3C6}"/>
                    </a:ext>
                  </a:extLst>
                </p:cNvPr>
                <p:cNvPicPr/>
                <p:nvPr/>
              </p:nvPicPr>
              <p:blipFill>
                <a:blip r:embed="rId25"/>
                <a:stretch>
                  <a:fillRect/>
                </a:stretch>
              </p:blipFill>
              <p:spPr>
                <a:xfrm>
                  <a:off x="3003388" y="1866496"/>
                  <a:ext cx="986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墨迹 19">
                  <a:extLst>
                    <a:ext uri="{FF2B5EF4-FFF2-40B4-BE49-F238E27FC236}">
                      <a16:creationId xmlns:a16="http://schemas.microsoft.com/office/drawing/2014/main" id="{FFD0AC9F-4C0E-66A1-316A-E9A5C56EB876}"/>
                    </a:ext>
                  </a:extLst>
                </p14:cNvPr>
                <p14:cNvContentPartPr/>
                <p14:nvPr/>
              </p14:nvContentPartPr>
              <p14:xfrm>
                <a:off x="3262228" y="1837336"/>
                <a:ext cx="241200" cy="218160"/>
              </p14:xfrm>
            </p:contentPart>
          </mc:Choice>
          <mc:Fallback xmlns="">
            <p:pic>
              <p:nvPicPr>
                <p:cNvPr id="20" name="墨迹 19">
                  <a:extLst>
                    <a:ext uri="{FF2B5EF4-FFF2-40B4-BE49-F238E27FC236}">
                      <a16:creationId xmlns:a16="http://schemas.microsoft.com/office/drawing/2014/main" id="{FFD0AC9F-4C0E-66A1-316A-E9A5C56EB876}"/>
                    </a:ext>
                  </a:extLst>
                </p:cNvPr>
                <p:cNvPicPr/>
                <p:nvPr/>
              </p:nvPicPr>
              <p:blipFill>
                <a:blip r:embed="rId27"/>
                <a:stretch>
                  <a:fillRect/>
                </a:stretch>
              </p:blipFill>
              <p:spPr>
                <a:xfrm>
                  <a:off x="3253228" y="1828696"/>
                  <a:ext cx="258840" cy="235800"/>
                </a:xfrm>
                <a:prstGeom prst="rect">
                  <a:avLst/>
                </a:prstGeom>
              </p:spPr>
            </p:pic>
          </mc:Fallback>
        </mc:AlternateContent>
      </p:grpSp>
      <p:grpSp>
        <p:nvGrpSpPr>
          <p:cNvPr id="25" name="组合 24">
            <a:extLst>
              <a:ext uri="{FF2B5EF4-FFF2-40B4-BE49-F238E27FC236}">
                <a16:creationId xmlns:a16="http://schemas.microsoft.com/office/drawing/2014/main" id="{C03BC0E9-EE17-8914-57FD-DBA1D398B730}"/>
              </a:ext>
            </a:extLst>
          </p:cNvPr>
          <p:cNvGrpSpPr/>
          <p:nvPr/>
        </p:nvGrpSpPr>
        <p:grpSpPr>
          <a:xfrm>
            <a:off x="4591708" y="1797736"/>
            <a:ext cx="515880" cy="384120"/>
            <a:chOff x="4591708" y="1797736"/>
            <a:chExt cx="515880" cy="384120"/>
          </a:xfrm>
        </p:grpSpPr>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21513AB8-319C-BDC4-CD9A-8B6725E23919}"/>
                    </a:ext>
                  </a:extLst>
                </p14:cNvPr>
                <p14:cNvContentPartPr/>
                <p14:nvPr/>
              </p14:nvContentPartPr>
              <p14:xfrm>
                <a:off x="4591708" y="1797736"/>
                <a:ext cx="182160" cy="341280"/>
              </p14:xfrm>
            </p:contentPart>
          </mc:Choice>
          <mc:Fallback xmlns="">
            <p:pic>
              <p:nvPicPr>
                <p:cNvPr id="21" name="墨迹 20">
                  <a:extLst>
                    <a:ext uri="{FF2B5EF4-FFF2-40B4-BE49-F238E27FC236}">
                      <a16:creationId xmlns:a16="http://schemas.microsoft.com/office/drawing/2014/main" id="{21513AB8-319C-BDC4-CD9A-8B6725E23919}"/>
                    </a:ext>
                  </a:extLst>
                </p:cNvPr>
                <p:cNvPicPr/>
                <p:nvPr/>
              </p:nvPicPr>
              <p:blipFill>
                <a:blip r:embed="rId29"/>
                <a:stretch>
                  <a:fillRect/>
                </a:stretch>
              </p:blipFill>
              <p:spPr>
                <a:xfrm>
                  <a:off x="4582708" y="1789096"/>
                  <a:ext cx="1998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06713A84-9A60-64A4-DDE7-7C3662B47E59}"/>
                    </a:ext>
                  </a:extLst>
                </p14:cNvPr>
                <p14:cNvContentPartPr/>
                <p14:nvPr/>
              </p14:nvContentPartPr>
              <p14:xfrm>
                <a:off x="4856668" y="2076736"/>
                <a:ext cx="28080" cy="78840"/>
              </p14:xfrm>
            </p:contentPart>
          </mc:Choice>
          <mc:Fallback xmlns="">
            <p:pic>
              <p:nvPicPr>
                <p:cNvPr id="22" name="墨迹 21">
                  <a:extLst>
                    <a:ext uri="{FF2B5EF4-FFF2-40B4-BE49-F238E27FC236}">
                      <a16:creationId xmlns:a16="http://schemas.microsoft.com/office/drawing/2014/main" id="{06713A84-9A60-64A4-DDE7-7C3662B47E59}"/>
                    </a:ext>
                  </a:extLst>
                </p:cNvPr>
                <p:cNvPicPr/>
                <p:nvPr/>
              </p:nvPicPr>
              <p:blipFill>
                <a:blip r:embed="rId31"/>
                <a:stretch>
                  <a:fillRect/>
                </a:stretch>
              </p:blipFill>
              <p:spPr>
                <a:xfrm>
                  <a:off x="4847668" y="2068096"/>
                  <a:ext cx="457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a:extLst>
                    <a:ext uri="{FF2B5EF4-FFF2-40B4-BE49-F238E27FC236}">
                      <a16:creationId xmlns:a16="http://schemas.microsoft.com/office/drawing/2014/main" id="{32E9DC95-B5FF-8F6D-3F1D-A0E839F4EFE2}"/>
                    </a:ext>
                  </a:extLst>
                </p14:cNvPr>
                <p14:cNvContentPartPr/>
                <p14:nvPr/>
              </p14:nvContentPartPr>
              <p14:xfrm>
                <a:off x="5075548" y="2138656"/>
                <a:ext cx="32040" cy="43200"/>
              </p14:xfrm>
            </p:contentPart>
          </mc:Choice>
          <mc:Fallback xmlns="">
            <p:pic>
              <p:nvPicPr>
                <p:cNvPr id="23" name="墨迹 22">
                  <a:extLst>
                    <a:ext uri="{FF2B5EF4-FFF2-40B4-BE49-F238E27FC236}">
                      <a16:creationId xmlns:a16="http://schemas.microsoft.com/office/drawing/2014/main" id="{32E9DC95-B5FF-8F6D-3F1D-A0E839F4EFE2}"/>
                    </a:ext>
                  </a:extLst>
                </p:cNvPr>
                <p:cNvPicPr/>
                <p:nvPr/>
              </p:nvPicPr>
              <p:blipFill>
                <a:blip r:embed="rId33"/>
                <a:stretch>
                  <a:fillRect/>
                </a:stretch>
              </p:blipFill>
              <p:spPr>
                <a:xfrm>
                  <a:off x="5066908" y="2130016"/>
                  <a:ext cx="49680" cy="60840"/>
                </a:xfrm>
                <a:prstGeom prst="rect">
                  <a:avLst/>
                </a:prstGeom>
              </p:spPr>
            </p:pic>
          </mc:Fallback>
        </mc:AlternateContent>
      </p:grpSp>
      <p:grpSp>
        <p:nvGrpSpPr>
          <p:cNvPr id="59" name="组合 58">
            <a:extLst>
              <a:ext uri="{FF2B5EF4-FFF2-40B4-BE49-F238E27FC236}">
                <a16:creationId xmlns:a16="http://schemas.microsoft.com/office/drawing/2014/main" id="{6C23BD02-6CD6-32B5-B552-B5A4CA181C14}"/>
              </a:ext>
            </a:extLst>
          </p:cNvPr>
          <p:cNvGrpSpPr/>
          <p:nvPr/>
        </p:nvGrpSpPr>
        <p:grpSpPr>
          <a:xfrm>
            <a:off x="2947228" y="2658496"/>
            <a:ext cx="273600" cy="2355120"/>
            <a:chOff x="2947228" y="2658496"/>
            <a:chExt cx="273600" cy="2355120"/>
          </a:xfrm>
        </p:grpSpPr>
        <mc:AlternateContent xmlns:mc="http://schemas.openxmlformats.org/markup-compatibility/2006" xmlns:p14="http://schemas.microsoft.com/office/powerpoint/2010/main">
          <mc:Choice Requires="p14">
            <p:contentPart p14:bwMode="auto" r:id="rId34">
              <p14:nvContentPartPr>
                <p14:cNvPr id="56" name="墨迹 55">
                  <a:extLst>
                    <a:ext uri="{FF2B5EF4-FFF2-40B4-BE49-F238E27FC236}">
                      <a16:creationId xmlns:a16="http://schemas.microsoft.com/office/drawing/2014/main" id="{8FC12D37-CB3D-A4B8-5F04-44FEA7780DD0}"/>
                    </a:ext>
                  </a:extLst>
                </p14:cNvPr>
                <p14:cNvContentPartPr/>
                <p14:nvPr/>
              </p14:nvContentPartPr>
              <p14:xfrm>
                <a:off x="2947228" y="2658496"/>
                <a:ext cx="199440" cy="2355120"/>
              </p14:xfrm>
            </p:contentPart>
          </mc:Choice>
          <mc:Fallback xmlns="">
            <p:pic>
              <p:nvPicPr>
                <p:cNvPr id="56" name="墨迹 55">
                  <a:extLst>
                    <a:ext uri="{FF2B5EF4-FFF2-40B4-BE49-F238E27FC236}">
                      <a16:creationId xmlns:a16="http://schemas.microsoft.com/office/drawing/2014/main" id="{8FC12D37-CB3D-A4B8-5F04-44FEA7780DD0}"/>
                    </a:ext>
                  </a:extLst>
                </p:cNvPr>
                <p:cNvPicPr/>
                <p:nvPr/>
              </p:nvPicPr>
              <p:blipFill>
                <a:blip r:embed="rId35"/>
                <a:stretch>
                  <a:fillRect/>
                </a:stretch>
              </p:blipFill>
              <p:spPr>
                <a:xfrm>
                  <a:off x="2938228" y="2649496"/>
                  <a:ext cx="217080" cy="2372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8" name="墨迹 57">
                  <a:extLst>
                    <a:ext uri="{FF2B5EF4-FFF2-40B4-BE49-F238E27FC236}">
                      <a16:creationId xmlns:a16="http://schemas.microsoft.com/office/drawing/2014/main" id="{1D95F229-0F69-D350-5835-2E5C12A83338}"/>
                    </a:ext>
                  </a:extLst>
                </p14:cNvPr>
                <p14:cNvContentPartPr/>
                <p14:nvPr/>
              </p14:nvContentPartPr>
              <p14:xfrm>
                <a:off x="3099508" y="2696656"/>
                <a:ext cx="121320" cy="78480"/>
              </p14:xfrm>
            </p:contentPart>
          </mc:Choice>
          <mc:Fallback xmlns="">
            <p:pic>
              <p:nvPicPr>
                <p:cNvPr id="58" name="墨迹 57">
                  <a:extLst>
                    <a:ext uri="{FF2B5EF4-FFF2-40B4-BE49-F238E27FC236}">
                      <a16:creationId xmlns:a16="http://schemas.microsoft.com/office/drawing/2014/main" id="{1D95F229-0F69-D350-5835-2E5C12A83338}"/>
                    </a:ext>
                  </a:extLst>
                </p:cNvPr>
                <p:cNvPicPr/>
                <p:nvPr/>
              </p:nvPicPr>
              <p:blipFill>
                <a:blip r:embed="rId37"/>
                <a:stretch>
                  <a:fillRect/>
                </a:stretch>
              </p:blipFill>
              <p:spPr>
                <a:xfrm>
                  <a:off x="3090868" y="2688016"/>
                  <a:ext cx="138960" cy="96120"/>
                </a:xfrm>
                <a:prstGeom prst="rect">
                  <a:avLst/>
                </a:prstGeom>
              </p:spPr>
            </p:pic>
          </mc:Fallback>
        </mc:AlternateContent>
      </p:grpSp>
    </p:spTree>
    <p:extLst>
      <p:ext uri="{BB962C8B-B14F-4D97-AF65-F5344CB8AC3E}">
        <p14:creationId xmlns:p14="http://schemas.microsoft.com/office/powerpoint/2010/main" val="2086885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17"/>
          <p:cNvSpPr>
            <a:spLocks noChangeArrowheads="1"/>
          </p:cNvSpPr>
          <p:nvPr/>
        </p:nvSpPr>
        <p:spPr bwMode="gray">
          <a:xfrm>
            <a:off x="5623916" y="1452171"/>
            <a:ext cx="5067088" cy="2946709"/>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[SW1]display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The total number of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is : 3</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U: Up;         D: Down;         TG: Tagged;         UT: Untagged;</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MP: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-mapping;               ST: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-stacking;</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ProtocolTransparent-vlan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 Management-</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VID  Type    Ports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12   common  TG:GE0/0/11(U)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TG:GE0/0/10(U)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34   common  TG:GE0/0/11(U)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TG:GE0/0/10(U)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VID  Status  Property      MAC-LRN Statistics Description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12   enable  default       enable  disable    VLAN 0012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34   enable  default       enable  disable    VLAN 0034 </a:t>
            </a: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(4)</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370003" y="4180202"/>
            <a:ext cx="868378" cy="276999"/>
          </a:xfrm>
          <a:prstGeom prst="rect">
            <a:avLst/>
          </a:prstGeom>
          <a:noFill/>
        </p:spPr>
        <p:txBody>
          <a:bodyPr wrap="square" rtlCol="0">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占位符 49"/>
          <p:cNvSpPr txBox="1">
            <a:spLocks/>
          </p:cNvSpPr>
          <p:nvPr/>
        </p:nvSpPr>
        <p:spPr bwMode="gray">
          <a:xfrm>
            <a:off x="5526800" y="1022070"/>
            <a:ext cx="6206627" cy="43010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查询交换机端口和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bwMode="gray">
          <a:xfrm>
            <a:off x="5526800" y="4524283"/>
            <a:ext cx="6096000" cy="1703030"/>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根据以上信息得知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GE0/0/11 VLAN</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信息配置错误，将以上错误数据进行修改。同时对另外三台交换机做校验。</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交换机</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配置正确后，验证</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和同网段的其它</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地址是否正常通信，例如在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上执行命令</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ping 192.168.12.13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，结果发现有丢包，并且延时较大。</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52EB1735-A0B4-3376-099E-36F690FF5B64}"/>
                  </a:ext>
                </a:extLst>
              </p14:cNvPr>
              <p14:cNvContentPartPr/>
              <p14:nvPr/>
            </p14:nvContentPartPr>
            <p14:xfrm>
              <a:off x="7576828" y="3122176"/>
              <a:ext cx="1606680" cy="272880"/>
            </p14:xfrm>
          </p:contentPart>
        </mc:Choice>
        <mc:Fallback xmlns="">
          <p:pic>
            <p:nvPicPr>
              <p:cNvPr id="2" name="墨迹 1">
                <a:extLst>
                  <a:ext uri="{FF2B5EF4-FFF2-40B4-BE49-F238E27FC236}">
                    <a16:creationId xmlns:a16="http://schemas.microsoft.com/office/drawing/2014/main" id="{52EB1735-A0B4-3376-099E-36F690FF5B64}"/>
                  </a:ext>
                </a:extLst>
              </p:cNvPr>
              <p:cNvPicPr/>
              <p:nvPr/>
            </p:nvPicPr>
            <p:blipFill>
              <a:blip r:embed="rId7"/>
              <a:stretch>
                <a:fillRect/>
              </a:stretch>
            </p:blipFill>
            <p:spPr>
              <a:xfrm>
                <a:off x="7568188" y="3113536"/>
                <a:ext cx="1624320" cy="290520"/>
              </a:xfrm>
              <a:prstGeom prst="rect">
                <a:avLst/>
              </a:prstGeom>
            </p:spPr>
          </p:pic>
        </mc:Fallback>
      </mc:AlternateContent>
      <p:grpSp>
        <p:nvGrpSpPr>
          <p:cNvPr id="14" name="组合 13">
            <a:extLst>
              <a:ext uri="{FF2B5EF4-FFF2-40B4-BE49-F238E27FC236}">
                <a16:creationId xmlns:a16="http://schemas.microsoft.com/office/drawing/2014/main" id="{35CFA9AC-CC59-8909-7864-D6F27E1676A8}"/>
              </a:ext>
            </a:extLst>
          </p:cNvPr>
          <p:cNvGrpSpPr/>
          <p:nvPr/>
        </p:nvGrpSpPr>
        <p:grpSpPr>
          <a:xfrm>
            <a:off x="2896828" y="3912016"/>
            <a:ext cx="491400" cy="270360"/>
            <a:chOff x="2896828" y="3912016"/>
            <a:chExt cx="491400" cy="270360"/>
          </a:xfrm>
        </p:grpSpPr>
        <mc:AlternateContent xmlns:mc="http://schemas.openxmlformats.org/markup-compatibility/2006" xmlns:p14="http://schemas.microsoft.com/office/powerpoint/2010/main">
          <mc:Choice Requires="p14">
            <p:contentPart p14:bwMode="auto" r:id="rId8">
              <p14:nvContentPartPr>
                <p14:cNvPr id="10" name="墨迹 9">
                  <a:extLst>
                    <a:ext uri="{FF2B5EF4-FFF2-40B4-BE49-F238E27FC236}">
                      <a16:creationId xmlns:a16="http://schemas.microsoft.com/office/drawing/2014/main" id="{C52C2F98-2914-B838-CBB5-F7AD629F46AD}"/>
                    </a:ext>
                  </a:extLst>
                </p14:cNvPr>
                <p14:cNvContentPartPr/>
                <p14:nvPr/>
              </p14:nvContentPartPr>
              <p14:xfrm>
                <a:off x="2896828" y="3912016"/>
                <a:ext cx="141840" cy="141840"/>
              </p14:xfrm>
            </p:contentPart>
          </mc:Choice>
          <mc:Fallback xmlns="">
            <p:pic>
              <p:nvPicPr>
                <p:cNvPr id="10" name="墨迹 9">
                  <a:extLst>
                    <a:ext uri="{FF2B5EF4-FFF2-40B4-BE49-F238E27FC236}">
                      <a16:creationId xmlns:a16="http://schemas.microsoft.com/office/drawing/2014/main" id="{C52C2F98-2914-B838-CBB5-F7AD629F46AD}"/>
                    </a:ext>
                  </a:extLst>
                </p:cNvPr>
                <p:cNvPicPr/>
                <p:nvPr/>
              </p:nvPicPr>
              <p:blipFill>
                <a:blip r:embed="rId9"/>
                <a:stretch>
                  <a:fillRect/>
                </a:stretch>
              </p:blipFill>
              <p:spPr>
                <a:xfrm>
                  <a:off x="2888188" y="3903376"/>
                  <a:ext cx="1594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墨迹 10">
                  <a:extLst>
                    <a:ext uri="{FF2B5EF4-FFF2-40B4-BE49-F238E27FC236}">
                      <a16:creationId xmlns:a16="http://schemas.microsoft.com/office/drawing/2014/main" id="{65D1786A-0699-B049-333E-190DB354E9E9}"/>
                    </a:ext>
                  </a:extLst>
                </p14:cNvPr>
                <p14:cNvContentPartPr/>
                <p14:nvPr/>
              </p14:nvContentPartPr>
              <p14:xfrm>
                <a:off x="3076108" y="4075816"/>
                <a:ext cx="39240" cy="92160"/>
              </p14:xfrm>
            </p:contentPart>
          </mc:Choice>
          <mc:Fallback xmlns="">
            <p:pic>
              <p:nvPicPr>
                <p:cNvPr id="11" name="墨迹 10">
                  <a:extLst>
                    <a:ext uri="{FF2B5EF4-FFF2-40B4-BE49-F238E27FC236}">
                      <a16:creationId xmlns:a16="http://schemas.microsoft.com/office/drawing/2014/main" id="{65D1786A-0699-B049-333E-190DB354E9E9}"/>
                    </a:ext>
                  </a:extLst>
                </p:cNvPr>
                <p:cNvPicPr/>
                <p:nvPr/>
              </p:nvPicPr>
              <p:blipFill>
                <a:blip r:embed="rId11"/>
                <a:stretch>
                  <a:fillRect/>
                </a:stretch>
              </p:blipFill>
              <p:spPr>
                <a:xfrm>
                  <a:off x="3067108" y="4066816"/>
                  <a:ext cx="568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墨迹 12">
                  <a:extLst>
                    <a:ext uri="{FF2B5EF4-FFF2-40B4-BE49-F238E27FC236}">
                      <a16:creationId xmlns:a16="http://schemas.microsoft.com/office/drawing/2014/main" id="{7AFAB627-ACD3-4F8E-2195-9BC65607E78C}"/>
                    </a:ext>
                  </a:extLst>
                </p14:cNvPr>
                <p14:cNvContentPartPr/>
                <p14:nvPr/>
              </p14:nvContentPartPr>
              <p14:xfrm>
                <a:off x="3164668" y="4067896"/>
                <a:ext cx="223560" cy="114480"/>
              </p14:xfrm>
            </p:contentPart>
          </mc:Choice>
          <mc:Fallback xmlns="">
            <p:pic>
              <p:nvPicPr>
                <p:cNvPr id="13" name="墨迹 12">
                  <a:extLst>
                    <a:ext uri="{FF2B5EF4-FFF2-40B4-BE49-F238E27FC236}">
                      <a16:creationId xmlns:a16="http://schemas.microsoft.com/office/drawing/2014/main" id="{7AFAB627-ACD3-4F8E-2195-9BC65607E78C}"/>
                    </a:ext>
                  </a:extLst>
                </p:cNvPr>
                <p:cNvPicPr/>
                <p:nvPr/>
              </p:nvPicPr>
              <p:blipFill>
                <a:blip r:embed="rId13"/>
                <a:stretch>
                  <a:fillRect/>
                </a:stretch>
              </p:blipFill>
              <p:spPr>
                <a:xfrm>
                  <a:off x="3155668" y="4058896"/>
                  <a:ext cx="241200" cy="13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5" name="墨迹 14">
                <a:extLst>
                  <a:ext uri="{FF2B5EF4-FFF2-40B4-BE49-F238E27FC236}">
                    <a16:creationId xmlns:a16="http://schemas.microsoft.com/office/drawing/2014/main" id="{AB63ED27-FE66-70B4-506E-4A2E3D62CEAE}"/>
                  </a:ext>
                </a:extLst>
              </p14:cNvPr>
              <p14:cNvContentPartPr/>
              <p14:nvPr/>
            </p14:nvContentPartPr>
            <p14:xfrm>
              <a:off x="3076108" y="4277416"/>
              <a:ext cx="360" cy="14040"/>
            </p14:xfrm>
          </p:contentPart>
        </mc:Choice>
        <mc:Fallback xmlns="">
          <p:pic>
            <p:nvPicPr>
              <p:cNvPr id="15" name="墨迹 14">
                <a:extLst>
                  <a:ext uri="{FF2B5EF4-FFF2-40B4-BE49-F238E27FC236}">
                    <a16:creationId xmlns:a16="http://schemas.microsoft.com/office/drawing/2014/main" id="{AB63ED27-FE66-70B4-506E-4A2E3D62CEAE}"/>
                  </a:ext>
                </a:extLst>
              </p:cNvPr>
              <p:cNvPicPr/>
              <p:nvPr/>
            </p:nvPicPr>
            <p:blipFill>
              <a:blip r:embed="rId15"/>
              <a:stretch>
                <a:fillRect/>
              </a:stretch>
            </p:blipFill>
            <p:spPr>
              <a:xfrm>
                <a:off x="3067468" y="4268776"/>
                <a:ext cx="180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墨迹 15">
                <a:extLst>
                  <a:ext uri="{FF2B5EF4-FFF2-40B4-BE49-F238E27FC236}">
                    <a16:creationId xmlns:a16="http://schemas.microsoft.com/office/drawing/2014/main" id="{B8CB3F8C-4588-A64A-2CD9-159CEA172131}"/>
                  </a:ext>
                </a:extLst>
              </p14:cNvPr>
              <p14:cNvContentPartPr/>
              <p14:nvPr/>
            </p14:nvContentPartPr>
            <p14:xfrm>
              <a:off x="3068188" y="4385776"/>
              <a:ext cx="360" cy="45000"/>
            </p14:xfrm>
          </p:contentPart>
        </mc:Choice>
        <mc:Fallback xmlns="">
          <p:pic>
            <p:nvPicPr>
              <p:cNvPr id="16" name="墨迹 15">
                <a:extLst>
                  <a:ext uri="{FF2B5EF4-FFF2-40B4-BE49-F238E27FC236}">
                    <a16:creationId xmlns:a16="http://schemas.microsoft.com/office/drawing/2014/main" id="{B8CB3F8C-4588-A64A-2CD9-159CEA172131}"/>
                  </a:ext>
                </a:extLst>
              </p:cNvPr>
              <p:cNvPicPr/>
              <p:nvPr/>
            </p:nvPicPr>
            <p:blipFill>
              <a:blip r:embed="rId17"/>
              <a:stretch>
                <a:fillRect/>
              </a:stretch>
            </p:blipFill>
            <p:spPr>
              <a:xfrm>
                <a:off x="3059548" y="4377136"/>
                <a:ext cx="18000" cy="62640"/>
              </a:xfrm>
              <a:prstGeom prst="rect">
                <a:avLst/>
              </a:prstGeom>
            </p:spPr>
          </p:pic>
        </mc:Fallback>
      </mc:AlternateContent>
      <p:grpSp>
        <p:nvGrpSpPr>
          <p:cNvPr id="19" name="组合 18">
            <a:extLst>
              <a:ext uri="{FF2B5EF4-FFF2-40B4-BE49-F238E27FC236}">
                <a16:creationId xmlns:a16="http://schemas.microsoft.com/office/drawing/2014/main" id="{BC79771E-3A13-1B0F-976C-F74EC7F4EB7C}"/>
              </a:ext>
            </a:extLst>
          </p:cNvPr>
          <p:cNvGrpSpPr/>
          <p:nvPr/>
        </p:nvGrpSpPr>
        <p:grpSpPr>
          <a:xfrm>
            <a:off x="2967028" y="4517896"/>
            <a:ext cx="167400" cy="223920"/>
            <a:chOff x="2967028" y="4517896"/>
            <a:chExt cx="167400" cy="223920"/>
          </a:xfrm>
        </p:grpSpPr>
        <mc:AlternateContent xmlns:mc="http://schemas.openxmlformats.org/markup-compatibility/2006" xmlns:p14="http://schemas.microsoft.com/office/powerpoint/2010/main">
          <mc:Choice Requires="p14">
            <p:contentPart p14:bwMode="auto" r:id="rId18">
              <p14:nvContentPartPr>
                <p14:cNvPr id="17" name="墨迹 16">
                  <a:extLst>
                    <a:ext uri="{FF2B5EF4-FFF2-40B4-BE49-F238E27FC236}">
                      <a16:creationId xmlns:a16="http://schemas.microsoft.com/office/drawing/2014/main" id="{B3D5022E-1E83-EE52-4BBD-D3A1CC6F4EBB}"/>
                    </a:ext>
                  </a:extLst>
                </p14:cNvPr>
                <p14:cNvContentPartPr/>
                <p14:nvPr/>
              </p14:nvContentPartPr>
              <p14:xfrm>
                <a:off x="3037948" y="4517896"/>
                <a:ext cx="23400" cy="162000"/>
              </p14:xfrm>
            </p:contentPart>
          </mc:Choice>
          <mc:Fallback xmlns="">
            <p:pic>
              <p:nvPicPr>
                <p:cNvPr id="17" name="墨迹 16">
                  <a:extLst>
                    <a:ext uri="{FF2B5EF4-FFF2-40B4-BE49-F238E27FC236}">
                      <a16:creationId xmlns:a16="http://schemas.microsoft.com/office/drawing/2014/main" id="{B3D5022E-1E83-EE52-4BBD-D3A1CC6F4EBB}"/>
                    </a:ext>
                  </a:extLst>
                </p:cNvPr>
                <p:cNvPicPr/>
                <p:nvPr/>
              </p:nvPicPr>
              <p:blipFill>
                <a:blip r:embed="rId19"/>
                <a:stretch>
                  <a:fillRect/>
                </a:stretch>
              </p:blipFill>
              <p:spPr>
                <a:xfrm>
                  <a:off x="3029308" y="4508896"/>
                  <a:ext cx="410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墨迹 17">
                  <a:extLst>
                    <a:ext uri="{FF2B5EF4-FFF2-40B4-BE49-F238E27FC236}">
                      <a16:creationId xmlns:a16="http://schemas.microsoft.com/office/drawing/2014/main" id="{9E06EC2D-71A7-407D-326D-810BAA23F841}"/>
                    </a:ext>
                  </a:extLst>
                </p14:cNvPr>
                <p14:cNvContentPartPr/>
                <p14:nvPr/>
              </p14:nvContentPartPr>
              <p14:xfrm>
                <a:off x="2967028" y="4618336"/>
                <a:ext cx="167400" cy="123480"/>
              </p14:xfrm>
            </p:contentPart>
          </mc:Choice>
          <mc:Fallback xmlns="">
            <p:pic>
              <p:nvPicPr>
                <p:cNvPr id="18" name="墨迹 17">
                  <a:extLst>
                    <a:ext uri="{FF2B5EF4-FFF2-40B4-BE49-F238E27FC236}">
                      <a16:creationId xmlns:a16="http://schemas.microsoft.com/office/drawing/2014/main" id="{9E06EC2D-71A7-407D-326D-810BAA23F841}"/>
                    </a:ext>
                  </a:extLst>
                </p:cNvPr>
                <p:cNvPicPr/>
                <p:nvPr/>
              </p:nvPicPr>
              <p:blipFill>
                <a:blip r:embed="rId21"/>
                <a:stretch>
                  <a:fillRect/>
                </a:stretch>
              </p:blipFill>
              <p:spPr>
                <a:xfrm>
                  <a:off x="2958388" y="4609696"/>
                  <a:ext cx="1850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20" name="墨迹 19">
                <a:extLst>
                  <a:ext uri="{FF2B5EF4-FFF2-40B4-BE49-F238E27FC236}">
                    <a16:creationId xmlns:a16="http://schemas.microsoft.com/office/drawing/2014/main" id="{2ED881CB-7592-9E8F-390D-503B191F63C2}"/>
                  </a:ext>
                </a:extLst>
              </p14:cNvPr>
              <p14:cNvContentPartPr/>
              <p14:nvPr/>
            </p14:nvContentPartPr>
            <p14:xfrm>
              <a:off x="7772308" y="4858816"/>
              <a:ext cx="1829160" cy="8640"/>
            </p14:xfrm>
          </p:contentPart>
        </mc:Choice>
        <mc:Fallback xmlns="">
          <p:pic>
            <p:nvPicPr>
              <p:cNvPr id="20" name="墨迹 19">
                <a:extLst>
                  <a:ext uri="{FF2B5EF4-FFF2-40B4-BE49-F238E27FC236}">
                    <a16:creationId xmlns:a16="http://schemas.microsoft.com/office/drawing/2014/main" id="{2ED881CB-7592-9E8F-390D-503B191F63C2}"/>
                  </a:ext>
                </a:extLst>
              </p:cNvPr>
              <p:cNvPicPr/>
              <p:nvPr/>
            </p:nvPicPr>
            <p:blipFill>
              <a:blip r:embed="rId23"/>
              <a:stretch>
                <a:fillRect/>
              </a:stretch>
            </p:blipFill>
            <p:spPr>
              <a:xfrm>
                <a:off x="7763308" y="4849816"/>
                <a:ext cx="18468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墨迹 20">
                <a:extLst>
                  <a:ext uri="{FF2B5EF4-FFF2-40B4-BE49-F238E27FC236}">
                    <a16:creationId xmlns:a16="http://schemas.microsoft.com/office/drawing/2014/main" id="{4BD4110A-340B-2B66-7183-24C9069EA587}"/>
                  </a:ext>
                </a:extLst>
              </p14:cNvPr>
              <p14:cNvContentPartPr/>
              <p14:nvPr/>
            </p14:nvContentPartPr>
            <p14:xfrm>
              <a:off x="9484828" y="4492696"/>
              <a:ext cx="1639080" cy="413640"/>
            </p14:xfrm>
          </p:contentPart>
        </mc:Choice>
        <mc:Fallback xmlns="">
          <p:pic>
            <p:nvPicPr>
              <p:cNvPr id="21" name="墨迹 20">
                <a:extLst>
                  <a:ext uri="{FF2B5EF4-FFF2-40B4-BE49-F238E27FC236}">
                    <a16:creationId xmlns:a16="http://schemas.microsoft.com/office/drawing/2014/main" id="{4BD4110A-340B-2B66-7183-24C9069EA587}"/>
                  </a:ext>
                </a:extLst>
              </p:cNvPr>
              <p:cNvPicPr/>
              <p:nvPr/>
            </p:nvPicPr>
            <p:blipFill>
              <a:blip r:embed="rId25"/>
              <a:stretch>
                <a:fillRect/>
              </a:stretch>
            </p:blipFill>
            <p:spPr>
              <a:xfrm>
                <a:off x="9475828" y="4484056"/>
                <a:ext cx="1656720" cy="431280"/>
              </a:xfrm>
              <a:prstGeom prst="rect">
                <a:avLst/>
              </a:prstGeom>
            </p:spPr>
          </p:pic>
        </mc:Fallback>
      </mc:AlternateContent>
      <p:grpSp>
        <p:nvGrpSpPr>
          <p:cNvPr id="54" name="组合 53">
            <a:extLst>
              <a:ext uri="{FF2B5EF4-FFF2-40B4-BE49-F238E27FC236}">
                <a16:creationId xmlns:a16="http://schemas.microsoft.com/office/drawing/2014/main" id="{867B20BC-6A41-2854-12AB-BFBFAADBC03D}"/>
              </a:ext>
            </a:extLst>
          </p:cNvPr>
          <p:cNvGrpSpPr/>
          <p:nvPr/>
        </p:nvGrpSpPr>
        <p:grpSpPr>
          <a:xfrm>
            <a:off x="9298708" y="3215416"/>
            <a:ext cx="867240" cy="117720"/>
            <a:chOff x="9298708" y="3215416"/>
            <a:chExt cx="867240" cy="117720"/>
          </a:xfrm>
        </p:grpSpPr>
        <mc:AlternateContent xmlns:mc="http://schemas.openxmlformats.org/markup-compatibility/2006" xmlns:p14="http://schemas.microsoft.com/office/powerpoint/2010/main">
          <mc:Choice Requires="p14">
            <p:contentPart p14:bwMode="auto" r:id="rId26">
              <p14:nvContentPartPr>
                <p14:cNvPr id="23" name="墨迹 22">
                  <a:extLst>
                    <a:ext uri="{FF2B5EF4-FFF2-40B4-BE49-F238E27FC236}">
                      <a16:creationId xmlns:a16="http://schemas.microsoft.com/office/drawing/2014/main" id="{478A4647-8512-D8E4-91DD-353D60C48953}"/>
                    </a:ext>
                  </a:extLst>
                </p14:cNvPr>
                <p14:cNvContentPartPr/>
                <p14:nvPr/>
              </p14:nvContentPartPr>
              <p14:xfrm>
                <a:off x="9298708" y="3215416"/>
                <a:ext cx="87120" cy="106560"/>
              </p14:xfrm>
            </p:contentPart>
          </mc:Choice>
          <mc:Fallback xmlns="">
            <p:pic>
              <p:nvPicPr>
                <p:cNvPr id="23" name="墨迹 22">
                  <a:extLst>
                    <a:ext uri="{FF2B5EF4-FFF2-40B4-BE49-F238E27FC236}">
                      <a16:creationId xmlns:a16="http://schemas.microsoft.com/office/drawing/2014/main" id="{478A4647-8512-D8E4-91DD-353D60C48953}"/>
                    </a:ext>
                  </a:extLst>
                </p:cNvPr>
                <p:cNvPicPr/>
                <p:nvPr/>
              </p:nvPicPr>
              <p:blipFill>
                <a:blip r:embed="rId27"/>
                <a:stretch>
                  <a:fillRect/>
                </a:stretch>
              </p:blipFill>
              <p:spPr>
                <a:xfrm>
                  <a:off x="9290068" y="3206776"/>
                  <a:ext cx="1047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墨迹 24">
                  <a:extLst>
                    <a:ext uri="{FF2B5EF4-FFF2-40B4-BE49-F238E27FC236}">
                      <a16:creationId xmlns:a16="http://schemas.microsoft.com/office/drawing/2014/main" id="{A5BB8F7A-95F9-3C49-8725-5745E0658BF7}"/>
                    </a:ext>
                  </a:extLst>
                </p14:cNvPr>
                <p14:cNvContentPartPr/>
                <p14:nvPr/>
              </p14:nvContentPartPr>
              <p14:xfrm>
                <a:off x="9438388" y="3215416"/>
                <a:ext cx="31320" cy="91800"/>
              </p14:xfrm>
            </p:contentPart>
          </mc:Choice>
          <mc:Fallback xmlns="">
            <p:pic>
              <p:nvPicPr>
                <p:cNvPr id="25" name="墨迹 24">
                  <a:extLst>
                    <a:ext uri="{FF2B5EF4-FFF2-40B4-BE49-F238E27FC236}">
                      <a16:creationId xmlns:a16="http://schemas.microsoft.com/office/drawing/2014/main" id="{A5BB8F7A-95F9-3C49-8725-5745E0658BF7}"/>
                    </a:ext>
                  </a:extLst>
                </p:cNvPr>
                <p:cNvPicPr/>
                <p:nvPr/>
              </p:nvPicPr>
              <p:blipFill>
                <a:blip r:embed="rId29"/>
                <a:stretch>
                  <a:fillRect/>
                </a:stretch>
              </p:blipFill>
              <p:spPr>
                <a:xfrm>
                  <a:off x="9429748" y="3206776"/>
                  <a:ext cx="489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2" name="墨迹 41">
                  <a:extLst>
                    <a:ext uri="{FF2B5EF4-FFF2-40B4-BE49-F238E27FC236}">
                      <a16:creationId xmlns:a16="http://schemas.microsoft.com/office/drawing/2014/main" id="{AFB822DB-EC72-6314-F961-25D12A99D373}"/>
                    </a:ext>
                  </a:extLst>
                </p14:cNvPr>
                <p14:cNvContentPartPr/>
                <p14:nvPr/>
              </p14:nvContentPartPr>
              <p14:xfrm>
                <a:off x="9560428" y="3238816"/>
                <a:ext cx="17640" cy="31320"/>
              </p14:xfrm>
            </p:contentPart>
          </mc:Choice>
          <mc:Fallback xmlns="">
            <p:pic>
              <p:nvPicPr>
                <p:cNvPr id="42" name="墨迹 41">
                  <a:extLst>
                    <a:ext uri="{FF2B5EF4-FFF2-40B4-BE49-F238E27FC236}">
                      <a16:creationId xmlns:a16="http://schemas.microsoft.com/office/drawing/2014/main" id="{AFB822DB-EC72-6314-F961-25D12A99D373}"/>
                    </a:ext>
                  </a:extLst>
                </p:cNvPr>
                <p:cNvPicPr/>
                <p:nvPr/>
              </p:nvPicPr>
              <p:blipFill>
                <a:blip r:embed="rId31"/>
                <a:stretch>
                  <a:fillRect/>
                </a:stretch>
              </p:blipFill>
              <p:spPr>
                <a:xfrm>
                  <a:off x="9551788" y="3230176"/>
                  <a:ext cx="352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0" name="墨迹 49">
                  <a:extLst>
                    <a:ext uri="{FF2B5EF4-FFF2-40B4-BE49-F238E27FC236}">
                      <a16:creationId xmlns:a16="http://schemas.microsoft.com/office/drawing/2014/main" id="{493C964E-8716-30E8-8256-422862F26C93}"/>
                    </a:ext>
                  </a:extLst>
                </p14:cNvPr>
                <p14:cNvContentPartPr/>
                <p14:nvPr/>
              </p14:nvContentPartPr>
              <p14:xfrm>
                <a:off x="9608668" y="3262216"/>
                <a:ext cx="557280" cy="70920"/>
              </p14:xfrm>
            </p:contentPart>
          </mc:Choice>
          <mc:Fallback xmlns="">
            <p:pic>
              <p:nvPicPr>
                <p:cNvPr id="50" name="墨迹 49">
                  <a:extLst>
                    <a:ext uri="{FF2B5EF4-FFF2-40B4-BE49-F238E27FC236}">
                      <a16:creationId xmlns:a16="http://schemas.microsoft.com/office/drawing/2014/main" id="{493C964E-8716-30E8-8256-422862F26C93}"/>
                    </a:ext>
                  </a:extLst>
                </p:cNvPr>
                <p:cNvPicPr/>
                <p:nvPr/>
              </p:nvPicPr>
              <p:blipFill>
                <a:blip r:embed="rId33"/>
                <a:stretch>
                  <a:fillRect/>
                </a:stretch>
              </p:blipFill>
              <p:spPr>
                <a:xfrm>
                  <a:off x="9599668" y="3253216"/>
                  <a:ext cx="574920" cy="8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56" name="墨迹 55">
                <a:extLst>
                  <a:ext uri="{FF2B5EF4-FFF2-40B4-BE49-F238E27FC236}">
                    <a16:creationId xmlns:a16="http://schemas.microsoft.com/office/drawing/2014/main" id="{9F6EACAC-6644-AB5A-E174-1CF7874DD9F4}"/>
                  </a:ext>
                </a:extLst>
              </p14:cNvPr>
              <p14:cNvContentPartPr/>
              <p14:nvPr/>
            </p14:nvContentPartPr>
            <p14:xfrm>
              <a:off x="5486308" y="3393616"/>
              <a:ext cx="2425680" cy="24840"/>
            </p14:xfrm>
          </p:contentPart>
        </mc:Choice>
        <mc:Fallback xmlns="">
          <p:pic>
            <p:nvPicPr>
              <p:cNvPr id="56" name="墨迹 55">
                <a:extLst>
                  <a:ext uri="{FF2B5EF4-FFF2-40B4-BE49-F238E27FC236}">
                    <a16:creationId xmlns:a16="http://schemas.microsoft.com/office/drawing/2014/main" id="{9F6EACAC-6644-AB5A-E174-1CF7874DD9F4}"/>
                  </a:ext>
                </a:extLst>
              </p:cNvPr>
              <p:cNvPicPr/>
              <p:nvPr/>
            </p:nvPicPr>
            <p:blipFill>
              <a:blip r:embed="rId35"/>
              <a:stretch>
                <a:fillRect/>
              </a:stretch>
            </p:blipFill>
            <p:spPr>
              <a:xfrm>
                <a:off x="5477668" y="3384616"/>
                <a:ext cx="2443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8" name="墨迹 57">
                <a:extLst>
                  <a:ext uri="{FF2B5EF4-FFF2-40B4-BE49-F238E27FC236}">
                    <a16:creationId xmlns:a16="http://schemas.microsoft.com/office/drawing/2014/main" id="{9D84F0BD-6B28-A58B-96A6-ACBC019E6C55}"/>
                  </a:ext>
                </a:extLst>
              </p14:cNvPr>
              <p14:cNvContentPartPr/>
              <p14:nvPr/>
            </p14:nvContentPartPr>
            <p14:xfrm>
              <a:off x="2858308" y="3393976"/>
              <a:ext cx="150120" cy="147600"/>
            </p14:xfrm>
          </p:contentPart>
        </mc:Choice>
        <mc:Fallback xmlns="">
          <p:pic>
            <p:nvPicPr>
              <p:cNvPr id="58" name="墨迹 57">
                <a:extLst>
                  <a:ext uri="{FF2B5EF4-FFF2-40B4-BE49-F238E27FC236}">
                    <a16:creationId xmlns:a16="http://schemas.microsoft.com/office/drawing/2014/main" id="{9D84F0BD-6B28-A58B-96A6-ACBC019E6C55}"/>
                  </a:ext>
                </a:extLst>
              </p:cNvPr>
              <p:cNvPicPr/>
              <p:nvPr/>
            </p:nvPicPr>
            <p:blipFill>
              <a:blip r:embed="rId37"/>
              <a:stretch>
                <a:fillRect/>
              </a:stretch>
            </p:blipFill>
            <p:spPr>
              <a:xfrm>
                <a:off x="2849308" y="3385336"/>
                <a:ext cx="167760" cy="165240"/>
              </a:xfrm>
              <a:prstGeom prst="rect">
                <a:avLst/>
              </a:prstGeom>
            </p:spPr>
          </p:pic>
        </mc:Fallback>
      </mc:AlternateContent>
      <p:grpSp>
        <p:nvGrpSpPr>
          <p:cNvPr id="63" name="组合 62">
            <a:extLst>
              <a:ext uri="{FF2B5EF4-FFF2-40B4-BE49-F238E27FC236}">
                <a16:creationId xmlns:a16="http://schemas.microsoft.com/office/drawing/2014/main" id="{A359C65B-1C71-7936-D796-233B80E600DC}"/>
              </a:ext>
            </a:extLst>
          </p:cNvPr>
          <p:cNvGrpSpPr/>
          <p:nvPr/>
        </p:nvGrpSpPr>
        <p:grpSpPr>
          <a:xfrm>
            <a:off x="2807188" y="2959816"/>
            <a:ext cx="307800" cy="145080"/>
            <a:chOff x="2807188" y="2959816"/>
            <a:chExt cx="307800" cy="145080"/>
          </a:xfrm>
        </p:grpSpPr>
        <mc:AlternateContent xmlns:mc="http://schemas.openxmlformats.org/markup-compatibility/2006" xmlns:p14="http://schemas.microsoft.com/office/powerpoint/2010/main">
          <mc:Choice Requires="p14">
            <p:contentPart p14:bwMode="auto" r:id="rId38">
              <p14:nvContentPartPr>
                <p14:cNvPr id="60" name="墨迹 59">
                  <a:extLst>
                    <a:ext uri="{FF2B5EF4-FFF2-40B4-BE49-F238E27FC236}">
                      <a16:creationId xmlns:a16="http://schemas.microsoft.com/office/drawing/2014/main" id="{67A85EFD-CA6D-A705-7A6C-348FC2264D0F}"/>
                    </a:ext>
                  </a:extLst>
                </p14:cNvPr>
                <p14:cNvContentPartPr/>
                <p14:nvPr/>
              </p14:nvContentPartPr>
              <p14:xfrm>
                <a:off x="2913748" y="2959816"/>
                <a:ext cx="191160" cy="145080"/>
              </p14:xfrm>
            </p:contentPart>
          </mc:Choice>
          <mc:Fallback xmlns="">
            <p:pic>
              <p:nvPicPr>
                <p:cNvPr id="60" name="墨迹 59">
                  <a:extLst>
                    <a:ext uri="{FF2B5EF4-FFF2-40B4-BE49-F238E27FC236}">
                      <a16:creationId xmlns:a16="http://schemas.microsoft.com/office/drawing/2014/main" id="{67A85EFD-CA6D-A705-7A6C-348FC2264D0F}"/>
                    </a:ext>
                  </a:extLst>
                </p:cNvPr>
                <p:cNvPicPr/>
                <p:nvPr/>
              </p:nvPicPr>
              <p:blipFill>
                <a:blip r:embed="rId39"/>
                <a:stretch>
                  <a:fillRect/>
                </a:stretch>
              </p:blipFill>
              <p:spPr>
                <a:xfrm>
                  <a:off x="2904748" y="2951176"/>
                  <a:ext cx="2088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1" name="墨迹 60">
                  <a:extLst>
                    <a:ext uri="{FF2B5EF4-FFF2-40B4-BE49-F238E27FC236}">
                      <a16:creationId xmlns:a16="http://schemas.microsoft.com/office/drawing/2014/main" id="{7763322F-AE3F-B189-7B83-8C3CDF3CD460}"/>
                    </a:ext>
                  </a:extLst>
                </p14:cNvPr>
                <p14:cNvContentPartPr/>
                <p14:nvPr/>
              </p14:nvContentPartPr>
              <p14:xfrm>
                <a:off x="2807188" y="2959816"/>
                <a:ext cx="307800" cy="142920"/>
              </p14:xfrm>
            </p:contentPart>
          </mc:Choice>
          <mc:Fallback xmlns="">
            <p:pic>
              <p:nvPicPr>
                <p:cNvPr id="61" name="墨迹 60">
                  <a:extLst>
                    <a:ext uri="{FF2B5EF4-FFF2-40B4-BE49-F238E27FC236}">
                      <a16:creationId xmlns:a16="http://schemas.microsoft.com/office/drawing/2014/main" id="{7763322F-AE3F-B189-7B83-8C3CDF3CD460}"/>
                    </a:ext>
                  </a:extLst>
                </p:cNvPr>
                <p:cNvPicPr/>
                <p:nvPr/>
              </p:nvPicPr>
              <p:blipFill>
                <a:blip r:embed="rId41"/>
                <a:stretch>
                  <a:fillRect/>
                </a:stretch>
              </p:blipFill>
              <p:spPr>
                <a:xfrm>
                  <a:off x="2798548" y="2951176"/>
                  <a:ext cx="325440" cy="16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64" name="墨迹 63">
                <a:extLst>
                  <a:ext uri="{FF2B5EF4-FFF2-40B4-BE49-F238E27FC236}">
                    <a16:creationId xmlns:a16="http://schemas.microsoft.com/office/drawing/2014/main" id="{7EC8F4F0-627E-9C07-A970-04D4BBED0AD2}"/>
                  </a:ext>
                </a:extLst>
              </p14:cNvPr>
              <p14:cNvContentPartPr/>
              <p14:nvPr/>
            </p14:nvContentPartPr>
            <p14:xfrm>
              <a:off x="5664508" y="3563896"/>
              <a:ext cx="3179160" cy="55800"/>
            </p14:xfrm>
          </p:contentPart>
        </mc:Choice>
        <mc:Fallback xmlns="">
          <p:pic>
            <p:nvPicPr>
              <p:cNvPr id="64" name="墨迹 63">
                <a:extLst>
                  <a:ext uri="{FF2B5EF4-FFF2-40B4-BE49-F238E27FC236}">
                    <a16:creationId xmlns:a16="http://schemas.microsoft.com/office/drawing/2014/main" id="{7EC8F4F0-627E-9C07-A970-04D4BBED0AD2}"/>
                  </a:ext>
                </a:extLst>
              </p:cNvPr>
              <p:cNvPicPr/>
              <p:nvPr/>
            </p:nvPicPr>
            <p:blipFill>
              <a:blip r:embed="rId43"/>
              <a:stretch>
                <a:fillRect/>
              </a:stretch>
            </p:blipFill>
            <p:spPr>
              <a:xfrm>
                <a:off x="5655508" y="3554896"/>
                <a:ext cx="31968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5" name="墨迹 64">
                <a:extLst>
                  <a:ext uri="{FF2B5EF4-FFF2-40B4-BE49-F238E27FC236}">
                    <a16:creationId xmlns:a16="http://schemas.microsoft.com/office/drawing/2014/main" id="{28E4BB14-1362-A9F3-4607-CE041C0CB78D}"/>
                  </a:ext>
                </a:extLst>
              </p14:cNvPr>
              <p14:cNvContentPartPr/>
              <p14:nvPr/>
            </p14:nvContentPartPr>
            <p14:xfrm>
              <a:off x="5796268" y="5594656"/>
              <a:ext cx="5660640" cy="9000"/>
            </p14:xfrm>
          </p:contentPart>
        </mc:Choice>
        <mc:Fallback xmlns="">
          <p:pic>
            <p:nvPicPr>
              <p:cNvPr id="65" name="墨迹 64">
                <a:extLst>
                  <a:ext uri="{FF2B5EF4-FFF2-40B4-BE49-F238E27FC236}">
                    <a16:creationId xmlns:a16="http://schemas.microsoft.com/office/drawing/2014/main" id="{28E4BB14-1362-A9F3-4607-CE041C0CB78D}"/>
                  </a:ext>
                </a:extLst>
              </p:cNvPr>
              <p:cNvPicPr/>
              <p:nvPr/>
            </p:nvPicPr>
            <p:blipFill>
              <a:blip r:embed="rId45"/>
              <a:stretch>
                <a:fillRect/>
              </a:stretch>
            </p:blipFill>
            <p:spPr>
              <a:xfrm>
                <a:off x="5787268" y="5585656"/>
                <a:ext cx="5678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6" name="墨迹 65">
                <a:extLst>
                  <a:ext uri="{FF2B5EF4-FFF2-40B4-BE49-F238E27FC236}">
                    <a16:creationId xmlns:a16="http://schemas.microsoft.com/office/drawing/2014/main" id="{15E524A4-0A80-2FE6-76C0-6B8E58FBEE9C}"/>
                  </a:ext>
                </a:extLst>
              </p14:cNvPr>
              <p14:cNvContentPartPr/>
              <p14:nvPr/>
            </p14:nvContentPartPr>
            <p14:xfrm>
              <a:off x="6532468" y="5904256"/>
              <a:ext cx="1875600" cy="24120"/>
            </p14:xfrm>
          </p:contentPart>
        </mc:Choice>
        <mc:Fallback xmlns="">
          <p:pic>
            <p:nvPicPr>
              <p:cNvPr id="66" name="墨迹 65">
                <a:extLst>
                  <a:ext uri="{FF2B5EF4-FFF2-40B4-BE49-F238E27FC236}">
                    <a16:creationId xmlns:a16="http://schemas.microsoft.com/office/drawing/2014/main" id="{15E524A4-0A80-2FE6-76C0-6B8E58FBEE9C}"/>
                  </a:ext>
                </a:extLst>
              </p:cNvPr>
              <p:cNvPicPr/>
              <p:nvPr/>
            </p:nvPicPr>
            <p:blipFill>
              <a:blip r:embed="rId47"/>
              <a:stretch>
                <a:fillRect/>
              </a:stretch>
            </p:blipFill>
            <p:spPr>
              <a:xfrm>
                <a:off x="6523468" y="5895256"/>
                <a:ext cx="18932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0" name="墨迹 69">
                <a:extLst>
                  <a:ext uri="{FF2B5EF4-FFF2-40B4-BE49-F238E27FC236}">
                    <a16:creationId xmlns:a16="http://schemas.microsoft.com/office/drawing/2014/main" id="{FA7BFFC9-CC12-A4EF-5939-BAD73BAFE360}"/>
                  </a:ext>
                </a:extLst>
              </p14:cNvPr>
              <p14:cNvContentPartPr/>
              <p14:nvPr/>
            </p14:nvContentPartPr>
            <p14:xfrm>
              <a:off x="9097108" y="5587096"/>
              <a:ext cx="2440440" cy="372240"/>
            </p14:xfrm>
          </p:contentPart>
        </mc:Choice>
        <mc:Fallback xmlns="">
          <p:pic>
            <p:nvPicPr>
              <p:cNvPr id="70" name="墨迹 69">
                <a:extLst>
                  <a:ext uri="{FF2B5EF4-FFF2-40B4-BE49-F238E27FC236}">
                    <a16:creationId xmlns:a16="http://schemas.microsoft.com/office/drawing/2014/main" id="{FA7BFFC9-CC12-A4EF-5939-BAD73BAFE360}"/>
                  </a:ext>
                </a:extLst>
              </p:cNvPr>
              <p:cNvPicPr/>
              <p:nvPr/>
            </p:nvPicPr>
            <p:blipFill>
              <a:blip r:embed="rId49"/>
              <a:stretch>
                <a:fillRect/>
              </a:stretch>
            </p:blipFill>
            <p:spPr>
              <a:xfrm>
                <a:off x="9088108" y="5578096"/>
                <a:ext cx="2458080" cy="389880"/>
              </a:xfrm>
              <a:prstGeom prst="rect">
                <a:avLst/>
              </a:prstGeom>
            </p:spPr>
          </p:pic>
        </mc:Fallback>
      </mc:AlternateContent>
    </p:spTree>
    <p:extLst>
      <p:ext uri="{BB962C8B-B14F-4D97-AF65-F5344CB8AC3E}">
        <p14:creationId xmlns:p14="http://schemas.microsoft.com/office/powerpoint/2010/main" val="3255941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AutoShape 17"/>
          <p:cNvSpPr>
            <a:spLocks noChangeArrowheads="1"/>
          </p:cNvSpPr>
          <p:nvPr/>
        </p:nvSpPr>
        <p:spPr bwMode="gray">
          <a:xfrm>
            <a:off x="5802025" y="1299821"/>
            <a:ext cx="5206942" cy="2101728"/>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(5)</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370003" y="41802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占位符 49"/>
          <p:cNvSpPr txBox="1">
            <a:spLocks/>
          </p:cNvSpPr>
          <p:nvPr/>
        </p:nvSpPr>
        <p:spPr bwMode="gray">
          <a:xfrm>
            <a:off x="5481080" y="976351"/>
            <a:ext cx="6206627" cy="31658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在交换机上查看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工作状态，发现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所有端口都处于转发状态。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022731519"/>
              </p:ext>
            </p:extLst>
          </p:nvPr>
        </p:nvGraphicFramePr>
        <p:xfrm>
          <a:off x="5856323" y="1330569"/>
          <a:ext cx="5290917" cy="2011680"/>
        </p:xfrm>
        <a:graphic>
          <a:graphicData uri="http://schemas.openxmlformats.org/drawingml/2006/table">
            <a:tbl>
              <a:tblPr>
                <a:tableStyleId>{72833802-FEF1-4C79-8D5D-14CF1EAF98D9}</a:tableStyleId>
              </a:tblPr>
              <a:tblGrid>
                <a:gridCol w="822778">
                  <a:extLst>
                    <a:ext uri="{9D8B030D-6E8A-4147-A177-3AD203B41FA5}">
                      <a16:colId xmlns:a16="http://schemas.microsoft.com/office/drawing/2014/main" val="20000"/>
                    </a:ext>
                  </a:extLst>
                </a:gridCol>
                <a:gridCol w="2079798">
                  <a:extLst>
                    <a:ext uri="{9D8B030D-6E8A-4147-A177-3AD203B41FA5}">
                      <a16:colId xmlns:a16="http://schemas.microsoft.com/office/drawing/2014/main" val="20001"/>
                    </a:ext>
                  </a:extLst>
                </a:gridCol>
                <a:gridCol w="502809">
                  <a:extLst>
                    <a:ext uri="{9D8B030D-6E8A-4147-A177-3AD203B41FA5}">
                      <a16:colId xmlns:a16="http://schemas.microsoft.com/office/drawing/2014/main" val="20002"/>
                    </a:ext>
                  </a:extLst>
                </a:gridCol>
                <a:gridCol w="1062754">
                  <a:extLst>
                    <a:ext uri="{9D8B030D-6E8A-4147-A177-3AD203B41FA5}">
                      <a16:colId xmlns:a16="http://schemas.microsoft.com/office/drawing/2014/main" val="20003"/>
                    </a:ext>
                  </a:extLst>
                </a:gridCol>
                <a:gridCol w="822778">
                  <a:extLst>
                    <a:ext uri="{9D8B030D-6E8A-4147-A177-3AD203B41FA5}">
                      <a16:colId xmlns:a16="http://schemas.microsoft.com/office/drawing/2014/main" val="20004"/>
                    </a:ext>
                  </a:extLst>
                </a:gridCol>
              </a:tblGrid>
              <a:tr h="175736">
                <a:tc gridSpan="5">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&lt;SW4&gt;display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stp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brief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5736">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MSTID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Port</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Role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STP</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GigabitEthernet0/0/2</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GigabitEthernet0/0/3</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GigabitEthernet0/0/2</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GigabitEthernet0/0/3</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34</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GigabitEthernet0/0/2</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75736">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34</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GigabitEthernet0/0/3</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75736">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34</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NONE</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10"/>
                  </a:ext>
                </a:extLst>
              </a:tr>
            </a:tbl>
          </a:graphicData>
        </a:graphic>
      </p:graphicFrame>
      <p:sp>
        <p:nvSpPr>
          <p:cNvPr id="54" name="AutoShape 17"/>
          <p:cNvSpPr>
            <a:spLocks noChangeArrowheads="1"/>
          </p:cNvSpPr>
          <p:nvPr/>
        </p:nvSpPr>
        <p:spPr bwMode="gray">
          <a:xfrm>
            <a:off x="5802025" y="4208633"/>
            <a:ext cx="5206942" cy="129767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&lt;SW4&gt;display current-configuration | begin region-configuration</a:t>
            </a:r>
          </a:p>
          <a:p>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stp</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region-configuration</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region-name TEST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域名英文</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test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，而不是</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TEST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instance 12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12</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instance 34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34</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active region-configuration</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 name="矩形 2"/>
          <p:cNvSpPr/>
          <p:nvPr/>
        </p:nvSpPr>
        <p:spPr bwMode="gray">
          <a:xfrm>
            <a:off x="5591707" y="3524148"/>
            <a:ext cx="6096000" cy="652486"/>
          </a:xfrm>
          <a:prstGeom prst="rect">
            <a:avLst/>
          </a:prstGeom>
        </p:spPr>
        <p:txBody>
          <a:bodyPr>
            <a:spAutoFit/>
          </a:bodyPr>
          <a:lstStyle/>
          <a:p>
            <a:pPr marL="302279" indent="-302279" algn="just" defTabSz="914034">
              <a:lnSpc>
                <a:spcPct val="130000"/>
              </a:lnSpc>
              <a:spcBef>
                <a:spcPts val="792"/>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故障的原因可能是域名配置错误、</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Instance</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绑定错误、端口绑定</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错误等。在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设备上检查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 name="矩形 9"/>
          <p:cNvSpPr/>
          <p:nvPr/>
        </p:nvSpPr>
        <p:spPr bwMode="gray">
          <a:xfrm>
            <a:off x="5591707" y="5522913"/>
            <a:ext cx="6096000" cy="652486"/>
          </a:xfrm>
          <a:prstGeom prst="rect">
            <a:avLst/>
          </a:prstGeom>
        </p:spPr>
        <p:txBody>
          <a:bodyPr>
            <a:spAutoFit/>
          </a:bodyPr>
          <a:lstStyle/>
          <a:p>
            <a:pPr marL="302279" indent="-302279" algn="just" defTabSz="914034">
              <a:lnSpc>
                <a:spcPct val="13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SW4</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域名修改为正确配置，继续使用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PC1 ping 192.168.12.13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发现在某些时间段仍然会有丢包。</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11" name="墨迹 10">
                <a:extLst>
                  <a:ext uri="{FF2B5EF4-FFF2-40B4-BE49-F238E27FC236}">
                    <a16:creationId xmlns:a16="http://schemas.microsoft.com/office/drawing/2014/main" id="{50D9A7A2-D8DF-E847-9B1A-E7094BE045B9}"/>
                  </a:ext>
                </a:extLst>
              </p14:cNvPr>
              <p14:cNvContentPartPr/>
              <p14:nvPr/>
            </p14:nvContentPartPr>
            <p14:xfrm>
              <a:off x="6067348" y="2223976"/>
              <a:ext cx="5139000" cy="588240"/>
            </p14:xfrm>
          </p:contentPart>
        </mc:Choice>
        <mc:Fallback xmlns="">
          <p:pic>
            <p:nvPicPr>
              <p:cNvPr id="11" name="墨迹 10">
                <a:extLst>
                  <a:ext uri="{FF2B5EF4-FFF2-40B4-BE49-F238E27FC236}">
                    <a16:creationId xmlns:a16="http://schemas.microsoft.com/office/drawing/2014/main" id="{50D9A7A2-D8DF-E847-9B1A-E7094BE045B9}"/>
                  </a:ext>
                </a:extLst>
              </p:cNvPr>
              <p:cNvPicPr/>
              <p:nvPr/>
            </p:nvPicPr>
            <p:blipFill>
              <a:blip r:embed="rId7"/>
              <a:stretch>
                <a:fillRect/>
              </a:stretch>
            </p:blipFill>
            <p:spPr>
              <a:xfrm>
                <a:off x="6058348" y="2214976"/>
                <a:ext cx="5156640" cy="605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墨迹 15">
                <a:extLst>
                  <a:ext uri="{FF2B5EF4-FFF2-40B4-BE49-F238E27FC236}">
                    <a16:creationId xmlns:a16="http://schemas.microsoft.com/office/drawing/2014/main" id="{45AEF4FF-9628-393E-B907-4C83E3608209}"/>
                  </a:ext>
                </a:extLst>
              </p14:cNvPr>
              <p14:cNvContentPartPr/>
              <p14:nvPr/>
            </p14:nvContentPartPr>
            <p14:xfrm>
              <a:off x="5889148" y="4950976"/>
              <a:ext cx="1409760" cy="40320"/>
            </p14:xfrm>
          </p:contentPart>
        </mc:Choice>
        <mc:Fallback xmlns="">
          <p:pic>
            <p:nvPicPr>
              <p:cNvPr id="16" name="墨迹 15">
                <a:extLst>
                  <a:ext uri="{FF2B5EF4-FFF2-40B4-BE49-F238E27FC236}">
                    <a16:creationId xmlns:a16="http://schemas.microsoft.com/office/drawing/2014/main" id="{45AEF4FF-9628-393E-B907-4C83E3608209}"/>
                  </a:ext>
                </a:extLst>
              </p:cNvPr>
              <p:cNvPicPr/>
              <p:nvPr/>
            </p:nvPicPr>
            <p:blipFill>
              <a:blip r:embed="rId9"/>
              <a:stretch>
                <a:fillRect/>
              </a:stretch>
            </p:blipFill>
            <p:spPr>
              <a:xfrm>
                <a:off x="5880508" y="4941976"/>
                <a:ext cx="14274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墨迹 12">
                <a:extLst>
                  <a:ext uri="{FF2B5EF4-FFF2-40B4-BE49-F238E27FC236}">
                    <a16:creationId xmlns:a16="http://schemas.microsoft.com/office/drawing/2014/main" id="{67C23CA9-DE56-D77C-73E9-839576281C03}"/>
                  </a:ext>
                </a:extLst>
              </p14:cNvPr>
              <p14:cNvContentPartPr/>
              <p14:nvPr/>
            </p14:nvContentPartPr>
            <p14:xfrm>
              <a:off x="6082828" y="2247376"/>
              <a:ext cx="4324320" cy="581760"/>
            </p14:xfrm>
          </p:contentPart>
        </mc:Choice>
        <mc:Fallback xmlns="">
          <p:pic>
            <p:nvPicPr>
              <p:cNvPr id="13" name="墨迹 12">
                <a:extLst>
                  <a:ext uri="{FF2B5EF4-FFF2-40B4-BE49-F238E27FC236}">
                    <a16:creationId xmlns:a16="http://schemas.microsoft.com/office/drawing/2014/main" id="{67C23CA9-DE56-D77C-73E9-839576281C03}"/>
                  </a:ext>
                </a:extLst>
              </p:cNvPr>
              <p:cNvPicPr/>
              <p:nvPr/>
            </p:nvPicPr>
            <p:blipFill>
              <a:blip r:embed="rId11"/>
              <a:stretch>
                <a:fillRect/>
              </a:stretch>
            </p:blipFill>
            <p:spPr>
              <a:xfrm>
                <a:off x="6074188" y="2238376"/>
                <a:ext cx="4341960" cy="599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墨迹 13">
                <a:extLst>
                  <a:ext uri="{FF2B5EF4-FFF2-40B4-BE49-F238E27FC236}">
                    <a16:creationId xmlns:a16="http://schemas.microsoft.com/office/drawing/2014/main" id="{28500E50-DD06-E099-4E0B-9D429F09E916}"/>
                  </a:ext>
                </a:extLst>
              </p14:cNvPr>
              <p14:cNvContentPartPr/>
              <p14:nvPr/>
            </p14:nvContentPartPr>
            <p14:xfrm>
              <a:off x="10468708" y="2835616"/>
              <a:ext cx="821880" cy="8640"/>
            </p14:xfrm>
          </p:contentPart>
        </mc:Choice>
        <mc:Fallback xmlns="">
          <p:pic>
            <p:nvPicPr>
              <p:cNvPr id="14" name="墨迹 13">
                <a:extLst>
                  <a:ext uri="{FF2B5EF4-FFF2-40B4-BE49-F238E27FC236}">
                    <a16:creationId xmlns:a16="http://schemas.microsoft.com/office/drawing/2014/main" id="{28500E50-DD06-E099-4E0B-9D429F09E916}"/>
                  </a:ext>
                </a:extLst>
              </p:cNvPr>
              <p:cNvPicPr/>
              <p:nvPr/>
            </p:nvPicPr>
            <p:blipFill>
              <a:blip r:embed="rId13"/>
              <a:stretch>
                <a:fillRect/>
              </a:stretch>
            </p:blipFill>
            <p:spPr>
              <a:xfrm>
                <a:off x="10460068" y="2826976"/>
                <a:ext cx="8395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墨迹 18">
                <a:extLst>
                  <a:ext uri="{FF2B5EF4-FFF2-40B4-BE49-F238E27FC236}">
                    <a16:creationId xmlns:a16="http://schemas.microsoft.com/office/drawing/2014/main" id="{86D24F8C-2CE3-C10C-8E63-A7FB4A0F0D0E}"/>
                  </a:ext>
                </a:extLst>
              </p14:cNvPr>
              <p14:cNvContentPartPr/>
              <p14:nvPr/>
            </p14:nvContentPartPr>
            <p14:xfrm>
              <a:off x="8764108" y="2316496"/>
              <a:ext cx="81000" cy="60120"/>
            </p14:xfrm>
          </p:contentPart>
        </mc:Choice>
        <mc:Fallback xmlns="">
          <p:pic>
            <p:nvPicPr>
              <p:cNvPr id="19" name="墨迹 18">
                <a:extLst>
                  <a:ext uri="{FF2B5EF4-FFF2-40B4-BE49-F238E27FC236}">
                    <a16:creationId xmlns:a16="http://schemas.microsoft.com/office/drawing/2014/main" id="{86D24F8C-2CE3-C10C-8E63-A7FB4A0F0D0E}"/>
                  </a:ext>
                </a:extLst>
              </p:cNvPr>
              <p:cNvPicPr/>
              <p:nvPr/>
            </p:nvPicPr>
            <p:blipFill>
              <a:blip r:embed="rId15"/>
              <a:stretch>
                <a:fillRect/>
              </a:stretch>
            </p:blipFill>
            <p:spPr>
              <a:xfrm>
                <a:off x="8755468" y="2307856"/>
                <a:ext cx="986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 name="墨迹 19">
                <a:extLst>
                  <a:ext uri="{FF2B5EF4-FFF2-40B4-BE49-F238E27FC236}">
                    <a16:creationId xmlns:a16="http://schemas.microsoft.com/office/drawing/2014/main" id="{96E6AAF6-0BF9-518F-ACD0-A52F85BAEC0E}"/>
                  </a:ext>
                </a:extLst>
              </p14:cNvPr>
              <p14:cNvContentPartPr/>
              <p14:nvPr/>
            </p14:nvContentPartPr>
            <p14:xfrm>
              <a:off x="8748268" y="2487136"/>
              <a:ext cx="107640" cy="83520"/>
            </p14:xfrm>
          </p:contentPart>
        </mc:Choice>
        <mc:Fallback xmlns="">
          <p:pic>
            <p:nvPicPr>
              <p:cNvPr id="20" name="墨迹 19">
                <a:extLst>
                  <a:ext uri="{FF2B5EF4-FFF2-40B4-BE49-F238E27FC236}">
                    <a16:creationId xmlns:a16="http://schemas.microsoft.com/office/drawing/2014/main" id="{96E6AAF6-0BF9-518F-ACD0-A52F85BAEC0E}"/>
                  </a:ext>
                </a:extLst>
              </p:cNvPr>
              <p:cNvPicPr/>
              <p:nvPr/>
            </p:nvPicPr>
            <p:blipFill>
              <a:blip r:embed="rId17"/>
              <a:stretch>
                <a:fillRect/>
              </a:stretch>
            </p:blipFill>
            <p:spPr>
              <a:xfrm>
                <a:off x="8739628" y="2478136"/>
                <a:ext cx="1252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墨迹 20">
                <a:extLst>
                  <a:ext uri="{FF2B5EF4-FFF2-40B4-BE49-F238E27FC236}">
                    <a16:creationId xmlns:a16="http://schemas.microsoft.com/office/drawing/2014/main" id="{25CCEA0F-3EF2-C977-DEBB-8D19933915DC}"/>
                  </a:ext>
                </a:extLst>
              </p14:cNvPr>
              <p14:cNvContentPartPr/>
              <p14:nvPr/>
            </p14:nvContentPartPr>
            <p14:xfrm>
              <a:off x="8741068" y="2688736"/>
              <a:ext cx="91080" cy="37800"/>
            </p14:xfrm>
          </p:contentPart>
        </mc:Choice>
        <mc:Fallback xmlns="">
          <p:pic>
            <p:nvPicPr>
              <p:cNvPr id="21" name="墨迹 20">
                <a:extLst>
                  <a:ext uri="{FF2B5EF4-FFF2-40B4-BE49-F238E27FC236}">
                    <a16:creationId xmlns:a16="http://schemas.microsoft.com/office/drawing/2014/main" id="{25CCEA0F-3EF2-C977-DEBB-8D19933915DC}"/>
                  </a:ext>
                </a:extLst>
              </p:cNvPr>
              <p:cNvPicPr/>
              <p:nvPr/>
            </p:nvPicPr>
            <p:blipFill>
              <a:blip r:embed="rId19"/>
              <a:stretch>
                <a:fillRect/>
              </a:stretch>
            </p:blipFill>
            <p:spPr>
              <a:xfrm>
                <a:off x="8732068" y="2680096"/>
                <a:ext cx="108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8" name="墨迹 77">
                <a:extLst>
                  <a:ext uri="{FF2B5EF4-FFF2-40B4-BE49-F238E27FC236}">
                    <a16:creationId xmlns:a16="http://schemas.microsoft.com/office/drawing/2014/main" id="{0287F676-D974-3020-2B6A-02CD019BA6FD}"/>
                  </a:ext>
                </a:extLst>
              </p14:cNvPr>
              <p14:cNvContentPartPr/>
              <p14:nvPr/>
            </p14:nvContentPartPr>
            <p14:xfrm>
              <a:off x="7454428" y="3857656"/>
              <a:ext cx="2357280" cy="320040"/>
            </p14:xfrm>
          </p:contentPart>
        </mc:Choice>
        <mc:Fallback xmlns="">
          <p:pic>
            <p:nvPicPr>
              <p:cNvPr id="78" name="墨迹 77">
                <a:extLst>
                  <a:ext uri="{FF2B5EF4-FFF2-40B4-BE49-F238E27FC236}">
                    <a16:creationId xmlns:a16="http://schemas.microsoft.com/office/drawing/2014/main" id="{0287F676-D974-3020-2B6A-02CD019BA6FD}"/>
                  </a:ext>
                </a:extLst>
              </p:cNvPr>
              <p:cNvPicPr/>
              <p:nvPr/>
            </p:nvPicPr>
            <p:blipFill>
              <a:blip r:embed="rId21"/>
              <a:stretch>
                <a:fillRect/>
              </a:stretch>
            </p:blipFill>
            <p:spPr>
              <a:xfrm>
                <a:off x="7445788" y="3849016"/>
                <a:ext cx="23749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9" name="墨迹 78">
                <a:extLst>
                  <a:ext uri="{FF2B5EF4-FFF2-40B4-BE49-F238E27FC236}">
                    <a16:creationId xmlns:a16="http://schemas.microsoft.com/office/drawing/2014/main" id="{2F340052-15DC-F139-A1E4-B96F9B5C8D45}"/>
                  </a:ext>
                </a:extLst>
              </p14:cNvPr>
              <p14:cNvContentPartPr/>
              <p14:nvPr/>
            </p14:nvContentPartPr>
            <p14:xfrm>
              <a:off x="7182988" y="4773856"/>
              <a:ext cx="122040" cy="113760"/>
            </p14:xfrm>
          </p:contentPart>
        </mc:Choice>
        <mc:Fallback xmlns="">
          <p:pic>
            <p:nvPicPr>
              <p:cNvPr id="79" name="墨迹 78">
                <a:extLst>
                  <a:ext uri="{FF2B5EF4-FFF2-40B4-BE49-F238E27FC236}">
                    <a16:creationId xmlns:a16="http://schemas.microsoft.com/office/drawing/2014/main" id="{2F340052-15DC-F139-A1E4-B96F9B5C8D45}"/>
                  </a:ext>
                </a:extLst>
              </p:cNvPr>
              <p:cNvPicPr/>
              <p:nvPr/>
            </p:nvPicPr>
            <p:blipFill>
              <a:blip r:embed="rId23"/>
              <a:stretch>
                <a:fillRect/>
              </a:stretch>
            </p:blipFill>
            <p:spPr>
              <a:xfrm>
                <a:off x="7174348" y="4765216"/>
                <a:ext cx="139680" cy="131400"/>
              </a:xfrm>
              <a:prstGeom prst="rect">
                <a:avLst/>
              </a:prstGeom>
            </p:spPr>
          </p:pic>
        </mc:Fallback>
      </mc:AlternateContent>
      <p:grpSp>
        <p:nvGrpSpPr>
          <p:cNvPr id="82" name="组合 81">
            <a:extLst>
              <a:ext uri="{FF2B5EF4-FFF2-40B4-BE49-F238E27FC236}">
                <a16:creationId xmlns:a16="http://schemas.microsoft.com/office/drawing/2014/main" id="{A31F3A1A-A2DB-E6C5-130F-B67293D3516C}"/>
              </a:ext>
            </a:extLst>
          </p:cNvPr>
          <p:cNvGrpSpPr/>
          <p:nvPr/>
        </p:nvGrpSpPr>
        <p:grpSpPr>
          <a:xfrm>
            <a:off x="7190908" y="5069776"/>
            <a:ext cx="658080" cy="239760"/>
            <a:chOff x="7190908" y="5069776"/>
            <a:chExt cx="658080" cy="239760"/>
          </a:xfrm>
        </p:grpSpPr>
        <mc:AlternateContent xmlns:mc="http://schemas.openxmlformats.org/markup-compatibility/2006" xmlns:p14="http://schemas.microsoft.com/office/powerpoint/2010/main">
          <mc:Choice Requires="p14">
            <p:contentPart p14:bwMode="auto" r:id="rId24">
              <p14:nvContentPartPr>
                <p14:cNvPr id="80" name="墨迹 79">
                  <a:extLst>
                    <a:ext uri="{FF2B5EF4-FFF2-40B4-BE49-F238E27FC236}">
                      <a16:creationId xmlns:a16="http://schemas.microsoft.com/office/drawing/2014/main" id="{E4CA1735-7F21-7907-BA15-6B85BBA04936}"/>
                    </a:ext>
                  </a:extLst>
                </p14:cNvPr>
                <p14:cNvContentPartPr/>
                <p14:nvPr/>
              </p14:nvContentPartPr>
              <p14:xfrm>
                <a:off x="7671508" y="5206936"/>
                <a:ext cx="177480" cy="102600"/>
              </p14:xfrm>
            </p:contentPart>
          </mc:Choice>
          <mc:Fallback xmlns="">
            <p:pic>
              <p:nvPicPr>
                <p:cNvPr id="80" name="墨迹 79">
                  <a:extLst>
                    <a:ext uri="{FF2B5EF4-FFF2-40B4-BE49-F238E27FC236}">
                      <a16:creationId xmlns:a16="http://schemas.microsoft.com/office/drawing/2014/main" id="{E4CA1735-7F21-7907-BA15-6B85BBA04936}"/>
                    </a:ext>
                  </a:extLst>
                </p:cNvPr>
                <p:cNvPicPr/>
                <p:nvPr/>
              </p:nvPicPr>
              <p:blipFill>
                <a:blip r:embed="rId25"/>
                <a:stretch>
                  <a:fillRect/>
                </a:stretch>
              </p:blipFill>
              <p:spPr>
                <a:xfrm>
                  <a:off x="7662868" y="5198296"/>
                  <a:ext cx="19512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1" name="墨迹 80">
                  <a:extLst>
                    <a:ext uri="{FF2B5EF4-FFF2-40B4-BE49-F238E27FC236}">
                      <a16:creationId xmlns:a16="http://schemas.microsoft.com/office/drawing/2014/main" id="{C96C39AB-1D7B-5968-93A3-CCE5C16F7EDA}"/>
                    </a:ext>
                  </a:extLst>
                </p14:cNvPr>
                <p14:cNvContentPartPr/>
                <p14:nvPr/>
              </p14:nvContentPartPr>
              <p14:xfrm>
                <a:off x="7190908" y="5069776"/>
                <a:ext cx="109800" cy="50400"/>
              </p14:xfrm>
            </p:contentPart>
          </mc:Choice>
          <mc:Fallback xmlns="">
            <p:pic>
              <p:nvPicPr>
                <p:cNvPr id="81" name="墨迹 80">
                  <a:extLst>
                    <a:ext uri="{FF2B5EF4-FFF2-40B4-BE49-F238E27FC236}">
                      <a16:creationId xmlns:a16="http://schemas.microsoft.com/office/drawing/2014/main" id="{C96C39AB-1D7B-5968-93A3-CCE5C16F7EDA}"/>
                    </a:ext>
                  </a:extLst>
                </p:cNvPr>
                <p:cNvPicPr/>
                <p:nvPr/>
              </p:nvPicPr>
              <p:blipFill>
                <a:blip r:embed="rId27"/>
                <a:stretch>
                  <a:fillRect/>
                </a:stretch>
              </p:blipFill>
              <p:spPr>
                <a:xfrm>
                  <a:off x="7182268" y="5061136"/>
                  <a:ext cx="127440" cy="68040"/>
                </a:xfrm>
                <a:prstGeom prst="rect">
                  <a:avLst/>
                </a:prstGeom>
              </p:spPr>
            </p:pic>
          </mc:Fallback>
        </mc:AlternateContent>
      </p:grpSp>
      <p:grpSp>
        <p:nvGrpSpPr>
          <p:cNvPr id="84" name="组合 83">
            <a:extLst>
              <a:ext uri="{FF2B5EF4-FFF2-40B4-BE49-F238E27FC236}">
                <a16:creationId xmlns:a16="http://schemas.microsoft.com/office/drawing/2014/main" id="{FEA32ABC-11B5-4C79-5A2A-3BB81E563B81}"/>
              </a:ext>
            </a:extLst>
          </p:cNvPr>
          <p:cNvGrpSpPr/>
          <p:nvPr/>
        </p:nvGrpSpPr>
        <p:grpSpPr>
          <a:xfrm>
            <a:off x="2479588" y="1689376"/>
            <a:ext cx="2739960" cy="3804840"/>
            <a:chOff x="2479588" y="1689376"/>
            <a:chExt cx="2739960" cy="3804840"/>
          </a:xfrm>
        </p:grpSpPr>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79313114-7BB2-91BA-8E5E-D35817EBCE79}"/>
                    </a:ext>
                  </a:extLst>
                </p14:cNvPr>
                <p14:cNvContentPartPr/>
                <p14:nvPr/>
              </p14:nvContentPartPr>
              <p14:xfrm>
                <a:off x="4242868" y="2378056"/>
                <a:ext cx="145440" cy="119520"/>
              </p14:xfrm>
            </p:contentPart>
          </mc:Choice>
          <mc:Fallback xmlns="">
            <p:pic>
              <p:nvPicPr>
                <p:cNvPr id="17" name="墨迹 16">
                  <a:extLst>
                    <a:ext uri="{FF2B5EF4-FFF2-40B4-BE49-F238E27FC236}">
                      <a16:creationId xmlns:a16="http://schemas.microsoft.com/office/drawing/2014/main" id="{79313114-7BB2-91BA-8E5E-D35817EBCE79}"/>
                    </a:ext>
                  </a:extLst>
                </p:cNvPr>
                <p:cNvPicPr/>
                <p:nvPr/>
              </p:nvPicPr>
              <p:blipFill>
                <a:blip r:embed="rId29"/>
                <a:stretch>
                  <a:fillRect/>
                </a:stretch>
              </p:blipFill>
              <p:spPr>
                <a:xfrm>
                  <a:off x="4233868" y="2369056"/>
                  <a:ext cx="1630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A5526764-A3E2-931F-D394-0149C9E59A50}"/>
                    </a:ext>
                  </a:extLst>
                </p14:cNvPr>
                <p14:cNvContentPartPr/>
                <p14:nvPr/>
              </p14:nvContentPartPr>
              <p14:xfrm>
                <a:off x="4570468" y="2626816"/>
                <a:ext cx="158760" cy="108720"/>
              </p14:xfrm>
            </p:contentPart>
          </mc:Choice>
          <mc:Fallback xmlns="">
            <p:pic>
              <p:nvPicPr>
                <p:cNvPr id="18" name="墨迹 17">
                  <a:extLst>
                    <a:ext uri="{FF2B5EF4-FFF2-40B4-BE49-F238E27FC236}">
                      <a16:creationId xmlns:a16="http://schemas.microsoft.com/office/drawing/2014/main" id="{A5526764-A3E2-931F-D394-0149C9E59A50}"/>
                    </a:ext>
                  </a:extLst>
                </p:cNvPr>
                <p:cNvPicPr/>
                <p:nvPr/>
              </p:nvPicPr>
              <p:blipFill>
                <a:blip r:embed="rId31"/>
                <a:stretch>
                  <a:fillRect/>
                </a:stretch>
              </p:blipFill>
              <p:spPr>
                <a:xfrm>
                  <a:off x="4561468" y="2617816"/>
                  <a:ext cx="1764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a:extLst>
                    <a:ext uri="{FF2B5EF4-FFF2-40B4-BE49-F238E27FC236}">
                      <a16:creationId xmlns:a16="http://schemas.microsoft.com/office/drawing/2014/main" id="{6B476830-0BEC-3491-2E1D-4191A1E1DD71}"/>
                    </a:ext>
                  </a:extLst>
                </p14:cNvPr>
                <p14:cNvContentPartPr/>
                <p14:nvPr/>
              </p14:nvContentPartPr>
              <p14:xfrm>
                <a:off x="4477948" y="1890616"/>
                <a:ext cx="78840" cy="319320"/>
              </p14:xfrm>
            </p:contentPart>
          </mc:Choice>
          <mc:Fallback xmlns="">
            <p:pic>
              <p:nvPicPr>
                <p:cNvPr id="23" name="墨迹 22">
                  <a:extLst>
                    <a:ext uri="{FF2B5EF4-FFF2-40B4-BE49-F238E27FC236}">
                      <a16:creationId xmlns:a16="http://schemas.microsoft.com/office/drawing/2014/main" id="{6B476830-0BEC-3491-2E1D-4191A1E1DD71}"/>
                    </a:ext>
                  </a:extLst>
                </p:cNvPr>
                <p:cNvPicPr/>
                <p:nvPr/>
              </p:nvPicPr>
              <p:blipFill>
                <a:blip r:embed="rId33"/>
                <a:stretch>
                  <a:fillRect/>
                </a:stretch>
              </p:blipFill>
              <p:spPr>
                <a:xfrm>
                  <a:off x="4468948" y="1881616"/>
                  <a:ext cx="9648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墨迹 24">
                  <a:extLst>
                    <a:ext uri="{FF2B5EF4-FFF2-40B4-BE49-F238E27FC236}">
                      <a16:creationId xmlns:a16="http://schemas.microsoft.com/office/drawing/2014/main" id="{383C69DE-EB68-825F-79C4-71BDF54649AA}"/>
                    </a:ext>
                  </a:extLst>
                </p14:cNvPr>
                <p14:cNvContentPartPr/>
                <p14:nvPr/>
              </p14:nvContentPartPr>
              <p14:xfrm>
                <a:off x="4501708" y="1913656"/>
                <a:ext cx="177120" cy="185400"/>
              </p14:xfrm>
            </p:contentPart>
          </mc:Choice>
          <mc:Fallback xmlns="">
            <p:pic>
              <p:nvPicPr>
                <p:cNvPr id="25" name="墨迹 24">
                  <a:extLst>
                    <a:ext uri="{FF2B5EF4-FFF2-40B4-BE49-F238E27FC236}">
                      <a16:creationId xmlns:a16="http://schemas.microsoft.com/office/drawing/2014/main" id="{383C69DE-EB68-825F-79C4-71BDF54649AA}"/>
                    </a:ext>
                  </a:extLst>
                </p:cNvPr>
                <p:cNvPicPr/>
                <p:nvPr/>
              </p:nvPicPr>
              <p:blipFill>
                <a:blip r:embed="rId35"/>
                <a:stretch>
                  <a:fillRect/>
                </a:stretch>
              </p:blipFill>
              <p:spPr>
                <a:xfrm>
                  <a:off x="4493068" y="1905016"/>
                  <a:ext cx="1947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2" name="墨迹 41">
                  <a:extLst>
                    <a:ext uri="{FF2B5EF4-FFF2-40B4-BE49-F238E27FC236}">
                      <a16:creationId xmlns:a16="http://schemas.microsoft.com/office/drawing/2014/main" id="{DAF90198-6D3A-314D-CF34-BF1843276964}"/>
                    </a:ext>
                  </a:extLst>
                </p14:cNvPr>
                <p14:cNvContentPartPr/>
                <p14:nvPr/>
              </p14:nvContentPartPr>
              <p14:xfrm>
                <a:off x="4625908" y="2046496"/>
                <a:ext cx="593640" cy="171360"/>
              </p14:xfrm>
            </p:contentPart>
          </mc:Choice>
          <mc:Fallback xmlns="">
            <p:pic>
              <p:nvPicPr>
                <p:cNvPr id="42" name="墨迹 41">
                  <a:extLst>
                    <a:ext uri="{FF2B5EF4-FFF2-40B4-BE49-F238E27FC236}">
                      <a16:creationId xmlns:a16="http://schemas.microsoft.com/office/drawing/2014/main" id="{DAF90198-6D3A-314D-CF34-BF1843276964}"/>
                    </a:ext>
                  </a:extLst>
                </p:cNvPr>
                <p:cNvPicPr/>
                <p:nvPr/>
              </p:nvPicPr>
              <p:blipFill>
                <a:blip r:embed="rId37"/>
                <a:stretch>
                  <a:fillRect/>
                </a:stretch>
              </p:blipFill>
              <p:spPr>
                <a:xfrm>
                  <a:off x="4617268" y="2037856"/>
                  <a:ext cx="6112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6" name="墨迹 55">
                  <a:extLst>
                    <a:ext uri="{FF2B5EF4-FFF2-40B4-BE49-F238E27FC236}">
                      <a16:creationId xmlns:a16="http://schemas.microsoft.com/office/drawing/2014/main" id="{A19286F1-937E-D128-6504-B7D9FF05A550}"/>
                    </a:ext>
                  </a:extLst>
                </p14:cNvPr>
                <p14:cNvContentPartPr/>
                <p14:nvPr/>
              </p14:nvContentPartPr>
              <p14:xfrm>
                <a:off x="3218308" y="2301376"/>
                <a:ext cx="28800" cy="162360"/>
              </p14:xfrm>
            </p:contentPart>
          </mc:Choice>
          <mc:Fallback xmlns="">
            <p:pic>
              <p:nvPicPr>
                <p:cNvPr id="56" name="墨迹 55">
                  <a:extLst>
                    <a:ext uri="{FF2B5EF4-FFF2-40B4-BE49-F238E27FC236}">
                      <a16:creationId xmlns:a16="http://schemas.microsoft.com/office/drawing/2014/main" id="{A19286F1-937E-D128-6504-B7D9FF05A550}"/>
                    </a:ext>
                  </a:extLst>
                </p:cNvPr>
                <p:cNvPicPr/>
                <p:nvPr/>
              </p:nvPicPr>
              <p:blipFill>
                <a:blip r:embed="rId39"/>
                <a:stretch>
                  <a:fillRect/>
                </a:stretch>
              </p:blipFill>
              <p:spPr>
                <a:xfrm>
                  <a:off x="3209308" y="2292376"/>
                  <a:ext cx="464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7" name="墨迹 56">
                  <a:extLst>
                    <a:ext uri="{FF2B5EF4-FFF2-40B4-BE49-F238E27FC236}">
                      <a16:creationId xmlns:a16="http://schemas.microsoft.com/office/drawing/2014/main" id="{DC37E2FC-E529-5320-374C-239E0B048A54}"/>
                    </a:ext>
                  </a:extLst>
                </p14:cNvPr>
                <p14:cNvContentPartPr/>
                <p14:nvPr/>
              </p14:nvContentPartPr>
              <p14:xfrm>
                <a:off x="3221908" y="2309296"/>
                <a:ext cx="185760" cy="151200"/>
              </p14:xfrm>
            </p:contentPart>
          </mc:Choice>
          <mc:Fallback xmlns="">
            <p:pic>
              <p:nvPicPr>
                <p:cNvPr id="57" name="墨迹 56">
                  <a:extLst>
                    <a:ext uri="{FF2B5EF4-FFF2-40B4-BE49-F238E27FC236}">
                      <a16:creationId xmlns:a16="http://schemas.microsoft.com/office/drawing/2014/main" id="{DC37E2FC-E529-5320-374C-239E0B048A54}"/>
                    </a:ext>
                  </a:extLst>
                </p:cNvPr>
                <p:cNvPicPr/>
                <p:nvPr/>
              </p:nvPicPr>
              <p:blipFill>
                <a:blip r:embed="rId41"/>
                <a:stretch>
                  <a:fillRect/>
                </a:stretch>
              </p:blipFill>
              <p:spPr>
                <a:xfrm>
                  <a:off x="3212908" y="2300296"/>
                  <a:ext cx="2034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9" name="墨迹 58">
                  <a:extLst>
                    <a:ext uri="{FF2B5EF4-FFF2-40B4-BE49-F238E27FC236}">
                      <a16:creationId xmlns:a16="http://schemas.microsoft.com/office/drawing/2014/main" id="{ECD87D67-3855-31A9-9807-FE1BFD3AE6E2}"/>
                    </a:ext>
                  </a:extLst>
                </p14:cNvPr>
                <p14:cNvContentPartPr/>
                <p14:nvPr/>
              </p14:nvContentPartPr>
              <p14:xfrm>
                <a:off x="2835988" y="2696656"/>
                <a:ext cx="425880" cy="360"/>
              </p14:xfrm>
            </p:contentPart>
          </mc:Choice>
          <mc:Fallback xmlns="">
            <p:pic>
              <p:nvPicPr>
                <p:cNvPr id="59" name="墨迹 58">
                  <a:extLst>
                    <a:ext uri="{FF2B5EF4-FFF2-40B4-BE49-F238E27FC236}">
                      <a16:creationId xmlns:a16="http://schemas.microsoft.com/office/drawing/2014/main" id="{ECD87D67-3855-31A9-9807-FE1BFD3AE6E2}"/>
                    </a:ext>
                  </a:extLst>
                </p:cNvPr>
                <p:cNvPicPr/>
                <p:nvPr/>
              </p:nvPicPr>
              <p:blipFill>
                <a:blip r:embed="rId43"/>
                <a:stretch>
                  <a:fillRect/>
                </a:stretch>
              </p:blipFill>
              <p:spPr>
                <a:xfrm>
                  <a:off x="2826988" y="2688016"/>
                  <a:ext cx="443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0" name="墨迹 59">
                  <a:extLst>
                    <a:ext uri="{FF2B5EF4-FFF2-40B4-BE49-F238E27FC236}">
                      <a16:creationId xmlns:a16="http://schemas.microsoft.com/office/drawing/2014/main" id="{CCCEE2A9-DC2C-CDA5-ECCD-8D60AA6014AA}"/>
                    </a:ext>
                  </a:extLst>
                </p14:cNvPr>
                <p14:cNvContentPartPr/>
                <p14:nvPr/>
              </p14:nvContentPartPr>
              <p14:xfrm>
                <a:off x="2888908" y="2689816"/>
                <a:ext cx="358200" cy="77760"/>
              </p14:xfrm>
            </p:contentPart>
          </mc:Choice>
          <mc:Fallback xmlns="">
            <p:pic>
              <p:nvPicPr>
                <p:cNvPr id="60" name="墨迹 59">
                  <a:extLst>
                    <a:ext uri="{FF2B5EF4-FFF2-40B4-BE49-F238E27FC236}">
                      <a16:creationId xmlns:a16="http://schemas.microsoft.com/office/drawing/2014/main" id="{CCCEE2A9-DC2C-CDA5-ECCD-8D60AA6014AA}"/>
                    </a:ext>
                  </a:extLst>
                </p:cNvPr>
                <p:cNvPicPr/>
                <p:nvPr/>
              </p:nvPicPr>
              <p:blipFill>
                <a:blip r:embed="rId45"/>
                <a:stretch>
                  <a:fillRect/>
                </a:stretch>
              </p:blipFill>
              <p:spPr>
                <a:xfrm>
                  <a:off x="2880268" y="2681176"/>
                  <a:ext cx="3758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2" name="墨迹 61">
                  <a:extLst>
                    <a:ext uri="{FF2B5EF4-FFF2-40B4-BE49-F238E27FC236}">
                      <a16:creationId xmlns:a16="http://schemas.microsoft.com/office/drawing/2014/main" id="{070BE101-10B8-1090-A576-A10D012403D2}"/>
                    </a:ext>
                  </a:extLst>
                </p14:cNvPr>
                <p14:cNvContentPartPr/>
                <p14:nvPr/>
              </p14:nvContentPartPr>
              <p14:xfrm>
                <a:off x="2865148" y="3324136"/>
                <a:ext cx="134280" cy="83520"/>
              </p14:xfrm>
            </p:contentPart>
          </mc:Choice>
          <mc:Fallback xmlns="">
            <p:pic>
              <p:nvPicPr>
                <p:cNvPr id="62" name="墨迹 61">
                  <a:extLst>
                    <a:ext uri="{FF2B5EF4-FFF2-40B4-BE49-F238E27FC236}">
                      <a16:creationId xmlns:a16="http://schemas.microsoft.com/office/drawing/2014/main" id="{070BE101-10B8-1090-A576-A10D012403D2}"/>
                    </a:ext>
                  </a:extLst>
                </p:cNvPr>
                <p:cNvPicPr/>
                <p:nvPr/>
              </p:nvPicPr>
              <p:blipFill>
                <a:blip r:embed="rId47"/>
                <a:stretch>
                  <a:fillRect/>
                </a:stretch>
              </p:blipFill>
              <p:spPr>
                <a:xfrm>
                  <a:off x="2856508" y="3315136"/>
                  <a:ext cx="1519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3" name="墨迹 62">
                  <a:extLst>
                    <a:ext uri="{FF2B5EF4-FFF2-40B4-BE49-F238E27FC236}">
                      <a16:creationId xmlns:a16="http://schemas.microsoft.com/office/drawing/2014/main" id="{5B6440E1-8076-063E-0555-1CD22D0DAC6A}"/>
                    </a:ext>
                  </a:extLst>
                </p14:cNvPr>
                <p14:cNvContentPartPr/>
                <p14:nvPr/>
              </p14:nvContentPartPr>
              <p14:xfrm>
                <a:off x="2943988" y="3316576"/>
                <a:ext cx="208080" cy="203400"/>
              </p14:xfrm>
            </p:contentPart>
          </mc:Choice>
          <mc:Fallback xmlns="">
            <p:pic>
              <p:nvPicPr>
                <p:cNvPr id="63" name="墨迹 62">
                  <a:extLst>
                    <a:ext uri="{FF2B5EF4-FFF2-40B4-BE49-F238E27FC236}">
                      <a16:creationId xmlns:a16="http://schemas.microsoft.com/office/drawing/2014/main" id="{5B6440E1-8076-063E-0555-1CD22D0DAC6A}"/>
                    </a:ext>
                  </a:extLst>
                </p:cNvPr>
                <p:cNvPicPr/>
                <p:nvPr/>
              </p:nvPicPr>
              <p:blipFill>
                <a:blip r:embed="rId49"/>
                <a:stretch>
                  <a:fillRect/>
                </a:stretch>
              </p:blipFill>
              <p:spPr>
                <a:xfrm>
                  <a:off x="2934988" y="3307936"/>
                  <a:ext cx="22572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4" name="墨迹 63">
                  <a:extLst>
                    <a:ext uri="{FF2B5EF4-FFF2-40B4-BE49-F238E27FC236}">
                      <a16:creationId xmlns:a16="http://schemas.microsoft.com/office/drawing/2014/main" id="{63237116-B78A-E21F-DBD5-C1B420AF769F}"/>
                    </a:ext>
                  </a:extLst>
                </p14:cNvPr>
                <p14:cNvContentPartPr/>
                <p14:nvPr/>
              </p14:nvContentPartPr>
              <p14:xfrm>
                <a:off x="3084748" y="3355096"/>
                <a:ext cx="77040" cy="181080"/>
              </p14:xfrm>
            </p:contentPart>
          </mc:Choice>
          <mc:Fallback xmlns="">
            <p:pic>
              <p:nvPicPr>
                <p:cNvPr id="64" name="墨迹 63">
                  <a:extLst>
                    <a:ext uri="{FF2B5EF4-FFF2-40B4-BE49-F238E27FC236}">
                      <a16:creationId xmlns:a16="http://schemas.microsoft.com/office/drawing/2014/main" id="{63237116-B78A-E21F-DBD5-C1B420AF769F}"/>
                    </a:ext>
                  </a:extLst>
                </p:cNvPr>
                <p:cNvPicPr/>
                <p:nvPr/>
              </p:nvPicPr>
              <p:blipFill>
                <a:blip r:embed="rId51"/>
                <a:stretch>
                  <a:fillRect/>
                </a:stretch>
              </p:blipFill>
              <p:spPr>
                <a:xfrm>
                  <a:off x="3076108" y="3346456"/>
                  <a:ext cx="946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5" name="墨迹 64">
                  <a:extLst>
                    <a:ext uri="{FF2B5EF4-FFF2-40B4-BE49-F238E27FC236}">
                      <a16:creationId xmlns:a16="http://schemas.microsoft.com/office/drawing/2014/main" id="{F6315B25-A0CD-B5C4-BEB8-21874A88D70F}"/>
                    </a:ext>
                  </a:extLst>
                </p14:cNvPr>
                <p14:cNvContentPartPr/>
                <p14:nvPr/>
              </p14:nvContentPartPr>
              <p14:xfrm>
                <a:off x="3106708" y="3332056"/>
                <a:ext cx="93960" cy="181080"/>
              </p14:xfrm>
            </p:contentPart>
          </mc:Choice>
          <mc:Fallback xmlns="">
            <p:pic>
              <p:nvPicPr>
                <p:cNvPr id="65" name="墨迹 64">
                  <a:extLst>
                    <a:ext uri="{FF2B5EF4-FFF2-40B4-BE49-F238E27FC236}">
                      <a16:creationId xmlns:a16="http://schemas.microsoft.com/office/drawing/2014/main" id="{F6315B25-A0CD-B5C4-BEB8-21874A88D70F}"/>
                    </a:ext>
                  </a:extLst>
                </p:cNvPr>
                <p:cNvPicPr/>
                <p:nvPr/>
              </p:nvPicPr>
              <p:blipFill>
                <a:blip r:embed="rId53"/>
                <a:stretch>
                  <a:fillRect/>
                </a:stretch>
              </p:blipFill>
              <p:spPr>
                <a:xfrm>
                  <a:off x="3097708" y="3323056"/>
                  <a:ext cx="111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6" name="墨迹 65">
                  <a:extLst>
                    <a:ext uri="{FF2B5EF4-FFF2-40B4-BE49-F238E27FC236}">
                      <a16:creationId xmlns:a16="http://schemas.microsoft.com/office/drawing/2014/main" id="{264522E2-C4B6-7C71-C0BD-928902AE33D9}"/>
                    </a:ext>
                  </a:extLst>
                </p14:cNvPr>
                <p14:cNvContentPartPr/>
                <p14:nvPr/>
              </p14:nvContentPartPr>
              <p14:xfrm>
                <a:off x="3029668" y="2301376"/>
                <a:ext cx="1605240" cy="3192840"/>
              </p14:xfrm>
            </p:contentPart>
          </mc:Choice>
          <mc:Fallback xmlns="">
            <p:pic>
              <p:nvPicPr>
                <p:cNvPr id="66" name="墨迹 65">
                  <a:extLst>
                    <a:ext uri="{FF2B5EF4-FFF2-40B4-BE49-F238E27FC236}">
                      <a16:creationId xmlns:a16="http://schemas.microsoft.com/office/drawing/2014/main" id="{264522E2-C4B6-7C71-C0BD-928902AE33D9}"/>
                    </a:ext>
                  </a:extLst>
                </p:cNvPr>
                <p:cNvPicPr/>
                <p:nvPr/>
              </p:nvPicPr>
              <p:blipFill>
                <a:blip r:embed="rId55"/>
                <a:stretch>
                  <a:fillRect/>
                </a:stretch>
              </p:blipFill>
              <p:spPr>
                <a:xfrm>
                  <a:off x="3020668" y="2292736"/>
                  <a:ext cx="1622880" cy="3210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8" name="墨迹 67">
                  <a:extLst>
                    <a:ext uri="{FF2B5EF4-FFF2-40B4-BE49-F238E27FC236}">
                      <a16:creationId xmlns:a16="http://schemas.microsoft.com/office/drawing/2014/main" id="{E8375E46-C35F-89D6-3CC2-B9EA35A36FB0}"/>
                    </a:ext>
                  </a:extLst>
                </p14:cNvPr>
                <p14:cNvContentPartPr/>
                <p14:nvPr/>
              </p14:nvContentPartPr>
              <p14:xfrm>
                <a:off x="2479588" y="1789816"/>
                <a:ext cx="106920" cy="252000"/>
              </p14:xfrm>
            </p:contentPart>
          </mc:Choice>
          <mc:Fallback xmlns="">
            <p:pic>
              <p:nvPicPr>
                <p:cNvPr id="68" name="墨迹 67">
                  <a:extLst>
                    <a:ext uri="{FF2B5EF4-FFF2-40B4-BE49-F238E27FC236}">
                      <a16:creationId xmlns:a16="http://schemas.microsoft.com/office/drawing/2014/main" id="{E8375E46-C35F-89D6-3CC2-B9EA35A36FB0}"/>
                    </a:ext>
                  </a:extLst>
                </p:cNvPr>
                <p:cNvPicPr/>
                <p:nvPr/>
              </p:nvPicPr>
              <p:blipFill>
                <a:blip r:embed="rId57"/>
                <a:stretch>
                  <a:fillRect/>
                </a:stretch>
              </p:blipFill>
              <p:spPr>
                <a:xfrm>
                  <a:off x="2470948" y="1781176"/>
                  <a:ext cx="1245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9" name="墨迹 68">
                  <a:extLst>
                    <a:ext uri="{FF2B5EF4-FFF2-40B4-BE49-F238E27FC236}">
                      <a16:creationId xmlns:a16="http://schemas.microsoft.com/office/drawing/2014/main" id="{9F3FD988-394D-75C3-6E41-F11BE13C57E8}"/>
                    </a:ext>
                  </a:extLst>
                </p14:cNvPr>
                <p14:cNvContentPartPr/>
                <p14:nvPr/>
              </p14:nvContentPartPr>
              <p14:xfrm>
                <a:off x="2563828" y="1781896"/>
                <a:ext cx="78480" cy="213480"/>
              </p14:xfrm>
            </p:contentPart>
          </mc:Choice>
          <mc:Fallback xmlns="">
            <p:pic>
              <p:nvPicPr>
                <p:cNvPr id="69" name="墨迹 68">
                  <a:extLst>
                    <a:ext uri="{FF2B5EF4-FFF2-40B4-BE49-F238E27FC236}">
                      <a16:creationId xmlns:a16="http://schemas.microsoft.com/office/drawing/2014/main" id="{9F3FD988-394D-75C3-6E41-F11BE13C57E8}"/>
                    </a:ext>
                  </a:extLst>
                </p:cNvPr>
                <p:cNvPicPr/>
                <p:nvPr/>
              </p:nvPicPr>
              <p:blipFill>
                <a:blip r:embed="rId59"/>
                <a:stretch>
                  <a:fillRect/>
                </a:stretch>
              </p:blipFill>
              <p:spPr>
                <a:xfrm>
                  <a:off x="2555188" y="1773256"/>
                  <a:ext cx="961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0" name="墨迹 69">
                  <a:extLst>
                    <a:ext uri="{FF2B5EF4-FFF2-40B4-BE49-F238E27FC236}">
                      <a16:creationId xmlns:a16="http://schemas.microsoft.com/office/drawing/2014/main" id="{FD5266AB-9882-B11A-297B-ECC36883172F}"/>
                    </a:ext>
                  </a:extLst>
                </p14:cNvPr>
                <p14:cNvContentPartPr/>
                <p14:nvPr/>
              </p14:nvContentPartPr>
              <p14:xfrm>
                <a:off x="2627188" y="1689376"/>
                <a:ext cx="245160" cy="230400"/>
              </p14:xfrm>
            </p:contentPart>
          </mc:Choice>
          <mc:Fallback xmlns="">
            <p:pic>
              <p:nvPicPr>
                <p:cNvPr id="70" name="墨迹 69">
                  <a:extLst>
                    <a:ext uri="{FF2B5EF4-FFF2-40B4-BE49-F238E27FC236}">
                      <a16:creationId xmlns:a16="http://schemas.microsoft.com/office/drawing/2014/main" id="{FD5266AB-9882-B11A-297B-ECC36883172F}"/>
                    </a:ext>
                  </a:extLst>
                </p:cNvPr>
                <p:cNvPicPr/>
                <p:nvPr/>
              </p:nvPicPr>
              <p:blipFill>
                <a:blip r:embed="rId61"/>
                <a:stretch>
                  <a:fillRect/>
                </a:stretch>
              </p:blipFill>
              <p:spPr>
                <a:xfrm>
                  <a:off x="2618188" y="1680376"/>
                  <a:ext cx="2628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1" name="墨迹 70">
                  <a:extLst>
                    <a:ext uri="{FF2B5EF4-FFF2-40B4-BE49-F238E27FC236}">
                      <a16:creationId xmlns:a16="http://schemas.microsoft.com/office/drawing/2014/main" id="{C007DD92-825D-E735-F411-A9A37179A1CC}"/>
                    </a:ext>
                  </a:extLst>
                </p14:cNvPr>
                <p14:cNvContentPartPr/>
                <p14:nvPr/>
              </p14:nvContentPartPr>
              <p14:xfrm>
                <a:off x="2853628" y="1766776"/>
                <a:ext cx="91080" cy="198000"/>
              </p14:xfrm>
            </p:contentPart>
          </mc:Choice>
          <mc:Fallback xmlns="">
            <p:pic>
              <p:nvPicPr>
                <p:cNvPr id="71" name="墨迹 70">
                  <a:extLst>
                    <a:ext uri="{FF2B5EF4-FFF2-40B4-BE49-F238E27FC236}">
                      <a16:creationId xmlns:a16="http://schemas.microsoft.com/office/drawing/2014/main" id="{C007DD92-825D-E735-F411-A9A37179A1CC}"/>
                    </a:ext>
                  </a:extLst>
                </p:cNvPr>
                <p:cNvPicPr/>
                <p:nvPr/>
              </p:nvPicPr>
              <p:blipFill>
                <a:blip r:embed="rId63"/>
                <a:stretch>
                  <a:fillRect/>
                </a:stretch>
              </p:blipFill>
              <p:spPr>
                <a:xfrm>
                  <a:off x="2844988" y="1757776"/>
                  <a:ext cx="1087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2" name="墨迹 71">
                  <a:extLst>
                    <a:ext uri="{FF2B5EF4-FFF2-40B4-BE49-F238E27FC236}">
                      <a16:creationId xmlns:a16="http://schemas.microsoft.com/office/drawing/2014/main" id="{5E1C8C3A-AFB7-12BD-F0C4-0BA300B21A34}"/>
                    </a:ext>
                  </a:extLst>
                </p14:cNvPr>
                <p14:cNvContentPartPr/>
                <p14:nvPr/>
              </p14:nvContentPartPr>
              <p14:xfrm>
                <a:off x="2936428" y="1766776"/>
                <a:ext cx="88560" cy="178920"/>
              </p14:xfrm>
            </p:contentPart>
          </mc:Choice>
          <mc:Fallback xmlns="">
            <p:pic>
              <p:nvPicPr>
                <p:cNvPr id="72" name="墨迹 71">
                  <a:extLst>
                    <a:ext uri="{FF2B5EF4-FFF2-40B4-BE49-F238E27FC236}">
                      <a16:creationId xmlns:a16="http://schemas.microsoft.com/office/drawing/2014/main" id="{5E1C8C3A-AFB7-12BD-F0C4-0BA300B21A34}"/>
                    </a:ext>
                  </a:extLst>
                </p:cNvPr>
                <p:cNvPicPr/>
                <p:nvPr/>
              </p:nvPicPr>
              <p:blipFill>
                <a:blip r:embed="rId65"/>
                <a:stretch>
                  <a:fillRect/>
                </a:stretch>
              </p:blipFill>
              <p:spPr>
                <a:xfrm>
                  <a:off x="2927788" y="1757776"/>
                  <a:ext cx="10620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3" name="墨迹 72">
                  <a:extLst>
                    <a:ext uri="{FF2B5EF4-FFF2-40B4-BE49-F238E27FC236}">
                      <a16:creationId xmlns:a16="http://schemas.microsoft.com/office/drawing/2014/main" id="{2E0C16A2-6714-4BA1-2B27-9D7205AF1162}"/>
                    </a:ext>
                  </a:extLst>
                </p14:cNvPr>
                <p14:cNvContentPartPr/>
                <p14:nvPr/>
              </p14:nvContentPartPr>
              <p14:xfrm>
                <a:off x="3114988" y="1813216"/>
                <a:ext cx="16200" cy="333360"/>
              </p14:xfrm>
            </p:contentPart>
          </mc:Choice>
          <mc:Fallback xmlns="">
            <p:pic>
              <p:nvPicPr>
                <p:cNvPr id="73" name="墨迹 72">
                  <a:extLst>
                    <a:ext uri="{FF2B5EF4-FFF2-40B4-BE49-F238E27FC236}">
                      <a16:creationId xmlns:a16="http://schemas.microsoft.com/office/drawing/2014/main" id="{2E0C16A2-6714-4BA1-2B27-9D7205AF1162}"/>
                    </a:ext>
                  </a:extLst>
                </p:cNvPr>
                <p:cNvPicPr/>
                <p:nvPr/>
              </p:nvPicPr>
              <p:blipFill>
                <a:blip r:embed="rId67"/>
                <a:stretch>
                  <a:fillRect/>
                </a:stretch>
              </p:blipFill>
              <p:spPr>
                <a:xfrm>
                  <a:off x="3105988" y="1804216"/>
                  <a:ext cx="3384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4" name="墨迹 73">
                  <a:extLst>
                    <a:ext uri="{FF2B5EF4-FFF2-40B4-BE49-F238E27FC236}">
                      <a16:creationId xmlns:a16="http://schemas.microsoft.com/office/drawing/2014/main" id="{FFD7C550-721F-5354-1D94-0619FFCF857B}"/>
                    </a:ext>
                  </a:extLst>
                </p14:cNvPr>
                <p14:cNvContentPartPr/>
                <p14:nvPr/>
              </p14:nvContentPartPr>
              <p14:xfrm>
                <a:off x="3130468" y="1789816"/>
                <a:ext cx="163800" cy="165960"/>
              </p14:xfrm>
            </p:contentPart>
          </mc:Choice>
          <mc:Fallback xmlns="">
            <p:pic>
              <p:nvPicPr>
                <p:cNvPr id="74" name="墨迹 73">
                  <a:extLst>
                    <a:ext uri="{FF2B5EF4-FFF2-40B4-BE49-F238E27FC236}">
                      <a16:creationId xmlns:a16="http://schemas.microsoft.com/office/drawing/2014/main" id="{FFD7C550-721F-5354-1D94-0619FFCF857B}"/>
                    </a:ext>
                  </a:extLst>
                </p:cNvPr>
                <p:cNvPicPr/>
                <p:nvPr/>
              </p:nvPicPr>
              <p:blipFill>
                <a:blip r:embed="rId69"/>
                <a:stretch>
                  <a:fillRect/>
                </a:stretch>
              </p:blipFill>
              <p:spPr>
                <a:xfrm>
                  <a:off x="3121828" y="1781176"/>
                  <a:ext cx="1814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5" name="墨迹 74">
                  <a:extLst>
                    <a:ext uri="{FF2B5EF4-FFF2-40B4-BE49-F238E27FC236}">
                      <a16:creationId xmlns:a16="http://schemas.microsoft.com/office/drawing/2014/main" id="{E0EC0C05-3950-1E96-A79C-E6E51D2B504B}"/>
                    </a:ext>
                  </a:extLst>
                </p14:cNvPr>
                <p14:cNvContentPartPr/>
                <p14:nvPr/>
              </p14:nvContentPartPr>
              <p14:xfrm>
                <a:off x="2887108" y="2347816"/>
                <a:ext cx="1630440" cy="2896920"/>
              </p14:xfrm>
            </p:contentPart>
          </mc:Choice>
          <mc:Fallback xmlns="">
            <p:pic>
              <p:nvPicPr>
                <p:cNvPr id="75" name="墨迹 74">
                  <a:extLst>
                    <a:ext uri="{FF2B5EF4-FFF2-40B4-BE49-F238E27FC236}">
                      <a16:creationId xmlns:a16="http://schemas.microsoft.com/office/drawing/2014/main" id="{E0EC0C05-3950-1E96-A79C-E6E51D2B504B}"/>
                    </a:ext>
                  </a:extLst>
                </p:cNvPr>
                <p:cNvPicPr/>
                <p:nvPr/>
              </p:nvPicPr>
              <p:blipFill>
                <a:blip r:embed="rId71"/>
                <a:stretch>
                  <a:fillRect/>
                </a:stretch>
              </p:blipFill>
              <p:spPr>
                <a:xfrm>
                  <a:off x="2878468" y="2339176"/>
                  <a:ext cx="1648080" cy="2914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6" name="墨迹 75">
                  <a:extLst>
                    <a:ext uri="{FF2B5EF4-FFF2-40B4-BE49-F238E27FC236}">
                      <a16:creationId xmlns:a16="http://schemas.microsoft.com/office/drawing/2014/main" id="{47CB9078-CB2F-8DB9-AA91-1AD8C3A5D85A}"/>
                    </a:ext>
                  </a:extLst>
                </p14:cNvPr>
                <p14:cNvContentPartPr/>
                <p14:nvPr/>
              </p14:nvContentPartPr>
              <p14:xfrm>
                <a:off x="2758588" y="5106496"/>
                <a:ext cx="251280" cy="165240"/>
              </p14:xfrm>
            </p:contentPart>
          </mc:Choice>
          <mc:Fallback xmlns="">
            <p:pic>
              <p:nvPicPr>
                <p:cNvPr id="76" name="墨迹 75">
                  <a:extLst>
                    <a:ext uri="{FF2B5EF4-FFF2-40B4-BE49-F238E27FC236}">
                      <a16:creationId xmlns:a16="http://schemas.microsoft.com/office/drawing/2014/main" id="{47CB9078-CB2F-8DB9-AA91-1AD8C3A5D85A}"/>
                    </a:ext>
                  </a:extLst>
                </p:cNvPr>
                <p:cNvPicPr/>
                <p:nvPr/>
              </p:nvPicPr>
              <p:blipFill>
                <a:blip r:embed="rId73"/>
                <a:stretch>
                  <a:fillRect/>
                </a:stretch>
              </p:blipFill>
              <p:spPr>
                <a:xfrm>
                  <a:off x="2749948" y="5097496"/>
                  <a:ext cx="2689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3" name="墨迹 82">
                  <a:extLst>
                    <a:ext uri="{FF2B5EF4-FFF2-40B4-BE49-F238E27FC236}">
                      <a16:creationId xmlns:a16="http://schemas.microsoft.com/office/drawing/2014/main" id="{49F4D09A-C5BB-5293-A3E5-CCFF9952FE5D}"/>
                    </a:ext>
                  </a:extLst>
                </p14:cNvPr>
                <p14:cNvContentPartPr/>
                <p14:nvPr/>
              </p14:nvContentPartPr>
              <p14:xfrm>
                <a:off x="2600548" y="2190136"/>
                <a:ext cx="637920" cy="552600"/>
              </p14:xfrm>
            </p:contentPart>
          </mc:Choice>
          <mc:Fallback xmlns="">
            <p:pic>
              <p:nvPicPr>
                <p:cNvPr id="83" name="墨迹 82">
                  <a:extLst>
                    <a:ext uri="{FF2B5EF4-FFF2-40B4-BE49-F238E27FC236}">
                      <a16:creationId xmlns:a16="http://schemas.microsoft.com/office/drawing/2014/main" id="{49F4D09A-C5BB-5293-A3E5-CCFF9952FE5D}"/>
                    </a:ext>
                  </a:extLst>
                </p:cNvPr>
                <p:cNvPicPr/>
                <p:nvPr/>
              </p:nvPicPr>
              <p:blipFill>
                <a:blip r:embed="rId75"/>
                <a:stretch>
                  <a:fillRect/>
                </a:stretch>
              </p:blipFill>
              <p:spPr>
                <a:xfrm>
                  <a:off x="2591908" y="2181136"/>
                  <a:ext cx="655560" cy="570240"/>
                </a:xfrm>
                <a:prstGeom prst="rect">
                  <a:avLst/>
                </a:prstGeom>
              </p:spPr>
            </p:pic>
          </mc:Fallback>
        </mc:AlternateContent>
      </p:grpSp>
    </p:spTree>
    <p:extLst>
      <p:ext uri="{BB962C8B-B14F-4D97-AF65-F5344CB8AC3E}">
        <p14:creationId xmlns:p14="http://schemas.microsoft.com/office/powerpoint/2010/main" val="927338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17"/>
          <p:cNvSpPr>
            <a:spLocks noChangeArrowheads="1"/>
          </p:cNvSpPr>
          <p:nvPr/>
        </p:nvSpPr>
        <p:spPr bwMode="gray">
          <a:xfrm>
            <a:off x="6223106" y="1581562"/>
            <a:ext cx="5198832" cy="199516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[SW3]display mac-address flapping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Mac-address Flapping Configurations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Flapping detection         		: Enable</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Aging  time(sec)             	: 300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Quit-</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Recover time(min) 	: 10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Exclude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-list 		: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&lt;SW3&gt;display mac-address flapping record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Info: The mac-address flapping record does not exist.</a:t>
            </a: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(6)</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370003" y="41802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占位符 49"/>
          <p:cNvSpPr txBox="1">
            <a:spLocks/>
          </p:cNvSpPr>
          <p:nvPr/>
        </p:nvSpPr>
        <p:spPr bwMode="gray">
          <a:xfrm>
            <a:off x="5526800" y="961111"/>
            <a:ext cx="6222288" cy="6768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继续查看丢包是否为环路导致：查看交换机是否开启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地址漂移检测，以及是否检测到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地址漂移。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AutoShape 17"/>
          <p:cNvSpPr>
            <a:spLocks noChangeArrowheads="1"/>
          </p:cNvSpPr>
          <p:nvPr/>
        </p:nvSpPr>
        <p:spPr bwMode="gray">
          <a:xfrm>
            <a:off x="6214996" y="4165449"/>
            <a:ext cx="5206942" cy="135868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3026198367"/>
              </p:ext>
            </p:extLst>
          </p:nvPr>
        </p:nvGraphicFramePr>
        <p:xfrm>
          <a:off x="6243189" y="4289002"/>
          <a:ext cx="5105400" cy="1122045"/>
        </p:xfrm>
        <a:graphic>
          <a:graphicData uri="http://schemas.openxmlformats.org/drawingml/2006/table">
            <a:tbl>
              <a:tblPr>
                <a:tableStyleId>{72833802-FEF1-4C79-8D5D-14CF1EAF98D9}</a:tableStyleId>
              </a:tblPr>
              <a:tblGrid>
                <a:gridCol w="49530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400175">
                  <a:extLst>
                    <a:ext uri="{9D8B030D-6E8A-4147-A177-3AD203B41FA5}">
                      <a16:colId xmlns:a16="http://schemas.microsoft.com/office/drawing/2014/main" val="20002"/>
                    </a:ext>
                  </a:extLst>
                </a:gridCol>
                <a:gridCol w="1476375">
                  <a:extLst>
                    <a:ext uri="{9D8B030D-6E8A-4147-A177-3AD203B41FA5}">
                      <a16:colId xmlns:a16="http://schemas.microsoft.com/office/drawing/2014/main" val="20003"/>
                    </a:ext>
                  </a:extLst>
                </a:gridCol>
              </a:tblGrid>
              <a:tr h="390525">
                <a:tc gridSpan="4">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&lt;SW3&gt;display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stp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tc-bpdu</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statistics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 STP TC/TCN information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MSTID</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Port</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TC(Send/Receive)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TCN(Send/Receive)</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13/56</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0975">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GigabitEthernet0/0/3</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22/18</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0975">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12</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29/66</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2" name="矩形 1"/>
          <p:cNvSpPr/>
          <p:nvPr/>
        </p:nvSpPr>
        <p:spPr bwMode="gray">
          <a:xfrm>
            <a:off x="5526800" y="3538189"/>
            <a:ext cx="6222288" cy="695575"/>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经过观察，故障现象主要发生在上下班时间，并且在故障现象发生时通过查看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地址表，发现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地址表不稳定，查看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统计数据。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 name="矩形 2"/>
          <p:cNvSpPr/>
          <p:nvPr/>
        </p:nvSpPr>
        <p:spPr bwMode="gray">
          <a:xfrm>
            <a:off x="5526800" y="5474286"/>
            <a:ext cx="6222288" cy="695575"/>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上下班时间，交换机端口频繁</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UP/DOWN</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，会发送大量</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报文，因此将交换机连接主机的端口设置为边缘端口。</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11" name="墨迹 10">
                <a:extLst>
                  <a:ext uri="{FF2B5EF4-FFF2-40B4-BE49-F238E27FC236}">
                    <a16:creationId xmlns:a16="http://schemas.microsoft.com/office/drawing/2014/main" id="{E5BDC20D-07BF-28A6-2DE5-D07791C0145A}"/>
                  </a:ext>
                </a:extLst>
              </p14:cNvPr>
              <p14:cNvContentPartPr/>
              <p14:nvPr/>
            </p14:nvContentPartPr>
            <p14:xfrm>
              <a:off x="8539468" y="1348096"/>
              <a:ext cx="2687040" cy="47160"/>
            </p14:xfrm>
          </p:contentPart>
        </mc:Choice>
        <mc:Fallback xmlns="">
          <p:pic>
            <p:nvPicPr>
              <p:cNvPr id="11" name="墨迹 10">
                <a:extLst>
                  <a:ext uri="{FF2B5EF4-FFF2-40B4-BE49-F238E27FC236}">
                    <a16:creationId xmlns:a16="http://schemas.microsoft.com/office/drawing/2014/main" id="{E5BDC20D-07BF-28A6-2DE5-D07791C0145A}"/>
                  </a:ext>
                </a:extLst>
              </p:cNvPr>
              <p:cNvPicPr/>
              <p:nvPr/>
            </p:nvPicPr>
            <p:blipFill>
              <a:blip r:embed="rId7"/>
              <a:stretch>
                <a:fillRect/>
              </a:stretch>
            </p:blipFill>
            <p:spPr>
              <a:xfrm>
                <a:off x="8530468" y="1339456"/>
                <a:ext cx="27046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墨迹 12">
                <a:extLst>
                  <a:ext uri="{FF2B5EF4-FFF2-40B4-BE49-F238E27FC236}">
                    <a16:creationId xmlns:a16="http://schemas.microsoft.com/office/drawing/2014/main" id="{64F0A359-BD74-1A27-0537-4D28588CEC82}"/>
                  </a:ext>
                </a:extLst>
              </p14:cNvPr>
              <p14:cNvContentPartPr/>
              <p14:nvPr/>
            </p14:nvContentPartPr>
            <p14:xfrm>
              <a:off x="6911908" y="3866656"/>
              <a:ext cx="4719240" cy="24120"/>
            </p14:xfrm>
          </p:contentPart>
        </mc:Choice>
        <mc:Fallback xmlns="">
          <p:pic>
            <p:nvPicPr>
              <p:cNvPr id="13" name="墨迹 12">
                <a:extLst>
                  <a:ext uri="{FF2B5EF4-FFF2-40B4-BE49-F238E27FC236}">
                    <a16:creationId xmlns:a16="http://schemas.microsoft.com/office/drawing/2014/main" id="{64F0A359-BD74-1A27-0537-4D28588CEC82}"/>
                  </a:ext>
                </a:extLst>
              </p:cNvPr>
              <p:cNvPicPr/>
              <p:nvPr/>
            </p:nvPicPr>
            <p:blipFill>
              <a:blip r:embed="rId9"/>
              <a:stretch>
                <a:fillRect/>
              </a:stretch>
            </p:blipFill>
            <p:spPr>
              <a:xfrm>
                <a:off x="6903268" y="3857656"/>
                <a:ext cx="47368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墨迹 13">
                <a:extLst>
                  <a:ext uri="{FF2B5EF4-FFF2-40B4-BE49-F238E27FC236}">
                    <a16:creationId xmlns:a16="http://schemas.microsoft.com/office/drawing/2014/main" id="{7FB72C4A-B2DD-BDA9-39AD-6999B8E63144}"/>
                  </a:ext>
                </a:extLst>
              </p14:cNvPr>
              <p14:cNvContentPartPr/>
              <p14:nvPr/>
            </p14:nvContentPartPr>
            <p14:xfrm>
              <a:off x="5904628" y="4192096"/>
              <a:ext cx="4653720" cy="23760"/>
            </p14:xfrm>
          </p:contentPart>
        </mc:Choice>
        <mc:Fallback xmlns="">
          <p:pic>
            <p:nvPicPr>
              <p:cNvPr id="14" name="墨迹 13">
                <a:extLst>
                  <a:ext uri="{FF2B5EF4-FFF2-40B4-BE49-F238E27FC236}">
                    <a16:creationId xmlns:a16="http://schemas.microsoft.com/office/drawing/2014/main" id="{7FB72C4A-B2DD-BDA9-39AD-6999B8E63144}"/>
                  </a:ext>
                </a:extLst>
              </p:cNvPr>
              <p:cNvPicPr/>
              <p:nvPr/>
            </p:nvPicPr>
            <p:blipFill>
              <a:blip r:embed="rId11"/>
              <a:stretch>
                <a:fillRect/>
              </a:stretch>
            </p:blipFill>
            <p:spPr>
              <a:xfrm>
                <a:off x="5895988" y="4183456"/>
                <a:ext cx="46713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墨迹 14">
                <a:extLst>
                  <a:ext uri="{FF2B5EF4-FFF2-40B4-BE49-F238E27FC236}">
                    <a16:creationId xmlns:a16="http://schemas.microsoft.com/office/drawing/2014/main" id="{B776BA2C-DABB-DC16-F3BD-362D20187947}"/>
                  </a:ext>
                </a:extLst>
              </p14:cNvPr>
              <p14:cNvContentPartPr/>
              <p14:nvPr/>
            </p14:nvContentPartPr>
            <p14:xfrm>
              <a:off x="7020628" y="5812456"/>
              <a:ext cx="2274480" cy="101520"/>
            </p14:xfrm>
          </p:contentPart>
        </mc:Choice>
        <mc:Fallback xmlns="">
          <p:pic>
            <p:nvPicPr>
              <p:cNvPr id="15" name="墨迹 14">
                <a:extLst>
                  <a:ext uri="{FF2B5EF4-FFF2-40B4-BE49-F238E27FC236}">
                    <a16:creationId xmlns:a16="http://schemas.microsoft.com/office/drawing/2014/main" id="{B776BA2C-DABB-DC16-F3BD-362D20187947}"/>
                  </a:ext>
                </a:extLst>
              </p:cNvPr>
              <p:cNvPicPr/>
              <p:nvPr/>
            </p:nvPicPr>
            <p:blipFill>
              <a:blip r:embed="rId13"/>
              <a:stretch>
                <a:fillRect/>
              </a:stretch>
            </p:blipFill>
            <p:spPr>
              <a:xfrm>
                <a:off x="7011628" y="5803456"/>
                <a:ext cx="2292120" cy="119160"/>
              </a:xfrm>
              <a:prstGeom prst="rect">
                <a:avLst/>
              </a:prstGeom>
            </p:spPr>
          </p:pic>
        </mc:Fallback>
      </mc:AlternateContent>
      <p:grpSp>
        <p:nvGrpSpPr>
          <p:cNvPr id="21" name="组合 20">
            <a:extLst>
              <a:ext uri="{FF2B5EF4-FFF2-40B4-BE49-F238E27FC236}">
                <a16:creationId xmlns:a16="http://schemas.microsoft.com/office/drawing/2014/main" id="{82A05C81-3317-4C48-C79C-6548D07AA395}"/>
              </a:ext>
            </a:extLst>
          </p:cNvPr>
          <p:cNvGrpSpPr/>
          <p:nvPr/>
        </p:nvGrpSpPr>
        <p:grpSpPr>
          <a:xfrm>
            <a:off x="9430828" y="6083176"/>
            <a:ext cx="470520" cy="288720"/>
            <a:chOff x="9430828" y="6083176"/>
            <a:chExt cx="470520" cy="288720"/>
          </a:xfrm>
        </p:grpSpPr>
        <mc:AlternateContent xmlns:mc="http://schemas.openxmlformats.org/markup-compatibility/2006" xmlns:p14="http://schemas.microsoft.com/office/powerpoint/2010/main">
          <mc:Choice Requires="p14">
            <p:contentPart p14:bwMode="auto" r:id="rId14">
              <p14:nvContentPartPr>
                <p14:cNvPr id="16" name="墨迹 15">
                  <a:extLst>
                    <a:ext uri="{FF2B5EF4-FFF2-40B4-BE49-F238E27FC236}">
                      <a16:creationId xmlns:a16="http://schemas.microsoft.com/office/drawing/2014/main" id="{F5E01321-8C57-C413-B7B1-BB7497003725}"/>
                    </a:ext>
                  </a:extLst>
                </p14:cNvPr>
                <p14:cNvContentPartPr/>
                <p14:nvPr/>
              </p14:nvContentPartPr>
              <p14:xfrm>
                <a:off x="9430828" y="6083176"/>
                <a:ext cx="312840" cy="360"/>
              </p14:xfrm>
            </p:contentPart>
          </mc:Choice>
          <mc:Fallback xmlns="">
            <p:pic>
              <p:nvPicPr>
                <p:cNvPr id="16" name="墨迹 15">
                  <a:extLst>
                    <a:ext uri="{FF2B5EF4-FFF2-40B4-BE49-F238E27FC236}">
                      <a16:creationId xmlns:a16="http://schemas.microsoft.com/office/drawing/2014/main" id="{F5E01321-8C57-C413-B7B1-BB7497003725}"/>
                    </a:ext>
                  </a:extLst>
                </p:cNvPr>
                <p:cNvPicPr/>
                <p:nvPr/>
              </p:nvPicPr>
              <p:blipFill>
                <a:blip r:embed="rId15"/>
                <a:stretch>
                  <a:fillRect/>
                </a:stretch>
              </p:blipFill>
              <p:spPr>
                <a:xfrm>
                  <a:off x="9421828" y="6074176"/>
                  <a:ext cx="330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墨迹 16">
                  <a:extLst>
                    <a:ext uri="{FF2B5EF4-FFF2-40B4-BE49-F238E27FC236}">
                      <a16:creationId xmlns:a16="http://schemas.microsoft.com/office/drawing/2014/main" id="{5F4081BC-C259-D619-34DC-B981643F81BF}"/>
                    </a:ext>
                  </a:extLst>
                </p14:cNvPr>
                <p14:cNvContentPartPr/>
                <p14:nvPr/>
              </p14:nvContentPartPr>
              <p14:xfrm>
                <a:off x="9580228" y="6129256"/>
                <a:ext cx="28800" cy="121680"/>
              </p14:xfrm>
            </p:contentPart>
          </mc:Choice>
          <mc:Fallback xmlns="">
            <p:pic>
              <p:nvPicPr>
                <p:cNvPr id="17" name="墨迹 16">
                  <a:extLst>
                    <a:ext uri="{FF2B5EF4-FFF2-40B4-BE49-F238E27FC236}">
                      <a16:creationId xmlns:a16="http://schemas.microsoft.com/office/drawing/2014/main" id="{5F4081BC-C259-D619-34DC-B981643F81BF}"/>
                    </a:ext>
                  </a:extLst>
                </p:cNvPr>
                <p:cNvPicPr/>
                <p:nvPr/>
              </p:nvPicPr>
              <p:blipFill>
                <a:blip r:embed="rId17"/>
                <a:stretch>
                  <a:fillRect/>
                </a:stretch>
              </p:blipFill>
              <p:spPr>
                <a:xfrm>
                  <a:off x="9571588" y="6120256"/>
                  <a:ext cx="464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墨迹 17">
                  <a:extLst>
                    <a:ext uri="{FF2B5EF4-FFF2-40B4-BE49-F238E27FC236}">
                      <a16:creationId xmlns:a16="http://schemas.microsoft.com/office/drawing/2014/main" id="{E4969550-810F-4224-A870-E741E3DFBF2F}"/>
                    </a:ext>
                  </a:extLst>
                </p14:cNvPr>
                <p14:cNvContentPartPr/>
                <p14:nvPr/>
              </p14:nvContentPartPr>
              <p14:xfrm>
                <a:off x="9584188" y="6090736"/>
                <a:ext cx="317160" cy="281160"/>
              </p14:xfrm>
            </p:contentPart>
          </mc:Choice>
          <mc:Fallback xmlns="">
            <p:pic>
              <p:nvPicPr>
                <p:cNvPr id="18" name="墨迹 17">
                  <a:extLst>
                    <a:ext uri="{FF2B5EF4-FFF2-40B4-BE49-F238E27FC236}">
                      <a16:creationId xmlns:a16="http://schemas.microsoft.com/office/drawing/2014/main" id="{E4969550-810F-4224-A870-E741E3DFBF2F}"/>
                    </a:ext>
                  </a:extLst>
                </p:cNvPr>
                <p:cNvPicPr/>
                <p:nvPr/>
              </p:nvPicPr>
              <p:blipFill>
                <a:blip r:embed="rId19"/>
                <a:stretch>
                  <a:fillRect/>
                </a:stretch>
              </p:blipFill>
              <p:spPr>
                <a:xfrm>
                  <a:off x="9575548" y="6081736"/>
                  <a:ext cx="33480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墨迹 19">
                  <a:extLst>
                    <a:ext uri="{FF2B5EF4-FFF2-40B4-BE49-F238E27FC236}">
                      <a16:creationId xmlns:a16="http://schemas.microsoft.com/office/drawing/2014/main" id="{D9045E50-7CFF-7AF5-EA42-0D5C1061C990}"/>
                    </a:ext>
                  </a:extLst>
                </p14:cNvPr>
                <p14:cNvContentPartPr/>
                <p14:nvPr/>
              </p14:nvContentPartPr>
              <p14:xfrm>
                <a:off x="9476908" y="6090736"/>
                <a:ext cx="55080" cy="217800"/>
              </p14:xfrm>
            </p:contentPart>
          </mc:Choice>
          <mc:Fallback xmlns="">
            <p:pic>
              <p:nvPicPr>
                <p:cNvPr id="20" name="墨迹 19">
                  <a:extLst>
                    <a:ext uri="{FF2B5EF4-FFF2-40B4-BE49-F238E27FC236}">
                      <a16:creationId xmlns:a16="http://schemas.microsoft.com/office/drawing/2014/main" id="{D9045E50-7CFF-7AF5-EA42-0D5C1061C990}"/>
                    </a:ext>
                  </a:extLst>
                </p:cNvPr>
                <p:cNvPicPr/>
                <p:nvPr/>
              </p:nvPicPr>
              <p:blipFill>
                <a:blip r:embed="rId21"/>
                <a:stretch>
                  <a:fillRect/>
                </a:stretch>
              </p:blipFill>
              <p:spPr>
                <a:xfrm>
                  <a:off x="9467908" y="6081736"/>
                  <a:ext cx="72720" cy="235440"/>
                </a:xfrm>
                <a:prstGeom prst="rect">
                  <a:avLst/>
                </a:prstGeom>
              </p:spPr>
            </p:pic>
          </mc:Fallback>
        </mc:AlternateContent>
      </p:grpSp>
    </p:spTree>
    <p:extLst>
      <p:ext uri="{BB962C8B-B14F-4D97-AF65-F5344CB8AC3E}">
        <p14:creationId xmlns:p14="http://schemas.microsoft.com/office/powerpoint/2010/main" val="4052726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17"/>
          <p:cNvSpPr>
            <a:spLocks noChangeArrowheads="1"/>
          </p:cNvSpPr>
          <p:nvPr/>
        </p:nvSpPr>
        <p:spPr bwMode="gray">
          <a:xfrm>
            <a:off x="6126754" y="1964159"/>
            <a:ext cx="5198832" cy="111363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&lt;SW3&gt;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ARP/4/ARP_DUPLICATE_IPADDR(l)[0]:Received an </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ARP packet with a duplicate IP address from the interface.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IpAddress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192.168.12.254</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InterfaceName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=Vlanif12,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MacAddress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=0000-5e00-0101)</a:t>
            </a: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(7)</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407975" y="423602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占位符 49"/>
          <p:cNvSpPr txBox="1">
            <a:spLocks/>
          </p:cNvSpPr>
          <p:nvPr/>
        </p:nvSpPr>
        <p:spPr bwMode="gray">
          <a:xfrm>
            <a:off x="5496320" y="991590"/>
            <a:ext cx="6252768"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为了验证网络的可靠性，维护人员将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端口关闭，此时在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设备上发现无法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，导致短时间内大量丢包。并且在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重启成功后，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设备出现如下告警。</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AutoShape 17"/>
          <p:cNvSpPr>
            <a:spLocks noChangeArrowheads="1"/>
          </p:cNvSpPr>
          <p:nvPr/>
        </p:nvSpPr>
        <p:spPr bwMode="gray">
          <a:xfrm>
            <a:off x="6172208" y="4135946"/>
            <a:ext cx="5206942" cy="2034631"/>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[SW1]capture-packet 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0/0/10 destination terminal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Packet: 6</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00 00 5e 00 01 03 </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54 89 98 1f 5a 8d 81 00 00 0c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08 00 45 00 00 3c 39 aa 40 00 80 01 11 b8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c0 a8 </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0c 01</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c0 a8 22 0d 08 00 f9 d1 82 3b 0a 71 08 09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0a 0b 0c 0d 0e 0f 10 11 12 13 14 15 16 17 18 19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1a 1b 1c 1d 1e 1f 20 21 22 23 24 25 26 27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p:txBody>
      </p:sp>
      <p:grpSp>
        <p:nvGrpSpPr>
          <p:cNvPr id="42" name="组合 41"/>
          <p:cNvGrpSpPr/>
          <p:nvPr/>
        </p:nvGrpSpPr>
        <p:grpSpPr bwMode="gray">
          <a:xfrm>
            <a:off x="2846462" y="2644154"/>
            <a:ext cx="288000" cy="288000"/>
            <a:chOff x="856677" y="2615810"/>
            <a:chExt cx="288000" cy="288000"/>
          </a:xfrm>
        </p:grpSpPr>
        <p:sp>
          <p:nvSpPr>
            <p:cNvPr id="50" name="椭圆 49"/>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 name="组合 54"/>
            <p:cNvGrpSpPr/>
            <p:nvPr/>
          </p:nvGrpSpPr>
          <p:grpSpPr bwMode="gray">
            <a:xfrm>
              <a:off x="923444" y="2692169"/>
              <a:ext cx="144001" cy="144002"/>
              <a:chOff x="898853" y="2657982"/>
              <a:chExt cx="203649" cy="203652"/>
            </a:xfrm>
          </p:grpSpPr>
          <p:cxnSp>
            <p:nvCxnSpPr>
              <p:cNvPr id="56" name="直接连接符 55"/>
              <p:cNvCxnSpPr>
                <a:stCxn id="50" idx="3"/>
                <a:endCxn id="50"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8" name="直接连接符 57"/>
              <p:cNvCxnSpPr>
                <a:stCxn id="50" idx="1"/>
                <a:endCxn id="50"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59" name="椭圆 58"/>
          <p:cNvSpPr>
            <a:spLocks noChangeAspect="1"/>
          </p:cNvSpPr>
          <p:nvPr/>
        </p:nvSpPr>
        <p:spPr bwMode="gray">
          <a:xfrm>
            <a:off x="2835352" y="3896517"/>
            <a:ext cx="179432" cy="179432"/>
          </a:xfrm>
          <a:prstGeom prst="ellipse">
            <a:avLst/>
          </a:prstGeom>
          <a:solidFill>
            <a:schemeClr val="accent3">
              <a:lumMod val="7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椭圆 59"/>
          <p:cNvSpPr>
            <a:spLocks noChangeAspect="1"/>
          </p:cNvSpPr>
          <p:nvPr/>
        </p:nvSpPr>
        <p:spPr bwMode="gray">
          <a:xfrm>
            <a:off x="4158847" y="3624557"/>
            <a:ext cx="179432" cy="179432"/>
          </a:xfrm>
          <a:prstGeom prst="ellipse">
            <a:avLst/>
          </a:prstGeom>
          <a:solidFill>
            <a:schemeClr val="accent3">
              <a:lumMod val="7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p:cNvSpPr>
            <a:spLocks noChangeAspect="1"/>
          </p:cNvSpPr>
          <p:nvPr/>
        </p:nvSpPr>
        <p:spPr bwMode="gray">
          <a:xfrm>
            <a:off x="3785906" y="5532643"/>
            <a:ext cx="179432" cy="179432"/>
          </a:xfrm>
          <a:prstGeom prst="ellipse">
            <a:avLst/>
          </a:prstGeom>
          <a:solidFill>
            <a:schemeClr val="accent3">
              <a:lumMod val="75000"/>
            </a:schemeClr>
          </a:solid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123"/>
          <p:cNvSpPr txBox="1"/>
          <p:nvPr/>
        </p:nvSpPr>
        <p:spPr bwMode="gray">
          <a:xfrm>
            <a:off x="3965338" y="5483860"/>
            <a:ext cx="1275402"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报文捕获端口</a:t>
            </a:r>
          </a:p>
        </p:txBody>
      </p:sp>
      <p:sp>
        <p:nvSpPr>
          <p:cNvPr id="2" name="矩形 1"/>
          <p:cNvSpPr/>
          <p:nvPr/>
        </p:nvSpPr>
        <p:spPr bwMode="gray">
          <a:xfrm>
            <a:off x="5496320" y="3104602"/>
            <a:ext cx="6252768" cy="997196"/>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由于该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地址是虚拟</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地址，因此怀疑</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出现故障。同时分别在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端口捕获报文。以下加粗字体标识源</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和源</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未捕获到数据包。</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4F9D7BEE-A916-3839-29B0-55B4FADBE3F4}"/>
                  </a:ext>
                </a:extLst>
              </p14:cNvPr>
              <p14:cNvContentPartPr/>
              <p14:nvPr/>
            </p14:nvContentPartPr>
            <p14:xfrm>
              <a:off x="5804188" y="1339816"/>
              <a:ext cx="5811480" cy="55440"/>
            </p14:xfrm>
          </p:contentPart>
        </mc:Choice>
        <mc:Fallback xmlns="">
          <p:pic>
            <p:nvPicPr>
              <p:cNvPr id="3" name="墨迹 2">
                <a:extLst>
                  <a:ext uri="{FF2B5EF4-FFF2-40B4-BE49-F238E27FC236}">
                    <a16:creationId xmlns:a16="http://schemas.microsoft.com/office/drawing/2014/main" id="{4F9D7BEE-A916-3839-29B0-55B4FADBE3F4}"/>
                  </a:ext>
                </a:extLst>
              </p:cNvPr>
              <p:cNvPicPr/>
              <p:nvPr/>
            </p:nvPicPr>
            <p:blipFill>
              <a:blip r:embed="rId7"/>
              <a:stretch>
                <a:fillRect/>
              </a:stretch>
            </p:blipFill>
            <p:spPr>
              <a:xfrm>
                <a:off x="5795188" y="1331176"/>
                <a:ext cx="58291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墨迹 13">
                <a:extLst>
                  <a:ext uri="{FF2B5EF4-FFF2-40B4-BE49-F238E27FC236}">
                    <a16:creationId xmlns:a16="http://schemas.microsoft.com/office/drawing/2014/main" id="{F96E1756-2244-0F2B-BAE0-EBB0149EB0FF}"/>
                  </a:ext>
                </a:extLst>
              </p14:cNvPr>
              <p14:cNvContentPartPr/>
              <p14:nvPr/>
            </p14:nvContentPartPr>
            <p14:xfrm>
              <a:off x="5763868" y="3804376"/>
              <a:ext cx="1844640" cy="249120"/>
            </p14:xfrm>
          </p:contentPart>
        </mc:Choice>
        <mc:Fallback xmlns="">
          <p:pic>
            <p:nvPicPr>
              <p:cNvPr id="14" name="墨迹 13">
                <a:extLst>
                  <a:ext uri="{FF2B5EF4-FFF2-40B4-BE49-F238E27FC236}">
                    <a16:creationId xmlns:a16="http://schemas.microsoft.com/office/drawing/2014/main" id="{F96E1756-2244-0F2B-BAE0-EBB0149EB0FF}"/>
                  </a:ext>
                </a:extLst>
              </p:cNvPr>
              <p:cNvPicPr/>
              <p:nvPr/>
            </p:nvPicPr>
            <p:blipFill>
              <a:blip r:embed="rId9"/>
              <a:stretch>
                <a:fillRect/>
              </a:stretch>
            </p:blipFill>
            <p:spPr>
              <a:xfrm>
                <a:off x="5755228" y="3795376"/>
                <a:ext cx="1862280" cy="266760"/>
              </a:xfrm>
              <a:prstGeom prst="rect">
                <a:avLst/>
              </a:prstGeom>
            </p:spPr>
          </p:pic>
        </mc:Fallback>
      </mc:AlternateContent>
    </p:spTree>
    <p:extLst>
      <p:ext uri="{BB962C8B-B14F-4D97-AF65-F5344CB8AC3E}">
        <p14:creationId xmlns:p14="http://schemas.microsoft.com/office/powerpoint/2010/main" val="975692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占位符 49"/>
          <p:cNvSpPr txBox="1">
            <a:spLocks/>
          </p:cNvSpPr>
          <p:nvPr/>
        </p:nvSpPr>
        <p:spPr bwMode="gray">
          <a:xfrm>
            <a:off x="5496320" y="1067790"/>
            <a:ext cx="6252768"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上页结果表明丢包位置在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之间，且目的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地址为</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0000-5e 00-0103</a:t>
            </a:r>
            <a:r>
              <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，得知</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号为</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，根据规划</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应为</a:t>
            </a:r>
            <a:r>
              <a:rPr lang="en-US" altLang="zh-CN" sz="1400" b="1" kern="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状态及配置。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6192626" y="2026348"/>
            <a:ext cx="5198832" cy="295289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&lt;SW3&gt;display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vrrp</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Vlanif12 | Virtual Router 3</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State : Master</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Virtual IP	: 192.168.12.254</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Master IP	: 192.168.12.3</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PriorityRun</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 100</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PriorityConfig</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 100</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MasterPriority</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 100</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Virtual MAC 	: 0000-5e00-0103</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&lt;SW3&gt;display current-configuration 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12</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interface Vlanif12</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address 192.168.12.3 255.255.255.0</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vrrp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vrid</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 virtual-</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192.168.12.254</a:t>
            </a:r>
          </a:p>
          <a:p>
            <a:pPr lvl="1"/>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9" name="标题 48"/>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和</a:t>
            </a:r>
            <a:r>
              <a:rPr lang="en-US" altLang="zh-CN" dirty="0">
                <a:sym typeface="Huawei Sans" panose="020C0503030203020204" pitchFamily="34" charset="0"/>
              </a:rPr>
              <a:t>PC13</a:t>
            </a:r>
            <a:r>
              <a:rPr lang="zh-CN" altLang="en-US" dirty="0">
                <a:sym typeface="Huawei Sans" panose="020C0503030203020204" pitchFamily="34" charset="0"/>
              </a:rPr>
              <a:t>无法正常通信 </a:t>
            </a:r>
            <a:r>
              <a:rPr lang="en-US" altLang="zh-CN" dirty="0">
                <a:sym typeface="Huawei Sans" panose="020C0503030203020204" pitchFamily="34" charset="0"/>
              </a:rPr>
              <a:t>(8)</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283777"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物理链路故障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380893"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地址配置错误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341737"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环路故障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íşḻïďe">
            <a:extLst>
              <a:ext uri="{FF2B5EF4-FFF2-40B4-BE49-F238E27FC236}">
                <a16:creationId xmlns:a16="http://schemas.microsoft.com/office/drawing/2014/main" id="{05246D82-A4F5-42F2-854D-C3D348D160CE}"/>
              </a:ext>
            </a:extLst>
          </p:cNvPr>
          <p:cNvSpPr txBox="1"/>
          <p:nvPr/>
        </p:nvSpPr>
        <p:spPr bwMode="gray">
          <a:xfrm>
            <a:off x="194980" y="55399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72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交换机.png"/>
          <p:cNvPicPr>
            <a:picLocks noChangeAspect="1"/>
          </p:cNvPicPr>
          <p:nvPr/>
        </p:nvPicPr>
        <p:blipFill>
          <a:blip r:embed="rId3" cstate="print"/>
          <a:stretch>
            <a:fillRect/>
          </a:stretch>
        </p:blipFill>
        <p:spPr bwMode="gray">
          <a:xfrm>
            <a:off x="2670450" y="3506154"/>
            <a:ext cx="540000" cy="441818"/>
          </a:xfrm>
          <a:prstGeom prst="rect">
            <a:avLst/>
          </a:prstGeom>
        </p:spPr>
      </p:pic>
      <p:pic>
        <p:nvPicPr>
          <p:cNvPr id="27" name="图片 26" descr="通用交换机.png"/>
          <p:cNvPicPr>
            <a:picLocks noChangeAspect="1"/>
          </p:cNvPicPr>
          <p:nvPr/>
        </p:nvPicPr>
        <p:blipFill>
          <a:blip r:embed="rId3" cstate="print"/>
          <a:stretch>
            <a:fillRect/>
          </a:stretch>
        </p:blipFill>
        <p:spPr bwMode="gray">
          <a:xfrm>
            <a:off x="4344871" y="3506154"/>
            <a:ext cx="540000" cy="441818"/>
          </a:xfrm>
          <a:prstGeom prst="rect">
            <a:avLst/>
          </a:prstGeom>
        </p:spPr>
      </p:pic>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70450" y="2204471"/>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344871" y="2204471"/>
            <a:ext cx="540000" cy="442800"/>
          </a:xfrm>
          <a:prstGeom prst="rect">
            <a:avLst/>
          </a:prstGeom>
        </p:spPr>
      </p:pic>
      <p:cxnSp>
        <p:nvCxnSpPr>
          <p:cNvPr id="30" name="直接连接符 29"/>
          <p:cNvCxnSpPr>
            <a:stCxn id="28" idx="3"/>
            <a:endCxn id="29" idx="1"/>
          </p:cNvCxnSpPr>
          <p:nvPr/>
        </p:nvCxnSpPr>
        <p:spPr bwMode="gray">
          <a:xfrm>
            <a:off x="3210450" y="2425871"/>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8" idx="2"/>
            <a:endCxn id="26" idx="0"/>
          </p:cNvCxnSpPr>
          <p:nvPr/>
        </p:nvCxnSpPr>
        <p:spPr bwMode="gray">
          <a:xfrm>
            <a:off x="2940450"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2"/>
            <a:endCxn id="27" idx="0"/>
          </p:cNvCxnSpPr>
          <p:nvPr/>
        </p:nvCxnSpPr>
        <p:spPr bwMode="gray">
          <a:xfrm>
            <a:off x="4614871" y="2647271"/>
            <a:ext cx="0" cy="85888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1"/>
          </p:cNvCxnSpPr>
          <p:nvPr/>
        </p:nvCxnSpPr>
        <p:spPr bwMode="gray">
          <a:xfrm>
            <a:off x="3210450" y="3727063"/>
            <a:ext cx="11344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4" name="图片 33" descr="PC.png"/>
          <p:cNvPicPr>
            <a:picLocks noChangeAspect="1"/>
          </p:cNvPicPr>
          <p:nvPr/>
        </p:nvPicPr>
        <p:blipFill>
          <a:blip r:embed="rId5" cstate="print"/>
          <a:stretch>
            <a:fillRect/>
          </a:stretch>
        </p:blipFill>
        <p:spPr bwMode="gray">
          <a:xfrm>
            <a:off x="2670918" y="4693445"/>
            <a:ext cx="539063" cy="414000"/>
          </a:xfrm>
          <a:prstGeom prst="rect">
            <a:avLst/>
          </a:prstGeom>
        </p:spPr>
      </p:pic>
      <p:pic>
        <p:nvPicPr>
          <p:cNvPr id="35" name="图片 34" descr="PC.png"/>
          <p:cNvPicPr>
            <a:picLocks noChangeAspect="1"/>
          </p:cNvPicPr>
          <p:nvPr/>
        </p:nvPicPr>
        <p:blipFill>
          <a:blip r:embed="rId5" cstate="print"/>
          <a:stretch>
            <a:fillRect/>
          </a:stretch>
        </p:blipFill>
        <p:spPr bwMode="gray">
          <a:xfrm>
            <a:off x="4352174" y="4673819"/>
            <a:ext cx="539063" cy="414000"/>
          </a:xfrm>
          <a:prstGeom prst="rect">
            <a:avLst/>
          </a:prstGeom>
        </p:spPr>
      </p:pic>
      <p:cxnSp>
        <p:nvCxnSpPr>
          <p:cNvPr id="36" name="直接连接符 35"/>
          <p:cNvCxnSpPr>
            <a:stCxn id="34" idx="0"/>
            <a:endCxn id="26" idx="2"/>
          </p:cNvCxnSpPr>
          <p:nvPr/>
        </p:nvCxnSpPr>
        <p:spPr bwMode="gray">
          <a:xfrm flipV="1">
            <a:off x="2940450" y="3947972"/>
            <a:ext cx="0" cy="7454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0"/>
            <a:endCxn id="27" idx="2"/>
          </p:cNvCxnSpPr>
          <p:nvPr/>
        </p:nvCxnSpPr>
        <p:spPr bwMode="gray">
          <a:xfrm flipH="1" flipV="1">
            <a:off x="4614871" y="3947972"/>
            <a:ext cx="0" cy="72584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123"/>
          <p:cNvSpPr txBox="1"/>
          <p:nvPr/>
        </p:nvSpPr>
        <p:spPr bwMode="gray">
          <a:xfrm>
            <a:off x="2017806"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3"/>
          <p:cNvSpPr txBox="1"/>
          <p:nvPr/>
        </p:nvSpPr>
        <p:spPr bwMode="gray">
          <a:xfrm>
            <a:off x="4662119" y="359386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2017806"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3"/>
          <p:cNvSpPr txBox="1"/>
          <p:nvPr/>
        </p:nvSpPr>
        <p:spPr bwMode="gray">
          <a:xfrm>
            <a:off x="4662119" y="230065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rot="5400000">
            <a:off x="2407975" y="423602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3270243" y="238981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rot="16200000">
            <a:off x="2361778" y="289931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3290469" y="346759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rot="16200000">
            <a:off x="4312182" y="289490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rot="5400000">
            <a:off x="4312182" y="41802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3"/>
          <p:cNvSpPr txBox="1"/>
          <p:nvPr/>
        </p:nvSpPr>
        <p:spPr bwMode="gray">
          <a:xfrm>
            <a:off x="2508503" y="51558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3"/>
          <p:cNvSpPr txBox="1"/>
          <p:nvPr/>
        </p:nvSpPr>
        <p:spPr bwMode="gray">
          <a:xfrm>
            <a:off x="4237190" y="515247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bwMode="gray">
          <a:xfrm>
            <a:off x="5496319" y="5110097"/>
            <a:ext cx="6252767" cy="1099788"/>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经过以上判断得知，由于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VRID</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配置错误，</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出现双主故障，因此在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切换时会引发丢包，将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配置修改正确。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再次进行可靠性验证，发现切换时无丢包，至此故障排除。</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32657587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数通网络故障排除方法</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常见网络故障排除举例</a:t>
            </a:r>
            <a:endParaRPr lang="en-US" altLang="zh-CN"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LAN</a:t>
            </a:r>
            <a:r>
              <a:rPr lang="zh-CN" altLang="en-US" dirty="0">
                <a:solidFill>
                  <a:schemeClr val="bg1">
                    <a:lumMod val="50000"/>
                  </a:schemeClr>
                </a:solidFill>
                <a:sym typeface="Huawei Sans" panose="020C0503030203020204" pitchFamily="34" charset="0"/>
              </a:rPr>
              <a:t>故障</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路由故障</a:t>
            </a:r>
            <a:endParaRPr lang="en-US" altLang="zh-CN"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业务故障</a:t>
            </a:r>
          </a:p>
        </p:txBody>
      </p:sp>
    </p:spTree>
    <p:extLst>
      <p:ext uri="{BB962C8B-B14F-4D97-AF65-F5344CB8AC3E}">
        <p14:creationId xmlns:p14="http://schemas.microsoft.com/office/powerpoint/2010/main" val="23933914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a:t>
            </a:r>
            <a:r>
              <a:rPr lang="zh-CN" altLang="en-US" dirty="0">
                <a:sym typeface="Huawei Sans" panose="020C0503030203020204" pitchFamily="34" charset="0"/>
              </a:rPr>
              <a:t> </a:t>
            </a:r>
          </a:p>
        </p:txBody>
      </p:sp>
      <p:sp>
        <p:nvSpPr>
          <p:cNvPr id="31" name="文本占位符 30"/>
          <p:cNvSpPr>
            <a:spLocks noGrp="1"/>
          </p:cNvSpPr>
          <p:nvPr>
            <p:ph type="body" sz="quarter" idx="4294967295"/>
          </p:nvPr>
        </p:nvSpPr>
        <p:spPr bwMode="gray">
          <a:xfrm>
            <a:off x="915988" y="1233488"/>
            <a:ext cx="11276012" cy="4679950"/>
          </a:xfrm>
        </p:spPr>
        <p:txBody>
          <a:bodyPr/>
          <a:lstStyle/>
          <a:p>
            <a:pPr marL="0" indent="0">
              <a:buNone/>
            </a:pPr>
            <a:r>
              <a:rPr lang="zh-CN" altLang="en-US" dirty="0">
                <a:sym typeface="Huawei Sans" panose="020C0503030203020204" pitchFamily="34" charset="0"/>
              </a:rPr>
              <a:t>将拓扑图简化如下：</a:t>
            </a:r>
          </a:p>
        </p:txBody>
      </p:sp>
      <p:sp>
        <p:nvSpPr>
          <p:cNvPr id="44" name="文本占位符 139"/>
          <p:cNvSpPr txBox="1">
            <a:spLocks/>
          </p:cNvSpPr>
          <p:nvPr/>
        </p:nvSpPr>
        <p:spPr bwMode="gray">
          <a:xfrm>
            <a:off x="5126668" y="1233488"/>
            <a:ext cx="6632894"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在上一故障处理中已保证</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之间无故障，</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Server6</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之间无故障。</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如左图所示，将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无法使用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服务的故障原因列举如下：</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物理链路故障</a:t>
            </a:r>
            <a:r>
              <a:rPr lang="en-US" altLang="zh-CN"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已完成</a:t>
            </a:r>
            <a:r>
              <a:rPr lang="en-US" altLang="zh-CN" sz="16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2">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2">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p>
          <a:p>
            <a:pPr lvl="2">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p>
          <a:p>
            <a:pPr lvl="2">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流量控制</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服务器故障（已完成）</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本节主要处理路由故障，流量控制故障。</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2892771" y="2138107"/>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gray">
          <a:xfrm>
            <a:off x="710601" y="2138107"/>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36" descr="通用交换机.png"/>
          <p:cNvPicPr>
            <a:picLocks noChangeAspect="1"/>
          </p:cNvPicPr>
          <p:nvPr/>
        </p:nvPicPr>
        <p:blipFill>
          <a:blip r:embed="rId3" cstate="print"/>
          <a:stretch>
            <a:fillRect/>
          </a:stretch>
        </p:blipFill>
        <p:spPr bwMode="gray">
          <a:xfrm>
            <a:off x="846026" y="3890592"/>
            <a:ext cx="540000" cy="441818"/>
          </a:xfrm>
          <a:prstGeom prst="rect">
            <a:avLst/>
          </a:prstGeom>
        </p:spPr>
      </p:pic>
      <p:pic>
        <p:nvPicPr>
          <p:cNvPr id="40" name="图片 3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026" y="3244010"/>
            <a:ext cx="540000" cy="442800"/>
          </a:xfrm>
          <a:prstGeom prst="rect">
            <a:avLst/>
          </a:prstGeom>
        </p:spPr>
      </p:pic>
      <p:pic>
        <p:nvPicPr>
          <p:cNvPr id="51" name="图片 5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46026" y="2176567"/>
            <a:ext cx="540000" cy="442800"/>
          </a:xfrm>
          <a:prstGeom prst="rect">
            <a:avLst/>
          </a:prstGeom>
        </p:spPr>
      </p:pic>
      <p:pic>
        <p:nvPicPr>
          <p:cNvPr id="52" name="图片 5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549047" y="2176567"/>
            <a:ext cx="540000" cy="442800"/>
          </a:xfrm>
          <a:prstGeom prst="rect">
            <a:avLst/>
          </a:prstGeom>
        </p:spPr>
      </p:pic>
      <p:pic>
        <p:nvPicPr>
          <p:cNvPr id="53" name="图片 5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188845" y="2176567"/>
            <a:ext cx="540000" cy="442800"/>
          </a:xfrm>
          <a:prstGeom prst="rect">
            <a:avLst/>
          </a:prstGeom>
        </p:spPr>
      </p:pic>
      <p:pic>
        <p:nvPicPr>
          <p:cNvPr id="54" name="图片 5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188844" y="4531709"/>
            <a:ext cx="828993" cy="442800"/>
          </a:xfrm>
          <a:prstGeom prst="rect">
            <a:avLst/>
          </a:prstGeom>
        </p:spPr>
      </p:pic>
      <p:pic>
        <p:nvPicPr>
          <p:cNvPr id="55" name="图片 5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188845" y="3244010"/>
            <a:ext cx="540000" cy="442800"/>
          </a:xfrm>
          <a:prstGeom prst="rect">
            <a:avLst/>
          </a:prstGeom>
        </p:spPr>
      </p:pic>
      <p:pic>
        <p:nvPicPr>
          <p:cNvPr id="56" name="图片 55" descr="通用交换机.png"/>
          <p:cNvPicPr>
            <a:picLocks noChangeAspect="1"/>
          </p:cNvPicPr>
          <p:nvPr/>
        </p:nvPicPr>
        <p:blipFill>
          <a:blip r:embed="rId3" cstate="print"/>
          <a:stretch>
            <a:fillRect/>
          </a:stretch>
        </p:blipFill>
        <p:spPr bwMode="gray">
          <a:xfrm>
            <a:off x="4188845" y="3879749"/>
            <a:ext cx="540000" cy="441818"/>
          </a:xfrm>
          <a:prstGeom prst="rect">
            <a:avLst/>
          </a:prstGeom>
        </p:spPr>
      </p:pic>
      <p:cxnSp>
        <p:nvCxnSpPr>
          <p:cNvPr id="57" name="直接连接符 56"/>
          <p:cNvCxnSpPr>
            <a:stCxn id="51" idx="3"/>
            <a:endCxn id="52" idx="1"/>
          </p:cNvCxnSpPr>
          <p:nvPr/>
        </p:nvCxnSpPr>
        <p:spPr bwMode="gray">
          <a:xfrm>
            <a:off x="1386026" y="2397967"/>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2" idx="3"/>
            <a:endCxn id="53" idx="1"/>
          </p:cNvCxnSpPr>
          <p:nvPr/>
        </p:nvCxnSpPr>
        <p:spPr bwMode="gray">
          <a:xfrm>
            <a:off x="3089047" y="2397967"/>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0" idx="2"/>
            <a:endCxn id="37" idx="0"/>
          </p:cNvCxnSpPr>
          <p:nvPr/>
        </p:nvCxnSpPr>
        <p:spPr bwMode="gray">
          <a:xfrm>
            <a:off x="1116026" y="3686810"/>
            <a:ext cx="0" cy="2037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0" idx="0"/>
            <a:endCxn id="51" idx="2"/>
          </p:cNvCxnSpPr>
          <p:nvPr/>
        </p:nvCxnSpPr>
        <p:spPr bwMode="gray">
          <a:xfrm flipV="1">
            <a:off x="1116026" y="2619367"/>
            <a:ext cx="0" cy="624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3" idx="2"/>
            <a:endCxn id="55" idx="0"/>
          </p:cNvCxnSpPr>
          <p:nvPr/>
        </p:nvCxnSpPr>
        <p:spPr bwMode="gray">
          <a:xfrm>
            <a:off x="4458845" y="2619367"/>
            <a:ext cx="0" cy="624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5" idx="2"/>
            <a:endCxn id="56" idx="0"/>
          </p:cNvCxnSpPr>
          <p:nvPr/>
        </p:nvCxnSpPr>
        <p:spPr bwMode="gray">
          <a:xfrm>
            <a:off x="4458845" y="3686810"/>
            <a:ext cx="0" cy="19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图片 66" descr="PC.png"/>
          <p:cNvPicPr>
            <a:picLocks noChangeAspect="1"/>
          </p:cNvPicPr>
          <p:nvPr/>
        </p:nvPicPr>
        <p:blipFill>
          <a:blip r:embed="rId7" cstate="print"/>
          <a:stretch>
            <a:fillRect/>
          </a:stretch>
        </p:blipFill>
        <p:spPr bwMode="gray">
          <a:xfrm>
            <a:off x="846963" y="4577831"/>
            <a:ext cx="539063" cy="414000"/>
          </a:xfrm>
          <a:prstGeom prst="rect">
            <a:avLst/>
          </a:prstGeom>
        </p:spPr>
      </p:pic>
      <p:cxnSp>
        <p:nvCxnSpPr>
          <p:cNvPr id="72" name="直接连接符 71"/>
          <p:cNvCxnSpPr>
            <a:stCxn id="67" idx="0"/>
            <a:endCxn id="37" idx="2"/>
          </p:cNvCxnSpPr>
          <p:nvPr/>
        </p:nvCxnSpPr>
        <p:spPr bwMode="gray">
          <a:xfrm flipH="1" flipV="1">
            <a:off x="1116026" y="4332410"/>
            <a:ext cx="469" cy="245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cxnSpLocks/>
            <a:stCxn id="54" idx="0"/>
            <a:endCxn id="56" idx="2"/>
          </p:cNvCxnSpPr>
          <p:nvPr/>
        </p:nvCxnSpPr>
        <p:spPr bwMode="gray">
          <a:xfrm flipH="1" flipV="1">
            <a:off x="4458845" y="4321567"/>
            <a:ext cx="144496" cy="210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123"/>
          <p:cNvSpPr txBox="1"/>
          <p:nvPr/>
        </p:nvSpPr>
        <p:spPr bwMode="gray">
          <a:xfrm>
            <a:off x="3968790" y="500668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3"/>
          <p:cNvSpPr txBox="1"/>
          <p:nvPr/>
        </p:nvSpPr>
        <p:spPr bwMode="gray">
          <a:xfrm>
            <a:off x="683903"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23"/>
          <p:cNvSpPr txBox="1"/>
          <p:nvPr/>
        </p:nvSpPr>
        <p:spPr bwMode="gray">
          <a:xfrm>
            <a:off x="2471547"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3"/>
          <p:cNvSpPr txBox="1"/>
          <p:nvPr/>
        </p:nvSpPr>
        <p:spPr bwMode="gray">
          <a:xfrm>
            <a:off x="4024656"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3"/>
          <p:cNvSpPr txBox="1"/>
          <p:nvPr/>
        </p:nvSpPr>
        <p:spPr bwMode="gray">
          <a:xfrm>
            <a:off x="1213309" y="401466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3"/>
          <p:cNvSpPr txBox="1"/>
          <p:nvPr/>
        </p:nvSpPr>
        <p:spPr bwMode="gray">
          <a:xfrm>
            <a:off x="1195811" y="336812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123"/>
          <p:cNvSpPr txBox="1"/>
          <p:nvPr/>
        </p:nvSpPr>
        <p:spPr bwMode="gray">
          <a:xfrm>
            <a:off x="3544414" y="39783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123"/>
          <p:cNvSpPr txBox="1"/>
          <p:nvPr/>
        </p:nvSpPr>
        <p:spPr bwMode="gray">
          <a:xfrm>
            <a:off x="3253236" y="236287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123"/>
          <p:cNvSpPr txBox="1"/>
          <p:nvPr/>
        </p:nvSpPr>
        <p:spPr bwMode="gray">
          <a:xfrm>
            <a:off x="1494856" y="236287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Box 123"/>
          <p:cNvSpPr txBox="1"/>
          <p:nvPr/>
        </p:nvSpPr>
        <p:spPr bwMode="gray">
          <a:xfrm>
            <a:off x="1482337" y="21209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123"/>
          <p:cNvSpPr txBox="1"/>
          <p:nvPr/>
        </p:nvSpPr>
        <p:spPr bwMode="gray">
          <a:xfrm>
            <a:off x="3282151" y="214432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123"/>
          <p:cNvSpPr txBox="1"/>
          <p:nvPr/>
        </p:nvSpPr>
        <p:spPr bwMode="gray">
          <a:xfrm>
            <a:off x="3507706" y="33401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右大括号 110"/>
          <p:cNvSpPr/>
          <p:nvPr/>
        </p:nvSpPr>
        <p:spPr bwMode="gray">
          <a:xfrm rot="5400000">
            <a:off x="1895587" y="1980916"/>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右大括号 111"/>
          <p:cNvSpPr/>
          <p:nvPr/>
        </p:nvSpPr>
        <p:spPr bwMode="gray">
          <a:xfrm rot="5400000">
            <a:off x="3504678" y="1980917"/>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23"/>
          <p:cNvSpPr txBox="1"/>
          <p:nvPr/>
        </p:nvSpPr>
        <p:spPr bwMode="gray">
          <a:xfrm>
            <a:off x="1823507" y="27620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3"/>
          <p:cNvSpPr txBox="1"/>
          <p:nvPr/>
        </p:nvSpPr>
        <p:spPr bwMode="gray">
          <a:xfrm>
            <a:off x="2874459" y="27620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123"/>
          <p:cNvSpPr txBox="1"/>
          <p:nvPr/>
        </p:nvSpPr>
        <p:spPr bwMode="gray">
          <a:xfrm>
            <a:off x="626478" y="500668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722896" y="2948617"/>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17" name="矩形 116"/>
          <p:cNvSpPr/>
          <p:nvPr/>
        </p:nvSpPr>
        <p:spPr bwMode="gray">
          <a:xfrm>
            <a:off x="3958689" y="2948617"/>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18" name="任意多边形 117"/>
          <p:cNvSpPr/>
          <p:nvPr/>
        </p:nvSpPr>
        <p:spPr bwMode="gray">
          <a:xfrm>
            <a:off x="1927790"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9" name="直接箭头连接符 118"/>
          <p:cNvCxnSpPr/>
          <p:nvPr/>
        </p:nvCxnSpPr>
        <p:spPr bwMode="gray">
          <a:xfrm>
            <a:off x="2723701"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bwMode="gray">
          <a:xfrm>
            <a:off x="3513633"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Tree>
    <p:extLst>
      <p:ext uri="{BB962C8B-B14F-4D97-AF65-F5344CB8AC3E}">
        <p14:creationId xmlns:p14="http://schemas.microsoft.com/office/powerpoint/2010/main" val="28693212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17"/>
          <p:cNvSpPr>
            <a:spLocks noChangeArrowheads="1"/>
          </p:cNvSpPr>
          <p:nvPr/>
        </p:nvSpPr>
        <p:spPr bwMode="gray">
          <a:xfrm>
            <a:off x="6188130" y="3351196"/>
            <a:ext cx="5198832" cy="110349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(2)</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355160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136943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950865"/>
            <a:ext cx="540000" cy="442800"/>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624110"/>
            <a:ext cx="540000" cy="442800"/>
          </a:xfrm>
          <a:prstGeom prst="rect">
            <a:avLst/>
          </a:prstGeom>
        </p:spPr>
      </p:pic>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624110"/>
            <a:ext cx="540000" cy="442800"/>
          </a:xfrm>
          <a:prstGeom prst="rect">
            <a:avLst/>
          </a:prstGeom>
        </p:spPr>
      </p:pic>
      <p:pic>
        <p:nvPicPr>
          <p:cNvPr id="20" name="图片 1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624110"/>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950865"/>
            <a:ext cx="540000" cy="442800"/>
          </a:xfrm>
          <a:prstGeom prst="rect">
            <a:avLst/>
          </a:prstGeom>
        </p:spPr>
      </p:pic>
      <p:cxnSp>
        <p:nvCxnSpPr>
          <p:cNvPr id="22" name="直接连接符 21"/>
          <p:cNvCxnSpPr>
            <a:stCxn id="18" idx="3"/>
            <a:endCxn id="19" idx="1"/>
          </p:cNvCxnSpPr>
          <p:nvPr/>
        </p:nvCxnSpPr>
        <p:spPr bwMode="gray">
          <a:xfrm>
            <a:off x="2044855" y="2845510"/>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3"/>
            <a:endCxn id="20" idx="1"/>
          </p:cNvCxnSpPr>
          <p:nvPr/>
        </p:nvCxnSpPr>
        <p:spPr bwMode="gray">
          <a:xfrm>
            <a:off x="3747876" y="2845510"/>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 idx="0"/>
            <a:endCxn id="18" idx="2"/>
          </p:cNvCxnSpPr>
          <p:nvPr/>
        </p:nvCxnSpPr>
        <p:spPr bwMode="gray">
          <a:xfrm flipV="1">
            <a:off x="1774855"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2"/>
            <a:endCxn id="21" idx="0"/>
          </p:cNvCxnSpPr>
          <p:nvPr/>
        </p:nvCxnSpPr>
        <p:spPr bwMode="gray">
          <a:xfrm>
            <a:off x="5117674"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342732"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130376"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4683485"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3"/>
          <p:cNvSpPr txBox="1"/>
          <p:nvPr/>
        </p:nvSpPr>
        <p:spPr bwMode="gray">
          <a:xfrm>
            <a:off x="1854640" y="407498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3"/>
          <p:cNvSpPr txBox="1"/>
          <p:nvPr/>
        </p:nvSpPr>
        <p:spPr bwMode="gray">
          <a:xfrm>
            <a:off x="391206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15368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141166" y="2568511"/>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a:off x="3940980" y="2591865"/>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3"/>
          <p:cNvSpPr txBox="1"/>
          <p:nvPr/>
        </p:nvSpPr>
        <p:spPr bwMode="gray">
          <a:xfrm>
            <a:off x="4166535" y="40470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1381725"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0" name="矩形 39"/>
          <p:cNvSpPr/>
          <p:nvPr/>
        </p:nvSpPr>
        <p:spPr bwMode="gray">
          <a:xfrm>
            <a:off x="4617518"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1" name="文本占位符 49"/>
          <p:cNvSpPr txBox="1">
            <a:spLocks/>
          </p:cNvSpPr>
          <p:nvPr/>
        </p:nvSpPr>
        <p:spPr bwMode="gray">
          <a:xfrm>
            <a:off x="5598345" y="1240616"/>
            <a:ext cx="6150743"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2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数据包转发时需要进行逐跳转发，沿途所有的路由器都要有到达目的地的路由，首先检测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发送数据包给</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Server6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经过的所有网络设备是否存在到达</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Server6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的路由表项。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403039" lvl="1" indent="0">
              <a:lnSpc>
                <a:spcPct val="12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2" name="表格 41"/>
          <p:cNvGraphicFramePr>
            <a:graphicFrameLocks noGrp="1"/>
          </p:cNvGraphicFramePr>
          <p:nvPr>
            <p:extLst>
              <p:ext uri="{D42A27DB-BD31-4B8C-83A1-F6EECF244321}">
                <p14:modId xmlns:p14="http://schemas.microsoft.com/office/powerpoint/2010/main" val="2022424868"/>
              </p:ext>
            </p:extLst>
          </p:nvPr>
        </p:nvGraphicFramePr>
        <p:xfrm>
          <a:off x="6263403" y="3420811"/>
          <a:ext cx="4825999" cy="914400"/>
        </p:xfrm>
        <a:graphic>
          <a:graphicData uri="http://schemas.openxmlformats.org/drawingml/2006/table">
            <a:tbl>
              <a:tblPr>
                <a:tableStyleId>{72833802-FEF1-4C79-8D5D-14CF1EAF98D9}</a:tableStyleId>
              </a:tblPr>
              <a:tblGrid>
                <a:gridCol w="1399254">
                  <a:extLst>
                    <a:ext uri="{9D8B030D-6E8A-4147-A177-3AD203B41FA5}">
                      <a16:colId xmlns:a16="http://schemas.microsoft.com/office/drawing/2014/main" val="20000"/>
                    </a:ext>
                  </a:extLst>
                </a:gridCol>
                <a:gridCol w="571124">
                  <a:extLst>
                    <a:ext uri="{9D8B030D-6E8A-4147-A177-3AD203B41FA5}">
                      <a16:colId xmlns:a16="http://schemas.microsoft.com/office/drawing/2014/main" val="20001"/>
                    </a:ext>
                  </a:extLst>
                </a:gridCol>
                <a:gridCol w="342675">
                  <a:extLst>
                    <a:ext uri="{9D8B030D-6E8A-4147-A177-3AD203B41FA5}">
                      <a16:colId xmlns:a16="http://schemas.microsoft.com/office/drawing/2014/main" val="20002"/>
                    </a:ext>
                  </a:extLst>
                </a:gridCol>
                <a:gridCol w="418824">
                  <a:extLst>
                    <a:ext uri="{9D8B030D-6E8A-4147-A177-3AD203B41FA5}">
                      <a16:colId xmlns:a16="http://schemas.microsoft.com/office/drawing/2014/main" val="20003"/>
                    </a:ext>
                  </a:extLst>
                </a:gridCol>
                <a:gridCol w="494974">
                  <a:extLst>
                    <a:ext uri="{9D8B030D-6E8A-4147-A177-3AD203B41FA5}">
                      <a16:colId xmlns:a16="http://schemas.microsoft.com/office/drawing/2014/main" val="20004"/>
                    </a:ext>
                  </a:extLst>
                </a:gridCol>
                <a:gridCol w="799574">
                  <a:extLst>
                    <a:ext uri="{9D8B030D-6E8A-4147-A177-3AD203B41FA5}">
                      <a16:colId xmlns:a16="http://schemas.microsoft.com/office/drawing/2014/main" val="20005"/>
                    </a:ext>
                  </a:extLst>
                </a:gridCol>
                <a:gridCol w="799574">
                  <a:extLst>
                    <a:ext uri="{9D8B030D-6E8A-4147-A177-3AD203B41FA5}">
                      <a16:colId xmlns:a16="http://schemas.microsoft.com/office/drawing/2014/main" val="20006"/>
                    </a:ext>
                  </a:extLst>
                </a:gridCol>
              </a:tblGrid>
              <a:tr h="495300">
                <a:tc gridSpan="7">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&lt;SW3&gt;display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protocol static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0.0.0.0/0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Static</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60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10.0.13.1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Vlanif13</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6" name="任意多边形 45"/>
          <p:cNvSpPr/>
          <p:nvPr/>
        </p:nvSpPr>
        <p:spPr bwMode="gray">
          <a:xfrm>
            <a:off x="2574482"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箭头连接符 46"/>
          <p:cNvCxnSpPr/>
          <p:nvPr/>
        </p:nvCxnSpPr>
        <p:spPr bwMode="gray">
          <a:xfrm>
            <a:off x="3370393"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4160325"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3" name="矩形 2"/>
          <p:cNvSpPr/>
          <p:nvPr/>
        </p:nvSpPr>
        <p:spPr bwMode="gray">
          <a:xfrm>
            <a:off x="5598345" y="2188593"/>
            <a:ext cx="6096000" cy="1081322"/>
          </a:xfrm>
          <a:prstGeom prst="rect">
            <a:avLst/>
          </a:prstGeom>
        </p:spPr>
        <p:txBody>
          <a:bodyPr>
            <a:spAutoFit/>
          </a:bodyPr>
          <a:lstStyle/>
          <a:p>
            <a:pPr marL="302279" indent="-302279" algn="just" defTabSz="914034">
              <a:lnSpc>
                <a:spcPct val="120000"/>
              </a:lnSpc>
              <a:spcBef>
                <a:spcPts val="792"/>
              </a:spcBef>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SW3</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设备上检查静态路由配置。</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759517" lvl="2" indent="-302279" algn="just" defTabSz="914034">
              <a:lnSpc>
                <a:spcPct val="120000"/>
              </a:lnSpc>
              <a:spcBef>
                <a:spcPts val="792"/>
              </a:spcBef>
              <a:buFont typeface="Huawei Sans" panose="020C0503030203020204" pitchFamily="34" charset="0"/>
              <a:buChar cha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配置静态路由时：对于点到点接口，只需指定出接口；对于广播类型接口，必须指定下一跳</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598345" y="4571541"/>
            <a:ext cx="4606389" cy="368499"/>
          </a:xfrm>
          <a:prstGeom prst="rect">
            <a:avLst/>
          </a:prstGeom>
        </p:spPr>
        <p:txBody>
          <a:bodyPr wrap="none">
            <a:spAutoFit/>
          </a:bodyPr>
          <a:lstStyle/>
          <a:p>
            <a:pPr marL="302279" indent="-302279" algn="just" defTabSz="914034">
              <a:lnSpc>
                <a:spcPct val="120000"/>
              </a:lnSpc>
              <a:spcBef>
                <a:spcPts val="792"/>
              </a:spcBef>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通过该步骤发现</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SW3</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静态路由配置没有问题。</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000200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17"/>
          <p:cNvSpPr>
            <a:spLocks noChangeArrowheads="1"/>
          </p:cNvSpPr>
          <p:nvPr/>
        </p:nvSpPr>
        <p:spPr bwMode="gray">
          <a:xfrm>
            <a:off x="5983414" y="2533305"/>
            <a:ext cx="5198832" cy="123682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AutoShape 17"/>
          <p:cNvSpPr>
            <a:spLocks noChangeArrowheads="1"/>
          </p:cNvSpPr>
          <p:nvPr/>
        </p:nvSpPr>
        <p:spPr bwMode="gray">
          <a:xfrm>
            <a:off x="5983414" y="1542568"/>
            <a:ext cx="5198832" cy="29696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&lt;R1&gt;display  ip routing-table 192.168.56.0</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(3)</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355160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136943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950865"/>
            <a:ext cx="540000" cy="442800"/>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624110"/>
            <a:ext cx="540000" cy="442800"/>
          </a:xfrm>
          <a:prstGeom prst="rect">
            <a:avLst/>
          </a:prstGeom>
        </p:spPr>
      </p:pic>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624110"/>
            <a:ext cx="540000" cy="442800"/>
          </a:xfrm>
          <a:prstGeom prst="rect">
            <a:avLst/>
          </a:prstGeom>
        </p:spPr>
      </p:pic>
      <p:pic>
        <p:nvPicPr>
          <p:cNvPr id="20" name="图片 1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624110"/>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950865"/>
            <a:ext cx="540000" cy="442800"/>
          </a:xfrm>
          <a:prstGeom prst="rect">
            <a:avLst/>
          </a:prstGeom>
        </p:spPr>
      </p:pic>
      <p:cxnSp>
        <p:nvCxnSpPr>
          <p:cNvPr id="22" name="直接连接符 21"/>
          <p:cNvCxnSpPr>
            <a:stCxn id="18" idx="3"/>
            <a:endCxn id="19" idx="1"/>
          </p:cNvCxnSpPr>
          <p:nvPr/>
        </p:nvCxnSpPr>
        <p:spPr bwMode="gray">
          <a:xfrm>
            <a:off x="2044855" y="2845510"/>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3"/>
            <a:endCxn id="20" idx="1"/>
          </p:cNvCxnSpPr>
          <p:nvPr/>
        </p:nvCxnSpPr>
        <p:spPr bwMode="gray">
          <a:xfrm>
            <a:off x="3747876" y="2845510"/>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 idx="0"/>
            <a:endCxn id="18" idx="2"/>
          </p:cNvCxnSpPr>
          <p:nvPr/>
        </p:nvCxnSpPr>
        <p:spPr bwMode="gray">
          <a:xfrm flipV="1">
            <a:off x="1774855"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2"/>
            <a:endCxn id="21" idx="0"/>
          </p:cNvCxnSpPr>
          <p:nvPr/>
        </p:nvCxnSpPr>
        <p:spPr bwMode="gray">
          <a:xfrm>
            <a:off x="5117674"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342732"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130376"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4683485"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3"/>
          <p:cNvSpPr txBox="1"/>
          <p:nvPr/>
        </p:nvSpPr>
        <p:spPr bwMode="gray">
          <a:xfrm>
            <a:off x="1854640" y="407498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3"/>
          <p:cNvSpPr txBox="1"/>
          <p:nvPr/>
        </p:nvSpPr>
        <p:spPr bwMode="gray">
          <a:xfrm>
            <a:off x="391206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15368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141166" y="2568511"/>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a:off x="3940980" y="2591865"/>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3"/>
          <p:cNvSpPr txBox="1"/>
          <p:nvPr/>
        </p:nvSpPr>
        <p:spPr bwMode="gray">
          <a:xfrm>
            <a:off x="4166535" y="40470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1381725"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0" name="矩形 39"/>
          <p:cNvSpPr/>
          <p:nvPr/>
        </p:nvSpPr>
        <p:spPr bwMode="gray">
          <a:xfrm>
            <a:off x="4617518"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1" name="文本占位符 49"/>
          <p:cNvSpPr txBox="1">
            <a:spLocks/>
          </p:cNvSpPr>
          <p:nvPr/>
        </p:nvSpPr>
        <p:spPr bwMode="gray">
          <a:xfrm>
            <a:off x="5534830" y="1244777"/>
            <a:ext cx="6206627" cy="2870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2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查看路由表。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任意多边形 45"/>
          <p:cNvSpPr/>
          <p:nvPr/>
        </p:nvSpPr>
        <p:spPr bwMode="gray">
          <a:xfrm>
            <a:off x="2574482"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箭头连接符 46"/>
          <p:cNvCxnSpPr/>
          <p:nvPr/>
        </p:nvCxnSpPr>
        <p:spPr bwMode="gray">
          <a:xfrm>
            <a:off x="3197395"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3987327"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3" name="表格 2"/>
          <p:cNvGraphicFramePr>
            <a:graphicFrameLocks noGrp="1"/>
          </p:cNvGraphicFramePr>
          <p:nvPr>
            <p:extLst>
              <p:ext uri="{D42A27DB-BD31-4B8C-83A1-F6EECF244321}">
                <p14:modId xmlns:p14="http://schemas.microsoft.com/office/powerpoint/2010/main" val="1953766442"/>
              </p:ext>
            </p:extLst>
          </p:nvPr>
        </p:nvGraphicFramePr>
        <p:xfrm>
          <a:off x="6030786" y="2525476"/>
          <a:ext cx="5219700" cy="1165860"/>
        </p:xfrm>
        <a:graphic>
          <a:graphicData uri="http://schemas.openxmlformats.org/drawingml/2006/table">
            <a:tbl>
              <a:tblPr>
                <a:tableStyleId>{72833802-FEF1-4C79-8D5D-14CF1EAF98D9}</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4191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tblGrid>
              <a:tr h="800100">
                <a:tc gridSpan="8">
                  <a:txBody>
                    <a:bodyPr/>
                    <a:lstStyle/>
                    <a:p>
                      <a:pPr algn="l" fontAlgn="t"/>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peer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 10.0.1.1</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Local AS number : 100</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0</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Peer</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AS</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MsgRcvd</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MsgSent</a:t>
                      </a:r>
                      <a:endParaRPr lang="en-US" sz="1200" b="1"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OutQ</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Up/Down</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PrefRcv</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0:00:05</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Idle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3" name="矩形 12"/>
          <p:cNvSpPr/>
          <p:nvPr/>
        </p:nvSpPr>
        <p:spPr bwMode="gray">
          <a:xfrm>
            <a:off x="5534830" y="1918731"/>
            <a:ext cx="6206626" cy="609398"/>
          </a:xfrm>
          <a:prstGeom prst="rect">
            <a:avLst/>
          </a:prstGeom>
        </p:spPr>
        <p:txBody>
          <a:bodyPr wrap="square">
            <a:spAutoFit/>
          </a:bodyPr>
          <a:lstStyle/>
          <a:p>
            <a:pPr marL="302279" indent="-302279" algn="just" defTabSz="914034">
              <a:lnSpc>
                <a:spcPct val="12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由输出结果得知，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无到达</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192.168.56.0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的路由。由于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的路由应该由</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协议获取，接下来查询</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邻居关系是否正常建立。</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bwMode="gray">
          <a:xfrm>
            <a:off x="5534829" y="3759437"/>
            <a:ext cx="6206627" cy="2296463"/>
          </a:xfrm>
          <a:prstGeom prst="rect">
            <a:avLst/>
          </a:prstGeom>
        </p:spPr>
        <p:txBody>
          <a:bodyPr wrap="square">
            <a:spAutoFit/>
          </a:bodyPr>
          <a:lstStyle/>
          <a:p>
            <a:pPr marL="302279" indent="-302279" algn="just" defTabSz="914034">
              <a:lnSpc>
                <a:spcPct val="12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由以上结果得知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邻居关系建立失败，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邻居关系建立失败的原因有：</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远端设备的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接口不可达</a:t>
            </a:r>
            <a:r>
              <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（是否指定正确的更新源）</a:t>
            </a:r>
            <a:endPar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本设备或远端设备</a:t>
            </a:r>
            <a:r>
              <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号配置错误</a:t>
            </a:r>
            <a:endPar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非直连</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EBGP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邻居关系未设置多跳</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冲突</a:t>
            </a:r>
            <a:endPar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根据输出结果判断，</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报文发送和接收数量都是</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，因此怀疑是由于</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远端设备的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loopback0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接口不可达导致</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08239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17"/>
          <p:cNvSpPr>
            <a:spLocks noChangeArrowheads="1"/>
          </p:cNvSpPr>
          <p:nvPr/>
        </p:nvSpPr>
        <p:spPr bwMode="gray">
          <a:xfrm>
            <a:off x="5983414" y="2499084"/>
            <a:ext cx="5198832" cy="575101"/>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&lt;R1&gt;display ospf peer </a:t>
            </a:r>
          </a:p>
          <a:p>
            <a:r>
              <a:rPr lang="en-US" altLang="zh-CN"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OSPF Process 1 with Router ID 10.0.1.1</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AutoShape 17"/>
          <p:cNvSpPr>
            <a:spLocks noChangeArrowheads="1"/>
          </p:cNvSpPr>
          <p:nvPr/>
        </p:nvSpPr>
        <p:spPr bwMode="gray">
          <a:xfrm>
            <a:off x="5983414" y="1426459"/>
            <a:ext cx="5198832" cy="29696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routing-table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10.0.2.2</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(4)</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355160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136943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950865"/>
            <a:ext cx="540000" cy="442800"/>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624110"/>
            <a:ext cx="540000" cy="442800"/>
          </a:xfrm>
          <a:prstGeom prst="rect">
            <a:avLst/>
          </a:prstGeom>
        </p:spPr>
      </p:pic>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624110"/>
            <a:ext cx="540000" cy="442800"/>
          </a:xfrm>
          <a:prstGeom prst="rect">
            <a:avLst/>
          </a:prstGeom>
        </p:spPr>
      </p:pic>
      <p:pic>
        <p:nvPicPr>
          <p:cNvPr id="20" name="图片 1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624110"/>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950865"/>
            <a:ext cx="540000" cy="442800"/>
          </a:xfrm>
          <a:prstGeom prst="rect">
            <a:avLst/>
          </a:prstGeom>
        </p:spPr>
      </p:pic>
      <p:cxnSp>
        <p:nvCxnSpPr>
          <p:cNvPr id="22" name="直接连接符 21"/>
          <p:cNvCxnSpPr>
            <a:stCxn id="18" idx="3"/>
            <a:endCxn id="19" idx="1"/>
          </p:cNvCxnSpPr>
          <p:nvPr/>
        </p:nvCxnSpPr>
        <p:spPr bwMode="gray">
          <a:xfrm>
            <a:off x="2044855" y="2845510"/>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3"/>
            <a:endCxn id="20" idx="1"/>
          </p:cNvCxnSpPr>
          <p:nvPr/>
        </p:nvCxnSpPr>
        <p:spPr bwMode="gray">
          <a:xfrm>
            <a:off x="3747876" y="2845510"/>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 idx="0"/>
            <a:endCxn id="18" idx="2"/>
          </p:cNvCxnSpPr>
          <p:nvPr/>
        </p:nvCxnSpPr>
        <p:spPr bwMode="gray">
          <a:xfrm flipV="1">
            <a:off x="1774855"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2"/>
            <a:endCxn id="21" idx="0"/>
          </p:cNvCxnSpPr>
          <p:nvPr/>
        </p:nvCxnSpPr>
        <p:spPr bwMode="gray">
          <a:xfrm>
            <a:off x="5117674"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342732"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130376"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4683485"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3"/>
          <p:cNvSpPr txBox="1"/>
          <p:nvPr/>
        </p:nvSpPr>
        <p:spPr bwMode="gray">
          <a:xfrm>
            <a:off x="1854640" y="407498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3"/>
          <p:cNvSpPr txBox="1"/>
          <p:nvPr/>
        </p:nvSpPr>
        <p:spPr bwMode="gray">
          <a:xfrm>
            <a:off x="391206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15368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141166" y="2568511"/>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a:off x="3940980" y="2591865"/>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3"/>
          <p:cNvSpPr txBox="1"/>
          <p:nvPr/>
        </p:nvSpPr>
        <p:spPr bwMode="gray">
          <a:xfrm>
            <a:off x="4166535" y="40470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1381725"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0" name="矩形 39"/>
          <p:cNvSpPr/>
          <p:nvPr/>
        </p:nvSpPr>
        <p:spPr bwMode="gray">
          <a:xfrm>
            <a:off x="4617518"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1" name="文本占位符 49"/>
          <p:cNvSpPr txBox="1">
            <a:spLocks/>
          </p:cNvSpPr>
          <p:nvPr/>
        </p:nvSpPr>
        <p:spPr bwMode="gray">
          <a:xfrm>
            <a:off x="5598346" y="1022906"/>
            <a:ext cx="6147568" cy="358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2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上查看到达</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地址的路由</a:t>
            </a:r>
          </a:p>
          <a:p>
            <a:pPr marL="403039" lvl="1"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403039" lvl="1" indent="0">
              <a:buNone/>
            </a:pP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任意多边形 45"/>
          <p:cNvSpPr/>
          <p:nvPr/>
        </p:nvSpPr>
        <p:spPr bwMode="gray">
          <a:xfrm>
            <a:off x="2574482"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箭头连接符 46"/>
          <p:cNvCxnSpPr/>
          <p:nvPr/>
        </p:nvCxnSpPr>
        <p:spPr bwMode="gray">
          <a:xfrm>
            <a:off x="3370393"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4160325"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3" name="矩形 2"/>
          <p:cNvSpPr/>
          <p:nvPr/>
        </p:nvSpPr>
        <p:spPr bwMode="gray">
          <a:xfrm>
            <a:off x="5598344" y="1849556"/>
            <a:ext cx="6147569" cy="609398"/>
          </a:xfrm>
          <a:prstGeom prst="rect">
            <a:avLst/>
          </a:prstGeom>
        </p:spPr>
        <p:txBody>
          <a:bodyPr wrap="square">
            <a:spAutoFit/>
          </a:bodyPr>
          <a:lstStyle/>
          <a:p>
            <a:pPr marL="302279" indent="-302279" algn="just" defTabSz="914034">
              <a:lnSpc>
                <a:spcPct val="12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由输出结果得知，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无到达</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10.0.2.2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的路由。由于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的路由应该由</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协议获取，接下来查询</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邻居关系是否建立正常。</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598344" y="3128493"/>
            <a:ext cx="6147570" cy="2989536"/>
          </a:xfrm>
          <a:prstGeom prst="rect">
            <a:avLst/>
          </a:prstGeom>
        </p:spPr>
        <p:txBody>
          <a:bodyPr wrap="square">
            <a:spAutoFit/>
          </a:bodyPr>
          <a:lstStyle/>
          <a:p>
            <a:pPr marL="302279" indent="-302279" algn="just" defTabSz="914034">
              <a:lnSpc>
                <a:spcPct val="12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由以上结果得知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邻居关系建立失败。邻居关系建立失败的原因有：</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冲突</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区域</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不匹配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网络掩码不匹配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MTU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不一致</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网络中，所有设备的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优先级设置为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a:t>
            </a: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认证密码不匹配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接口被设置为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silent-interface</a:t>
            </a:r>
          </a:p>
          <a:p>
            <a:pPr marL="654938" lvl="1" indent="-251899" defTabSz="914034">
              <a:lnSpc>
                <a:spcPct val="130000"/>
              </a:lnSpc>
              <a:spcBef>
                <a:spcPts val="720"/>
              </a:spcBef>
              <a:buFont typeface="Huawei Sans" panose="020C0503030203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时间参数不匹配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078155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5" y="1240616"/>
            <a:ext cx="6206627" cy="38371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2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 error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AutoShape 17"/>
          <p:cNvSpPr>
            <a:spLocks noChangeArrowheads="1"/>
          </p:cNvSpPr>
          <p:nvPr/>
        </p:nvSpPr>
        <p:spPr bwMode="gray">
          <a:xfrm>
            <a:off x="5983414" y="1618304"/>
            <a:ext cx="5438524" cy="209659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[R1]display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error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General packet errors:</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IP: received my own packet     0     : Bad packet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Bad version                            0     : Bad checksum</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Bad area id                            0     : Drop on unnumbered interface</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Bad virtual link                       0     : Bad authentication type</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Bad authentication key           0     : Packet too small</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Packet size &gt;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length            0     : Transmit error</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Interface down                       0     : Unknown neighbor</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     : Bad net segment                    0     : Extern option mismatch</a:t>
            </a:r>
          </a:p>
          <a:p>
            <a:r>
              <a:rPr lang="en-US" altLang="zh-CN"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 133   : Router id confusion</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(5)</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355160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136943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950865"/>
            <a:ext cx="540000" cy="442800"/>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624110"/>
            <a:ext cx="540000" cy="442800"/>
          </a:xfrm>
          <a:prstGeom prst="rect">
            <a:avLst/>
          </a:prstGeom>
        </p:spPr>
      </p:pic>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624110"/>
            <a:ext cx="540000" cy="442800"/>
          </a:xfrm>
          <a:prstGeom prst="rect">
            <a:avLst/>
          </a:prstGeom>
        </p:spPr>
      </p:pic>
      <p:pic>
        <p:nvPicPr>
          <p:cNvPr id="20" name="图片 1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624110"/>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950865"/>
            <a:ext cx="540000" cy="442800"/>
          </a:xfrm>
          <a:prstGeom prst="rect">
            <a:avLst/>
          </a:prstGeom>
        </p:spPr>
      </p:pic>
      <p:cxnSp>
        <p:nvCxnSpPr>
          <p:cNvPr id="22" name="直接连接符 21"/>
          <p:cNvCxnSpPr>
            <a:stCxn id="18" idx="3"/>
            <a:endCxn id="19" idx="1"/>
          </p:cNvCxnSpPr>
          <p:nvPr/>
        </p:nvCxnSpPr>
        <p:spPr bwMode="gray">
          <a:xfrm>
            <a:off x="2044855" y="2845510"/>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3"/>
            <a:endCxn id="20" idx="1"/>
          </p:cNvCxnSpPr>
          <p:nvPr/>
        </p:nvCxnSpPr>
        <p:spPr bwMode="gray">
          <a:xfrm>
            <a:off x="3747876" y="2845510"/>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 idx="0"/>
            <a:endCxn id="18" idx="2"/>
          </p:cNvCxnSpPr>
          <p:nvPr/>
        </p:nvCxnSpPr>
        <p:spPr bwMode="gray">
          <a:xfrm flipV="1">
            <a:off x="1774855"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2"/>
            <a:endCxn id="21" idx="0"/>
          </p:cNvCxnSpPr>
          <p:nvPr/>
        </p:nvCxnSpPr>
        <p:spPr bwMode="gray">
          <a:xfrm>
            <a:off x="5117674"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342732"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130376"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4683485"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3"/>
          <p:cNvSpPr txBox="1"/>
          <p:nvPr/>
        </p:nvSpPr>
        <p:spPr bwMode="gray">
          <a:xfrm>
            <a:off x="1854640" y="407498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3"/>
          <p:cNvSpPr txBox="1"/>
          <p:nvPr/>
        </p:nvSpPr>
        <p:spPr bwMode="gray">
          <a:xfrm>
            <a:off x="391206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15368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141166" y="2568511"/>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a:off x="3940980" y="2591865"/>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3"/>
          <p:cNvSpPr txBox="1"/>
          <p:nvPr/>
        </p:nvSpPr>
        <p:spPr bwMode="gray">
          <a:xfrm>
            <a:off x="4166535" y="40470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1381725"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0" name="矩形 39"/>
          <p:cNvSpPr/>
          <p:nvPr/>
        </p:nvSpPr>
        <p:spPr bwMode="gray">
          <a:xfrm>
            <a:off x="4617518"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6" name="任意多边形 45"/>
          <p:cNvSpPr/>
          <p:nvPr/>
        </p:nvSpPr>
        <p:spPr bwMode="gray">
          <a:xfrm>
            <a:off x="2574482"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箭头连接符 46"/>
          <p:cNvCxnSpPr/>
          <p:nvPr/>
        </p:nvCxnSpPr>
        <p:spPr bwMode="gray">
          <a:xfrm>
            <a:off x="3370393"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4160325"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42" name="AutoShape 17"/>
          <p:cNvSpPr>
            <a:spLocks noChangeArrowheads="1"/>
          </p:cNvSpPr>
          <p:nvPr/>
        </p:nvSpPr>
        <p:spPr bwMode="gray">
          <a:xfrm>
            <a:off x="5983414" y="4600825"/>
            <a:ext cx="5198832" cy="88971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&lt;R1&gt;terminal debugging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Info: Current terminal debugging is on.</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&lt;R1&gt;debugging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packet 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0/0/0</a:t>
            </a:r>
            <a:endParaRPr lang="en-US" altLang="zh-CN" sz="1200" b="1"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a:off x="5598345" y="3867566"/>
            <a:ext cx="6147568" cy="609398"/>
          </a:xfrm>
          <a:prstGeom prst="rect">
            <a:avLst/>
          </a:prstGeom>
        </p:spPr>
        <p:txBody>
          <a:bodyPr wrap="square">
            <a:spAutoFit/>
          </a:bodyPr>
          <a:lstStyle/>
          <a:p>
            <a:pPr marL="302279" indent="-302279" algn="just" defTabSz="914034">
              <a:lnSpc>
                <a:spcPct val="12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由以上结果得知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邻居关系建立失败的原因可能是</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Router ID</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冲突，为了更准确的确定故障原因，在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上开启</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debug OSPF </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功能。</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347544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5" y="1037420"/>
            <a:ext cx="6206627" cy="28469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首先查看本地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协议的配置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AutoShape 17"/>
          <p:cNvSpPr>
            <a:spLocks noChangeArrowheads="1"/>
          </p:cNvSpPr>
          <p:nvPr/>
        </p:nvSpPr>
        <p:spPr bwMode="gray">
          <a:xfrm>
            <a:off x="5935576" y="1326143"/>
            <a:ext cx="5198832" cy="2093733"/>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interface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0/0/0 verbose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OSPF Process 1 with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Router </a:t>
            </a:r>
            <a:r>
              <a:rPr lang="en-US" altLang="zh-CN"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ID 10.0.1.1</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Interface: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10.0.12.1</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(GigabitEthernet0/0/0)</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Cost: 1       State: DR        Type: Broadcast    MTU: 1500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Priority: 1</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Designated Router: 10.0.12.1</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Backup Designated Router: 0.0.0.0</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Timers: Hello 10 , Dead 40 , Poll  120 , Retransmit 5 , Transmit Delay 1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IO Statistics</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Type        Input     Output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Hello           36         36</a:t>
            </a:r>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AutoShape 17"/>
          <p:cNvSpPr>
            <a:spLocks noChangeArrowheads="1"/>
          </p:cNvSpPr>
          <p:nvPr/>
        </p:nvSpPr>
        <p:spPr bwMode="gray">
          <a:xfrm>
            <a:off x="5981582" y="3761257"/>
            <a:ext cx="5198832" cy="190773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Source Address: 10.0.12.2</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Destination Address: 224.0.0.5</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Ver</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2, Type: 1 (Hello)</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Length: 44, </a:t>
            </a:r>
            <a:r>
              <a:rPr lang="en-US" altLang="zh-CN"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Router: 10.0.1.1</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Area: 0.0.0.0,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Chksum</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db9c</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AuType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00</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Key(</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ascii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 * * * * *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Net Mask: 255.255.255.0</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Hello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Int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10, Option: _E_</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Rtr</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Priority: 1, Dead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Int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40</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(6)</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355160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1369430" y="2585650"/>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950865"/>
            <a:ext cx="540000" cy="442800"/>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624110"/>
            <a:ext cx="540000" cy="442800"/>
          </a:xfrm>
          <a:prstGeom prst="rect">
            <a:avLst/>
          </a:prstGeom>
        </p:spPr>
      </p:pic>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624110"/>
            <a:ext cx="540000" cy="442800"/>
          </a:xfrm>
          <a:prstGeom prst="rect">
            <a:avLst/>
          </a:prstGeom>
        </p:spPr>
      </p:pic>
      <p:pic>
        <p:nvPicPr>
          <p:cNvPr id="20" name="图片 1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624110"/>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950865"/>
            <a:ext cx="540000" cy="442800"/>
          </a:xfrm>
          <a:prstGeom prst="rect">
            <a:avLst/>
          </a:prstGeom>
        </p:spPr>
      </p:pic>
      <p:cxnSp>
        <p:nvCxnSpPr>
          <p:cNvPr id="22" name="直接连接符 21"/>
          <p:cNvCxnSpPr>
            <a:stCxn id="18" idx="3"/>
            <a:endCxn id="19" idx="1"/>
          </p:cNvCxnSpPr>
          <p:nvPr/>
        </p:nvCxnSpPr>
        <p:spPr bwMode="gray">
          <a:xfrm>
            <a:off x="2044855" y="2845510"/>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3"/>
            <a:endCxn id="20" idx="1"/>
          </p:cNvCxnSpPr>
          <p:nvPr/>
        </p:nvCxnSpPr>
        <p:spPr bwMode="gray">
          <a:xfrm>
            <a:off x="3747876" y="2845510"/>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 idx="0"/>
            <a:endCxn id="18" idx="2"/>
          </p:cNvCxnSpPr>
          <p:nvPr/>
        </p:nvCxnSpPr>
        <p:spPr bwMode="gray">
          <a:xfrm flipV="1">
            <a:off x="1774855"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2"/>
            <a:endCxn id="21" idx="0"/>
          </p:cNvCxnSpPr>
          <p:nvPr/>
        </p:nvCxnSpPr>
        <p:spPr bwMode="gray">
          <a:xfrm>
            <a:off x="5117674" y="3066910"/>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342732"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130376"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23"/>
          <p:cNvSpPr txBox="1"/>
          <p:nvPr/>
        </p:nvSpPr>
        <p:spPr bwMode="gray">
          <a:xfrm>
            <a:off x="4683485" y="237234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3"/>
          <p:cNvSpPr txBox="1"/>
          <p:nvPr/>
        </p:nvSpPr>
        <p:spPr bwMode="gray">
          <a:xfrm>
            <a:off x="1854640" y="407498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3"/>
          <p:cNvSpPr txBox="1"/>
          <p:nvPr/>
        </p:nvSpPr>
        <p:spPr bwMode="gray">
          <a:xfrm>
            <a:off x="391206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153685" y="2810417"/>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141166" y="2568511"/>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3"/>
          <p:cNvSpPr txBox="1"/>
          <p:nvPr/>
        </p:nvSpPr>
        <p:spPr bwMode="gray">
          <a:xfrm>
            <a:off x="3940980" y="2591865"/>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3"/>
          <p:cNvSpPr txBox="1"/>
          <p:nvPr/>
        </p:nvSpPr>
        <p:spPr bwMode="gray">
          <a:xfrm>
            <a:off x="4166535" y="404705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1381725"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0" name="矩形 39"/>
          <p:cNvSpPr/>
          <p:nvPr/>
        </p:nvSpPr>
        <p:spPr bwMode="gray">
          <a:xfrm>
            <a:off x="4617518" y="3505344"/>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46" name="任意多边形 45"/>
          <p:cNvSpPr/>
          <p:nvPr/>
        </p:nvSpPr>
        <p:spPr bwMode="gray">
          <a:xfrm>
            <a:off x="2574482"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箭头连接符 46"/>
          <p:cNvCxnSpPr/>
          <p:nvPr/>
        </p:nvCxnSpPr>
        <p:spPr bwMode="gray">
          <a:xfrm>
            <a:off x="3370393"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4160325"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3" name="矩形 2"/>
          <p:cNvSpPr/>
          <p:nvPr/>
        </p:nvSpPr>
        <p:spPr bwMode="gray">
          <a:xfrm>
            <a:off x="5598345" y="3462486"/>
            <a:ext cx="6015927" cy="307777"/>
          </a:xfrm>
          <a:prstGeom prst="rect">
            <a:avLst/>
          </a:prstGeom>
        </p:spPr>
        <p:txBody>
          <a:bodyPr wrap="squar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debug</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信息中的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 error</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，部分信息如下。</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598345" y="5655334"/>
            <a:ext cx="6147568" cy="523220"/>
          </a:xfrm>
          <a:prstGeom prst="rect">
            <a:avLst/>
          </a:prstGeom>
        </p:spPr>
        <p:txBody>
          <a:bodyPr wrap="squar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经过对比发现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Hello</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报文发送间隔，掩码，认证等信息匹配，只有</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Router ID</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冲突。</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6264321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496747" y="1192790"/>
            <a:ext cx="6206627" cy="243144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需要登录</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修改</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OSPF Router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，但此时发现无法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登录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登录故障常见原因有：</a:t>
            </a:r>
          </a:p>
          <a:p>
            <a:pPr lvl="1">
              <a:lnSpc>
                <a:spcPct val="10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路由不可达，客户端和服务器无法建立</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连接。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0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服务器未开启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功能。</a:t>
            </a:r>
          </a:p>
          <a:p>
            <a:pPr lvl="1">
              <a:lnSpc>
                <a:spcPct val="10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登录设备的用户数到达了上限。</a:t>
            </a:r>
          </a:p>
          <a:p>
            <a:pPr lvl="1">
              <a:lnSpc>
                <a:spcPct val="100000"/>
              </a:lnSpc>
            </a:pP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VTY</a:t>
            </a:r>
            <a:r>
              <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用户界面下绑定了</a:t>
            </a: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0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VTY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用户界面下允许接入的协议不正确。如配置为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protocol inbound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时，使用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将无法登录。</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Console</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口登录到</a:t>
            </a:r>
            <a:r>
              <a:rPr lang="en-US" altLang="zh-CN"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，查询设备是否开启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(7)</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65959" y="1979998"/>
            <a:ext cx="540000" cy="442800"/>
          </a:xfrm>
          <a:prstGeom prst="rect">
            <a:avLst/>
          </a:prstGeom>
        </p:spPr>
      </p:pic>
      <p:pic>
        <p:nvPicPr>
          <p:cNvPr id="19" name="图片 1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05711" y="1979998"/>
            <a:ext cx="540000" cy="442800"/>
          </a:xfrm>
          <a:prstGeom prst="rect">
            <a:avLst/>
          </a:prstGeom>
        </p:spPr>
      </p:pic>
      <p:cxnSp>
        <p:nvCxnSpPr>
          <p:cNvPr id="22" name="直接连接符 21"/>
          <p:cNvCxnSpPr>
            <a:stCxn id="18" idx="3"/>
            <a:endCxn id="19" idx="1"/>
          </p:cNvCxnSpPr>
          <p:nvPr/>
        </p:nvCxnSpPr>
        <p:spPr bwMode="gray">
          <a:xfrm>
            <a:off x="2305959" y="2201398"/>
            <a:ext cx="159975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123"/>
          <p:cNvSpPr txBox="1"/>
          <p:nvPr/>
        </p:nvSpPr>
        <p:spPr bwMode="gray">
          <a:xfrm>
            <a:off x="1603836" y="172823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3"/>
          <p:cNvSpPr txBox="1"/>
          <p:nvPr/>
        </p:nvSpPr>
        <p:spPr bwMode="gray">
          <a:xfrm>
            <a:off x="3736939" y="172823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3"/>
          <p:cNvSpPr txBox="1"/>
          <p:nvPr/>
        </p:nvSpPr>
        <p:spPr bwMode="gray">
          <a:xfrm>
            <a:off x="2329064" y="2166305"/>
            <a:ext cx="868378" cy="276999"/>
          </a:xfrm>
          <a:prstGeom prst="rect">
            <a:avLst/>
          </a:prstGeom>
          <a:no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3"/>
          <p:cNvSpPr txBox="1"/>
          <p:nvPr/>
        </p:nvSpPr>
        <p:spPr bwMode="gray">
          <a:xfrm>
            <a:off x="2316545" y="1924399"/>
            <a:ext cx="868378" cy="276999"/>
          </a:xfrm>
          <a:prstGeom prst="rect">
            <a:avLst/>
          </a:prstGeom>
          <a:no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ïšļïďe">
            <a:extLst>
              <a:ext uri="{FF2B5EF4-FFF2-40B4-BE49-F238E27FC236}">
                <a16:creationId xmlns:a16="http://schemas.microsoft.com/office/drawing/2014/main" id="{FB41FAD4-0BA5-4580-B72E-A6BFF22F8784}"/>
              </a:ext>
            </a:extLst>
          </p:cNvPr>
          <p:cNvSpPr txBox="1"/>
          <p:nvPr/>
        </p:nvSpPr>
        <p:spPr bwMode="gray">
          <a:xfrm>
            <a:off x="1242643" y="26794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Telnet</a:t>
            </a:r>
          </a:p>
        </p:txBody>
      </p:sp>
      <p:cxnSp>
        <p:nvCxnSpPr>
          <p:cNvPr id="14" name="直接箭头连接符 13"/>
          <p:cNvCxnSpPr/>
          <p:nvPr/>
        </p:nvCxnSpPr>
        <p:spPr bwMode="gray">
          <a:xfrm>
            <a:off x="1269242" y="2887503"/>
            <a:ext cx="324935"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AutoShape 17"/>
          <p:cNvSpPr>
            <a:spLocks noChangeArrowheads="1"/>
          </p:cNvSpPr>
          <p:nvPr/>
        </p:nvSpPr>
        <p:spPr bwMode="gray">
          <a:xfrm>
            <a:off x="6000644" y="3680545"/>
            <a:ext cx="5198832" cy="81695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[R2]display telnet server status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TELNET IPV4 server                      	:Enable</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TELNET IPV6 server                      	:Enable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TELNET server port                    	:23</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000644" y="4860061"/>
            <a:ext cx="5198832" cy="84274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[R2-ui-vty0-4]display this</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user-interface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vty</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0 4</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authentication-mode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aaa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protocol inbound ssh</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bwMode="gray">
          <a:xfrm>
            <a:off x="5496747" y="4526997"/>
            <a:ext cx="2751715" cy="307777"/>
          </a:xfrm>
          <a:prstGeom prst="rect">
            <a:avLst/>
          </a:prstGeom>
        </p:spPr>
        <p:txBody>
          <a:bodyPr wrap="non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VTY</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下是否允许</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Telnet</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矩形 14"/>
          <p:cNvSpPr/>
          <p:nvPr/>
        </p:nvSpPr>
        <p:spPr bwMode="gray">
          <a:xfrm>
            <a:off x="5496747" y="5769817"/>
            <a:ext cx="6096000" cy="307777"/>
          </a:xfrm>
          <a:prstGeom prst="rect">
            <a:avLst/>
          </a:prstGeom>
        </p:spPr>
        <p:txBody>
          <a:bodyPr>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修改</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VTY</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下允许</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Telnet</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，经过测试发现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可以正常登录。</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308408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17"/>
          <p:cNvSpPr>
            <a:spLocks noChangeArrowheads="1"/>
          </p:cNvSpPr>
          <p:nvPr/>
        </p:nvSpPr>
        <p:spPr bwMode="gray">
          <a:xfrm>
            <a:off x="5935907" y="4565091"/>
            <a:ext cx="5198832" cy="116697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占位符 49"/>
          <p:cNvSpPr txBox="1">
            <a:spLocks/>
          </p:cNvSpPr>
          <p:nvPr/>
        </p:nvSpPr>
        <p:spPr bwMode="gray">
          <a:xfrm>
            <a:off x="5482233" y="1240617"/>
            <a:ext cx="6206627" cy="5536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修改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 Router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，并且将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进程重启，使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生效，然后检查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邻居关系状态。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(8)</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AutoShape 17"/>
          <p:cNvSpPr>
            <a:spLocks noChangeArrowheads="1"/>
          </p:cNvSpPr>
          <p:nvPr/>
        </p:nvSpPr>
        <p:spPr bwMode="gray">
          <a:xfrm>
            <a:off x="5935907" y="1779612"/>
            <a:ext cx="5198832" cy="2167460"/>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&lt;R2&gt;display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peer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OSPF Process 1 with Router ID 10.0.12.2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Neighbors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Area 0.0.0.0 interface 10.0.12.2(GigabitEthernet0/0/0)'s neighbors</a:t>
            </a: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Router ID: 10.0.1.1         Address: 10.0.12.1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State: Full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Mode:Nbr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is  Slave  Priority: 1</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DR: 10.0.12.2  BDR: 10.0.12.1  MTU: 0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Dead timer due in 35  sec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Retrans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timer interval: 5 </a:t>
            </a: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Neighbor is up for 00:09:17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Authentication Sequence: [ 0 ] </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1381725" y="3292559"/>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53" name="矩形 52"/>
          <p:cNvSpPr/>
          <p:nvPr/>
        </p:nvSpPr>
        <p:spPr bwMode="gray">
          <a:xfrm>
            <a:off x="4617518" y="3292559"/>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3" name="表格 2"/>
          <p:cNvGraphicFramePr>
            <a:graphicFrameLocks noGrp="1"/>
          </p:cNvGraphicFramePr>
          <p:nvPr>
            <p:extLst>
              <p:ext uri="{D42A27DB-BD31-4B8C-83A1-F6EECF244321}">
                <p14:modId xmlns:p14="http://schemas.microsoft.com/office/powerpoint/2010/main" val="1014445388"/>
              </p:ext>
            </p:extLst>
          </p:nvPr>
        </p:nvGraphicFramePr>
        <p:xfrm>
          <a:off x="6003641" y="4593636"/>
          <a:ext cx="4749801" cy="914400"/>
        </p:xfrm>
        <a:graphic>
          <a:graphicData uri="http://schemas.openxmlformats.org/drawingml/2006/table">
            <a:tbl>
              <a:tblPr>
                <a:tableStyleId>{72833802-FEF1-4C79-8D5D-14CF1EAF98D9}</a:tableStyleId>
              </a:tblPr>
              <a:tblGrid>
                <a:gridCol w="1399240">
                  <a:extLst>
                    <a:ext uri="{9D8B030D-6E8A-4147-A177-3AD203B41FA5}">
                      <a16:colId xmlns:a16="http://schemas.microsoft.com/office/drawing/2014/main" val="20000"/>
                    </a:ext>
                  </a:extLst>
                </a:gridCol>
                <a:gridCol w="494969">
                  <a:extLst>
                    <a:ext uri="{9D8B030D-6E8A-4147-A177-3AD203B41FA5}">
                      <a16:colId xmlns:a16="http://schemas.microsoft.com/office/drawing/2014/main" val="20001"/>
                    </a:ext>
                  </a:extLst>
                </a:gridCol>
                <a:gridCol w="342671">
                  <a:extLst>
                    <a:ext uri="{9D8B030D-6E8A-4147-A177-3AD203B41FA5}">
                      <a16:colId xmlns:a16="http://schemas.microsoft.com/office/drawing/2014/main" val="20002"/>
                    </a:ext>
                  </a:extLst>
                </a:gridCol>
                <a:gridCol w="418820">
                  <a:extLst>
                    <a:ext uri="{9D8B030D-6E8A-4147-A177-3AD203B41FA5}">
                      <a16:colId xmlns:a16="http://schemas.microsoft.com/office/drawing/2014/main" val="20003"/>
                    </a:ext>
                  </a:extLst>
                </a:gridCol>
                <a:gridCol w="494969">
                  <a:extLst>
                    <a:ext uri="{9D8B030D-6E8A-4147-A177-3AD203B41FA5}">
                      <a16:colId xmlns:a16="http://schemas.microsoft.com/office/drawing/2014/main" val="20004"/>
                    </a:ext>
                  </a:extLst>
                </a:gridCol>
                <a:gridCol w="799566">
                  <a:extLst>
                    <a:ext uri="{9D8B030D-6E8A-4147-A177-3AD203B41FA5}">
                      <a16:colId xmlns:a16="http://schemas.microsoft.com/office/drawing/2014/main" val="20005"/>
                    </a:ext>
                  </a:extLst>
                </a:gridCol>
                <a:gridCol w="799566">
                  <a:extLst>
                    <a:ext uri="{9D8B030D-6E8A-4147-A177-3AD203B41FA5}">
                      <a16:colId xmlns:a16="http://schemas.microsoft.com/office/drawing/2014/main" val="20006"/>
                    </a:ext>
                  </a:extLst>
                </a:gridCol>
              </a:tblGrid>
              <a:tr h="514350">
                <a:tc gridSpan="7">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10.0.2.2</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10.0.2.2/32</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OSPF</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10.0.12.2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GE0/0/0</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3" name="矩形 12"/>
          <p:cNvSpPr/>
          <p:nvPr/>
        </p:nvSpPr>
        <p:spPr bwMode="gray">
          <a:xfrm>
            <a:off x="5482233" y="4109509"/>
            <a:ext cx="6147568" cy="307777"/>
          </a:xfrm>
          <a:prstGeom prst="rect">
            <a:avLst/>
          </a:prstGeom>
        </p:spPr>
        <p:txBody>
          <a:bodyPr wrap="squar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上查看是否存在</a:t>
            </a:r>
            <a:r>
              <a:rPr lang="en-US" altLang="zh-CN" sz="14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10.0.2.2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display </a:t>
            </a:r>
            <a:r>
              <a:rPr lang="en-US" altLang="zh-CN" sz="14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interface</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4338417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AutoShape 17"/>
          <p:cNvSpPr>
            <a:spLocks noChangeArrowheads="1"/>
          </p:cNvSpPr>
          <p:nvPr/>
        </p:nvSpPr>
        <p:spPr bwMode="gray">
          <a:xfrm>
            <a:off x="6052019" y="5038829"/>
            <a:ext cx="5198832" cy="108638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6052019" y="1370411"/>
            <a:ext cx="5198832" cy="134456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占位符 49"/>
          <p:cNvSpPr txBox="1">
            <a:spLocks/>
          </p:cNvSpPr>
          <p:nvPr/>
        </p:nvSpPr>
        <p:spPr bwMode="gray">
          <a:xfrm>
            <a:off x="5598346" y="1080962"/>
            <a:ext cx="6147568"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(9)</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AutoShape 17"/>
          <p:cNvSpPr>
            <a:spLocks noChangeArrowheads="1"/>
          </p:cNvSpPr>
          <p:nvPr/>
        </p:nvSpPr>
        <p:spPr bwMode="gray">
          <a:xfrm>
            <a:off x="6052019" y="3213475"/>
            <a:ext cx="5198832" cy="108638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14" name="表格 13"/>
          <p:cNvGraphicFramePr>
            <a:graphicFrameLocks noGrp="1"/>
          </p:cNvGraphicFramePr>
          <p:nvPr>
            <p:extLst>
              <p:ext uri="{D42A27DB-BD31-4B8C-83A1-F6EECF244321}">
                <p14:modId xmlns:p14="http://schemas.microsoft.com/office/powerpoint/2010/main" val="1828982047"/>
              </p:ext>
            </p:extLst>
          </p:nvPr>
        </p:nvGraphicFramePr>
        <p:xfrm>
          <a:off x="6253530" y="3286822"/>
          <a:ext cx="3835399" cy="965835"/>
        </p:xfrm>
        <a:graphic>
          <a:graphicData uri="http://schemas.openxmlformats.org/drawingml/2006/table">
            <a:tbl>
              <a:tblPr>
                <a:tableStyleId>{72833802-FEF1-4C79-8D5D-14CF1EAF98D9}</a:tableStyleId>
              </a:tblPr>
              <a:tblGrid>
                <a:gridCol w="1475154">
                  <a:extLst>
                    <a:ext uri="{9D8B030D-6E8A-4147-A177-3AD203B41FA5}">
                      <a16:colId xmlns:a16="http://schemas.microsoft.com/office/drawing/2014/main" val="20000"/>
                    </a:ext>
                  </a:extLst>
                </a:gridCol>
                <a:gridCol w="723301">
                  <a:extLst>
                    <a:ext uri="{9D8B030D-6E8A-4147-A177-3AD203B41FA5}">
                      <a16:colId xmlns:a16="http://schemas.microsoft.com/office/drawing/2014/main" val="20001"/>
                    </a:ext>
                  </a:extLst>
                </a:gridCol>
                <a:gridCol w="342616">
                  <a:extLst>
                    <a:ext uri="{9D8B030D-6E8A-4147-A177-3AD203B41FA5}">
                      <a16:colId xmlns:a16="http://schemas.microsoft.com/office/drawing/2014/main" val="20002"/>
                    </a:ext>
                  </a:extLst>
                </a:gridCol>
                <a:gridCol w="571027">
                  <a:extLst>
                    <a:ext uri="{9D8B030D-6E8A-4147-A177-3AD203B41FA5}">
                      <a16:colId xmlns:a16="http://schemas.microsoft.com/office/drawing/2014/main" val="20003"/>
                    </a:ext>
                  </a:extLst>
                </a:gridCol>
                <a:gridCol w="723301">
                  <a:extLst>
                    <a:ext uri="{9D8B030D-6E8A-4147-A177-3AD203B41FA5}">
                      <a16:colId xmlns:a16="http://schemas.microsoft.com/office/drawing/2014/main" val="20004"/>
                    </a:ext>
                  </a:extLst>
                </a:gridCol>
              </a:tblGrid>
              <a:tr h="600075">
                <a:tc gridSpan="5">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BGP Local router ID is 10.0.1.1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Total Number of Routes: 2</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MED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LocPrf</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Path/Ogn</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&gt;192.168.12.0/24</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3718637488"/>
              </p:ext>
            </p:extLst>
          </p:nvPr>
        </p:nvGraphicFramePr>
        <p:xfrm>
          <a:off x="6253530" y="1407382"/>
          <a:ext cx="4166115" cy="1261110"/>
        </p:xfrm>
        <a:graphic>
          <a:graphicData uri="http://schemas.openxmlformats.org/drawingml/2006/table">
            <a:tbl>
              <a:tblPr>
                <a:tableStyleId>{72833802-FEF1-4C79-8D5D-14CF1EAF98D9}</a:tableStyleId>
              </a:tblPr>
              <a:tblGrid>
                <a:gridCol w="757476">
                  <a:extLst>
                    <a:ext uri="{9D8B030D-6E8A-4147-A177-3AD203B41FA5}">
                      <a16:colId xmlns:a16="http://schemas.microsoft.com/office/drawing/2014/main" val="20000"/>
                    </a:ext>
                  </a:extLst>
                </a:gridCol>
                <a:gridCol w="358804">
                  <a:extLst>
                    <a:ext uri="{9D8B030D-6E8A-4147-A177-3AD203B41FA5}">
                      <a16:colId xmlns:a16="http://schemas.microsoft.com/office/drawing/2014/main" val="20001"/>
                    </a:ext>
                  </a:extLst>
                </a:gridCol>
                <a:gridCol w="677741">
                  <a:extLst>
                    <a:ext uri="{9D8B030D-6E8A-4147-A177-3AD203B41FA5}">
                      <a16:colId xmlns:a16="http://schemas.microsoft.com/office/drawing/2014/main" val="20002"/>
                    </a:ext>
                  </a:extLst>
                </a:gridCol>
                <a:gridCol w="677741">
                  <a:extLst>
                    <a:ext uri="{9D8B030D-6E8A-4147-A177-3AD203B41FA5}">
                      <a16:colId xmlns:a16="http://schemas.microsoft.com/office/drawing/2014/main" val="20003"/>
                    </a:ext>
                  </a:extLst>
                </a:gridCol>
                <a:gridCol w="677741">
                  <a:extLst>
                    <a:ext uri="{9D8B030D-6E8A-4147-A177-3AD203B41FA5}">
                      <a16:colId xmlns:a16="http://schemas.microsoft.com/office/drawing/2014/main" val="20004"/>
                    </a:ext>
                  </a:extLst>
                </a:gridCol>
                <a:gridCol w="1016612">
                  <a:extLst>
                    <a:ext uri="{9D8B030D-6E8A-4147-A177-3AD203B41FA5}">
                      <a16:colId xmlns:a16="http://schemas.microsoft.com/office/drawing/2014/main" val="20005"/>
                    </a:ext>
                  </a:extLst>
                </a:gridCol>
              </a:tblGrid>
              <a:tr h="895350">
                <a:tc gridSpan="6">
                  <a:txBody>
                    <a:bodyPr/>
                    <a:lstStyle/>
                    <a:p>
                      <a:pPr algn="l" fontAlgn="t"/>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peer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 10.0.1.1</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Local AS number : 100</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1</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Peer</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AS</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MsgRcvd</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MsgSent</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Up/Down</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25</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26</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0:19:22</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Established</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7" name="表格 16"/>
          <p:cNvGraphicFramePr>
            <a:graphicFrameLocks noGrp="1"/>
          </p:cNvGraphicFramePr>
          <p:nvPr>
            <p:extLst>
              <p:ext uri="{D42A27DB-BD31-4B8C-83A1-F6EECF244321}">
                <p14:modId xmlns:p14="http://schemas.microsoft.com/office/powerpoint/2010/main" val="3393105976"/>
              </p:ext>
            </p:extLst>
          </p:nvPr>
        </p:nvGraphicFramePr>
        <p:xfrm>
          <a:off x="6253530" y="5038829"/>
          <a:ext cx="3606800" cy="937260"/>
        </p:xfrm>
        <a:graphic>
          <a:graphicData uri="http://schemas.openxmlformats.org/drawingml/2006/table">
            <a:tbl>
              <a:tblPr>
                <a:tableStyleId>{72833802-FEF1-4C79-8D5D-14CF1EAF98D9}</a:tableStyleId>
              </a:tblPr>
              <a:tblGrid>
                <a:gridCol w="1316768">
                  <a:extLst>
                    <a:ext uri="{9D8B030D-6E8A-4147-A177-3AD203B41FA5}">
                      <a16:colId xmlns:a16="http://schemas.microsoft.com/office/drawing/2014/main" val="20000"/>
                    </a:ext>
                  </a:extLst>
                </a:gridCol>
                <a:gridCol w="648842">
                  <a:extLst>
                    <a:ext uri="{9D8B030D-6E8A-4147-A177-3AD203B41FA5}">
                      <a16:colId xmlns:a16="http://schemas.microsoft.com/office/drawing/2014/main" val="20001"/>
                    </a:ext>
                  </a:extLst>
                </a:gridCol>
                <a:gridCol w="343505">
                  <a:extLst>
                    <a:ext uri="{9D8B030D-6E8A-4147-A177-3AD203B41FA5}">
                      <a16:colId xmlns:a16="http://schemas.microsoft.com/office/drawing/2014/main" val="20002"/>
                    </a:ext>
                  </a:extLst>
                </a:gridCol>
                <a:gridCol w="572508">
                  <a:extLst>
                    <a:ext uri="{9D8B030D-6E8A-4147-A177-3AD203B41FA5}">
                      <a16:colId xmlns:a16="http://schemas.microsoft.com/office/drawing/2014/main" val="20003"/>
                    </a:ext>
                  </a:extLst>
                </a:gridCol>
                <a:gridCol w="725177">
                  <a:extLst>
                    <a:ext uri="{9D8B030D-6E8A-4147-A177-3AD203B41FA5}">
                      <a16:colId xmlns:a16="http://schemas.microsoft.com/office/drawing/2014/main" val="20004"/>
                    </a:ext>
                  </a:extLst>
                </a:gridCol>
              </a:tblGrid>
              <a:tr h="571500">
                <a:tc gridSpan="5">
                  <a:txBody>
                    <a:bodyPr/>
                    <a:lstStyle/>
                    <a:p>
                      <a:pPr algn="l" fontAlgn="t"/>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routing-table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is 10.0.3.3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Total Number of Routes: 1</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MED</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LocPrf</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Path/Ogn</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zh-CN" alt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&gt; 192.168.56.0</a:t>
                      </a:r>
                      <a:endParaRPr lang="en-US" altLang="zh-CN"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3" name="矩形 2"/>
          <p:cNvSpPr/>
          <p:nvPr/>
        </p:nvSpPr>
        <p:spPr bwMode="gray">
          <a:xfrm>
            <a:off x="5603435" y="2827271"/>
            <a:ext cx="6142478" cy="307777"/>
          </a:xfrm>
          <a:prstGeom prst="rect">
            <a:avLst/>
          </a:prstGeom>
        </p:spPr>
        <p:txBody>
          <a:bodyPr wrap="squar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路由表中是否存在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192.168.56.0/24</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603435" y="4428752"/>
            <a:ext cx="6142478" cy="523220"/>
          </a:xfrm>
          <a:prstGeom prst="rect">
            <a:avLst/>
          </a:prstGeom>
        </p:spPr>
        <p:txBody>
          <a:bodyPr wrap="square">
            <a:spAutoFit/>
          </a:bodyPr>
          <a:lstStyle/>
          <a:p>
            <a:pPr marL="302279" indent="-302279" algn="just" defTabSz="914034">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仍然没有路由信息，由于该路由信息是由</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引入，因此需要在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上查看是否将路由引入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626951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6" y="1240617"/>
            <a:ext cx="6147568" cy="33618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052019" y="4864902"/>
            <a:ext cx="5198832" cy="861981"/>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6052019" y="1609088"/>
            <a:ext cx="5198832" cy="134456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(10)</a:t>
            </a:r>
            <a:r>
              <a:rPr lang="zh-CN" altLang="en-US" dirty="0">
                <a:sym typeface="Huawei Sans" panose="020C0503030203020204" pitchFamily="34" charset="0"/>
              </a:rPr>
              <a:t> </a:t>
            </a: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AutoShape 17"/>
          <p:cNvSpPr>
            <a:spLocks noChangeArrowheads="1"/>
          </p:cNvSpPr>
          <p:nvPr/>
        </p:nvSpPr>
        <p:spPr bwMode="gray">
          <a:xfrm>
            <a:off x="6046929" y="3830690"/>
            <a:ext cx="5198832" cy="30850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routing-table 10.0.2.2</a:t>
            </a: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42" name="表格 41"/>
          <p:cNvGraphicFramePr>
            <a:graphicFrameLocks noGrp="1"/>
          </p:cNvGraphicFramePr>
          <p:nvPr>
            <p:extLst>
              <p:ext uri="{D42A27DB-BD31-4B8C-83A1-F6EECF244321}">
                <p14:modId xmlns:p14="http://schemas.microsoft.com/office/powerpoint/2010/main" val="1629120779"/>
              </p:ext>
            </p:extLst>
          </p:nvPr>
        </p:nvGraphicFramePr>
        <p:xfrm>
          <a:off x="6084853" y="1660214"/>
          <a:ext cx="5219700" cy="1165860"/>
        </p:xfrm>
        <a:graphic>
          <a:graphicData uri="http://schemas.openxmlformats.org/drawingml/2006/table">
            <a:tbl>
              <a:tblPr>
                <a:tableStyleId>{72833802-FEF1-4C79-8D5D-14CF1EAF98D9}</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4191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tblGrid>
              <a:tr h="800100">
                <a:tc gridSpan="8">
                  <a:txBody>
                    <a:bodyPr/>
                    <a:lstStyle/>
                    <a:p>
                      <a:pPr algn="l" fontAlgn="t"/>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peer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 10.0.3.3</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Local AS number : 100</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0</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Peer</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AS</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MsgRcvd</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MsgSent</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OutQ</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Up/Down</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PrefRcv</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0:00:05</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Idle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957983951"/>
              </p:ext>
            </p:extLst>
          </p:nvPr>
        </p:nvGraphicFramePr>
        <p:xfrm>
          <a:off x="6084853" y="4934967"/>
          <a:ext cx="4762500" cy="746760"/>
        </p:xfrm>
        <a:graphic>
          <a:graphicData uri="http://schemas.openxmlformats.org/drawingml/2006/table">
            <a:tbl>
              <a:tblPr>
                <a:tableStyleId>{72833802-FEF1-4C79-8D5D-14CF1EAF98D9}</a:tableStyleId>
              </a:tblPr>
              <a:tblGrid>
                <a:gridCol w="1228725">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1476375">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419100">
                  <a:extLst>
                    <a:ext uri="{9D8B030D-6E8A-4147-A177-3AD203B41FA5}">
                      <a16:colId xmlns:a16="http://schemas.microsoft.com/office/drawing/2014/main" val="20004"/>
                    </a:ext>
                  </a:extLst>
                </a:gridCol>
                <a:gridCol w="342900">
                  <a:extLst>
                    <a:ext uri="{9D8B030D-6E8A-4147-A177-3AD203B41FA5}">
                      <a16:colId xmlns:a16="http://schemas.microsoft.com/office/drawing/2014/main" val="20005"/>
                    </a:ext>
                  </a:extLst>
                </a:gridCol>
              </a:tblGrid>
              <a:tr h="381000">
                <a:tc gridSpan="6">
                  <a:txBody>
                    <a:bodyPr/>
                    <a:lstStyle/>
                    <a:p>
                      <a:pPr algn="l" fontAlgn="t"/>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isis</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peer </a:t>
                      </a:r>
                      <a:b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Peer</a:t>
                      </a: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information for ISIS(1)</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SystemId</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CircuitId</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Type</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PRI</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altLang="zh-CN"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0100.0000.2002</a:t>
                      </a:r>
                      <a:endParaRPr lang="en-US" altLang="zh-CN"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2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0100.0000.2002.01</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L2</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64</a:t>
                      </a:r>
                      <a:endParaRPr lang="en-US" altLang="zh-CN" sz="12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3" name="矩形 2"/>
          <p:cNvSpPr/>
          <p:nvPr/>
        </p:nvSpPr>
        <p:spPr bwMode="gray">
          <a:xfrm>
            <a:off x="5598345" y="3079430"/>
            <a:ext cx="6096000" cy="667940"/>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邻居状态未建立，在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上查看是否存在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10.0.2.2/32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的路由表项。</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bwMode="gray">
          <a:xfrm>
            <a:off x="5598346" y="4093734"/>
            <a:ext cx="6096000" cy="667940"/>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上无</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10.0.2.2/32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的路由，由于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之间运行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协议，需要查看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之间是否正常建立了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2"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54854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703914" y="979364"/>
            <a:ext cx="6045173"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协议邻接关系建立正常，但是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却无法获取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10.0.2.2/32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的路由信息，可能有以下原因：</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接口没有开启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协议</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r>
              <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Metric</a:t>
            </a:r>
            <a:r>
              <a:rPr lang="zh-CN" altLang="en-US"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值的类型不一致</a:t>
            </a:r>
            <a:endPar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设备做了路由策略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2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网络类型不一致</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024563" y="4940465"/>
            <a:ext cx="5198832" cy="118601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1</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is-level level-2</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cost-style wide</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network-entity 49.0001.0100.0000.2002.00</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import-route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1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7" name="AutoShape 17"/>
          <p:cNvSpPr>
            <a:spLocks noChangeArrowheads="1"/>
          </p:cNvSpPr>
          <p:nvPr/>
        </p:nvSpPr>
        <p:spPr bwMode="gray">
          <a:xfrm>
            <a:off x="5993963" y="3263246"/>
            <a:ext cx="5198832" cy="134456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(11)</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3" name="表格 2"/>
          <p:cNvGraphicFramePr>
            <a:graphicFrameLocks noGrp="1"/>
          </p:cNvGraphicFramePr>
          <p:nvPr>
            <p:extLst>
              <p:ext uri="{D42A27DB-BD31-4B8C-83A1-F6EECF244321}">
                <p14:modId xmlns:p14="http://schemas.microsoft.com/office/powerpoint/2010/main" val="3146018872"/>
              </p:ext>
            </p:extLst>
          </p:nvPr>
        </p:nvGraphicFramePr>
        <p:xfrm>
          <a:off x="6075559" y="3332102"/>
          <a:ext cx="3441700" cy="1148715"/>
        </p:xfrm>
        <a:graphic>
          <a:graphicData uri="http://schemas.openxmlformats.org/drawingml/2006/table">
            <a:tbl>
              <a:tblPr>
                <a:tableStyleId>{72833802-FEF1-4C79-8D5D-14CF1EAF98D9}</a:tableStyleId>
              </a:tblPr>
              <a:tblGrid>
                <a:gridCol w="800839">
                  <a:extLst>
                    <a:ext uri="{9D8B030D-6E8A-4147-A177-3AD203B41FA5}">
                      <a16:colId xmlns:a16="http://schemas.microsoft.com/office/drawing/2014/main" val="20000"/>
                    </a:ext>
                  </a:extLst>
                </a:gridCol>
                <a:gridCol w="266946">
                  <a:extLst>
                    <a:ext uri="{9D8B030D-6E8A-4147-A177-3AD203B41FA5}">
                      <a16:colId xmlns:a16="http://schemas.microsoft.com/office/drawing/2014/main" val="20001"/>
                    </a:ext>
                  </a:extLst>
                </a:gridCol>
                <a:gridCol w="886643">
                  <a:extLst>
                    <a:ext uri="{9D8B030D-6E8A-4147-A177-3AD203B41FA5}">
                      <a16:colId xmlns:a16="http://schemas.microsoft.com/office/drawing/2014/main" val="20002"/>
                    </a:ext>
                  </a:extLst>
                </a:gridCol>
                <a:gridCol w="419487">
                  <a:extLst>
                    <a:ext uri="{9D8B030D-6E8A-4147-A177-3AD203B41FA5}">
                      <a16:colId xmlns:a16="http://schemas.microsoft.com/office/drawing/2014/main" val="20003"/>
                    </a:ext>
                  </a:extLst>
                </a:gridCol>
                <a:gridCol w="495757">
                  <a:extLst>
                    <a:ext uri="{9D8B030D-6E8A-4147-A177-3AD203B41FA5}">
                      <a16:colId xmlns:a16="http://schemas.microsoft.com/office/drawing/2014/main" val="20004"/>
                    </a:ext>
                  </a:extLst>
                </a:gridCol>
                <a:gridCol w="572028">
                  <a:extLst>
                    <a:ext uri="{9D8B030D-6E8A-4147-A177-3AD203B41FA5}">
                      <a16:colId xmlns:a16="http://schemas.microsoft.com/office/drawing/2014/main" val="20005"/>
                    </a:ext>
                  </a:extLst>
                </a:gridCol>
              </a:tblGrid>
              <a:tr h="600075">
                <a:tc gridSpan="6">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&lt;R2&gt;</a:t>
                      </a:r>
                      <a:r>
                        <a:rPr lang="en-US" sz="1200" u="none" strike="noStrike" dirty="0">
                          <a:solidFill>
                            <a:srgbClr val="FF0000"/>
                          </a:solidFill>
                          <a:effectLst/>
                          <a:latin typeface="Huawei Sans" panose="020C0503030203020204" pitchFamily="34" charset="0"/>
                          <a:ea typeface="方正兰亭黑简体" panose="02000000000000000000" pitchFamily="2" charset="-122"/>
                          <a:sym typeface="Huawei Sans" panose="020C0503030203020204" pitchFamily="34" charset="0"/>
                        </a:rPr>
                        <a:t>display </a:t>
                      </a:r>
                      <a:r>
                        <a:rPr lang="en-US" sz="1200" u="none" strike="noStrike" dirty="0" err="1">
                          <a:solidFill>
                            <a:srgbClr val="FF0000"/>
                          </a:solidFill>
                          <a:effectLst/>
                          <a:latin typeface="Huawei Sans" panose="020C0503030203020204" pitchFamily="34" charset="0"/>
                          <a:ea typeface="方正兰亭黑简体" panose="02000000000000000000" pitchFamily="2" charset="-122"/>
                          <a:sym typeface="Huawei Sans" panose="020C0503030203020204" pitchFamily="34" charset="0"/>
                        </a:rPr>
                        <a:t>isis</a:t>
                      </a:r>
                      <a:r>
                        <a:rPr lang="en-US" sz="1200" u="none" strike="noStrike" dirty="0">
                          <a:solidFill>
                            <a:srgbClr val="FF0000"/>
                          </a:solidFill>
                          <a:effectLst/>
                          <a:latin typeface="Huawei Sans" panose="020C0503030203020204" pitchFamily="34" charset="0"/>
                          <a:ea typeface="方正兰亭黑简体" panose="02000000000000000000" pitchFamily="2" charset="-122"/>
                          <a:sym typeface="Huawei Sans" panose="020C0503030203020204" pitchFamily="34" charset="0"/>
                        </a:rPr>
                        <a:t> interface </a:t>
                      </a:r>
                      <a:b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Interface</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information for ISIS(1)</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IPV4.State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MTU</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Type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1497</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L1/L2</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No/Yes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0975">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Loop0</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Up</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1500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L1/L2</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13" name="矩形 12"/>
          <p:cNvSpPr/>
          <p:nvPr/>
        </p:nvSpPr>
        <p:spPr bwMode="gray">
          <a:xfrm>
            <a:off x="5703914" y="4592473"/>
            <a:ext cx="2019142" cy="393954"/>
          </a:xfrm>
          <a:prstGeom prst="rect">
            <a:avLst/>
          </a:prstGeom>
        </p:spPr>
        <p:txBody>
          <a:bodyPr wrap="non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 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542268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627374" y="993911"/>
            <a:ext cx="6094122"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2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20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033028" y="1303377"/>
            <a:ext cx="5198832" cy="77008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is-level level-2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network-entity 49.0001.0100.0000.3003.00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6033028" y="2838130"/>
            <a:ext cx="5198832" cy="103224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(12)</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13" name="表格 12"/>
          <p:cNvGraphicFramePr>
            <a:graphicFrameLocks noGrp="1"/>
          </p:cNvGraphicFramePr>
          <p:nvPr>
            <p:extLst>
              <p:ext uri="{D42A27DB-BD31-4B8C-83A1-F6EECF244321}">
                <p14:modId xmlns:p14="http://schemas.microsoft.com/office/powerpoint/2010/main" val="1934024673"/>
              </p:ext>
            </p:extLst>
          </p:nvPr>
        </p:nvGraphicFramePr>
        <p:xfrm>
          <a:off x="6112050" y="2909258"/>
          <a:ext cx="4902200" cy="866775"/>
        </p:xfrm>
        <a:graphic>
          <a:graphicData uri="http://schemas.openxmlformats.org/drawingml/2006/table">
            <a:tbl>
              <a:tblPr>
                <a:tableStyleId>{72833802-FEF1-4C79-8D5D-14CF1EAF98D9}</a:tableStyleId>
              </a:tblPr>
              <a:tblGrid>
                <a:gridCol w="1399269">
                  <a:extLst>
                    <a:ext uri="{9D8B030D-6E8A-4147-A177-3AD203B41FA5}">
                      <a16:colId xmlns:a16="http://schemas.microsoft.com/office/drawing/2014/main" val="20000"/>
                    </a:ext>
                  </a:extLst>
                </a:gridCol>
                <a:gridCol w="647281">
                  <a:extLst>
                    <a:ext uri="{9D8B030D-6E8A-4147-A177-3AD203B41FA5}">
                      <a16:colId xmlns:a16="http://schemas.microsoft.com/office/drawing/2014/main" val="20001"/>
                    </a:ext>
                  </a:extLst>
                </a:gridCol>
                <a:gridCol w="342678">
                  <a:extLst>
                    <a:ext uri="{9D8B030D-6E8A-4147-A177-3AD203B41FA5}">
                      <a16:colId xmlns:a16="http://schemas.microsoft.com/office/drawing/2014/main" val="20002"/>
                    </a:ext>
                  </a:extLst>
                </a:gridCol>
                <a:gridCol w="418829">
                  <a:extLst>
                    <a:ext uri="{9D8B030D-6E8A-4147-A177-3AD203B41FA5}">
                      <a16:colId xmlns:a16="http://schemas.microsoft.com/office/drawing/2014/main" val="20003"/>
                    </a:ext>
                  </a:extLst>
                </a:gridCol>
                <a:gridCol w="494979">
                  <a:extLst>
                    <a:ext uri="{9D8B030D-6E8A-4147-A177-3AD203B41FA5}">
                      <a16:colId xmlns:a16="http://schemas.microsoft.com/office/drawing/2014/main" val="20004"/>
                    </a:ext>
                  </a:extLst>
                </a:gridCol>
                <a:gridCol w="799582">
                  <a:extLst>
                    <a:ext uri="{9D8B030D-6E8A-4147-A177-3AD203B41FA5}">
                      <a16:colId xmlns:a16="http://schemas.microsoft.com/office/drawing/2014/main" val="20005"/>
                    </a:ext>
                  </a:extLst>
                </a:gridCol>
                <a:gridCol w="799582">
                  <a:extLst>
                    <a:ext uri="{9D8B030D-6E8A-4147-A177-3AD203B41FA5}">
                      <a16:colId xmlns:a16="http://schemas.microsoft.com/office/drawing/2014/main" val="20006"/>
                    </a:ext>
                  </a:extLst>
                </a:gridCol>
              </a:tblGrid>
              <a:tr h="485775">
                <a:tc gridSpan="7">
                  <a:txBody>
                    <a:bodyPr/>
                    <a:lstStyle/>
                    <a:p>
                      <a:pPr algn="l" fontAlgn="t"/>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1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10.0.2.2</a:t>
                      </a:r>
                      <a:b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a:t>
                      </a:r>
                      <a:b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l" fontAlgn="b"/>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10.0.2.2/32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ISIS-L2</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b"/>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15</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b"/>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10.0.23.2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2" name="AutoShape 17"/>
          <p:cNvSpPr>
            <a:spLocks noChangeArrowheads="1"/>
          </p:cNvSpPr>
          <p:nvPr/>
        </p:nvSpPr>
        <p:spPr bwMode="gray">
          <a:xfrm>
            <a:off x="6033028" y="4342041"/>
            <a:ext cx="5198832" cy="180407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2501516121"/>
              </p:ext>
            </p:extLst>
          </p:nvPr>
        </p:nvGraphicFramePr>
        <p:xfrm>
          <a:off x="6112050" y="5151600"/>
          <a:ext cx="3759200" cy="931545"/>
        </p:xfrm>
        <a:graphic>
          <a:graphicData uri="http://schemas.openxmlformats.org/drawingml/2006/table">
            <a:tbl>
              <a:tblPr>
                <a:tableStyleId>{72833802-FEF1-4C79-8D5D-14CF1EAF98D9}</a:tableStyleId>
              </a:tblPr>
              <a:tblGrid>
                <a:gridCol w="1398993">
                  <a:extLst>
                    <a:ext uri="{9D8B030D-6E8A-4147-A177-3AD203B41FA5}">
                      <a16:colId xmlns:a16="http://schemas.microsoft.com/office/drawing/2014/main" val="20000"/>
                    </a:ext>
                  </a:extLst>
                </a:gridCol>
                <a:gridCol w="723289">
                  <a:extLst>
                    <a:ext uri="{9D8B030D-6E8A-4147-A177-3AD203B41FA5}">
                      <a16:colId xmlns:a16="http://schemas.microsoft.com/office/drawing/2014/main" val="20001"/>
                    </a:ext>
                  </a:extLst>
                </a:gridCol>
                <a:gridCol w="342611">
                  <a:extLst>
                    <a:ext uri="{9D8B030D-6E8A-4147-A177-3AD203B41FA5}">
                      <a16:colId xmlns:a16="http://schemas.microsoft.com/office/drawing/2014/main" val="20002"/>
                    </a:ext>
                  </a:extLst>
                </a:gridCol>
                <a:gridCol w="571018">
                  <a:extLst>
                    <a:ext uri="{9D8B030D-6E8A-4147-A177-3AD203B41FA5}">
                      <a16:colId xmlns:a16="http://schemas.microsoft.com/office/drawing/2014/main" val="20003"/>
                    </a:ext>
                  </a:extLst>
                </a:gridCol>
                <a:gridCol w="723289">
                  <a:extLst>
                    <a:ext uri="{9D8B030D-6E8A-4147-A177-3AD203B41FA5}">
                      <a16:colId xmlns:a16="http://schemas.microsoft.com/office/drawing/2014/main" val="20004"/>
                    </a:ext>
                  </a:extLst>
                </a:gridCol>
              </a:tblGrid>
              <a:tr h="400050">
                <a:tc gridSpan="5">
                  <a:txBody>
                    <a:bodyPr/>
                    <a:lstStyle/>
                    <a:p>
                      <a:pPr algn="l" fontAlgn="t"/>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routing-table </a:t>
                      </a:r>
                      <a:b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Total Number of Routes: 2</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b="1"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100" b="1"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MED</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LocPrf</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Path/Ogn</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*&gt;I 192.168.12.0</a:t>
                      </a:r>
                      <a:endParaRPr lang="en-US"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10.0.1.1</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zh-CN" alt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&gt; 192.168.56.0</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21543871"/>
              </p:ext>
            </p:extLst>
          </p:nvPr>
        </p:nvGraphicFramePr>
        <p:xfrm>
          <a:off x="6112050" y="4389775"/>
          <a:ext cx="3987801" cy="716280"/>
        </p:xfrm>
        <a:graphic>
          <a:graphicData uri="http://schemas.openxmlformats.org/drawingml/2006/table">
            <a:tbl>
              <a:tblPr>
                <a:tableStyleId>{72833802-FEF1-4C79-8D5D-14CF1EAF98D9}</a:tableStyleId>
              </a:tblPr>
              <a:tblGrid>
                <a:gridCol w="725055">
                  <a:extLst>
                    <a:ext uri="{9D8B030D-6E8A-4147-A177-3AD203B41FA5}">
                      <a16:colId xmlns:a16="http://schemas.microsoft.com/office/drawing/2014/main" val="20000"/>
                    </a:ext>
                  </a:extLst>
                </a:gridCol>
                <a:gridCol w="343447">
                  <a:extLst>
                    <a:ext uri="{9D8B030D-6E8A-4147-A177-3AD203B41FA5}">
                      <a16:colId xmlns:a16="http://schemas.microsoft.com/office/drawing/2014/main" val="20001"/>
                    </a:ext>
                  </a:extLst>
                </a:gridCol>
                <a:gridCol w="648733">
                  <a:extLst>
                    <a:ext uri="{9D8B030D-6E8A-4147-A177-3AD203B41FA5}">
                      <a16:colId xmlns:a16="http://schemas.microsoft.com/office/drawing/2014/main" val="20002"/>
                    </a:ext>
                  </a:extLst>
                </a:gridCol>
                <a:gridCol w="648733">
                  <a:extLst>
                    <a:ext uri="{9D8B030D-6E8A-4147-A177-3AD203B41FA5}">
                      <a16:colId xmlns:a16="http://schemas.microsoft.com/office/drawing/2014/main" val="20003"/>
                    </a:ext>
                  </a:extLst>
                </a:gridCol>
                <a:gridCol w="648733">
                  <a:extLst>
                    <a:ext uri="{9D8B030D-6E8A-4147-A177-3AD203B41FA5}">
                      <a16:colId xmlns:a16="http://schemas.microsoft.com/office/drawing/2014/main" val="20004"/>
                    </a:ext>
                  </a:extLst>
                </a:gridCol>
                <a:gridCol w="973100">
                  <a:extLst>
                    <a:ext uri="{9D8B030D-6E8A-4147-A177-3AD203B41FA5}">
                      <a16:colId xmlns:a16="http://schemas.microsoft.com/office/drawing/2014/main" val="20005"/>
                    </a:ext>
                  </a:extLst>
                </a:gridCol>
              </a:tblGrid>
              <a:tr h="361950">
                <a:tc gridSpan="6">
                  <a:txBody>
                    <a:bodyPr/>
                    <a:lstStyle/>
                    <a:p>
                      <a:pPr algn="l" fontAlgn="t"/>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peer </a:t>
                      </a:r>
                      <a:b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 10.0.23.3</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Peer</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AS</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MsgRcvd</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MsgSent</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Up/Down</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State</a:t>
                      </a:r>
                      <a:endParaRPr lang="en-US"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8</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7</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0:04:42</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Established</a:t>
                      </a:r>
                      <a:endParaRPr lang="en-US"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3" name="矩形 2"/>
          <p:cNvSpPr/>
          <p:nvPr/>
        </p:nvSpPr>
        <p:spPr bwMode="gray">
          <a:xfrm>
            <a:off x="5625495" y="2108433"/>
            <a:ext cx="6123593" cy="667940"/>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通过以上对比得知，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R3Cost-Style</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不匹配，将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修改为</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Wide</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类型。修改完成后，查看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是否存在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10.0.2.2/32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矩形 14"/>
          <p:cNvSpPr/>
          <p:nvPr/>
        </p:nvSpPr>
        <p:spPr bwMode="gray">
          <a:xfrm>
            <a:off x="5625495" y="3924819"/>
            <a:ext cx="6096000" cy="366319"/>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邻居关系是否恢复正常，以及</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路由表。</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824572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5" y="1241923"/>
            <a:ext cx="6150743"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已正确发布路由，且已经学习到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192.168.12.0/24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的路由。继续在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查看是否存在到达目的地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192.168.56.0/24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004000" y="1931847"/>
            <a:ext cx="5198832" cy="101352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6032082" y="3779340"/>
            <a:ext cx="5198832" cy="38685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&lt;R1&gt;display ip routing-table 10.0.3.3</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(13)</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15" name="表格 14"/>
          <p:cNvGraphicFramePr>
            <a:graphicFrameLocks noGrp="1"/>
          </p:cNvGraphicFramePr>
          <p:nvPr>
            <p:extLst>
              <p:ext uri="{D42A27DB-BD31-4B8C-83A1-F6EECF244321}">
                <p14:modId xmlns:p14="http://schemas.microsoft.com/office/powerpoint/2010/main" val="934520957"/>
              </p:ext>
            </p:extLst>
          </p:nvPr>
        </p:nvGraphicFramePr>
        <p:xfrm>
          <a:off x="6212130" y="1986738"/>
          <a:ext cx="3759200" cy="922020"/>
        </p:xfrm>
        <a:graphic>
          <a:graphicData uri="http://schemas.openxmlformats.org/drawingml/2006/table">
            <a:tbl>
              <a:tblPr>
                <a:tableStyleId>{72833802-FEF1-4C79-8D5D-14CF1EAF98D9}</a:tableStyleId>
              </a:tblPr>
              <a:tblGrid>
                <a:gridCol w="1316674">
                  <a:extLst>
                    <a:ext uri="{9D8B030D-6E8A-4147-A177-3AD203B41FA5}">
                      <a16:colId xmlns:a16="http://schemas.microsoft.com/office/drawing/2014/main" val="20000"/>
                    </a:ext>
                  </a:extLst>
                </a:gridCol>
                <a:gridCol w="725125">
                  <a:extLst>
                    <a:ext uri="{9D8B030D-6E8A-4147-A177-3AD203B41FA5}">
                      <a16:colId xmlns:a16="http://schemas.microsoft.com/office/drawing/2014/main" val="20001"/>
                    </a:ext>
                  </a:extLst>
                </a:gridCol>
                <a:gridCol w="343480">
                  <a:extLst>
                    <a:ext uri="{9D8B030D-6E8A-4147-A177-3AD203B41FA5}">
                      <a16:colId xmlns:a16="http://schemas.microsoft.com/office/drawing/2014/main" val="20002"/>
                    </a:ext>
                  </a:extLst>
                </a:gridCol>
                <a:gridCol w="648796">
                  <a:extLst>
                    <a:ext uri="{9D8B030D-6E8A-4147-A177-3AD203B41FA5}">
                      <a16:colId xmlns:a16="http://schemas.microsoft.com/office/drawing/2014/main" val="20003"/>
                    </a:ext>
                  </a:extLst>
                </a:gridCol>
                <a:gridCol w="725125">
                  <a:extLst>
                    <a:ext uri="{9D8B030D-6E8A-4147-A177-3AD203B41FA5}">
                      <a16:colId xmlns:a16="http://schemas.microsoft.com/office/drawing/2014/main" val="20004"/>
                    </a:ext>
                  </a:extLst>
                </a:gridCol>
              </a:tblGrid>
              <a:tr h="390525">
                <a:tc gridSpan="5">
                  <a:txBody>
                    <a:bodyPr/>
                    <a:lstStyle/>
                    <a:p>
                      <a:pPr algn="l" fontAlgn="t"/>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bgp</a:t>
                      </a: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routing-table </a:t>
                      </a:r>
                      <a:b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BGP Local router ID is 10.0.1.1 </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MED</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LocPrf</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Path/Ogn</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zh-CN" alt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&gt; 192.168.12.0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 192.168.56.0</a:t>
                      </a:r>
                      <a:endParaRPr lang="en-US"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10.0.3.3</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3" name="矩形 2"/>
          <p:cNvSpPr/>
          <p:nvPr/>
        </p:nvSpPr>
        <p:spPr bwMode="gray">
          <a:xfrm>
            <a:off x="5598345" y="3048908"/>
            <a:ext cx="6096000" cy="667940"/>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已收到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发送的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路由，但是该路由不可用，可能因为下一跳不可达，继续在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查看是否存在到达</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10.0.3.3/32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的路由表项。</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598345" y="4228686"/>
            <a:ext cx="6096000" cy="1629677"/>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路由表中不存在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10.0.3.3/32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的路由，由于该路由条目应由</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向</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引入，因此可能有以下原因导致</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无路由：</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654938" lvl="1" indent="-251899" defTabSz="914034">
              <a:lnSpc>
                <a:spcPct val="12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配置了路由策略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2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没有将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路由引入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p>
          <a:p>
            <a:pPr marL="654938" lvl="1" indent="-251899" defTabSz="914034">
              <a:lnSpc>
                <a:spcPct val="120000"/>
              </a:lnSpc>
              <a:spcBef>
                <a:spcPts val="720"/>
              </a:spcBef>
              <a:buFont typeface="Huawei Sans" panose="020C0503030203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接口出方向做了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类</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的过滤</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91149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5" y="1113835"/>
            <a:ext cx="6206627"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5987725" y="1454157"/>
            <a:ext cx="5198832" cy="1376462"/>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AutoShape 17"/>
          <p:cNvSpPr>
            <a:spLocks noChangeArrowheads="1"/>
          </p:cNvSpPr>
          <p:nvPr/>
        </p:nvSpPr>
        <p:spPr bwMode="gray">
          <a:xfrm>
            <a:off x="5981582" y="3231231"/>
            <a:ext cx="5198832" cy="1280463"/>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&lt;R2&gt;display current-configuration configuration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ospf</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 router-id 10.0.2.2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area 0.0.0.0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network 10.0.2.2 0.0.0.0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network 10.0.12.2 0.0.0.0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(14)</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3" name="表格 2"/>
          <p:cNvGraphicFramePr>
            <a:graphicFrameLocks noGrp="1"/>
          </p:cNvGraphicFramePr>
          <p:nvPr>
            <p:extLst>
              <p:ext uri="{D42A27DB-BD31-4B8C-83A1-F6EECF244321}">
                <p14:modId xmlns:p14="http://schemas.microsoft.com/office/powerpoint/2010/main" val="3883354012"/>
              </p:ext>
            </p:extLst>
          </p:nvPr>
        </p:nvGraphicFramePr>
        <p:xfrm>
          <a:off x="6128081" y="1487172"/>
          <a:ext cx="4406902" cy="1242060"/>
        </p:xfrm>
        <a:graphic>
          <a:graphicData uri="http://schemas.openxmlformats.org/drawingml/2006/table">
            <a:tbl>
              <a:tblPr>
                <a:tableStyleId>{72833802-FEF1-4C79-8D5D-14CF1EAF98D9}</a:tableStyleId>
              </a:tblPr>
              <a:tblGrid>
                <a:gridCol w="648635">
                  <a:extLst>
                    <a:ext uri="{9D8B030D-6E8A-4147-A177-3AD203B41FA5}">
                      <a16:colId xmlns:a16="http://schemas.microsoft.com/office/drawing/2014/main" val="20000"/>
                    </a:ext>
                  </a:extLst>
                </a:gridCol>
                <a:gridCol w="972952">
                  <a:extLst>
                    <a:ext uri="{9D8B030D-6E8A-4147-A177-3AD203B41FA5}">
                      <a16:colId xmlns:a16="http://schemas.microsoft.com/office/drawing/2014/main" val="20001"/>
                    </a:ext>
                  </a:extLst>
                </a:gridCol>
                <a:gridCol w="801255">
                  <a:extLst>
                    <a:ext uri="{9D8B030D-6E8A-4147-A177-3AD203B41FA5}">
                      <a16:colId xmlns:a16="http://schemas.microsoft.com/office/drawing/2014/main" val="20002"/>
                    </a:ext>
                  </a:extLst>
                </a:gridCol>
                <a:gridCol w="343395">
                  <a:extLst>
                    <a:ext uri="{9D8B030D-6E8A-4147-A177-3AD203B41FA5}">
                      <a16:colId xmlns:a16="http://schemas.microsoft.com/office/drawing/2014/main" val="20003"/>
                    </a:ext>
                  </a:extLst>
                </a:gridCol>
                <a:gridCol w="343395">
                  <a:extLst>
                    <a:ext uri="{9D8B030D-6E8A-4147-A177-3AD203B41FA5}">
                      <a16:colId xmlns:a16="http://schemas.microsoft.com/office/drawing/2014/main" val="20004"/>
                    </a:ext>
                  </a:extLst>
                </a:gridCol>
                <a:gridCol w="724945">
                  <a:extLst>
                    <a:ext uri="{9D8B030D-6E8A-4147-A177-3AD203B41FA5}">
                      <a16:colId xmlns:a16="http://schemas.microsoft.com/office/drawing/2014/main" val="20005"/>
                    </a:ext>
                  </a:extLst>
                </a:gridCol>
                <a:gridCol w="572325">
                  <a:extLst>
                    <a:ext uri="{9D8B030D-6E8A-4147-A177-3AD203B41FA5}">
                      <a16:colId xmlns:a16="http://schemas.microsoft.com/office/drawing/2014/main" val="20006"/>
                    </a:ext>
                  </a:extLst>
                </a:gridCol>
              </a:tblGrid>
              <a:tr h="533400">
                <a:tc gridSpan="7">
                  <a:txBody>
                    <a:bodyPr/>
                    <a:lstStyle/>
                    <a:p>
                      <a:pPr algn="l" fontAlgn="t"/>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1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ospf</a:t>
                      </a: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1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lsdb</a:t>
                      </a: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b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OSPF Process 1 with Router ID 10.0.1.1</a:t>
                      </a:r>
                      <a:b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Area: 0.0.0.0</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Type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LinkStateID</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AdvRouter</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Age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Len</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Sequence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Metric</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Router</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10.0.2.2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5</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48</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80000003</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Router</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10.0.1.1</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10.0.1.1</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48</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8000000D</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1450">
                <a:tc>
                  <a:txBody>
                    <a:bodyPr/>
                    <a:lstStyle/>
                    <a:p>
                      <a:pPr algn="ctr" fontAlgn="ct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10.0.12.1</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10.0.1.1</a:t>
                      </a:r>
                      <a:endParaRPr lang="en-US" altLang="zh-CN"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32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80000002</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42" name="AutoShape 17"/>
          <p:cNvSpPr>
            <a:spLocks noChangeArrowheads="1"/>
          </p:cNvSpPr>
          <p:nvPr/>
        </p:nvSpPr>
        <p:spPr bwMode="gray">
          <a:xfrm>
            <a:off x="5987725" y="4928841"/>
            <a:ext cx="5198832" cy="119966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3" name="表格 12"/>
          <p:cNvGraphicFramePr>
            <a:graphicFrameLocks noGrp="1"/>
          </p:cNvGraphicFramePr>
          <p:nvPr>
            <p:extLst>
              <p:ext uri="{D42A27DB-BD31-4B8C-83A1-F6EECF244321}">
                <p14:modId xmlns:p14="http://schemas.microsoft.com/office/powerpoint/2010/main" val="256181836"/>
              </p:ext>
            </p:extLst>
          </p:nvPr>
        </p:nvGraphicFramePr>
        <p:xfrm>
          <a:off x="6083724" y="4966595"/>
          <a:ext cx="4749801" cy="1043940"/>
        </p:xfrm>
        <a:graphic>
          <a:graphicData uri="http://schemas.openxmlformats.org/drawingml/2006/table">
            <a:tbl>
              <a:tblPr>
                <a:tableStyleId>{72833802-FEF1-4C79-8D5D-14CF1EAF98D9}</a:tableStyleId>
              </a:tblPr>
              <a:tblGrid>
                <a:gridCol w="1399240">
                  <a:extLst>
                    <a:ext uri="{9D8B030D-6E8A-4147-A177-3AD203B41FA5}">
                      <a16:colId xmlns:a16="http://schemas.microsoft.com/office/drawing/2014/main" val="20000"/>
                    </a:ext>
                  </a:extLst>
                </a:gridCol>
                <a:gridCol w="494969">
                  <a:extLst>
                    <a:ext uri="{9D8B030D-6E8A-4147-A177-3AD203B41FA5}">
                      <a16:colId xmlns:a16="http://schemas.microsoft.com/office/drawing/2014/main" val="20001"/>
                    </a:ext>
                  </a:extLst>
                </a:gridCol>
                <a:gridCol w="342671">
                  <a:extLst>
                    <a:ext uri="{9D8B030D-6E8A-4147-A177-3AD203B41FA5}">
                      <a16:colId xmlns:a16="http://schemas.microsoft.com/office/drawing/2014/main" val="20002"/>
                    </a:ext>
                  </a:extLst>
                </a:gridCol>
                <a:gridCol w="418820">
                  <a:extLst>
                    <a:ext uri="{9D8B030D-6E8A-4147-A177-3AD203B41FA5}">
                      <a16:colId xmlns:a16="http://schemas.microsoft.com/office/drawing/2014/main" val="20003"/>
                    </a:ext>
                  </a:extLst>
                </a:gridCol>
                <a:gridCol w="494969">
                  <a:extLst>
                    <a:ext uri="{9D8B030D-6E8A-4147-A177-3AD203B41FA5}">
                      <a16:colId xmlns:a16="http://schemas.microsoft.com/office/drawing/2014/main" val="20004"/>
                    </a:ext>
                  </a:extLst>
                </a:gridCol>
                <a:gridCol w="799566">
                  <a:extLst>
                    <a:ext uri="{9D8B030D-6E8A-4147-A177-3AD203B41FA5}">
                      <a16:colId xmlns:a16="http://schemas.microsoft.com/office/drawing/2014/main" val="20005"/>
                    </a:ext>
                  </a:extLst>
                </a:gridCol>
                <a:gridCol w="799566">
                  <a:extLst>
                    <a:ext uri="{9D8B030D-6E8A-4147-A177-3AD203B41FA5}">
                      <a16:colId xmlns:a16="http://schemas.microsoft.com/office/drawing/2014/main" val="20006"/>
                    </a:ext>
                  </a:extLst>
                </a:gridCol>
              </a:tblGrid>
              <a:tr h="495300">
                <a:tc gridSpan="7">
                  <a:txBody>
                    <a:bodyPr/>
                    <a:lstStyle/>
                    <a:p>
                      <a:pPr algn="l" fontAlgn="t"/>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&lt;R1&gt;display </a:t>
                      </a:r>
                      <a:r>
                        <a:rPr lang="en-US" sz="110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 routing-table </a:t>
                      </a:r>
                      <a:b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a:t>
                      </a:r>
                      <a:b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b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altLang="zh-CN"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10.0.3.3/32</a:t>
                      </a:r>
                      <a:endParaRPr lang="en-US" altLang="zh-CN"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b="1"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O_ASE</a:t>
                      </a:r>
                      <a:endParaRPr lang="en-US" sz="11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150</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10.0.12.2</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GE0/0/0</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192.168.56.0/24</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IBGP</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255</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RD</a:t>
                      </a:r>
                      <a:endParaRPr lang="en-US"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10.0.3.3</a:t>
                      </a:r>
                      <a:endParaRPr lang="en-US" altLang="zh-CN" sz="11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GE0/0/0</a:t>
                      </a:r>
                      <a:endParaRPr lang="en-US" sz="11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14" name="矩形 13"/>
          <p:cNvSpPr/>
          <p:nvPr/>
        </p:nvSpPr>
        <p:spPr bwMode="gray">
          <a:xfrm>
            <a:off x="5598345" y="2858933"/>
            <a:ext cx="6096000" cy="366319"/>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发现</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没有</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类的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LSA</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，查询</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是否将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路由引入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矩形 14"/>
          <p:cNvSpPr/>
          <p:nvPr/>
        </p:nvSpPr>
        <p:spPr bwMode="gray">
          <a:xfrm>
            <a:off x="5598345" y="4526488"/>
            <a:ext cx="6096000" cy="366319"/>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修改</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的配置，将</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IS-IS</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路由引入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协议，再次查看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的路由表。</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34288878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49"/>
          <p:cNvSpPr txBox="1">
            <a:spLocks/>
          </p:cNvSpPr>
          <p:nvPr/>
        </p:nvSpPr>
        <p:spPr bwMode="gray">
          <a:xfrm>
            <a:off x="5598345" y="1026749"/>
            <a:ext cx="6206627"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Traceroute</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192.168.56.6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5987725" y="1367073"/>
            <a:ext cx="5198832" cy="125467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traceroute to 192.168.56.6, 8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1  192.168.12.3   63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46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47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2  10.0.13.1   78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63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62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3  10.0.12.2   94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63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78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4  10.0.23.3   94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62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63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5    *  *  *</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(15)</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4" idx="0"/>
          </p:cNvCxnSpPr>
          <p:nvPr/>
        </p:nvCxnSpPr>
        <p:spPr bwMode="gray">
          <a:xfrm>
            <a:off x="5117674"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3370393" y="5378179"/>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160325" y="5201135"/>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
        <p:nvSpPr>
          <p:cNvPr id="49" name="AutoShape 17"/>
          <p:cNvSpPr>
            <a:spLocks noChangeArrowheads="1"/>
          </p:cNvSpPr>
          <p:nvPr/>
        </p:nvSpPr>
        <p:spPr bwMode="gray">
          <a:xfrm>
            <a:off x="5987725" y="3316823"/>
            <a:ext cx="5198832" cy="281420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acl</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3000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[R3-acl-adv-3000]rule 5 permit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source 192.168.12.1 0 destination 192.168.56.6 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[R3-acl-adv-3000]quit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[R3]traffic classifier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[R3-classifier-trafficSta]if-match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acl</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3000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[R3-classifier-trafficSta]quit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[R3]traffic behavior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[R3-behavior-trafficSta]statistic enable</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[R3-behavior-trafficSta]quit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[R3]traffic policy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[R3-trafficpolicy-trafficSta]classifier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behavior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[R3-trafficpolicy-trafficSta]quit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[R3]interface GigabitEthernet0/0/2.35</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[R3-GigabitEthernet0/0/2.35]traffic-policy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outbound</a:t>
            </a:r>
          </a:p>
        </p:txBody>
      </p:sp>
      <p:sp>
        <p:nvSpPr>
          <p:cNvPr id="3" name="矩形 2"/>
          <p:cNvSpPr/>
          <p:nvPr/>
        </p:nvSpPr>
        <p:spPr bwMode="gray">
          <a:xfrm>
            <a:off x="5598345" y="2646463"/>
            <a:ext cx="6096000" cy="667940"/>
          </a:xfrm>
          <a:prstGeom prst="rect">
            <a:avLst/>
          </a:prstGeom>
        </p:spPr>
        <p:txBody>
          <a:bodyPr>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发现数据包到达</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之后没有返回响应，在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接口开启流量统计，查看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是否将数据包从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口发出。</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TextBox 123"/>
          <p:cNvSpPr txBox="1"/>
          <p:nvPr/>
        </p:nvSpPr>
        <p:spPr bwMode="gray">
          <a:xfrm rot="16200000">
            <a:off x="4821247" y="3153430"/>
            <a:ext cx="892299"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741063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直接连接符 37"/>
          <p:cNvCxnSpPr>
            <a:stCxn id="33" idx="2"/>
          </p:cNvCxnSpPr>
          <p:nvPr/>
        </p:nvCxnSpPr>
        <p:spPr bwMode="gray">
          <a:xfrm>
            <a:off x="5117674" y="2854125"/>
            <a:ext cx="0" cy="218124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AutoShape 17"/>
          <p:cNvSpPr>
            <a:spLocks noChangeArrowheads="1"/>
          </p:cNvSpPr>
          <p:nvPr/>
        </p:nvSpPr>
        <p:spPr bwMode="gray">
          <a:xfrm>
            <a:off x="6234463" y="4069519"/>
            <a:ext cx="5198832" cy="899604"/>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占位符 49"/>
          <p:cNvSpPr txBox="1">
            <a:spLocks/>
          </p:cNvSpPr>
          <p:nvPr/>
        </p:nvSpPr>
        <p:spPr bwMode="gray">
          <a:xfrm>
            <a:off x="5845084" y="1242538"/>
            <a:ext cx="5904004" cy="10671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上查看流量统计，发现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无丢包。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8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utoShape 17"/>
          <p:cNvSpPr>
            <a:spLocks noChangeArrowheads="1"/>
          </p:cNvSpPr>
          <p:nvPr/>
        </p:nvSpPr>
        <p:spPr bwMode="gray">
          <a:xfrm>
            <a:off x="6234463" y="1606127"/>
            <a:ext cx="5198832" cy="215329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&lt;R3&gt; display traffic policy statistics interface GigabitEthernet0/0/2.35 outbound</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Interface:GigabitEthernet0/0/2.35</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Traffic policy inbound: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trafficSta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Rule number: 1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Current status: OK!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Item                     Sum(Packets/Bytes)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Matched                      50/400                 </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Passed                      50/400                  </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Dropped                   0/0 </a:t>
            </a: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 </a:t>
            </a:r>
            <a:r>
              <a:rPr lang="en-US" altLang="zh-CN" dirty="0">
                <a:sym typeface="Huawei Sans" panose="020C0503030203020204" pitchFamily="34" charset="0"/>
              </a:rPr>
              <a:t>(16)</a:t>
            </a:r>
            <a:r>
              <a:rPr lang="zh-CN" altLang="en-US" dirty="0">
                <a:sym typeface="Huawei Sans" panose="020C0503030203020204" pitchFamily="34" charset="0"/>
              </a:rPr>
              <a:t> </a:t>
            </a:r>
          </a:p>
        </p:txBody>
      </p:sp>
      <p:sp>
        <p:nvSpPr>
          <p:cNvPr id="4" name="isḻïḑe">
            <a:extLst>
              <a:ext uri="{FF2B5EF4-FFF2-40B4-BE49-F238E27FC236}">
                <a16:creationId xmlns:a16="http://schemas.microsoft.com/office/drawing/2014/main" id="{24CBC826-002E-4B71-8291-B729E4BED0E3}"/>
              </a:ext>
            </a:extLst>
          </p:cNvPr>
          <p:cNvSpPr txBox="1"/>
          <p:nvPr/>
        </p:nvSpPr>
        <p:spPr bwMode="gray">
          <a:xfrm>
            <a:off x="194980" y="1717757"/>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ïšļïďe">
            <a:extLst>
              <a:ext uri="{FF2B5EF4-FFF2-40B4-BE49-F238E27FC236}">
                <a16:creationId xmlns:a16="http://schemas.microsoft.com/office/drawing/2014/main" id="{FB41FAD4-0BA5-4580-B72E-A6BFF22F8784}"/>
              </a:ext>
            </a:extLst>
          </p:cNvPr>
          <p:cNvSpPr txBox="1"/>
          <p:nvPr/>
        </p:nvSpPr>
        <p:spPr bwMode="gray">
          <a:xfrm>
            <a:off x="194980" y="2666601"/>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6" name="ïṧļíḍê">
            <a:extLst>
              <a:ext uri="{FF2B5EF4-FFF2-40B4-BE49-F238E27FC236}">
                <a16:creationId xmlns:a16="http://schemas.microsoft.com/office/drawing/2014/main" id="{D1BCCD92-D45A-41F7-960F-30FC35568CBF}"/>
              </a:ext>
            </a:extLst>
          </p:cNvPr>
          <p:cNvSpPr txBox="1"/>
          <p:nvPr/>
        </p:nvSpPr>
        <p:spPr bwMode="gray">
          <a:xfrm>
            <a:off x="194980" y="36301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p>
        </p:txBody>
      </p:sp>
      <p:sp>
        <p:nvSpPr>
          <p:cNvPr id="7" name="îş1iḍê">
            <a:extLst>
              <a:ext uri="{FF2B5EF4-FFF2-40B4-BE49-F238E27FC236}">
                <a16:creationId xmlns:a16="http://schemas.microsoft.com/office/drawing/2014/main" id="{F0B068A5-560A-4DB9-9ABC-E179FB4B53B1}"/>
              </a:ext>
            </a:extLst>
          </p:cNvPr>
          <p:cNvSpPr txBox="1"/>
          <p:nvPr/>
        </p:nvSpPr>
        <p:spPr bwMode="gray">
          <a:xfrm>
            <a:off x="194980" y="4585053"/>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p>
        </p:txBody>
      </p:sp>
      <p:cxnSp>
        <p:nvCxnSpPr>
          <p:cNvPr id="9" name="直接连接符 8">
            <a:extLst>
              <a:ext uri="{FF2B5EF4-FFF2-40B4-BE49-F238E27FC236}">
                <a16:creationId xmlns:a16="http://schemas.microsoft.com/office/drawing/2014/main" id="{4AA622A8-8183-4782-A4A5-6DF01B92BB53}"/>
              </a:ext>
            </a:extLst>
          </p:cNvPr>
          <p:cNvCxnSpPr/>
          <p:nvPr/>
        </p:nvCxnSpPr>
        <p:spPr bwMode="gray">
          <a:xfrm>
            <a:off x="474688" y="1567886"/>
            <a:ext cx="0" cy="450000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íṧľïḍè">
            <a:extLst>
              <a:ext uri="{FF2B5EF4-FFF2-40B4-BE49-F238E27FC236}">
                <a16:creationId xmlns:a16="http://schemas.microsoft.com/office/drawing/2014/main" id="{67C630C0-B65A-4B15-BF86-DFDDDEBC1DAB}"/>
              </a:ext>
            </a:extLst>
          </p:cNvPr>
          <p:cNvSpPr/>
          <p:nvPr/>
        </p:nvSpPr>
        <p:spPr bwMode="gray">
          <a:xfrm>
            <a:off x="162683" y="3770132"/>
            <a:ext cx="159493" cy="159262"/>
          </a:xfrm>
          <a:custGeom>
            <a:avLst/>
            <a:gdLst>
              <a:gd name="T0" fmla="*/ 6270 w 7104"/>
              <a:gd name="T1" fmla="*/ 835 h 7104"/>
              <a:gd name="T2" fmla="*/ 3243 w 7104"/>
              <a:gd name="T3" fmla="*/ 835 h 7104"/>
              <a:gd name="T4" fmla="*/ 3076 w 7104"/>
              <a:gd name="T5" fmla="*/ 3675 h 7104"/>
              <a:gd name="T6" fmla="*/ 2661 w 7104"/>
              <a:gd name="T7" fmla="*/ 4091 h 7104"/>
              <a:gd name="T8" fmla="*/ 2516 w 7104"/>
              <a:gd name="T9" fmla="*/ 3946 h 7104"/>
              <a:gd name="T10" fmla="*/ 2163 w 7104"/>
              <a:gd name="T11" fmla="*/ 3946 h 7104"/>
              <a:gd name="T12" fmla="*/ 275 w 7104"/>
              <a:gd name="T13" fmla="*/ 5834 h 7104"/>
              <a:gd name="T14" fmla="*/ 275 w 7104"/>
              <a:gd name="T15" fmla="*/ 6829 h 7104"/>
              <a:gd name="T16" fmla="*/ 1271 w 7104"/>
              <a:gd name="T17" fmla="*/ 6829 h 7104"/>
              <a:gd name="T18" fmla="*/ 3158 w 7104"/>
              <a:gd name="T19" fmla="*/ 4942 h 7104"/>
              <a:gd name="T20" fmla="*/ 3158 w 7104"/>
              <a:gd name="T21" fmla="*/ 4588 h 7104"/>
              <a:gd name="T22" fmla="*/ 3014 w 7104"/>
              <a:gd name="T23" fmla="*/ 4444 h 7104"/>
              <a:gd name="T24" fmla="*/ 3430 w 7104"/>
              <a:gd name="T25" fmla="*/ 4028 h 7104"/>
              <a:gd name="T26" fmla="*/ 6270 w 7104"/>
              <a:gd name="T27" fmla="*/ 3862 h 7104"/>
              <a:gd name="T28" fmla="*/ 6270 w 7104"/>
              <a:gd name="T29" fmla="*/ 835 h 7104"/>
              <a:gd name="T30" fmla="*/ 5497 w 7104"/>
              <a:gd name="T31" fmla="*/ 2856 h 7104"/>
              <a:gd name="T32" fmla="*/ 5497 w 7104"/>
              <a:gd name="T33" fmla="*/ 3356 h 7104"/>
              <a:gd name="T34" fmla="*/ 5247 w 7104"/>
              <a:gd name="T35" fmla="*/ 3606 h 7104"/>
              <a:gd name="T36" fmla="*/ 4248 w 7104"/>
              <a:gd name="T37" fmla="*/ 3606 h 7104"/>
              <a:gd name="T38" fmla="*/ 3999 w 7104"/>
              <a:gd name="T39" fmla="*/ 3356 h 7104"/>
              <a:gd name="T40" fmla="*/ 3999 w 7104"/>
              <a:gd name="T41" fmla="*/ 2856 h 7104"/>
              <a:gd name="T42" fmla="*/ 4198 w 7104"/>
              <a:gd name="T43" fmla="*/ 2348 h 7104"/>
              <a:gd name="T44" fmla="*/ 4748 w 7104"/>
              <a:gd name="T45" fmla="*/ 1091 h 7104"/>
              <a:gd name="T46" fmla="*/ 5298 w 7104"/>
              <a:gd name="T47" fmla="*/ 2348 h 7104"/>
              <a:gd name="T48" fmla="*/ 5497 w 7104"/>
              <a:gd name="T49" fmla="*/ 2856 h 7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4" h="7104">
                <a:moveTo>
                  <a:pt x="6270" y="835"/>
                </a:moveTo>
                <a:cubicBezTo>
                  <a:pt x="5435" y="0"/>
                  <a:pt x="4077" y="0"/>
                  <a:pt x="3243" y="835"/>
                </a:cubicBezTo>
                <a:cubicBezTo>
                  <a:pt x="2468" y="1610"/>
                  <a:pt x="2412" y="2836"/>
                  <a:pt x="3076" y="3675"/>
                </a:cubicBezTo>
                <a:lnTo>
                  <a:pt x="2661" y="4091"/>
                </a:lnTo>
                <a:lnTo>
                  <a:pt x="2516" y="3946"/>
                </a:lnTo>
                <a:cubicBezTo>
                  <a:pt x="2419" y="3849"/>
                  <a:pt x="2261" y="3849"/>
                  <a:pt x="2163" y="3946"/>
                </a:cubicBezTo>
                <a:lnTo>
                  <a:pt x="275" y="5834"/>
                </a:lnTo>
                <a:cubicBezTo>
                  <a:pt x="0" y="6109"/>
                  <a:pt x="0" y="6554"/>
                  <a:pt x="275" y="6829"/>
                </a:cubicBezTo>
                <a:cubicBezTo>
                  <a:pt x="550" y="7104"/>
                  <a:pt x="996" y="7104"/>
                  <a:pt x="1271" y="6829"/>
                </a:cubicBezTo>
                <a:lnTo>
                  <a:pt x="3158" y="4942"/>
                </a:lnTo>
                <a:cubicBezTo>
                  <a:pt x="3256" y="4844"/>
                  <a:pt x="3256" y="4686"/>
                  <a:pt x="3158" y="4588"/>
                </a:cubicBezTo>
                <a:lnTo>
                  <a:pt x="3014" y="4444"/>
                </a:lnTo>
                <a:lnTo>
                  <a:pt x="3430" y="4028"/>
                </a:lnTo>
                <a:cubicBezTo>
                  <a:pt x="4269" y="4692"/>
                  <a:pt x="5495" y="4637"/>
                  <a:pt x="6270" y="3862"/>
                </a:cubicBezTo>
                <a:cubicBezTo>
                  <a:pt x="7104" y="3027"/>
                  <a:pt x="7104" y="1670"/>
                  <a:pt x="6270" y="835"/>
                </a:cubicBezTo>
                <a:close/>
                <a:moveTo>
                  <a:pt x="5497" y="2856"/>
                </a:moveTo>
                <a:lnTo>
                  <a:pt x="5497" y="3356"/>
                </a:lnTo>
                <a:cubicBezTo>
                  <a:pt x="5497" y="3494"/>
                  <a:pt x="5385" y="3606"/>
                  <a:pt x="5247" y="3606"/>
                </a:cubicBezTo>
                <a:lnTo>
                  <a:pt x="4248" y="3606"/>
                </a:lnTo>
                <a:cubicBezTo>
                  <a:pt x="4110" y="3606"/>
                  <a:pt x="3999" y="3494"/>
                  <a:pt x="3999" y="3356"/>
                </a:cubicBezTo>
                <a:lnTo>
                  <a:pt x="3999" y="2856"/>
                </a:lnTo>
                <a:cubicBezTo>
                  <a:pt x="3999" y="2660"/>
                  <a:pt x="4074" y="2482"/>
                  <a:pt x="4198" y="2348"/>
                </a:cubicBezTo>
                <a:cubicBezTo>
                  <a:pt x="3757" y="1871"/>
                  <a:pt x="4095" y="1091"/>
                  <a:pt x="4748" y="1091"/>
                </a:cubicBezTo>
                <a:cubicBezTo>
                  <a:pt x="5400" y="1091"/>
                  <a:pt x="5739" y="1871"/>
                  <a:pt x="5298" y="2348"/>
                </a:cubicBezTo>
                <a:cubicBezTo>
                  <a:pt x="5422" y="2482"/>
                  <a:pt x="5497" y="2660"/>
                  <a:pt x="5497" y="2856"/>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basic-rainbow_61924"/>
          <p:cNvSpPr>
            <a:spLocks noChangeAspect="1"/>
          </p:cNvSpPr>
          <p:nvPr/>
        </p:nvSpPr>
        <p:spPr bwMode="gray">
          <a:xfrm>
            <a:off x="127804" y="2839459"/>
            <a:ext cx="229839" cy="121786"/>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40" h="2940">
                <a:moveTo>
                  <a:pt x="2770" y="0"/>
                </a:moveTo>
                <a:cubicBezTo>
                  <a:pt x="1243" y="0"/>
                  <a:pt x="0" y="1243"/>
                  <a:pt x="0" y="2770"/>
                </a:cubicBezTo>
                <a:cubicBezTo>
                  <a:pt x="0" y="2864"/>
                  <a:pt x="76" y="2940"/>
                  <a:pt x="170" y="2940"/>
                </a:cubicBezTo>
                <a:lnTo>
                  <a:pt x="194" y="2940"/>
                </a:lnTo>
                <a:lnTo>
                  <a:pt x="1452" y="2940"/>
                </a:lnTo>
                <a:lnTo>
                  <a:pt x="1476" y="2940"/>
                </a:lnTo>
                <a:cubicBezTo>
                  <a:pt x="1570" y="2940"/>
                  <a:pt x="1646" y="2864"/>
                  <a:pt x="1646" y="2770"/>
                </a:cubicBezTo>
                <a:cubicBezTo>
                  <a:pt x="1646" y="2150"/>
                  <a:pt x="2151" y="1646"/>
                  <a:pt x="2770" y="1646"/>
                </a:cubicBezTo>
                <a:cubicBezTo>
                  <a:pt x="3390" y="1646"/>
                  <a:pt x="3894" y="2150"/>
                  <a:pt x="3894" y="2770"/>
                </a:cubicBezTo>
                <a:cubicBezTo>
                  <a:pt x="3894" y="2864"/>
                  <a:pt x="3970" y="2940"/>
                  <a:pt x="4064" y="2940"/>
                </a:cubicBezTo>
                <a:lnTo>
                  <a:pt x="4089" y="2940"/>
                </a:lnTo>
                <a:lnTo>
                  <a:pt x="5346" y="2940"/>
                </a:lnTo>
                <a:lnTo>
                  <a:pt x="5370" y="2940"/>
                </a:lnTo>
                <a:cubicBezTo>
                  <a:pt x="5464" y="2940"/>
                  <a:pt x="5540" y="2864"/>
                  <a:pt x="5540" y="2770"/>
                </a:cubicBezTo>
                <a:cubicBezTo>
                  <a:pt x="5540" y="1243"/>
                  <a:pt x="4298" y="0"/>
                  <a:pt x="2770" y="0"/>
                </a:cubicBezTo>
                <a:close/>
                <a:moveTo>
                  <a:pt x="2770" y="341"/>
                </a:moveTo>
                <a:cubicBezTo>
                  <a:pt x="4053" y="341"/>
                  <a:pt x="5105" y="1339"/>
                  <a:pt x="5193" y="2600"/>
                </a:cubicBezTo>
                <a:lnTo>
                  <a:pt x="4909" y="2600"/>
                </a:lnTo>
                <a:cubicBezTo>
                  <a:pt x="4821" y="1496"/>
                  <a:pt x="3896" y="624"/>
                  <a:pt x="2770" y="624"/>
                </a:cubicBezTo>
                <a:cubicBezTo>
                  <a:pt x="1644" y="624"/>
                  <a:pt x="719" y="1496"/>
                  <a:pt x="632" y="2600"/>
                </a:cubicBezTo>
                <a:lnTo>
                  <a:pt x="347" y="2600"/>
                </a:lnTo>
                <a:cubicBezTo>
                  <a:pt x="435" y="1339"/>
                  <a:pt x="1488" y="341"/>
                  <a:pt x="2770" y="341"/>
                </a:cubicBezTo>
                <a:close/>
                <a:moveTo>
                  <a:pt x="2770" y="1306"/>
                </a:moveTo>
                <a:cubicBezTo>
                  <a:pt x="2020" y="1306"/>
                  <a:pt x="1401" y="1872"/>
                  <a:pt x="1316" y="2600"/>
                </a:cubicBezTo>
                <a:lnTo>
                  <a:pt x="974" y="2600"/>
                </a:lnTo>
                <a:cubicBezTo>
                  <a:pt x="1060" y="1684"/>
                  <a:pt x="1832" y="965"/>
                  <a:pt x="2770" y="965"/>
                </a:cubicBezTo>
                <a:cubicBezTo>
                  <a:pt x="3708" y="965"/>
                  <a:pt x="4481" y="1684"/>
                  <a:pt x="4567" y="2600"/>
                </a:cubicBezTo>
                <a:lnTo>
                  <a:pt x="4224" y="2600"/>
                </a:lnTo>
                <a:cubicBezTo>
                  <a:pt x="4139" y="1872"/>
                  <a:pt x="3520" y="1306"/>
                  <a:pt x="2770" y="1306"/>
                </a:cubicBez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355160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369430" y="2372865"/>
            <a:ext cx="2046745" cy="737975"/>
          </a:xfrm>
          <a:prstGeom prst="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04855" y="3738080"/>
            <a:ext cx="540000" cy="442800"/>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4855" y="2411325"/>
            <a:ext cx="540000" cy="442800"/>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07876" y="2411325"/>
            <a:ext cx="540000" cy="442800"/>
          </a:xfrm>
          <a:prstGeom prst="rect">
            <a:avLst/>
          </a:prstGeom>
        </p:spPr>
      </p:pic>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7674" y="2411325"/>
            <a:ext cx="540000" cy="442800"/>
          </a:xfrm>
          <a:prstGeom prst="rect">
            <a:avLst/>
          </a:prstGeom>
        </p:spPr>
      </p:pic>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47674" y="3738080"/>
            <a:ext cx="540000" cy="442800"/>
          </a:xfrm>
          <a:prstGeom prst="rect">
            <a:avLst/>
          </a:prstGeom>
        </p:spPr>
      </p:pic>
      <p:cxnSp>
        <p:nvCxnSpPr>
          <p:cNvPr id="35" name="直接连接符 34"/>
          <p:cNvCxnSpPr>
            <a:stCxn id="29" idx="3"/>
            <a:endCxn id="30" idx="1"/>
          </p:cNvCxnSpPr>
          <p:nvPr/>
        </p:nvCxnSpPr>
        <p:spPr bwMode="gray">
          <a:xfrm>
            <a:off x="2044855" y="2632725"/>
            <a:ext cx="11630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3"/>
            <a:endCxn id="33" idx="1"/>
          </p:cNvCxnSpPr>
          <p:nvPr/>
        </p:nvCxnSpPr>
        <p:spPr bwMode="gray">
          <a:xfrm>
            <a:off x="3747876" y="2632725"/>
            <a:ext cx="109979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0"/>
            <a:endCxn id="29" idx="2"/>
          </p:cNvCxnSpPr>
          <p:nvPr/>
        </p:nvCxnSpPr>
        <p:spPr bwMode="gray">
          <a:xfrm flipV="1">
            <a:off x="1774855" y="2854125"/>
            <a:ext cx="0" cy="88395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123"/>
          <p:cNvSpPr txBox="1"/>
          <p:nvPr/>
        </p:nvSpPr>
        <p:spPr bwMode="gray">
          <a:xfrm>
            <a:off x="1342732"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3"/>
          <p:cNvSpPr txBox="1"/>
          <p:nvPr/>
        </p:nvSpPr>
        <p:spPr bwMode="gray">
          <a:xfrm>
            <a:off x="3130376"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3"/>
          <p:cNvSpPr txBox="1"/>
          <p:nvPr/>
        </p:nvSpPr>
        <p:spPr bwMode="gray">
          <a:xfrm>
            <a:off x="4683485" y="215956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3"/>
          <p:cNvSpPr txBox="1"/>
          <p:nvPr/>
        </p:nvSpPr>
        <p:spPr bwMode="gray">
          <a:xfrm>
            <a:off x="1854640" y="386219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3"/>
          <p:cNvSpPr txBox="1"/>
          <p:nvPr/>
        </p:nvSpPr>
        <p:spPr bwMode="gray">
          <a:xfrm>
            <a:off x="391206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2153685" y="2597632"/>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3"/>
          <p:cNvSpPr txBox="1"/>
          <p:nvPr/>
        </p:nvSpPr>
        <p:spPr bwMode="gray">
          <a:xfrm>
            <a:off x="2141166" y="2355726"/>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23"/>
          <p:cNvSpPr txBox="1"/>
          <p:nvPr/>
        </p:nvSpPr>
        <p:spPr bwMode="gray">
          <a:xfrm>
            <a:off x="3940980" y="2379080"/>
            <a:ext cx="86837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4166535" y="38342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gray">
          <a:xfrm>
            <a:off x="2574482" y="2885581"/>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ln w="25400">
            <a:solidFill>
              <a:schemeClr val="accent3">
                <a:lumMod val="75000"/>
              </a:schemeClr>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bwMode="gray">
          <a:xfrm>
            <a:off x="2173114" y="5257510"/>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2963046" y="5080466"/>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graphicFrame>
        <p:nvGraphicFramePr>
          <p:cNvPr id="3" name="表格 2"/>
          <p:cNvGraphicFramePr>
            <a:graphicFrameLocks noGrp="1"/>
          </p:cNvGraphicFramePr>
          <p:nvPr>
            <p:extLst>
              <p:ext uri="{D42A27DB-BD31-4B8C-83A1-F6EECF244321}">
                <p14:modId xmlns:p14="http://schemas.microsoft.com/office/powerpoint/2010/main" val="2627829391"/>
              </p:ext>
            </p:extLst>
          </p:nvPr>
        </p:nvGraphicFramePr>
        <p:xfrm>
          <a:off x="6291818" y="4165021"/>
          <a:ext cx="5080001" cy="708660"/>
        </p:xfrm>
        <a:graphic>
          <a:graphicData uri="http://schemas.openxmlformats.org/drawingml/2006/table">
            <a:tbl>
              <a:tblPr>
                <a:tableStyleId>{72833802-FEF1-4C79-8D5D-14CF1EAF98D9}</a:tableStyleId>
              </a:tblPr>
              <a:tblGrid>
                <a:gridCol w="1398427">
                  <a:extLst>
                    <a:ext uri="{9D8B030D-6E8A-4147-A177-3AD203B41FA5}">
                      <a16:colId xmlns:a16="http://schemas.microsoft.com/office/drawing/2014/main" val="20000"/>
                    </a:ext>
                  </a:extLst>
                </a:gridCol>
                <a:gridCol w="570787">
                  <a:extLst>
                    <a:ext uri="{9D8B030D-6E8A-4147-A177-3AD203B41FA5}">
                      <a16:colId xmlns:a16="http://schemas.microsoft.com/office/drawing/2014/main" val="20001"/>
                    </a:ext>
                  </a:extLst>
                </a:gridCol>
                <a:gridCol w="342472">
                  <a:extLst>
                    <a:ext uri="{9D8B030D-6E8A-4147-A177-3AD203B41FA5}">
                      <a16:colId xmlns:a16="http://schemas.microsoft.com/office/drawing/2014/main" val="20002"/>
                    </a:ext>
                  </a:extLst>
                </a:gridCol>
                <a:gridCol w="418577">
                  <a:extLst>
                    <a:ext uri="{9D8B030D-6E8A-4147-A177-3AD203B41FA5}">
                      <a16:colId xmlns:a16="http://schemas.microsoft.com/office/drawing/2014/main" val="20003"/>
                    </a:ext>
                  </a:extLst>
                </a:gridCol>
                <a:gridCol w="494682">
                  <a:extLst>
                    <a:ext uri="{9D8B030D-6E8A-4147-A177-3AD203B41FA5}">
                      <a16:colId xmlns:a16="http://schemas.microsoft.com/office/drawing/2014/main" val="20004"/>
                    </a:ext>
                  </a:extLst>
                </a:gridCol>
                <a:gridCol w="1055955">
                  <a:extLst>
                    <a:ext uri="{9D8B030D-6E8A-4147-A177-3AD203B41FA5}">
                      <a16:colId xmlns:a16="http://schemas.microsoft.com/office/drawing/2014/main" val="20005"/>
                    </a:ext>
                  </a:extLst>
                </a:gridCol>
                <a:gridCol w="799101">
                  <a:extLst>
                    <a:ext uri="{9D8B030D-6E8A-4147-A177-3AD203B41FA5}">
                      <a16:colId xmlns:a16="http://schemas.microsoft.com/office/drawing/2014/main" val="20006"/>
                    </a:ext>
                  </a:extLst>
                </a:gridCol>
              </a:tblGrid>
              <a:tr h="171450">
                <a:tc gridSpan="7">
                  <a:txBody>
                    <a:bodyPr/>
                    <a:lstStyle/>
                    <a:p>
                      <a:pPr algn="l" fontAlgn="b"/>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[SW5]display </a:t>
                      </a:r>
                      <a:r>
                        <a:rPr lang="en-US" sz="11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ip</a:t>
                      </a: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routing-table </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b">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71450">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Destination/Mask</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Proto</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Pre</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Cost</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Flags</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Interface</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1450">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10.0.35.5</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Vlanif35</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1450">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192.168.56.0/24</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Direct</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a:t>
                      </a:r>
                      <a:endParaRPr lang="en-US"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altLang="zh-CN" sz="11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192.168.56.5</a:t>
                      </a:r>
                      <a:endParaRPr lang="en-US" altLang="zh-CN" sz="11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1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Vlanif56</a:t>
                      </a:r>
                      <a:endParaRPr lang="en-US" sz="11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9525" marR="9525" marT="9525"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9" name="TextBox 123"/>
          <p:cNvSpPr txBox="1"/>
          <p:nvPr/>
        </p:nvSpPr>
        <p:spPr bwMode="gray">
          <a:xfrm rot="16200000">
            <a:off x="4812017" y="3149823"/>
            <a:ext cx="899514"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5845083" y="3734699"/>
            <a:ext cx="5904004" cy="366319"/>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Server6</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发送数据包方向上设备的路由信息，检查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路由表。</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845083" y="5035369"/>
            <a:ext cx="5904004" cy="1202380"/>
          </a:xfrm>
          <a:prstGeom prst="rect">
            <a:avLst/>
          </a:prstGeom>
        </p:spPr>
        <p:txBody>
          <a:bodyPr wrap="square">
            <a:spAutoFit/>
          </a:bodyPr>
          <a:lstStyle/>
          <a:p>
            <a:pPr marL="302279" indent="-302279" algn="just" defTabSz="914034">
              <a:lnSpc>
                <a:spcPct val="140000"/>
              </a:lnSpc>
              <a:spcBef>
                <a:spcPts val="792"/>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缺乏前往</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的静态路由，在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上配置静态路由。</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验证</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Server6</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能否正常通信，以及正常使用</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FTP</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indent="-302279" algn="just" defTabSz="914034">
              <a:lnSpc>
                <a:spcPct val="140000"/>
              </a:lnSpc>
              <a:spcBef>
                <a:spcPts val="792"/>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完成以上工作后该故障处理完成。</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52" name="图片 5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47674" y="4974509"/>
            <a:ext cx="540000" cy="442800"/>
          </a:xfrm>
          <a:prstGeom prst="rect">
            <a:avLst/>
          </a:prstGeom>
        </p:spPr>
      </p:pic>
      <p:pic>
        <p:nvPicPr>
          <p:cNvPr id="53" name="图片 52" descr="通用交换机.png"/>
          <p:cNvPicPr>
            <a:picLocks noChangeAspect="1"/>
          </p:cNvPicPr>
          <p:nvPr/>
        </p:nvPicPr>
        <p:blipFill>
          <a:blip r:embed="rId6" cstate="print"/>
          <a:stretch>
            <a:fillRect/>
          </a:stretch>
        </p:blipFill>
        <p:spPr bwMode="gray">
          <a:xfrm>
            <a:off x="4847674" y="4322549"/>
            <a:ext cx="540000" cy="441818"/>
          </a:xfrm>
          <a:prstGeom prst="rect">
            <a:avLst/>
          </a:prstGeom>
        </p:spPr>
      </p:pic>
      <p:sp>
        <p:nvSpPr>
          <p:cNvPr id="57" name="TextBox 123"/>
          <p:cNvSpPr txBox="1"/>
          <p:nvPr/>
        </p:nvSpPr>
        <p:spPr bwMode="gray">
          <a:xfrm>
            <a:off x="4627619" y="544948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3"/>
          <p:cNvSpPr txBox="1"/>
          <p:nvPr/>
        </p:nvSpPr>
        <p:spPr bwMode="gray">
          <a:xfrm>
            <a:off x="4203243" y="44211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03002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PC1</a:t>
            </a:r>
            <a:r>
              <a:rPr lang="zh-CN" altLang="en-US" dirty="0">
                <a:sym typeface="Huawei Sans" panose="020C0503030203020204" pitchFamily="34" charset="0"/>
              </a:rPr>
              <a:t>无法使用</a:t>
            </a:r>
            <a:r>
              <a:rPr lang="en-US" altLang="zh-CN" dirty="0">
                <a:sym typeface="Huawei Sans" panose="020C0503030203020204" pitchFamily="34" charset="0"/>
              </a:rPr>
              <a:t>FTP</a:t>
            </a:r>
            <a:r>
              <a:rPr lang="zh-CN" altLang="en-US" dirty="0">
                <a:sym typeface="Huawei Sans" panose="020C0503030203020204" pitchFamily="34" charset="0"/>
              </a:rPr>
              <a:t>服务总结</a:t>
            </a:r>
          </a:p>
        </p:txBody>
      </p:sp>
      <p:sp>
        <p:nvSpPr>
          <p:cNvPr id="44" name="文本占位符 139"/>
          <p:cNvSpPr txBox="1">
            <a:spLocks/>
          </p:cNvSpPr>
          <p:nvPr/>
        </p:nvSpPr>
        <p:spPr bwMode="gray">
          <a:xfrm>
            <a:off x="6029416" y="1376338"/>
            <a:ext cx="5454246"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以上故障处理过程中主要有以下故障点：</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静态路由配置故障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邻居邻居关系无法建立</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路由计算故障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邻居关系建立故障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路由优选故障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登录故障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用到了以下工具：</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Capture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工具</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流量统计工具</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Tracert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工具</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2892771" y="2138107"/>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gray">
          <a:xfrm>
            <a:off x="710601" y="2138107"/>
            <a:ext cx="2046745" cy="737975"/>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36" descr="通用交换机.png"/>
          <p:cNvPicPr>
            <a:picLocks noChangeAspect="1"/>
          </p:cNvPicPr>
          <p:nvPr/>
        </p:nvPicPr>
        <p:blipFill>
          <a:blip r:embed="rId3" cstate="print"/>
          <a:stretch>
            <a:fillRect/>
          </a:stretch>
        </p:blipFill>
        <p:spPr bwMode="gray">
          <a:xfrm>
            <a:off x="846026" y="3890592"/>
            <a:ext cx="540000" cy="441818"/>
          </a:xfrm>
          <a:prstGeom prst="rect">
            <a:avLst/>
          </a:prstGeom>
        </p:spPr>
      </p:pic>
      <p:pic>
        <p:nvPicPr>
          <p:cNvPr id="40" name="图片 3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026" y="3244010"/>
            <a:ext cx="540000" cy="442800"/>
          </a:xfrm>
          <a:prstGeom prst="rect">
            <a:avLst/>
          </a:prstGeom>
        </p:spPr>
      </p:pic>
      <p:pic>
        <p:nvPicPr>
          <p:cNvPr id="51" name="图片 5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46026" y="2176567"/>
            <a:ext cx="540000" cy="442800"/>
          </a:xfrm>
          <a:prstGeom prst="rect">
            <a:avLst/>
          </a:prstGeom>
        </p:spPr>
      </p:pic>
      <p:pic>
        <p:nvPicPr>
          <p:cNvPr id="52" name="图片 5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549047" y="2176567"/>
            <a:ext cx="540000" cy="442800"/>
          </a:xfrm>
          <a:prstGeom prst="rect">
            <a:avLst/>
          </a:prstGeom>
        </p:spPr>
      </p:pic>
      <p:pic>
        <p:nvPicPr>
          <p:cNvPr id="53" name="图片 5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188845" y="2176567"/>
            <a:ext cx="540000" cy="442800"/>
          </a:xfrm>
          <a:prstGeom prst="rect">
            <a:avLst/>
          </a:prstGeom>
        </p:spPr>
      </p:pic>
      <p:pic>
        <p:nvPicPr>
          <p:cNvPr id="54" name="图片 5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188845" y="4531709"/>
            <a:ext cx="540000" cy="442800"/>
          </a:xfrm>
          <a:prstGeom prst="rect">
            <a:avLst/>
          </a:prstGeom>
        </p:spPr>
      </p:pic>
      <p:pic>
        <p:nvPicPr>
          <p:cNvPr id="55" name="图片 5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188845" y="3244010"/>
            <a:ext cx="540000" cy="442800"/>
          </a:xfrm>
          <a:prstGeom prst="rect">
            <a:avLst/>
          </a:prstGeom>
        </p:spPr>
      </p:pic>
      <p:pic>
        <p:nvPicPr>
          <p:cNvPr id="56" name="图片 55" descr="通用交换机.png"/>
          <p:cNvPicPr>
            <a:picLocks noChangeAspect="1"/>
          </p:cNvPicPr>
          <p:nvPr/>
        </p:nvPicPr>
        <p:blipFill>
          <a:blip r:embed="rId3" cstate="print"/>
          <a:stretch>
            <a:fillRect/>
          </a:stretch>
        </p:blipFill>
        <p:spPr bwMode="gray">
          <a:xfrm>
            <a:off x="4188845" y="3879749"/>
            <a:ext cx="540000" cy="441818"/>
          </a:xfrm>
          <a:prstGeom prst="rect">
            <a:avLst/>
          </a:prstGeom>
        </p:spPr>
      </p:pic>
      <p:cxnSp>
        <p:nvCxnSpPr>
          <p:cNvPr id="57" name="直接连接符 56"/>
          <p:cNvCxnSpPr>
            <a:stCxn id="51" idx="3"/>
            <a:endCxn id="52" idx="1"/>
          </p:cNvCxnSpPr>
          <p:nvPr/>
        </p:nvCxnSpPr>
        <p:spPr bwMode="gray">
          <a:xfrm>
            <a:off x="1386026" y="2397967"/>
            <a:ext cx="1163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2" idx="3"/>
            <a:endCxn id="53" idx="1"/>
          </p:cNvCxnSpPr>
          <p:nvPr/>
        </p:nvCxnSpPr>
        <p:spPr bwMode="gray">
          <a:xfrm>
            <a:off x="3089047" y="2397967"/>
            <a:ext cx="10997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0" idx="2"/>
            <a:endCxn id="37" idx="0"/>
          </p:cNvCxnSpPr>
          <p:nvPr/>
        </p:nvCxnSpPr>
        <p:spPr bwMode="gray">
          <a:xfrm>
            <a:off x="1116026" y="3686810"/>
            <a:ext cx="0" cy="2037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0" idx="0"/>
            <a:endCxn id="51" idx="2"/>
          </p:cNvCxnSpPr>
          <p:nvPr/>
        </p:nvCxnSpPr>
        <p:spPr bwMode="gray">
          <a:xfrm flipV="1">
            <a:off x="1116026" y="2619367"/>
            <a:ext cx="0" cy="624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3" idx="2"/>
            <a:endCxn id="55" idx="0"/>
          </p:cNvCxnSpPr>
          <p:nvPr/>
        </p:nvCxnSpPr>
        <p:spPr bwMode="gray">
          <a:xfrm>
            <a:off x="4458845" y="2619367"/>
            <a:ext cx="0" cy="624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5" idx="2"/>
            <a:endCxn id="56" idx="0"/>
          </p:cNvCxnSpPr>
          <p:nvPr/>
        </p:nvCxnSpPr>
        <p:spPr bwMode="gray">
          <a:xfrm>
            <a:off x="4458845" y="3686810"/>
            <a:ext cx="0" cy="19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图片 66" descr="PC.png"/>
          <p:cNvPicPr>
            <a:picLocks noChangeAspect="1"/>
          </p:cNvPicPr>
          <p:nvPr/>
        </p:nvPicPr>
        <p:blipFill>
          <a:blip r:embed="rId7" cstate="print"/>
          <a:stretch>
            <a:fillRect/>
          </a:stretch>
        </p:blipFill>
        <p:spPr bwMode="gray">
          <a:xfrm>
            <a:off x="846963" y="4577831"/>
            <a:ext cx="539063" cy="414000"/>
          </a:xfrm>
          <a:prstGeom prst="rect">
            <a:avLst/>
          </a:prstGeom>
        </p:spPr>
      </p:pic>
      <p:cxnSp>
        <p:nvCxnSpPr>
          <p:cNvPr id="72" name="直接连接符 71"/>
          <p:cNvCxnSpPr>
            <a:stCxn id="67" idx="0"/>
            <a:endCxn id="37" idx="2"/>
          </p:cNvCxnSpPr>
          <p:nvPr/>
        </p:nvCxnSpPr>
        <p:spPr bwMode="gray">
          <a:xfrm flipH="1" flipV="1">
            <a:off x="1116026" y="4332410"/>
            <a:ext cx="469" cy="245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54" idx="0"/>
            <a:endCxn id="56" idx="2"/>
          </p:cNvCxnSpPr>
          <p:nvPr/>
        </p:nvCxnSpPr>
        <p:spPr bwMode="gray">
          <a:xfrm flipV="1">
            <a:off x="4458845" y="4321567"/>
            <a:ext cx="0" cy="210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123"/>
          <p:cNvSpPr txBox="1"/>
          <p:nvPr/>
        </p:nvSpPr>
        <p:spPr bwMode="gray">
          <a:xfrm>
            <a:off x="3968790" y="500668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123"/>
          <p:cNvSpPr txBox="1"/>
          <p:nvPr/>
        </p:nvSpPr>
        <p:spPr bwMode="gray">
          <a:xfrm>
            <a:off x="683903"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123"/>
          <p:cNvSpPr txBox="1"/>
          <p:nvPr/>
        </p:nvSpPr>
        <p:spPr bwMode="gray">
          <a:xfrm>
            <a:off x="2471547"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123"/>
          <p:cNvSpPr txBox="1"/>
          <p:nvPr/>
        </p:nvSpPr>
        <p:spPr bwMode="gray">
          <a:xfrm>
            <a:off x="4024656" y="19248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123"/>
          <p:cNvSpPr txBox="1"/>
          <p:nvPr/>
        </p:nvSpPr>
        <p:spPr bwMode="gray">
          <a:xfrm>
            <a:off x="1213309" y="401466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123"/>
          <p:cNvSpPr txBox="1"/>
          <p:nvPr/>
        </p:nvSpPr>
        <p:spPr bwMode="gray">
          <a:xfrm>
            <a:off x="1195811" y="3368127"/>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123"/>
          <p:cNvSpPr txBox="1"/>
          <p:nvPr/>
        </p:nvSpPr>
        <p:spPr bwMode="gray">
          <a:xfrm>
            <a:off x="3544414" y="397830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123"/>
          <p:cNvSpPr txBox="1"/>
          <p:nvPr/>
        </p:nvSpPr>
        <p:spPr bwMode="gray">
          <a:xfrm>
            <a:off x="3253236" y="236287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123"/>
          <p:cNvSpPr txBox="1"/>
          <p:nvPr/>
        </p:nvSpPr>
        <p:spPr bwMode="gray">
          <a:xfrm>
            <a:off x="1494856" y="236287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Box 123"/>
          <p:cNvSpPr txBox="1"/>
          <p:nvPr/>
        </p:nvSpPr>
        <p:spPr bwMode="gray">
          <a:xfrm>
            <a:off x="1482337" y="212096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123"/>
          <p:cNvSpPr txBox="1"/>
          <p:nvPr/>
        </p:nvSpPr>
        <p:spPr bwMode="gray">
          <a:xfrm>
            <a:off x="3282151" y="214432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123"/>
          <p:cNvSpPr txBox="1"/>
          <p:nvPr/>
        </p:nvSpPr>
        <p:spPr bwMode="gray">
          <a:xfrm>
            <a:off x="3507706" y="3340198"/>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右大括号 110"/>
          <p:cNvSpPr/>
          <p:nvPr/>
        </p:nvSpPr>
        <p:spPr bwMode="gray">
          <a:xfrm rot="5400000">
            <a:off x="1895587" y="1980916"/>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右大括号 111"/>
          <p:cNvSpPr/>
          <p:nvPr/>
        </p:nvSpPr>
        <p:spPr bwMode="gray">
          <a:xfrm rot="5400000">
            <a:off x="3504678" y="1980917"/>
            <a:ext cx="216024" cy="1580577"/>
          </a:xfrm>
          <a:prstGeom prst="rightBrace">
            <a:avLst/>
          </a:prstGeom>
          <a:noFill/>
          <a:ln w="25400" cap="flat" cmpd="sng" algn="ctr">
            <a:solidFill>
              <a:srgbClr val="62B230"/>
            </a:solidFill>
            <a:prstDash val="solid"/>
            <a:round/>
            <a:headEnd type="none" w="med" len="med"/>
            <a:tailEnd type="none" w="med" len="med"/>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23"/>
          <p:cNvSpPr txBox="1"/>
          <p:nvPr/>
        </p:nvSpPr>
        <p:spPr bwMode="gray">
          <a:xfrm>
            <a:off x="1823507" y="28390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123"/>
          <p:cNvSpPr txBox="1"/>
          <p:nvPr/>
        </p:nvSpPr>
        <p:spPr bwMode="gray">
          <a:xfrm>
            <a:off x="2874459" y="2839002"/>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IBGP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123"/>
          <p:cNvSpPr txBox="1"/>
          <p:nvPr/>
        </p:nvSpPr>
        <p:spPr bwMode="gray">
          <a:xfrm>
            <a:off x="626478" y="5006686"/>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722896" y="2948617"/>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17" name="矩形 116"/>
          <p:cNvSpPr/>
          <p:nvPr/>
        </p:nvSpPr>
        <p:spPr bwMode="gray">
          <a:xfrm>
            <a:off x="3958689" y="2948617"/>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Static</a:t>
            </a:r>
          </a:p>
        </p:txBody>
      </p:sp>
      <p:sp>
        <p:nvSpPr>
          <p:cNvPr id="118" name="任意多边形 117"/>
          <p:cNvSpPr/>
          <p:nvPr/>
        </p:nvSpPr>
        <p:spPr bwMode="gray">
          <a:xfrm>
            <a:off x="1927790" y="3098366"/>
            <a:ext cx="1815047" cy="1965277"/>
          </a:xfrm>
          <a:custGeom>
            <a:avLst/>
            <a:gdLst>
              <a:gd name="connsiteX0" fmla="*/ 0 w 968991"/>
              <a:gd name="connsiteY0" fmla="*/ 1965277 h 1965277"/>
              <a:gd name="connsiteX1" fmla="*/ 0 w 968991"/>
              <a:gd name="connsiteY1" fmla="*/ 0 h 1965277"/>
              <a:gd name="connsiteX2" fmla="*/ 968991 w 968991"/>
              <a:gd name="connsiteY2" fmla="*/ 0 h 1965277"/>
              <a:gd name="connsiteX3" fmla="*/ 968991 w 968991"/>
              <a:gd name="connsiteY3" fmla="*/ 1883391 h 1965277"/>
            </a:gdLst>
            <a:ahLst/>
            <a:cxnLst>
              <a:cxn ang="0">
                <a:pos x="connsiteX0" y="connsiteY0"/>
              </a:cxn>
              <a:cxn ang="0">
                <a:pos x="connsiteX1" y="connsiteY1"/>
              </a:cxn>
              <a:cxn ang="0">
                <a:pos x="connsiteX2" y="connsiteY2"/>
              </a:cxn>
              <a:cxn ang="0">
                <a:pos x="connsiteX3" y="connsiteY3"/>
              </a:cxn>
            </a:cxnLst>
            <a:rect l="l" t="t" r="r" b="b"/>
            <a:pathLst>
              <a:path w="968991" h="1965277">
                <a:moveTo>
                  <a:pt x="0" y="1965277"/>
                </a:moveTo>
                <a:lnTo>
                  <a:pt x="0" y="0"/>
                </a:lnTo>
                <a:lnTo>
                  <a:pt x="968991" y="0"/>
                </a:lnTo>
                <a:lnTo>
                  <a:pt x="968991" y="1883391"/>
                </a:lnTo>
              </a:path>
            </a:pathLst>
          </a:custGeom>
          <a:noFill/>
          <a:ln w="25400">
            <a:solidFill>
              <a:schemeClr val="accent3">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9" name="直接箭头连接符 118"/>
          <p:cNvCxnSpPr/>
          <p:nvPr/>
        </p:nvCxnSpPr>
        <p:spPr bwMode="gray">
          <a:xfrm>
            <a:off x="2723701" y="5590964"/>
            <a:ext cx="714596" cy="0"/>
          </a:xfrm>
          <a:prstGeom prst="straightConnector1">
            <a:avLst/>
          </a:prstGeom>
          <a:ln w="254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bwMode="gray">
          <a:xfrm>
            <a:off x="3513633" y="5413920"/>
            <a:ext cx="1569660"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流量规划路径</a:t>
            </a:r>
          </a:p>
        </p:txBody>
      </p:sp>
    </p:spTree>
    <p:extLst>
      <p:ext uri="{BB962C8B-B14F-4D97-AF65-F5344CB8AC3E}">
        <p14:creationId xmlns:p14="http://schemas.microsoft.com/office/powerpoint/2010/main" val="2366816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数通网络故障排除方法</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常见网络故障排除举例</a:t>
            </a:r>
            <a:endParaRPr lang="en-US" altLang="zh-CN"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LAN</a:t>
            </a:r>
            <a:r>
              <a:rPr lang="zh-CN" altLang="en-US" dirty="0">
                <a:solidFill>
                  <a:schemeClr val="bg1">
                    <a:lumMod val="50000"/>
                  </a:schemeClr>
                </a:solidFill>
                <a:sym typeface="Huawei Sans" panose="020C0503030203020204" pitchFamily="34" charset="0"/>
              </a:rPr>
              <a:t>故障</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路由故障</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业务故障</a:t>
            </a:r>
          </a:p>
        </p:txBody>
      </p:sp>
    </p:spTree>
    <p:extLst>
      <p:ext uri="{BB962C8B-B14F-4D97-AF65-F5344CB8AC3E}">
        <p14:creationId xmlns:p14="http://schemas.microsoft.com/office/powerpoint/2010/main" val="13133897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占位符 139"/>
          <p:cNvSpPr txBox="1">
            <a:spLocks/>
          </p:cNvSpPr>
          <p:nvPr/>
        </p:nvSpPr>
        <p:spPr bwMode="gray">
          <a:xfrm>
            <a:off x="5126668" y="994658"/>
            <a:ext cx="6632894" cy="494332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由于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不能和任何主机进行通信，因此怀疑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物理链路或者</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地址获取异常。</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地址的状态，发现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未能获取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的方式获取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故障的常见原因主要包括：</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客户端与服务器之间的链路有故障。</a:t>
            </a:r>
          </a:p>
          <a:p>
            <a:pPr lvl="1">
              <a:lnSpc>
                <a:spcPct val="13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设备未使能</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功能。</a:t>
            </a:r>
          </a:p>
          <a:p>
            <a:pPr lvl="1">
              <a:lnSpc>
                <a:spcPct val="13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接口下没有选择</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分配地址的方式。</a:t>
            </a:r>
          </a:p>
          <a:p>
            <a:pPr lvl="1">
              <a:lnSpc>
                <a:spcPct val="13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地址池中没有可用的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地址可分配。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sym typeface="Huawei Sans" panose="020C0503030203020204" pitchFamily="34" charset="0"/>
              </a:rPr>
              <a:t>PC5</a:t>
            </a:r>
            <a:r>
              <a:rPr lang="zh-CN" altLang="en-US">
                <a:sym typeface="Huawei Sans" panose="020C0503030203020204" pitchFamily="34" charset="0"/>
              </a:rPr>
              <a:t>无法和任何主机通信 </a:t>
            </a:r>
            <a:r>
              <a:rPr lang="en-US" altLang="zh-CN">
                <a:sym typeface="Huawei Sans" panose="020C0503030203020204" pitchFamily="34" charset="0"/>
              </a:rPr>
              <a:t>(1)</a:t>
            </a:r>
            <a:r>
              <a:rPr lang="zh-CN" altLang="en-US">
                <a:sym typeface="Huawei Sans" panose="020C0503030203020204" pitchFamily="34" charset="0"/>
              </a:rPr>
              <a:t> </a:t>
            </a:r>
            <a:endParaRPr lang="zh-CN" altLang="en-US" dirty="0">
              <a:sym typeface="Huawei Sans" panose="020C0503030203020204" pitchFamily="34" charset="0"/>
            </a:endParaRPr>
          </a:p>
        </p:txBody>
      </p:sp>
      <p:sp>
        <p:nvSpPr>
          <p:cNvPr id="31" name="文本占位符 30"/>
          <p:cNvSpPr>
            <a:spLocks noGrp="1"/>
          </p:cNvSpPr>
          <p:nvPr>
            <p:ph type="body" sz="quarter" idx="4294967295"/>
          </p:nvPr>
        </p:nvSpPr>
        <p:spPr bwMode="gray">
          <a:xfrm>
            <a:off x="898526" y="1047750"/>
            <a:ext cx="3825874" cy="705551"/>
          </a:xfrm>
        </p:spPr>
        <p:txBody>
          <a:bodyPr/>
          <a:lstStyle/>
          <a:p>
            <a:r>
              <a:rPr lang="zh-CN" altLang="en-US" sz="1600" dirty="0">
                <a:sym typeface="Huawei Sans" panose="020C0503030203020204" pitchFamily="34" charset="0"/>
              </a:rPr>
              <a:t>将拓扑图简化如下：</a:t>
            </a:r>
          </a:p>
        </p:txBody>
      </p:sp>
      <p:sp>
        <p:nvSpPr>
          <p:cNvPr id="47" name="矩形 46"/>
          <p:cNvSpPr/>
          <p:nvPr/>
        </p:nvSpPr>
        <p:spPr bwMode="gray">
          <a:xfrm>
            <a:off x="2665997" y="3503706"/>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Relay</a:t>
            </a:r>
          </a:p>
        </p:txBody>
      </p:sp>
      <p:sp>
        <p:nvSpPr>
          <p:cNvPr id="48" name="矩形 47"/>
          <p:cNvSpPr/>
          <p:nvPr/>
        </p:nvSpPr>
        <p:spPr bwMode="gray">
          <a:xfrm>
            <a:off x="2667935" y="2190306"/>
            <a:ext cx="980827" cy="23836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Server</a:t>
            </a:r>
          </a:p>
        </p:txBody>
      </p:sp>
      <p:sp>
        <p:nvSpPr>
          <p:cNvPr id="59" name="AutoShape 17"/>
          <p:cNvSpPr>
            <a:spLocks noChangeArrowheads="1"/>
          </p:cNvSpPr>
          <p:nvPr/>
        </p:nvSpPr>
        <p:spPr bwMode="gray">
          <a:xfrm>
            <a:off x="5396667" y="1783360"/>
            <a:ext cx="5198832" cy="115427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650553696"/>
              </p:ext>
            </p:extLst>
          </p:nvPr>
        </p:nvGraphicFramePr>
        <p:xfrm>
          <a:off x="5585615" y="1808458"/>
          <a:ext cx="3569018" cy="1097280"/>
        </p:xfrm>
        <a:graphic>
          <a:graphicData uri="http://schemas.openxmlformats.org/drawingml/2006/table">
            <a:tbl>
              <a:tblPr>
                <a:tableStyleId>{72833802-FEF1-4C79-8D5D-14CF1EAF98D9}</a:tableStyleId>
              </a:tblPr>
              <a:tblGrid>
                <a:gridCol w="1617955">
                  <a:extLst>
                    <a:ext uri="{9D8B030D-6E8A-4147-A177-3AD203B41FA5}">
                      <a16:colId xmlns:a16="http://schemas.microsoft.com/office/drawing/2014/main" val="20000"/>
                    </a:ext>
                  </a:extLst>
                </a:gridCol>
                <a:gridCol w="1951063">
                  <a:extLst>
                    <a:ext uri="{9D8B030D-6E8A-4147-A177-3AD203B41FA5}">
                      <a16:colId xmlns:a16="http://schemas.microsoft.com/office/drawing/2014/main" val="20001"/>
                    </a:ext>
                  </a:extLst>
                </a:gridCol>
              </a:tblGrid>
              <a:tr h="94804">
                <a:tc>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PC&gt;ipconfig</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a:txBody>
                    <a:bodyPr/>
                    <a:lstStyle/>
                    <a:p>
                      <a:pPr algn="l" fontAlgn="b"/>
                      <a:endParaRPr lang="zh-CN" alt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IPv4 address</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Subnet mask</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Gateway</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Physical address</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54-89-98-39-22-B7</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DNS server</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pic>
        <p:nvPicPr>
          <p:cNvPr id="38" name="图片 3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6317" y="2088087"/>
            <a:ext cx="540000" cy="442800"/>
          </a:xfrm>
          <a:prstGeom prst="rect">
            <a:avLst/>
          </a:prstGeom>
        </p:spPr>
      </p:pic>
      <p:pic>
        <p:nvPicPr>
          <p:cNvPr id="39" name="图片 3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36317" y="3399197"/>
            <a:ext cx="540000" cy="442800"/>
          </a:xfrm>
          <a:prstGeom prst="rect">
            <a:avLst/>
          </a:prstGeom>
        </p:spPr>
      </p:pic>
      <p:pic>
        <p:nvPicPr>
          <p:cNvPr id="40" name="图片 39" descr="通用交换机.png"/>
          <p:cNvPicPr>
            <a:picLocks noChangeAspect="1"/>
          </p:cNvPicPr>
          <p:nvPr/>
        </p:nvPicPr>
        <p:blipFill>
          <a:blip r:embed="rId5" cstate="print"/>
          <a:stretch>
            <a:fillRect/>
          </a:stretch>
        </p:blipFill>
        <p:spPr bwMode="gray">
          <a:xfrm>
            <a:off x="2036317" y="4508449"/>
            <a:ext cx="540000" cy="441818"/>
          </a:xfrm>
          <a:prstGeom prst="rect">
            <a:avLst/>
          </a:prstGeom>
        </p:spPr>
      </p:pic>
      <p:cxnSp>
        <p:nvCxnSpPr>
          <p:cNvPr id="41" name="直接连接符 40"/>
          <p:cNvCxnSpPr>
            <a:stCxn id="38" idx="2"/>
            <a:endCxn id="39" idx="0"/>
          </p:cNvCxnSpPr>
          <p:nvPr/>
        </p:nvCxnSpPr>
        <p:spPr bwMode="gray">
          <a:xfrm>
            <a:off x="2306317" y="2530887"/>
            <a:ext cx="0" cy="868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9" idx="2"/>
            <a:endCxn id="40" idx="0"/>
          </p:cNvCxnSpPr>
          <p:nvPr/>
        </p:nvCxnSpPr>
        <p:spPr bwMode="gray">
          <a:xfrm>
            <a:off x="2306317" y="3841997"/>
            <a:ext cx="0" cy="666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52" idx="0"/>
            <a:endCxn id="40" idx="2"/>
          </p:cNvCxnSpPr>
          <p:nvPr/>
        </p:nvCxnSpPr>
        <p:spPr bwMode="gray">
          <a:xfrm flipV="1">
            <a:off x="2305849" y="4950267"/>
            <a:ext cx="468" cy="812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123"/>
          <p:cNvSpPr txBox="1"/>
          <p:nvPr/>
        </p:nvSpPr>
        <p:spPr bwMode="gray">
          <a:xfrm>
            <a:off x="1355178" y="582014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3"/>
          <p:cNvSpPr txBox="1"/>
          <p:nvPr/>
        </p:nvSpPr>
        <p:spPr bwMode="gray">
          <a:xfrm>
            <a:off x="1355178" y="222526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123"/>
          <p:cNvSpPr txBox="1"/>
          <p:nvPr/>
        </p:nvSpPr>
        <p:spPr bwMode="gray">
          <a:xfrm>
            <a:off x="1355178" y="46252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3"/>
          <p:cNvSpPr txBox="1"/>
          <p:nvPr/>
        </p:nvSpPr>
        <p:spPr bwMode="gray">
          <a:xfrm>
            <a:off x="1355178" y="34866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2" name="图片 51" descr="PC.png"/>
          <p:cNvPicPr>
            <a:picLocks noChangeAspect="1"/>
          </p:cNvPicPr>
          <p:nvPr/>
        </p:nvPicPr>
        <p:blipFill>
          <a:blip r:embed="rId6" cstate="print"/>
          <a:stretch>
            <a:fillRect/>
          </a:stretch>
        </p:blipFill>
        <p:spPr bwMode="gray">
          <a:xfrm>
            <a:off x="2036317" y="5762812"/>
            <a:ext cx="539063" cy="414000"/>
          </a:xfrm>
          <a:prstGeom prst="rect">
            <a:avLst/>
          </a:prstGeom>
        </p:spPr>
      </p:pic>
      <p:sp>
        <p:nvSpPr>
          <p:cNvPr id="54" name="TextBox 123"/>
          <p:cNvSpPr txBox="1"/>
          <p:nvPr/>
        </p:nvSpPr>
        <p:spPr bwMode="gray">
          <a:xfrm rot="16200000">
            <a:off x="1984103" y="405460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3"/>
          <p:cNvSpPr txBox="1"/>
          <p:nvPr/>
        </p:nvSpPr>
        <p:spPr bwMode="gray">
          <a:xfrm rot="16200000">
            <a:off x="1998844" y="28323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3"/>
          <p:cNvSpPr txBox="1"/>
          <p:nvPr/>
        </p:nvSpPr>
        <p:spPr bwMode="gray">
          <a:xfrm rot="16200000">
            <a:off x="1987030" y="5202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57300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占位符 139"/>
          <p:cNvSpPr txBox="1">
            <a:spLocks/>
          </p:cNvSpPr>
          <p:nvPr/>
        </p:nvSpPr>
        <p:spPr bwMode="gray">
          <a:xfrm>
            <a:off x="3946358" y="1233488"/>
            <a:ext cx="7813204"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物理链路是否正常（略）。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检查交换机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是否出现二层环路，以及相关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由以上得知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接口物理状态正常，但是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被设置为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Trunk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端口，在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设备上修改配置，将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Access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端口，并且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56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修改完毕后继续查看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是否正常获取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30000"/>
              </a:lnSpc>
            </a:pP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sym typeface="Huawei Sans" panose="020C0503030203020204" pitchFamily="34" charset="0"/>
              </a:rPr>
              <a:t>PC5</a:t>
            </a:r>
            <a:r>
              <a:rPr lang="zh-CN" altLang="en-US">
                <a:sym typeface="Huawei Sans" panose="020C0503030203020204" pitchFamily="34" charset="0"/>
              </a:rPr>
              <a:t>无法和任何主机通信 </a:t>
            </a:r>
            <a:r>
              <a:rPr lang="en-US" altLang="zh-CN">
                <a:sym typeface="Huawei Sans" panose="020C0503030203020204" pitchFamily="34" charset="0"/>
              </a:rPr>
              <a:t>(2)</a:t>
            </a:r>
            <a:r>
              <a:rPr lang="zh-CN" altLang="en-US">
                <a:sym typeface="Huawei Sans" panose="020C0503030203020204" pitchFamily="34" charset="0"/>
              </a:rPr>
              <a:t> </a:t>
            </a:r>
            <a:endParaRPr lang="zh-CN" altLang="en-US" dirty="0">
              <a:sym typeface="Huawei Sans" panose="020C0503030203020204" pitchFamily="34" charset="0"/>
            </a:endParaRPr>
          </a:p>
        </p:txBody>
      </p:sp>
      <p:sp>
        <p:nvSpPr>
          <p:cNvPr id="59" name="AutoShape 17"/>
          <p:cNvSpPr>
            <a:spLocks noChangeArrowheads="1"/>
          </p:cNvSpPr>
          <p:nvPr/>
        </p:nvSpPr>
        <p:spPr bwMode="gray">
          <a:xfrm>
            <a:off x="4618908" y="1956711"/>
            <a:ext cx="5198832" cy="1944576"/>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4229715225"/>
              </p:ext>
            </p:extLst>
          </p:nvPr>
        </p:nvGraphicFramePr>
        <p:xfrm>
          <a:off x="4709533" y="1966020"/>
          <a:ext cx="4933481" cy="1062654"/>
        </p:xfrm>
        <a:graphic>
          <a:graphicData uri="http://schemas.openxmlformats.org/drawingml/2006/table">
            <a:tbl>
              <a:tblPr>
                <a:tableStyleId>{72833802-FEF1-4C79-8D5D-14CF1EAF98D9}</a:tableStyleId>
              </a:tblPr>
              <a:tblGrid>
                <a:gridCol w="675108">
                  <a:extLst>
                    <a:ext uri="{9D8B030D-6E8A-4147-A177-3AD203B41FA5}">
                      <a16:colId xmlns:a16="http://schemas.microsoft.com/office/drawing/2014/main" val="20000"/>
                    </a:ext>
                  </a:extLst>
                </a:gridCol>
                <a:gridCol w="2479723">
                  <a:extLst>
                    <a:ext uri="{9D8B030D-6E8A-4147-A177-3AD203B41FA5}">
                      <a16:colId xmlns:a16="http://schemas.microsoft.com/office/drawing/2014/main" val="20001"/>
                    </a:ext>
                  </a:extLst>
                </a:gridCol>
                <a:gridCol w="571245">
                  <a:extLst>
                    <a:ext uri="{9D8B030D-6E8A-4147-A177-3AD203B41FA5}">
                      <a16:colId xmlns:a16="http://schemas.microsoft.com/office/drawing/2014/main" val="20002"/>
                    </a:ext>
                  </a:extLst>
                </a:gridCol>
                <a:gridCol w="1207405">
                  <a:extLst>
                    <a:ext uri="{9D8B030D-6E8A-4147-A177-3AD203B41FA5}">
                      <a16:colId xmlns:a16="http://schemas.microsoft.com/office/drawing/2014/main" val="20003"/>
                    </a:ext>
                  </a:extLst>
                </a:gridCol>
              </a:tblGrid>
              <a:tr h="149031">
                <a:tc gridSpan="4">
                  <a:txBody>
                    <a:bodyPr/>
                    <a:lstStyle/>
                    <a:p>
                      <a:pPr algn="l"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&lt;SW6&gt;display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stp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brief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49031">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MSTID</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Port</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Role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STPState</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32298">
                <a:tc>
                  <a:txBody>
                    <a:bodyPr/>
                    <a:lstStyle/>
                    <a:p>
                      <a:pPr algn="ctr" fontAlgn="ct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GigabitEthernet0/0/4</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ROOT</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32298">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GigabitEthernet0/0/10</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32298">
                <a:tc>
                  <a:txBody>
                    <a:bodyPr/>
                    <a:lstStyle/>
                    <a:p>
                      <a:pPr algn="ctr" fontAlgn="ct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GigabitEthernet0/0/11</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DESI</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fontAlgn="ct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6" name="文本框 5"/>
          <p:cNvSpPr txBox="1"/>
          <p:nvPr/>
        </p:nvSpPr>
        <p:spPr bwMode="gray">
          <a:xfrm>
            <a:off x="4618908" y="3070289"/>
            <a:ext cx="4288353" cy="830997"/>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&lt;SW6&gt;display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The total number of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vlans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is : 2</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56   common  </a:t>
            </a:r>
            <a:r>
              <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TG</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:GE0/0/4(U) GE0/0/10(U) </a:t>
            </a:r>
            <a:r>
              <a:rPr lang="en-US" altLang="zh-CN" sz="12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UT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GE0/0/11(U)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AutoShape 17"/>
          <p:cNvSpPr>
            <a:spLocks noChangeArrowheads="1"/>
          </p:cNvSpPr>
          <p:nvPr/>
        </p:nvSpPr>
        <p:spPr bwMode="gray">
          <a:xfrm>
            <a:off x="4618908" y="4946244"/>
            <a:ext cx="5198832" cy="1154277"/>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2" name="表格 41"/>
          <p:cNvGraphicFramePr>
            <a:graphicFrameLocks noGrp="1"/>
          </p:cNvGraphicFramePr>
          <p:nvPr>
            <p:extLst>
              <p:ext uri="{D42A27DB-BD31-4B8C-83A1-F6EECF244321}">
                <p14:modId xmlns:p14="http://schemas.microsoft.com/office/powerpoint/2010/main" val="1774371530"/>
              </p:ext>
            </p:extLst>
          </p:nvPr>
        </p:nvGraphicFramePr>
        <p:xfrm>
          <a:off x="4709533" y="4963659"/>
          <a:ext cx="4445100" cy="1097280"/>
        </p:xfrm>
        <a:graphic>
          <a:graphicData uri="http://schemas.openxmlformats.org/drawingml/2006/table">
            <a:tbl>
              <a:tblPr>
                <a:tableStyleId>{72833802-FEF1-4C79-8D5D-14CF1EAF98D9}</a:tableStyleId>
              </a:tblPr>
              <a:tblGrid>
                <a:gridCol w="2015113">
                  <a:extLst>
                    <a:ext uri="{9D8B030D-6E8A-4147-A177-3AD203B41FA5}">
                      <a16:colId xmlns:a16="http://schemas.microsoft.com/office/drawing/2014/main" val="20000"/>
                    </a:ext>
                  </a:extLst>
                </a:gridCol>
                <a:gridCol w="2429987">
                  <a:extLst>
                    <a:ext uri="{9D8B030D-6E8A-4147-A177-3AD203B41FA5}">
                      <a16:colId xmlns:a16="http://schemas.microsoft.com/office/drawing/2014/main" val="20001"/>
                    </a:ext>
                  </a:extLst>
                </a:gridCol>
              </a:tblGrid>
              <a:tr h="94804">
                <a:tc>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PC&gt;ipconfig</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a:txBody>
                    <a:bodyPr/>
                    <a:lstStyle/>
                    <a:p>
                      <a:pPr algn="l" fontAlgn="b"/>
                      <a:endParaRPr lang="zh-CN" alt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IPv4 address</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Subnet mask</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Gateway</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Physical address</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54-89-98-39-22-B7</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94804">
                <a:tc>
                  <a:txBody>
                    <a:bodyPr/>
                    <a:lstStyle/>
                    <a:p>
                      <a:pPr algn="l" rtl="0" fontAlgn="ctr"/>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DNS server</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0.0.0.0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6317" y="2088087"/>
            <a:ext cx="540000" cy="442800"/>
          </a:xfrm>
          <a:prstGeom prst="rect">
            <a:avLst/>
          </a:prstGeom>
        </p:spPr>
      </p:pic>
      <p:pic>
        <p:nvPicPr>
          <p:cNvPr id="51" name="图片 5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36317" y="3399197"/>
            <a:ext cx="540000" cy="442800"/>
          </a:xfrm>
          <a:prstGeom prst="rect">
            <a:avLst/>
          </a:prstGeom>
        </p:spPr>
      </p:pic>
      <p:pic>
        <p:nvPicPr>
          <p:cNvPr id="52" name="图片 51" descr="通用交换机.png"/>
          <p:cNvPicPr>
            <a:picLocks noChangeAspect="1"/>
          </p:cNvPicPr>
          <p:nvPr/>
        </p:nvPicPr>
        <p:blipFill>
          <a:blip r:embed="rId5" cstate="print"/>
          <a:stretch>
            <a:fillRect/>
          </a:stretch>
        </p:blipFill>
        <p:spPr bwMode="gray">
          <a:xfrm>
            <a:off x="2036317" y="4508449"/>
            <a:ext cx="540000" cy="441818"/>
          </a:xfrm>
          <a:prstGeom prst="rect">
            <a:avLst/>
          </a:prstGeom>
        </p:spPr>
      </p:pic>
      <p:cxnSp>
        <p:nvCxnSpPr>
          <p:cNvPr id="53" name="直接连接符 52"/>
          <p:cNvCxnSpPr>
            <a:stCxn id="50" idx="2"/>
            <a:endCxn id="51" idx="0"/>
          </p:cNvCxnSpPr>
          <p:nvPr/>
        </p:nvCxnSpPr>
        <p:spPr bwMode="gray">
          <a:xfrm>
            <a:off x="2306317" y="2530887"/>
            <a:ext cx="0" cy="868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1" idx="2"/>
            <a:endCxn id="52" idx="0"/>
          </p:cNvCxnSpPr>
          <p:nvPr/>
        </p:nvCxnSpPr>
        <p:spPr bwMode="gray">
          <a:xfrm>
            <a:off x="2306317" y="3841997"/>
            <a:ext cx="0" cy="666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1" idx="0"/>
            <a:endCxn id="52" idx="2"/>
          </p:cNvCxnSpPr>
          <p:nvPr/>
        </p:nvCxnSpPr>
        <p:spPr bwMode="gray">
          <a:xfrm flipV="1">
            <a:off x="2305849" y="4950267"/>
            <a:ext cx="468" cy="812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123"/>
          <p:cNvSpPr txBox="1"/>
          <p:nvPr/>
        </p:nvSpPr>
        <p:spPr bwMode="gray">
          <a:xfrm>
            <a:off x="1355178" y="582014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3"/>
          <p:cNvSpPr txBox="1"/>
          <p:nvPr/>
        </p:nvSpPr>
        <p:spPr bwMode="gray">
          <a:xfrm>
            <a:off x="1355178" y="222526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3"/>
          <p:cNvSpPr txBox="1"/>
          <p:nvPr/>
        </p:nvSpPr>
        <p:spPr bwMode="gray">
          <a:xfrm>
            <a:off x="1355178" y="46252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123"/>
          <p:cNvSpPr txBox="1"/>
          <p:nvPr/>
        </p:nvSpPr>
        <p:spPr bwMode="gray">
          <a:xfrm>
            <a:off x="1355178" y="34866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descr="PC.png"/>
          <p:cNvPicPr>
            <a:picLocks noChangeAspect="1"/>
          </p:cNvPicPr>
          <p:nvPr/>
        </p:nvPicPr>
        <p:blipFill>
          <a:blip r:embed="rId6" cstate="print"/>
          <a:stretch>
            <a:fillRect/>
          </a:stretch>
        </p:blipFill>
        <p:spPr bwMode="gray">
          <a:xfrm>
            <a:off x="2036317" y="5762812"/>
            <a:ext cx="539063" cy="414000"/>
          </a:xfrm>
          <a:prstGeom prst="rect">
            <a:avLst/>
          </a:prstGeom>
        </p:spPr>
      </p:pic>
      <p:sp>
        <p:nvSpPr>
          <p:cNvPr id="62" name="TextBox 123"/>
          <p:cNvSpPr txBox="1"/>
          <p:nvPr/>
        </p:nvSpPr>
        <p:spPr bwMode="gray">
          <a:xfrm rot="16200000">
            <a:off x="1984103" y="405460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3"/>
          <p:cNvSpPr txBox="1"/>
          <p:nvPr/>
        </p:nvSpPr>
        <p:spPr bwMode="gray">
          <a:xfrm rot="16200000">
            <a:off x="1998844" y="28323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3"/>
          <p:cNvSpPr txBox="1"/>
          <p:nvPr/>
        </p:nvSpPr>
        <p:spPr bwMode="gray">
          <a:xfrm rot="16200000">
            <a:off x="1987030" y="5202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isḻïḑe">
            <a:extLst>
              <a:ext uri="{FF2B5EF4-FFF2-40B4-BE49-F238E27FC236}">
                <a16:creationId xmlns:a16="http://schemas.microsoft.com/office/drawing/2014/main" id="{24CBC826-002E-4B71-8291-B729E4BED0E3}"/>
              </a:ext>
            </a:extLst>
          </p:cNvPr>
          <p:cNvSpPr txBox="1"/>
          <p:nvPr/>
        </p:nvSpPr>
        <p:spPr bwMode="gray">
          <a:xfrm>
            <a:off x="267169" y="1781925"/>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b="0"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66" name="ïšļïďe">
            <a:extLst>
              <a:ext uri="{FF2B5EF4-FFF2-40B4-BE49-F238E27FC236}">
                <a16:creationId xmlns:a16="http://schemas.microsoft.com/office/drawing/2014/main" id="{FB41FAD4-0BA5-4580-B72E-A6BFF22F8784}"/>
              </a:ext>
            </a:extLst>
          </p:cNvPr>
          <p:cNvSpPr txBox="1"/>
          <p:nvPr/>
        </p:nvSpPr>
        <p:spPr bwMode="gray">
          <a:xfrm>
            <a:off x="267169" y="33508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DHCP Relay</a:t>
            </a:r>
          </a:p>
        </p:txBody>
      </p:sp>
      <p:sp>
        <p:nvSpPr>
          <p:cNvPr id="67" name="ïṧļíḍê">
            <a:extLst>
              <a:ext uri="{FF2B5EF4-FFF2-40B4-BE49-F238E27FC236}">
                <a16:creationId xmlns:a16="http://schemas.microsoft.com/office/drawing/2014/main" id="{D1BCCD92-D45A-41F7-960F-30FC35568CBF}"/>
              </a:ext>
            </a:extLst>
          </p:cNvPr>
          <p:cNvSpPr txBox="1"/>
          <p:nvPr/>
        </p:nvSpPr>
        <p:spPr bwMode="gray">
          <a:xfrm>
            <a:off x="267169" y="4919773"/>
            <a:ext cx="116535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VLAN</a:t>
            </a:r>
          </a:p>
        </p:txBody>
      </p:sp>
      <p:cxnSp>
        <p:nvCxnSpPr>
          <p:cNvPr id="68" name="直接连接符 67">
            <a:extLst>
              <a:ext uri="{FF2B5EF4-FFF2-40B4-BE49-F238E27FC236}">
                <a16:creationId xmlns:a16="http://schemas.microsoft.com/office/drawing/2014/main" id="{4AA622A8-8183-4782-A4A5-6DF01B92BB53}"/>
              </a:ext>
            </a:extLst>
          </p:cNvPr>
          <p:cNvCxnSpPr/>
          <p:nvPr/>
        </p:nvCxnSpPr>
        <p:spPr bwMode="gray">
          <a:xfrm>
            <a:off x="474688" y="1824558"/>
            <a:ext cx="0" cy="425224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2476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占位符 139"/>
          <p:cNvSpPr txBox="1">
            <a:spLocks/>
          </p:cNvSpPr>
          <p:nvPr/>
        </p:nvSpPr>
        <p:spPr bwMode="gray">
          <a:xfrm>
            <a:off x="3922295" y="1233488"/>
            <a:ext cx="7837267" cy="32909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中继设备，接下来查询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的全局配置。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已开启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服务，并且已完成中继配置，但是由于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发送的数据包经过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转发时会添加</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TAG56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，因此</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中继接口错误。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按照如下命令，修改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sym typeface="Huawei Sans" panose="020C0503030203020204" pitchFamily="34" charset="0"/>
              </a:rPr>
              <a:t>PC5</a:t>
            </a:r>
            <a:r>
              <a:rPr lang="zh-CN" altLang="en-US">
                <a:sym typeface="Huawei Sans" panose="020C0503030203020204" pitchFamily="34" charset="0"/>
              </a:rPr>
              <a:t>无法和任何主机通信 </a:t>
            </a:r>
            <a:r>
              <a:rPr lang="en-US" altLang="zh-CN">
                <a:sym typeface="Huawei Sans" panose="020C0503030203020204" pitchFamily="34" charset="0"/>
              </a:rPr>
              <a:t>(3)</a:t>
            </a:r>
            <a:r>
              <a:rPr lang="zh-CN" altLang="en-US">
                <a:sym typeface="Huawei Sans" panose="020C0503030203020204" pitchFamily="34" charset="0"/>
              </a:rPr>
              <a:t> </a:t>
            </a:r>
            <a:endParaRPr lang="zh-CN" altLang="en-US" dirty="0">
              <a:sym typeface="Huawei Sans" panose="020C0503030203020204" pitchFamily="34" charset="0"/>
            </a:endParaRPr>
          </a:p>
        </p:txBody>
      </p:sp>
      <p:sp>
        <p:nvSpPr>
          <p:cNvPr id="59" name="AutoShape 17"/>
          <p:cNvSpPr>
            <a:spLocks noChangeArrowheads="1"/>
          </p:cNvSpPr>
          <p:nvPr/>
        </p:nvSpPr>
        <p:spPr bwMode="gray">
          <a:xfrm>
            <a:off x="5396667" y="1633429"/>
            <a:ext cx="5198832" cy="152907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&lt;SW5&gt;display current-configuration </a:t>
            </a:r>
          </a:p>
          <a:p>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enable</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interface Vlanif35</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address 10.0.35.5 255.255.255.0</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select relay</a:t>
            </a:r>
          </a:p>
          <a:p>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relay server-</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10.0.35.3</a:t>
            </a:r>
          </a:p>
          <a:p>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1" name="AutoShape 17"/>
          <p:cNvSpPr>
            <a:spLocks noChangeArrowheads="1"/>
          </p:cNvSpPr>
          <p:nvPr/>
        </p:nvSpPr>
        <p:spPr bwMode="gray">
          <a:xfrm>
            <a:off x="5396667" y="4524448"/>
            <a:ext cx="5198832" cy="826968"/>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[SW5]interface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Vlanif</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56</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[SW5-Vlanif56]</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select relay</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[SW5-Vlanif56]</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relay server-</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10.0.35.3</a:t>
            </a:r>
          </a:p>
        </p:txBody>
      </p:sp>
      <p:sp>
        <p:nvSpPr>
          <p:cNvPr id="64" name="文本占位符 139"/>
          <p:cNvSpPr txBox="1">
            <a:spLocks/>
          </p:cNvSpPr>
          <p:nvPr/>
        </p:nvSpPr>
        <p:spPr bwMode="gray">
          <a:xfrm>
            <a:off x="3922295" y="5533704"/>
            <a:ext cx="7837267" cy="9312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修改完成后，在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设备上发现仍然无法获取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6317" y="2088087"/>
            <a:ext cx="540000" cy="442800"/>
          </a:xfrm>
          <a:prstGeom prst="rect">
            <a:avLst/>
          </a:prstGeom>
        </p:spPr>
      </p:pic>
      <p:pic>
        <p:nvPicPr>
          <p:cNvPr id="56" name="图片 5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36317" y="3399197"/>
            <a:ext cx="540000" cy="442800"/>
          </a:xfrm>
          <a:prstGeom prst="rect">
            <a:avLst/>
          </a:prstGeom>
        </p:spPr>
      </p:pic>
      <p:pic>
        <p:nvPicPr>
          <p:cNvPr id="63" name="图片 62" descr="通用交换机.png"/>
          <p:cNvPicPr>
            <a:picLocks noChangeAspect="1"/>
          </p:cNvPicPr>
          <p:nvPr/>
        </p:nvPicPr>
        <p:blipFill>
          <a:blip r:embed="rId5" cstate="print"/>
          <a:stretch>
            <a:fillRect/>
          </a:stretch>
        </p:blipFill>
        <p:spPr bwMode="gray">
          <a:xfrm>
            <a:off x="2036317" y="4508449"/>
            <a:ext cx="540000" cy="441818"/>
          </a:xfrm>
          <a:prstGeom prst="rect">
            <a:avLst/>
          </a:prstGeom>
        </p:spPr>
      </p:pic>
      <p:cxnSp>
        <p:nvCxnSpPr>
          <p:cNvPr id="65" name="直接连接符 64"/>
          <p:cNvCxnSpPr>
            <a:stCxn id="55" idx="2"/>
            <a:endCxn id="56" idx="0"/>
          </p:cNvCxnSpPr>
          <p:nvPr/>
        </p:nvCxnSpPr>
        <p:spPr bwMode="gray">
          <a:xfrm>
            <a:off x="2306317" y="2530887"/>
            <a:ext cx="0" cy="868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6" idx="2"/>
            <a:endCxn id="63" idx="0"/>
          </p:cNvCxnSpPr>
          <p:nvPr/>
        </p:nvCxnSpPr>
        <p:spPr bwMode="gray">
          <a:xfrm>
            <a:off x="2306317" y="3841997"/>
            <a:ext cx="0" cy="666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72" idx="0"/>
            <a:endCxn id="63" idx="2"/>
          </p:cNvCxnSpPr>
          <p:nvPr/>
        </p:nvCxnSpPr>
        <p:spPr bwMode="gray">
          <a:xfrm flipV="1">
            <a:off x="2305849" y="4950267"/>
            <a:ext cx="468" cy="812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123"/>
          <p:cNvSpPr txBox="1"/>
          <p:nvPr/>
        </p:nvSpPr>
        <p:spPr bwMode="gray">
          <a:xfrm>
            <a:off x="1355178" y="582014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123"/>
          <p:cNvSpPr txBox="1"/>
          <p:nvPr/>
        </p:nvSpPr>
        <p:spPr bwMode="gray">
          <a:xfrm>
            <a:off x="1355178" y="222526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3"/>
          <p:cNvSpPr txBox="1"/>
          <p:nvPr/>
        </p:nvSpPr>
        <p:spPr bwMode="gray">
          <a:xfrm>
            <a:off x="1355178" y="46252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TextBox 123"/>
          <p:cNvSpPr txBox="1"/>
          <p:nvPr/>
        </p:nvSpPr>
        <p:spPr bwMode="gray">
          <a:xfrm>
            <a:off x="1355178" y="34866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71" descr="PC.png"/>
          <p:cNvPicPr>
            <a:picLocks noChangeAspect="1"/>
          </p:cNvPicPr>
          <p:nvPr/>
        </p:nvPicPr>
        <p:blipFill>
          <a:blip r:embed="rId6" cstate="print"/>
          <a:stretch>
            <a:fillRect/>
          </a:stretch>
        </p:blipFill>
        <p:spPr bwMode="gray">
          <a:xfrm>
            <a:off x="2036317" y="5762812"/>
            <a:ext cx="539063" cy="414000"/>
          </a:xfrm>
          <a:prstGeom prst="rect">
            <a:avLst/>
          </a:prstGeom>
        </p:spPr>
      </p:pic>
      <p:sp>
        <p:nvSpPr>
          <p:cNvPr id="73" name="TextBox 123"/>
          <p:cNvSpPr txBox="1"/>
          <p:nvPr/>
        </p:nvSpPr>
        <p:spPr bwMode="gray">
          <a:xfrm rot="16200000">
            <a:off x="1984103" y="405460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3"/>
          <p:cNvSpPr txBox="1"/>
          <p:nvPr/>
        </p:nvSpPr>
        <p:spPr bwMode="gray">
          <a:xfrm rot="16200000">
            <a:off x="1998844" y="28323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123"/>
          <p:cNvSpPr txBox="1"/>
          <p:nvPr/>
        </p:nvSpPr>
        <p:spPr bwMode="gray">
          <a:xfrm rot="16200000">
            <a:off x="1987030" y="5202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isḻïḑe">
            <a:extLst>
              <a:ext uri="{FF2B5EF4-FFF2-40B4-BE49-F238E27FC236}">
                <a16:creationId xmlns:a16="http://schemas.microsoft.com/office/drawing/2014/main" id="{24CBC826-002E-4B71-8291-B729E4BED0E3}"/>
              </a:ext>
            </a:extLst>
          </p:cNvPr>
          <p:cNvSpPr txBox="1"/>
          <p:nvPr/>
        </p:nvSpPr>
        <p:spPr bwMode="gray">
          <a:xfrm>
            <a:off x="267169" y="1781925"/>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b="0"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77" name="ïšļïďe">
            <a:extLst>
              <a:ext uri="{FF2B5EF4-FFF2-40B4-BE49-F238E27FC236}">
                <a16:creationId xmlns:a16="http://schemas.microsoft.com/office/drawing/2014/main" id="{FB41FAD4-0BA5-4580-B72E-A6BFF22F8784}"/>
              </a:ext>
            </a:extLst>
          </p:cNvPr>
          <p:cNvSpPr txBox="1"/>
          <p:nvPr/>
        </p:nvSpPr>
        <p:spPr bwMode="gray">
          <a:xfrm>
            <a:off x="267169" y="33508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DHCP Relay</a:t>
            </a:r>
          </a:p>
        </p:txBody>
      </p:sp>
      <p:sp>
        <p:nvSpPr>
          <p:cNvPr id="78" name="ïṧļíḍê">
            <a:extLst>
              <a:ext uri="{FF2B5EF4-FFF2-40B4-BE49-F238E27FC236}">
                <a16:creationId xmlns:a16="http://schemas.microsoft.com/office/drawing/2014/main" id="{D1BCCD92-D45A-41F7-960F-30FC35568CBF}"/>
              </a:ext>
            </a:extLst>
          </p:cNvPr>
          <p:cNvSpPr txBox="1"/>
          <p:nvPr/>
        </p:nvSpPr>
        <p:spPr bwMode="gray">
          <a:xfrm>
            <a:off x="267169" y="4919773"/>
            <a:ext cx="116535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cxnSp>
        <p:nvCxnSpPr>
          <p:cNvPr id="79" name="直接连接符 78">
            <a:extLst>
              <a:ext uri="{FF2B5EF4-FFF2-40B4-BE49-F238E27FC236}">
                <a16:creationId xmlns:a16="http://schemas.microsoft.com/office/drawing/2014/main" id="{4AA622A8-8183-4782-A4A5-6DF01B92BB53}"/>
              </a:ext>
            </a:extLst>
          </p:cNvPr>
          <p:cNvCxnSpPr/>
          <p:nvPr/>
        </p:nvCxnSpPr>
        <p:spPr bwMode="gray">
          <a:xfrm>
            <a:off x="474688" y="1824558"/>
            <a:ext cx="0" cy="425224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2695074" y="3399197"/>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695074" y="3841997"/>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051208" y="3429000"/>
            <a:ext cx="0" cy="363654"/>
          </a:xfrm>
          <a:prstGeom prst="line">
            <a:avLst/>
          </a:prstGeom>
          <a:ln w="19050">
            <a:solidFill>
              <a:srgbClr val="62B23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6653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占位符 139"/>
          <p:cNvSpPr txBox="1">
            <a:spLocks/>
          </p:cNvSpPr>
          <p:nvPr/>
        </p:nvSpPr>
        <p:spPr bwMode="gray">
          <a:xfrm>
            <a:off x="3272589" y="998393"/>
            <a:ext cx="8486973"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Relay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2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已将报文发送给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，但是未收到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回复的任何报文。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2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服务器的配置。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sym typeface="Huawei Sans" panose="020C0503030203020204" pitchFamily="34" charset="0"/>
              </a:rPr>
              <a:t>PC5</a:t>
            </a:r>
            <a:r>
              <a:rPr lang="zh-CN" altLang="en-US">
                <a:sym typeface="Huawei Sans" panose="020C0503030203020204" pitchFamily="34" charset="0"/>
              </a:rPr>
              <a:t>无法和任何主机通信 </a:t>
            </a:r>
            <a:r>
              <a:rPr lang="en-US" altLang="zh-CN">
                <a:sym typeface="Huawei Sans" panose="020C0503030203020204" pitchFamily="34" charset="0"/>
              </a:rPr>
              <a:t>(4)</a:t>
            </a:r>
            <a:r>
              <a:rPr lang="zh-CN" altLang="en-US">
                <a:sym typeface="Huawei Sans" panose="020C0503030203020204" pitchFamily="34" charset="0"/>
              </a:rPr>
              <a:t> </a:t>
            </a:r>
            <a:endParaRPr lang="zh-CN" altLang="en-US" dirty="0">
              <a:sym typeface="Huawei Sans" panose="020C0503030203020204" pitchFamily="34" charset="0"/>
            </a:endParaRPr>
          </a:p>
        </p:txBody>
      </p:sp>
      <p:sp>
        <p:nvSpPr>
          <p:cNvPr id="59" name="AutoShape 17"/>
          <p:cNvSpPr>
            <a:spLocks noChangeArrowheads="1"/>
          </p:cNvSpPr>
          <p:nvPr/>
        </p:nvSpPr>
        <p:spPr bwMode="gray">
          <a:xfrm>
            <a:off x="5459904" y="1334625"/>
            <a:ext cx="5198832" cy="2079375"/>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[SW5]display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relay statistics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The statistics of DHCP RELAY:</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packets received from clients	: 11</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DISCOVER packets received	: 11</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REQUEST packets received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RELEASE packets received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INFORM packets received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DECLINE packets received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packets sent to clients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packets received from servers	: 0</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DHCP packets sent to servers	: 11</a:t>
            </a:r>
          </a:p>
        </p:txBody>
      </p:sp>
      <p:sp>
        <p:nvSpPr>
          <p:cNvPr id="41" name="AutoShape 17"/>
          <p:cNvSpPr>
            <a:spLocks noChangeArrowheads="1"/>
          </p:cNvSpPr>
          <p:nvPr/>
        </p:nvSpPr>
        <p:spPr bwMode="gray">
          <a:xfrm>
            <a:off x="5459904" y="4128223"/>
            <a:ext cx="5198832" cy="2037483"/>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&lt;R3&gt;display  current-configuration </a:t>
            </a:r>
          </a:p>
          <a:p>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enable</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pool test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gateway-list 192.168.56.254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network 192.168.56.0 mask 255.255.255.0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excluded-</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-address 192.168.56.6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dns</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-list 192.168.1.1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interface GigabitEthernet0/0/2</a:t>
            </a:r>
          </a:p>
          <a:p>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select global</a:t>
            </a:r>
          </a:p>
        </p:txBody>
      </p:sp>
      <p:pic>
        <p:nvPicPr>
          <p:cNvPr id="88" name="图片 8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6317" y="2088087"/>
            <a:ext cx="540000" cy="442800"/>
          </a:xfrm>
          <a:prstGeom prst="rect">
            <a:avLst/>
          </a:prstGeom>
        </p:spPr>
      </p:pic>
      <p:pic>
        <p:nvPicPr>
          <p:cNvPr id="89" name="图片 8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36317" y="3399197"/>
            <a:ext cx="540000" cy="442800"/>
          </a:xfrm>
          <a:prstGeom prst="rect">
            <a:avLst/>
          </a:prstGeom>
        </p:spPr>
      </p:pic>
      <p:pic>
        <p:nvPicPr>
          <p:cNvPr id="90" name="图片 89" descr="通用交换机.png"/>
          <p:cNvPicPr>
            <a:picLocks noChangeAspect="1"/>
          </p:cNvPicPr>
          <p:nvPr/>
        </p:nvPicPr>
        <p:blipFill>
          <a:blip r:embed="rId5" cstate="print"/>
          <a:stretch>
            <a:fillRect/>
          </a:stretch>
        </p:blipFill>
        <p:spPr bwMode="gray">
          <a:xfrm>
            <a:off x="2036317" y="4508449"/>
            <a:ext cx="540000" cy="441818"/>
          </a:xfrm>
          <a:prstGeom prst="rect">
            <a:avLst/>
          </a:prstGeom>
        </p:spPr>
      </p:pic>
      <p:cxnSp>
        <p:nvCxnSpPr>
          <p:cNvPr id="91" name="直接连接符 90"/>
          <p:cNvCxnSpPr>
            <a:stCxn id="88" idx="2"/>
            <a:endCxn id="89" idx="0"/>
          </p:cNvCxnSpPr>
          <p:nvPr/>
        </p:nvCxnSpPr>
        <p:spPr bwMode="gray">
          <a:xfrm>
            <a:off x="2306317" y="2530887"/>
            <a:ext cx="0" cy="868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89" idx="2"/>
            <a:endCxn id="90" idx="0"/>
          </p:cNvCxnSpPr>
          <p:nvPr/>
        </p:nvCxnSpPr>
        <p:spPr bwMode="gray">
          <a:xfrm>
            <a:off x="2306317" y="3841997"/>
            <a:ext cx="0" cy="666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98" idx="0"/>
            <a:endCxn id="90" idx="2"/>
          </p:cNvCxnSpPr>
          <p:nvPr/>
        </p:nvCxnSpPr>
        <p:spPr bwMode="gray">
          <a:xfrm flipV="1">
            <a:off x="2305849" y="4950267"/>
            <a:ext cx="468" cy="812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TextBox 123"/>
          <p:cNvSpPr txBox="1"/>
          <p:nvPr/>
        </p:nvSpPr>
        <p:spPr bwMode="gray">
          <a:xfrm>
            <a:off x="1355178" y="582014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123"/>
          <p:cNvSpPr txBox="1"/>
          <p:nvPr/>
        </p:nvSpPr>
        <p:spPr bwMode="gray">
          <a:xfrm>
            <a:off x="1355178" y="222526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3"/>
          <p:cNvSpPr txBox="1"/>
          <p:nvPr/>
        </p:nvSpPr>
        <p:spPr bwMode="gray">
          <a:xfrm>
            <a:off x="1355178" y="46252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TextBox 123"/>
          <p:cNvSpPr txBox="1"/>
          <p:nvPr/>
        </p:nvSpPr>
        <p:spPr bwMode="gray">
          <a:xfrm>
            <a:off x="1355178" y="34866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 name="图片 97" descr="PC.png"/>
          <p:cNvPicPr>
            <a:picLocks noChangeAspect="1"/>
          </p:cNvPicPr>
          <p:nvPr/>
        </p:nvPicPr>
        <p:blipFill>
          <a:blip r:embed="rId6" cstate="print"/>
          <a:stretch>
            <a:fillRect/>
          </a:stretch>
        </p:blipFill>
        <p:spPr bwMode="gray">
          <a:xfrm>
            <a:off x="2036317" y="5762812"/>
            <a:ext cx="539063" cy="414000"/>
          </a:xfrm>
          <a:prstGeom prst="rect">
            <a:avLst/>
          </a:prstGeom>
        </p:spPr>
      </p:pic>
      <p:sp>
        <p:nvSpPr>
          <p:cNvPr id="99" name="TextBox 123"/>
          <p:cNvSpPr txBox="1"/>
          <p:nvPr/>
        </p:nvSpPr>
        <p:spPr bwMode="gray">
          <a:xfrm rot="16200000">
            <a:off x="1984103" y="405460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Box 123"/>
          <p:cNvSpPr txBox="1"/>
          <p:nvPr/>
        </p:nvSpPr>
        <p:spPr bwMode="gray">
          <a:xfrm rot="16200000">
            <a:off x="1998844" y="28323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TextBox 123"/>
          <p:cNvSpPr txBox="1"/>
          <p:nvPr/>
        </p:nvSpPr>
        <p:spPr bwMode="gray">
          <a:xfrm rot="16200000">
            <a:off x="1987030" y="5202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isḻïḑe">
            <a:extLst>
              <a:ext uri="{FF2B5EF4-FFF2-40B4-BE49-F238E27FC236}">
                <a16:creationId xmlns:a16="http://schemas.microsoft.com/office/drawing/2014/main" id="{24CBC826-002E-4B71-8291-B729E4BED0E3}"/>
              </a:ext>
            </a:extLst>
          </p:cNvPr>
          <p:cNvSpPr txBox="1"/>
          <p:nvPr/>
        </p:nvSpPr>
        <p:spPr bwMode="gray">
          <a:xfrm>
            <a:off x="267169" y="1781925"/>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103" name="ïšļïďe">
            <a:extLst>
              <a:ext uri="{FF2B5EF4-FFF2-40B4-BE49-F238E27FC236}">
                <a16:creationId xmlns:a16="http://schemas.microsoft.com/office/drawing/2014/main" id="{FB41FAD4-0BA5-4580-B72E-A6BFF22F8784}"/>
              </a:ext>
            </a:extLst>
          </p:cNvPr>
          <p:cNvSpPr txBox="1"/>
          <p:nvPr/>
        </p:nvSpPr>
        <p:spPr bwMode="gray">
          <a:xfrm>
            <a:off x="267169" y="33508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DHCP Relay</a:t>
            </a:r>
          </a:p>
        </p:txBody>
      </p:sp>
      <p:sp>
        <p:nvSpPr>
          <p:cNvPr id="104" name="ïṧļíḍê">
            <a:extLst>
              <a:ext uri="{FF2B5EF4-FFF2-40B4-BE49-F238E27FC236}">
                <a16:creationId xmlns:a16="http://schemas.microsoft.com/office/drawing/2014/main" id="{D1BCCD92-D45A-41F7-960F-30FC35568CBF}"/>
              </a:ext>
            </a:extLst>
          </p:cNvPr>
          <p:cNvSpPr txBox="1"/>
          <p:nvPr/>
        </p:nvSpPr>
        <p:spPr bwMode="gray">
          <a:xfrm>
            <a:off x="267169" y="4919773"/>
            <a:ext cx="116535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cxnSp>
        <p:nvCxnSpPr>
          <p:cNvPr id="105" name="直接连接符 104">
            <a:extLst>
              <a:ext uri="{FF2B5EF4-FFF2-40B4-BE49-F238E27FC236}">
                <a16:creationId xmlns:a16="http://schemas.microsoft.com/office/drawing/2014/main" id="{4AA622A8-8183-4782-A4A5-6DF01B92BB53}"/>
              </a:ext>
            </a:extLst>
          </p:cNvPr>
          <p:cNvCxnSpPr/>
          <p:nvPr/>
        </p:nvCxnSpPr>
        <p:spPr bwMode="gray">
          <a:xfrm>
            <a:off x="474688" y="1824558"/>
            <a:ext cx="0" cy="425224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56572" y="2523294"/>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656572" y="3428110"/>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012706" y="2536613"/>
            <a:ext cx="0" cy="842154"/>
          </a:xfrm>
          <a:prstGeom prst="line">
            <a:avLst/>
          </a:prstGeom>
          <a:ln w="19050">
            <a:solidFill>
              <a:srgbClr val="62B23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7181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占位符 139"/>
          <p:cNvSpPr txBox="1">
            <a:spLocks/>
          </p:cNvSpPr>
          <p:nvPr/>
        </p:nvSpPr>
        <p:spPr bwMode="gray">
          <a:xfrm>
            <a:off x="4967014" y="1056449"/>
            <a:ext cx="6632894"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3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对接使用的是子接口，因此需要在子接口下开启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服务，而不是物理接口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上完成如上配置后，检查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 DHCP 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地址获取状态。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已获取到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地址，并且验证可以和所有主机通信，故障处理完成。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30000"/>
              </a:lnSpc>
              <a:buNone/>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30000"/>
              </a:lnSpc>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sym typeface="Huawei Sans" panose="020C0503030203020204" pitchFamily="34" charset="0"/>
              </a:rPr>
              <a:t>PC5</a:t>
            </a:r>
            <a:r>
              <a:rPr lang="zh-CN" altLang="en-US">
                <a:sym typeface="Huawei Sans" panose="020C0503030203020204" pitchFamily="34" charset="0"/>
              </a:rPr>
              <a:t>无法和任何主机通信 </a:t>
            </a:r>
            <a:r>
              <a:rPr lang="en-US" altLang="zh-CN">
                <a:sym typeface="Huawei Sans" panose="020C0503030203020204" pitchFamily="34" charset="0"/>
              </a:rPr>
              <a:t>(5)</a:t>
            </a:r>
            <a:r>
              <a:rPr lang="zh-CN" altLang="en-US">
                <a:sym typeface="Huawei Sans" panose="020C0503030203020204" pitchFamily="34" charset="0"/>
              </a:rPr>
              <a:t> </a:t>
            </a:r>
            <a:endParaRPr lang="zh-CN" altLang="en-US" dirty="0">
              <a:sym typeface="Huawei Sans" panose="020C0503030203020204" pitchFamily="34" charset="0"/>
            </a:endParaRPr>
          </a:p>
        </p:txBody>
      </p:sp>
      <p:sp>
        <p:nvSpPr>
          <p:cNvPr id="59" name="AutoShape 17"/>
          <p:cNvSpPr>
            <a:spLocks noChangeArrowheads="1"/>
          </p:cNvSpPr>
          <p:nvPr/>
        </p:nvSpPr>
        <p:spPr bwMode="gray">
          <a:xfrm>
            <a:off x="5225822" y="1688369"/>
            <a:ext cx="5198832" cy="464931"/>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[R3]interface </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GigabitEthernet</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0/0/2.35	</a:t>
            </a:r>
          </a:p>
          <a:p>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[R3-GigabitEthernet0/0/2.35]</a:t>
            </a:r>
            <a:r>
              <a:rPr lang="en-US" altLang="zh-CN" sz="1200" kern="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select global </a:t>
            </a:r>
          </a:p>
        </p:txBody>
      </p:sp>
      <p:sp>
        <p:nvSpPr>
          <p:cNvPr id="41" name="AutoShape 17"/>
          <p:cNvSpPr>
            <a:spLocks noChangeArrowheads="1"/>
          </p:cNvSpPr>
          <p:nvPr/>
        </p:nvSpPr>
        <p:spPr bwMode="gray">
          <a:xfrm>
            <a:off x="5225822" y="2425346"/>
            <a:ext cx="5198832" cy="1715551"/>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906502362"/>
              </p:ext>
            </p:extLst>
          </p:nvPr>
        </p:nvGraphicFramePr>
        <p:xfrm>
          <a:off x="5330657" y="2469934"/>
          <a:ext cx="3434482" cy="1645920"/>
        </p:xfrm>
        <a:graphic>
          <a:graphicData uri="http://schemas.openxmlformats.org/drawingml/2006/table">
            <a:tbl>
              <a:tblPr>
                <a:tableStyleId>{72833802-FEF1-4C79-8D5D-14CF1EAF98D9}</a:tableStyleId>
              </a:tblPr>
              <a:tblGrid>
                <a:gridCol w="3224422">
                  <a:extLst>
                    <a:ext uri="{9D8B030D-6E8A-4147-A177-3AD203B41FA5}">
                      <a16:colId xmlns:a16="http://schemas.microsoft.com/office/drawing/2014/main" val="20000"/>
                    </a:ext>
                  </a:extLst>
                </a:gridCol>
                <a:gridCol w="210060">
                  <a:extLst>
                    <a:ext uri="{9D8B030D-6E8A-4147-A177-3AD203B41FA5}">
                      <a16:colId xmlns:a16="http://schemas.microsoft.com/office/drawing/2014/main" val="20001"/>
                    </a:ext>
                  </a:extLst>
                </a:gridCol>
              </a:tblGrid>
              <a:tr h="154001">
                <a:tc gridSpan="2">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&lt;R3&gt;display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dhcp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server statistics </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10000"/>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DHCP Server Statistics: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endParaRPr lang="zh-CN" alt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Client Request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Dhcp Discover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Dhcp Request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Server Reply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54001">
                <a:tc>
                  <a:txBody>
                    <a:bodyPr/>
                    <a:lstStyle/>
                    <a:p>
                      <a:pPr algn="l" rtl="0" fontAlgn="t"/>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  Dhcp Offer              </a:t>
                      </a:r>
                      <a:endParaRPr lang="en-US" sz="1200" b="0" i="0" u="none" strike="noStrike">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54001">
                <a:tc>
                  <a:txBody>
                    <a:bodyPr/>
                    <a:lstStyle/>
                    <a:p>
                      <a:pPr algn="l" rtl="0"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Dhcp</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en-US" sz="1200" u="none" strike="noStrike" dirty="0" err="1">
                          <a:effectLst/>
                          <a:latin typeface="Huawei Sans" panose="020C0503030203020204" pitchFamily="34" charset="0"/>
                          <a:ea typeface="方正兰亭黑简体" panose="02000000000000000000" pitchFamily="2" charset="-122"/>
                          <a:sym typeface="Huawei Sans" panose="020C0503030203020204" pitchFamily="34" charset="0"/>
                        </a:rPr>
                        <a:t>Ack</a:t>
                      </a:r>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en-US" sz="1200" b="0" i="0" u="none" strike="noStrike" dirty="0">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ctr" rtl="0"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54001">
                <a:tc>
                  <a:txBody>
                    <a:bodyPr/>
                    <a:lstStyle/>
                    <a:p>
                      <a:pPr algn="l" rtl="0" fontAlgn="t"/>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Bad Messages          </a:t>
                      </a:r>
                      <a:endParaRPr lang="en-US" sz="1200" b="0" i="0" u="none" strike="noStrike" dirty="0">
                        <a:solidFill>
                          <a:srgbClr val="1D1D1A"/>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ctr" rtl="0" fontAlgn="b"/>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31" name="AutoShape 17"/>
          <p:cNvSpPr>
            <a:spLocks noChangeArrowheads="1"/>
          </p:cNvSpPr>
          <p:nvPr/>
        </p:nvSpPr>
        <p:spPr bwMode="gray">
          <a:xfrm>
            <a:off x="5225822" y="4594495"/>
            <a:ext cx="5198832" cy="1144663"/>
          </a:xfrm>
          <a:prstGeom prst="roundRect">
            <a:avLst>
              <a:gd name="adj" fmla="val 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235058377"/>
              </p:ext>
            </p:extLst>
          </p:nvPr>
        </p:nvGraphicFramePr>
        <p:xfrm>
          <a:off x="5477988" y="4620612"/>
          <a:ext cx="2870200" cy="1097280"/>
        </p:xfrm>
        <a:graphic>
          <a:graphicData uri="http://schemas.openxmlformats.org/drawingml/2006/table">
            <a:tbl>
              <a:tblPr>
                <a:tableStyleId>{72833802-FEF1-4C79-8D5D-14CF1EAF98D9}</a:tableStyleId>
              </a:tblPr>
              <a:tblGrid>
                <a:gridCol w="1397084">
                  <a:extLst>
                    <a:ext uri="{9D8B030D-6E8A-4147-A177-3AD203B41FA5}">
                      <a16:colId xmlns:a16="http://schemas.microsoft.com/office/drawing/2014/main" val="20000"/>
                    </a:ext>
                  </a:extLst>
                </a:gridCol>
                <a:gridCol w="1473116">
                  <a:extLst>
                    <a:ext uri="{9D8B030D-6E8A-4147-A177-3AD203B41FA5}">
                      <a16:colId xmlns:a16="http://schemas.microsoft.com/office/drawing/2014/main" val="20001"/>
                    </a:ext>
                  </a:extLst>
                </a:gridCol>
              </a:tblGrid>
              <a:tr h="180975">
                <a:tc>
                  <a:txBody>
                    <a:bodyPr/>
                    <a:lstStyle/>
                    <a:p>
                      <a:pPr algn="l" fontAlgn="b"/>
                      <a:r>
                        <a:rPr 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PC&gt;ipconfig</a:t>
                      </a:r>
                      <a:endParaRPr lang="en-US"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tcPr>
                </a:tc>
                <a:tc>
                  <a:txBody>
                    <a:bodyPr/>
                    <a:lstStyle/>
                    <a:p>
                      <a:pPr algn="l" fontAlgn="b"/>
                      <a:endParaRPr lang="zh-CN" alt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0975">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IPv4 address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192.168.56.253</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0975">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Subnet mask</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255.255.255.0</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0975">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Gateway</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altLang="zh-CN"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192.168.56.254</a:t>
                      </a:r>
                      <a:endParaRPr lang="en-US" altLang="zh-CN"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0975">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Physical address</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54-89-98-39-22-B7</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0975">
                <a:tc>
                  <a:txBody>
                    <a:bodyPr/>
                    <a:lstStyle/>
                    <a:p>
                      <a:pPr algn="l" fontAlgn="b"/>
                      <a:r>
                        <a:rPr lang="en-US" sz="1200" u="none" strike="noStrike">
                          <a:effectLst/>
                          <a:latin typeface="Huawei Sans" panose="020C0503030203020204" pitchFamily="34" charset="0"/>
                          <a:ea typeface="方正兰亭黑简体" panose="02000000000000000000" pitchFamily="2" charset="-122"/>
                          <a:sym typeface="Huawei Sans" panose="020C0503030203020204" pitchFamily="34" charset="0"/>
                        </a:rPr>
                        <a:t>DNS server</a:t>
                      </a:r>
                      <a:endParaRPr lang="en-US" sz="1200" b="0" i="0" u="none" strike="noStrike">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192.168.1.1</a:t>
                      </a:r>
                      <a:endParaRPr lang="en-US" altLang="zh-CN" sz="1200" b="0" i="0" u="none" strike="noStrike"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0"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36" name="isḻïḑe">
            <a:extLst>
              <a:ext uri="{FF2B5EF4-FFF2-40B4-BE49-F238E27FC236}">
                <a16:creationId xmlns:a16="http://schemas.microsoft.com/office/drawing/2014/main" id="{24CBC826-002E-4B71-8291-B729E4BED0E3}"/>
              </a:ext>
            </a:extLst>
          </p:cNvPr>
          <p:cNvSpPr txBox="1"/>
          <p:nvPr/>
        </p:nvSpPr>
        <p:spPr bwMode="gray">
          <a:xfrm>
            <a:off x="267169" y="1781925"/>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42" name="ïšļïďe">
            <a:extLst>
              <a:ext uri="{FF2B5EF4-FFF2-40B4-BE49-F238E27FC236}">
                <a16:creationId xmlns:a16="http://schemas.microsoft.com/office/drawing/2014/main" id="{FB41FAD4-0BA5-4580-B72E-A6BFF22F8784}"/>
              </a:ext>
            </a:extLst>
          </p:cNvPr>
          <p:cNvSpPr txBox="1"/>
          <p:nvPr/>
        </p:nvSpPr>
        <p:spPr bwMode="gray">
          <a:xfrm>
            <a:off x="267169" y="3350849"/>
            <a:ext cx="158039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DHCP Relay</a:t>
            </a:r>
          </a:p>
        </p:txBody>
      </p:sp>
      <p:sp>
        <p:nvSpPr>
          <p:cNvPr id="43" name="ïṧļíḍê">
            <a:extLst>
              <a:ext uri="{FF2B5EF4-FFF2-40B4-BE49-F238E27FC236}">
                <a16:creationId xmlns:a16="http://schemas.microsoft.com/office/drawing/2014/main" id="{D1BCCD92-D45A-41F7-960F-30FC35568CBF}"/>
              </a:ext>
            </a:extLst>
          </p:cNvPr>
          <p:cNvSpPr txBox="1"/>
          <p:nvPr/>
        </p:nvSpPr>
        <p:spPr bwMode="gray">
          <a:xfrm>
            <a:off x="267169" y="4919773"/>
            <a:ext cx="116535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cxnSp>
        <p:nvCxnSpPr>
          <p:cNvPr id="45" name="直接连接符 44">
            <a:extLst>
              <a:ext uri="{FF2B5EF4-FFF2-40B4-BE49-F238E27FC236}">
                <a16:creationId xmlns:a16="http://schemas.microsoft.com/office/drawing/2014/main" id="{4AA622A8-8183-4782-A4A5-6DF01B92BB53}"/>
              </a:ext>
            </a:extLst>
          </p:cNvPr>
          <p:cNvCxnSpPr/>
          <p:nvPr/>
        </p:nvCxnSpPr>
        <p:spPr bwMode="gray">
          <a:xfrm>
            <a:off x="474688" y="1824558"/>
            <a:ext cx="0" cy="425224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pic>
        <p:nvPicPr>
          <p:cNvPr id="65" name="图片 6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6317" y="2088087"/>
            <a:ext cx="540000" cy="442800"/>
          </a:xfrm>
          <a:prstGeom prst="rect">
            <a:avLst/>
          </a:prstGeom>
        </p:spPr>
      </p:pic>
      <p:pic>
        <p:nvPicPr>
          <p:cNvPr id="66" name="图片 6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36317" y="3399197"/>
            <a:ext cx="540000" cy="442800"/>
          </a:xfrm>
          <a:prstGeom prst="rect">
            <a:avLst/>
          </a:prstGeom>
        </p:spPr>
      </p:pic>
      <p:pic>
        <p:nvPicPr>
          <p:cNvPr id="67" name="图片 66" descr="通用交换机.png"/>
          <p:cNvPicPr>
            <a:picLocks noChangeAspect="1"/>
          </p:cNvPicPr>
          <p:nvPr/>
        </p:nvPicPr>
        <p:blipFill>
          <a:blip r:embed="rId5" cstate="print"/>
          <a:stretch>
            <a:fillRect/>
          </a:stretch>
        </p:blipFill>
        <p:spPr bwMode="gray">
          <a:xfrm>
            <a:off x="2036317" y="4508449"/>
            <a:ext cx="540000" cy="441818"/>
          </a:xfrm>
          <a:prstGeom prst="rect">
            <a:avLst/>
          </a:prstGeom>
        </p:spPr>
      </p:pic>
      <p:cxnSp>
        <p:nvCxnSpPr>
          <p:cNvPr id="68" name="直接连接符 67"/>
          <p:cNvCxnSpPr>
            <a:stCxn id="65" idx="2"/>
            <a:endCxn id="66" idx="0"/>
          </p:cNvCxnSpPr>
          <p:nvPr/>
        </p:nvCxnSpPr>
        <p:spPr bwMode="gray">
          <a:xfrm>
            <a:off x="2306317" y="2530887"/>
            <a:ext cx="0" cy="868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6" idx="2"/>
            <a:endCxn id="67" idx="0"/>
          </p:cNvCxnSpPr>
          <p:nvPr/>
        </p:nvCxnSpPr>
        <p:spPr bwMode="gray">
          <a:xfrm>
            <a:off x="2306317" y="3841997"/>
            <a:ext cx="0" cy="666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75" idx="0"/>
            <a:endCxn id="67" idx="2"/>
          </p:cNvCxnSpPr>
          <p:nvPr/>
        </p:nvCxnSpPr>
        <p:spPr bwMode="gray">
          <a:xfrm flipV="1">
            <a:off x="2305849" y="4950267"/>
            <a:ext cx="468" cy="812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123"/>
          <p:cNvSpPr txBox="1"/>
          <p:nvPr/>
        </p:nvSpPr>
        <p:spPr bwMode="gray">
          <a:xfrm>
            <a:off x="1355178" y="5820140"/>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TextBox 123"/>
          <p:cNvSpPr txBox="1"/>
          <p:nvPr/>
        </p:nvSpPr>
        <p:spPr bwMode="gray">
          <a:xfrm>
            <a:off x="1355178" y="222526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3"/>
          <p:cNvSpPr txBox="1"/>
          <p:nvPr/>
        </p:nvSpPr>
        <p:spPr bwMode="gray">
          <a:xfrm>
            <a:off x="1355178" y="4625249"/>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3"/>
          <p:cNvSpPr txBox="1"/>
          <p:nvPr/>
        </p:nvSpPr>
        <p:spPr bwMode="gray">
          <a:xfrm>
            <a:off x="1355178" y="3486631"/>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5" name="图片 74" descr="PC.png"/>
          <p:cNvPicPr>
            <a:picLocks noChangeAspect="1"/>
          </p:cNvPicPr>
          <p:nvPr/>
        </p:nvPicPr>
        <p:blipFill>
          <a:blip r:embed="rId6" cstate="print"/>
          <a:stretch>
            <a:fillRect/>
          </a:stretch>
        </p:blipFill>
        <p:spPr bwMode="gray">
          <a:xfrm>
            <a:off x="2036317" y="5762812"/>
            <a:ext cx="539063" cy="414000"/>
          </a:xfrm>
          <a:prstGeom prst="rect">
            <a:avLst/>
          </a:prstGeom>
        </p:spPr>
      </p:pic>
      <p:sp>
        <p:nvSpPr>
          <p:cNvPr id="76" name="TextBox 123"/>
          <p:cNvSpPr txBox="1"/>
          <p:nvPr/>
        </p:nvSpPr>
        <p:spPr bwMode="gray">
          <a:xfrm rot="16200000">
            <a:off x="1984103" y="4054605"/>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3"/>
          <p:cNvSpPr txBox="1"/>
          <p:nvPr/>
        </p:nvSpPr>
        <p:spPr bwMode="gray">
          <a:xfrm rot="16200000">
            <a:off x="1998844" y="2832303"/>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3"/>
          <p:cNvSpPr txBox="1"/>
          <p:nvPr/>
        </p:nvSpPr>
        <p:spPr bwMode="gray">
          <a:xfrm rot="16200000">
            <a:off x="1987030" y="5202954"/>
            <a:ext cx="868378"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p:nvPr/>
        </p:nvCxnSpPr>
        <p:spPr>
          <a:xfrm>
            <a:off x="2695074" y="2099191"/>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695074" y="2541991"/>
            <a:ext cx="789271" cy="0"/>
          </a:xfrm>
          <a:prstGeom prst="line">
            <a:avLst/>
          </a:prstGeom>
          <a:ln w="12700">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051208" y="2128994"/>
            <a:ext cx="0" cy="363654"/>
          </a:xfrm>
          <a:prstGeom prst="line">
            <a:avLst/>
          </a:prstGeom>
          <a:ln w="19050">
            <a:solidFill>
              <a:srgbClr val="62B23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959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pPr>
              <a:lnSpc>
                <a:spcPct val="120000"/>
              </a:lnSpc>
            </a:pPr>
            <a:r>
              <a:rPr lang="en-US" altLang="zh-CN" sz="1400" dirty="0">
                <a:sym typeface="Huawei Sans" panose="020C0503030203020204" pitchFamily="34" charset="0"/>
              </a:rPr>
              <a:t>(</a:t>
            </a:r>
            <a:r>
              <a:rPr lang="zh-CN" altLang="en-US" sz="1400" dirty="0">
                <a:sym typeface="Huawei Sans" panose="020C0503030203020204" pitchFamily="34" charset="0"/>
              </a:rPr>
              <a:t>多选题</a:t>
            </a:r>
            <a:r>
              <a:rPr lang="en-US" altLang="zh-CN" sz="1400" dirty="0">
                <a:sym typeface="Huawei Sans" panose="020C0503030203020204" pitchFamily="34" charset="0"/>
              </a:rPr>
              <a:t>)OSPF</a:t>
            </a:r>
            <a:r>
              <a:rPr lang="zh-CN" altLang="en-US" sz="1400" dirty="0">
                <a:sym typeface="Huawei Sans" panose="020C0503030203020204" pitchFamily="34" charset="0"/>
              </a:rPr>
              <a:t>邻居关系无法建立，有可能是以下哪些原因？</a:t>
            </a:r>
            <a:r>
              <a:rPr lang="en-US" altLang="zh-CN" sz="1400" dirty="0">
                <a:sym typeface="Huawei Sans" panose="020C0503030203020204" pitchFamily="34" charset="0"/>
              </a:rPr>
              <a:t>(     )</a:t>
            </a:r>
          </a:p>
          <a:p>
            <a:pPr lvl="1">
              <a:lnSpc>
                <a:spcPct val="120000"/>
              </a:lnSpc>
            </a:pPr>
            <a:r>
              <a:rPr lang="en-US" altLang="zh-CN" sz="1200" dirty="0">
                <a:solidFill>
                  <a:srgbClr val="FF0000"/>
                </a:solidFill>
                <a:sym typeface="Huawei Sans" panose="020C0503030203020204" pitchFamily="34" charset="0"/>
              </a:rPr>
              <a:t>Router ID</a:t>
            </a:r>
            <a:r>
              <a:rPr lang="zh-CN" altLang="en-US" sz="1200" dirty="0">
                <a:solidFill>
                  <a:srgbClr val="FF0000"/>
                </a:solidFill>
                <a:sym typeface="Huawei Sans" panose="020C0503030203020204" pitchFamily="34" charset="0"/>
              </a:rPr>
              <a:t>冲突  </a:t>
            </a:r>
            <a:endParaRPr lang="en-US" altLang="zh-CN" sz="1200" dirty="0">
              <a:solidFill>
                <a:srgbClr val="FF0000"/>
              </a:solidFill>
              <a:sym typeface="Huawei Sans" panose="020C0503030203020204" pitchFamily="34" charset="0"/>
            </a:endParaRPr>
          </a:p>
          <a:p>
            <a:pPr lvl="1">
              <a:lnSpc>
                <a:spcPct val="120000"/>
              </a:lnSpc>
            </a:pPr>
            <a:r>
              <a:rPr lang="zh-CN" altLang="en-US" sz="1200" dirty="0">
                <a:solidFill>
                  <a:srgbClr val="FF0000"/>
                </a:solidFill>
                <a:sym typeface="Huawei Sans" panose="020C0503030203020204" pitchFamily="34" charset="0"/>
              </a:rPr>
              <a:t>区域</a:t>
            </a:r>
            <a:r>
              <a:rPr lang="en-US" altLang="zh-CN" sz="1200" dirty="0">
                <a:solidFill>
                  <a:srgbClr val="FF0000"/>
                </a:solidFill>
                <a:sym typeface="Huawei Sans" panose="020C0503030203020204" pitchFamily="34" charset="0"/>
              </a:rPr>
              <a:t>ID</a:t>
            </a:r>
            <a:r>
              <a:rPr lang="zh-CN" altLang="en-US" sz="1200" dirty="0">
                <a:solidFill>
                  <a:srgbClr val="FF0000"/>
                </a:solidFill>
                <a:sym typeface="Huawei Sans" panose="020C0503030203020204" pitchFamily="34" charset="0"/>
              </a:rPr>
              <a:t>不匹配</a:t>
            </a:r>
            <a:endParaRPr lang="en-US" altLang="zh-CN" sz="1200" dirty="0">
              <a:solidFill>
                <a:srgbClr val="FF0000"/>
              </a:solidFill>
              <a:sym typeface="Huawei Sans" panose="020C0503030203020204" pitchFamily="34" charset="0"/>
            </a:endParaRPr>
          </a:p>
          <a:p>
            <a:pPr lvl="1">
              <a:lnSpc>
                <a:spcPct val="120000"/>
              </a:lnSpc>
            </a:pPr>
            <a:r>
              <a:rPr lang="zh-CN" altLang="en-US" sz="1200" dirty="0">
                <a:solidFill>
                  <a:srgbClr val="FF0000"/>
                </a:solidFill>
                <a:sym typeface="Huawei Sans" panose="020C0503030203020204" pitchFamily="34" charset="0"/>
              </a:rPr>
              <a:t>接口掩码不匹配（</a:t>
            </a:r>
            <a:r>
              <a:rPr lang="en-US" altLang="zh-CN" sz="1200" dirty="0">
                <a:solidFill>
                  <a:srgbClr val="FF0000"/>
                </a:solidFill>
                <a:sym typeface="Huawei Sans" panose="020C0503030203020204" pitchFamily="34" charset="0"/>
              </a:rPr>
              <a:t>MA</a:t>
            </a:r>
            <a:r>
              <a:rPr lang="zh-CN" altLang="en-US" sz="1200" dirty="0">
                <a:solidFill>
                  <a:srgbClr val="FF0000"/>
                </a:solidFill>
                <a:sym typeface="Huawei Sans" panose="020C0503030203020204" pitchFamily="34" charset="0"/>
              </a:rPr>
              <a:t>网络类型）</a:t>
            </a:r>
            <a:endParaRPr lang="en-US" altLang="zh-CN" sz="1200" dirty="0">
              <a:solidFill>
                <a:srgbClr val="FF0000"/>
              </a:solidFill>
              <a:sym typeface="Huawei Sans" panose="020C0503030203020204" pitchFamily="34" charset="0"/>
            </a:endParaRPr>
          </a:p>
          <a:p>
            <a:pPr lvl="1">
              <a:lnSpc>
                <a:spcPct val="120000"/>
              </a:lnSpc>
            </a:pPr>
            <a:r>
              <a:rPr lang="zh-CN" altLang="en-US" sz="1200" dirty="0">
                <a:sym typeface="Huawei Sans" panose="020C0503030203020204" pitchFamily="34" charset="0"/>
              </a:rPr>
              <a:t>进程号不一致</a:t>
            </a:r>
            <a:endParaRPr lang="en-US" altLang="zh-CN" sz="1200" dirty="0">
              <a:sym typeface="Huawei Sans" panose="020C0503030203020204" pitchFamily="34" charset="0"/>
            </a:endParaRPr>
          </a:p>
          <a:p>
            <a:pPr>
              <a:lnSpc>
                <a:spcPct val="120000"/>
              </a:lnSpc>
            </a:pPr>
            <a:r>
              <a:rPr lang="en-US" altLang="zh-CN" sz="1400" dirty="0">
                <a:sym typeface="Huawei Sans" panose="020C0503030203020204" pitchFamily="34" charset="0"/>
              </a:rPr>
              <a:t>(</a:t>
            </a:r>
            <a:r>
              <a:rPr lang="zh-CN" altLang="en-US" sz="1400" dirty="0">
                <a:sym typeface="Huawei Sans" panose="020C0503030203020204" pitchFamily="34" charset="0"/>
              </a:rPr>
              <a:t>判断题</a:t>
            </a:r>
            <a:r>
              <a:rPr lang="en-US" altLang="zh-CN" sz="1400" dirty="0">
                <a:sym typeface="Huawei Sans" panose="020C0503030203020204" pitchFamily="34" charset="0"/>
              </a:rPr>
              <a:t>)</a:t>
            </a:r>
            <a:r>
              <a:rPr lang="zh-CN" altLang="en-US" sz="1400" dirty="0">
                <a:sym typeface="Huawei Sans" panose="020C0503030203020204" pitchFamily="34" charset="0"/>
              </a:rPr>
              <a:t>运行</a:t>
            </a:r>
            <a:r>
              <a:rPr lang="en-US" altLang="zh-CN" sz="1400" dirty="0">
                <a:sym typeface="Huawei Sans" panose="020C0503030203020204" pitchFamily="34" charset="0"/>
              </a:rPr>
              <a:t>IS-IS</a:t>
            </a:r>
            <a:r>
              <a:rPr lang="zh-CN" altLang="en-US" sz="1400" dirty="0">
                <a:sym typeface="Huawei Sans" panose="020C0503030203020204" pitchFamily="34" charset="0"/>
              </a:rPr>
              <a:t>协议的路由器，如果接口下的路由器层级和全局路由器层级不一致，以接口路由器层级为准。</a:t>
            </a:r>
            <a:r>
              <a:rPr lang="en-US" altLang="zh-CN" sz="1400" dirty="0">
                <a:sym typeface="Huawei Sans" panose="020C0503030203020204" pitchFamily="34" charset="0"/>
              </a:rPr>
              <a:t>(     )</a:t>
            </a:r>
          </a:p>
          <a:p>
            <a:pPr lvl="1">
              <a:lnSpc>
                <a:spcPct val="120000"/>
              </a:lnSpc>
            </a:pPr>
            <a:r>
              <a:rPr lang="zh-CN" altLang="en-US" sz="1200" dirty="0">
                <a:sym typeface="Huawei Sans" panose="020C0503030203020204" pitchFamily="34" charset="0"/>
              </a:rPr>
              <a:t>正确</a:t>
            </a:r>
            <a:endParaRPr lang="en-US" altLang="zh-CN" sz="1200" dirty="0">
              <a:sym typeface="Huawei Sans" panose="020C0503030203020204" pitchFamily="34" charset="0"/>
            </a:endParaRPr>
          </a:p>
          <a:p>
            <a:pPr lvl="1">
              <a:lnSpc>
                <a:spcPct val="120000"/>
              </a:lnSpc>
            </a:pPr>
            <a:r>
              <a:rPr lang="zh-CN" altLang="en-US" sz="1200" dirty="0">
                <a:solidFill>
                  <a:srgbClr val="FF0000"/>
                </a:solidFill>
                <a:sym typeface="Huawei Sans" panose="020C0503030203020204" pitchFamily="34" charset="0"/>
              </a:rPr>
              <a:t>错误（应该以</a:t>
            </a:r>
            <a:r>
              <a:rPr lang="en-US" altLang="zh-CN" sz="1200" dirty="0">
                <a:solidFill>
                  <a:srgbClr val="FF0000"/>
                </a:solidFill>
                <a:sym typeface="Huawei Sans" panose="020C0503030203020204" pitchFamily="34" charset="0"/>
              </a:rPr>
              <a:t>IS-IS</a:t>
            </a:r>
            <a:r>
              <a:rPr lang="zh-CN" altLang="en-US" sz="1200" dirty="0">
                <a:solidFill>
                  <a:srgbClr val="FF0000"/>
                </a:solidFill>
                <a:sym typeface="Huawei Sans" panose="020C0503030203020204" pitchFamily="34" charset="0"/>
              </a:rPr>
              <a:t>进程等级为准）</a:t>
            </a:r>
            <a:endParaRPr lang="en-US" altLang="zh-CN" sz="1200" dirty="0">
              <a:solidFill>
                <a:srgbClr val="FF0000"/>
              </a:solidFill>
              <a:sym typeface="Huawei Sans" panose="020C0503030203020204" pitchFamily="34" charset="0"/>
            </a:endParaRPr>
          </a:p>
          <a:p>
            <a:pPr lvl="0">
              <a:lnSpc>
                <a:spcPct val="120000"/>
              </a:lnSpc>
            </a:pPr>
            <a:r>
              <a:rPr lang="en-US" altLang="zh-CN" sz="1400" dirty="0">
                <a:sym typeface="Huawei Sans" panose="020C0503030203020204" pitchFamily="34" charset="0"/>
              </a:rPr>
              <a:t>(</a:t>
            </a:r>
            <a:r>
              <a:rPr lang="zh-CN" altLang="en-US" sz="1400" dirty="0">
                <a:sym typeface="Huawei Sans" panose="020C0503030203020204" pitchFamily="34" charset="0"/>
              </a:rPr>
              <a:t>多选题</a:t>
            </a:r>
            <a:r>
              <a:rPr lang="en-US" altLang="zh-CN" sz="1400" dirty="0">
                <a:sym typeface="Huawei Sans" panose="020C0503030203020204" pitchFamily="34" charset="0"/>
              </a:rPr>
              <a:t>)</a:t>
            </a:r>
            <a:r>
              <a:rPr lang="zh-CN" altLang="en-US" sz="1400" dirty="0">
                <a:sym typeface="Huawei Sans" panose="020C0503030203020204" pitchFamily="34" charset="0"/>
              </a:rPr>
              <a:t>二层环路可能会产生哪些故障现象？</a:t>
            </a:r>
            <a:r>
              <a:rPr lang="en-US" altLang="zh-CN" sz="1400" dirty="0">
                <a:sym typeface="Huawei Sans" panose="020C0503030203020204" pitchFamily="34" charset="0"/>
              </a:rPr>
              <a:t>(     )</a:t>
            </a:r>
          </a:p>
          <a:p>
            <a:pPr lvl="1">
              <a:lnSpc>
                <a:spcPct val="120000"/>
              </a:lnSpc>
            </a:pPr>
            <a:r>
              <a:rPr lang="zh-CN" altLang="en-US" sz="1200" dirty="0">
                <a:solidFill>
                  <a:srgbClr val="FF0000"/>
                </a:solidFill>
                <a:sym typeface="Huawei Sans" panose="020C0503030203020204" pitchFamily="34" charset="0"/>
              </a:rPr>
              <a:t>设备无法远程登录</a:t>
            </a:r>
            <a:r>
              <a:rPr lang="zh-CN" altLang="en-US" sz="1200" dirty="0">
                <a:sym typeface="Huawei Sans" panose="020C0503030203020204" pitchFamily="34" charset="0"/>
              </a:rPr>
              <a:t>。</a:t>
            </a:r>
          </a:p>
          <a:p>
            <a:pPr lvl="1">
              <a:lnSpc>
                <a:spcPct val="120000"/>
              </a:lnSpc>
            </a:pPr>
            <a:r>
              <a:rPr lang="zh-CN" altLang="en-US" sz="1200" dirty="0">
                <a:solidFill>
                  <a:srgbClr val="FF0000"/>
                </a:solidFill>
                <a:sym typeface="Huawei Sans" panose="020C0503030203020204" pitchFamily="34" charset="0"/>
              </a:rPr>
              <a:t>在设备上使用</a:t>
            </a:r>
            <a:r>
              <a:rPr lang="en-US" altLang="zh-CN" sz="1200" dirty="0">
                <a:solidFill>
                  <a:srgbClr val="FF0000"/>
                </a:solidFill>
                <a:sym typeface="Huawei Sans" panose="020C0503030203020204" pitchFamily="34" charset="0"/>
              </a:rPr>
              <a:t>display interface</a:t>
            </a:r>
            <a:r>
              <a:rPr lang="zh-CN" altLang="en-US" sz="1200" dirty="0">
                <a:solidFill>
                  <a:srgbClr val="FF0000"/>
                </a:solidFill>
                <a:sym typeface="Huawei Sans" panose="020C0503030203020204" pitchFamily="34" charset="0"/>
              </a:rPr>
              <a:t>命令查看接口统计信息时发现接口收到大量广播报文</a:t>
            </a:r>
            <a:r>
              <a:rPr lang="zh-CN" altLang="en-US" sz="1200" dirty="0">
                <a:sym typeface="Huawei Sans" panose="020C0503030203020204" pitchFamily="34" charset="0"/>
              </a:rPr>
              <a:t>。</a:t>
            </a:r>
          </a:p>
          <a:p>
            <a:pPr lvl="1">
              <a:lnSpc>
                <a:spcPct val="120000"/>
              </a:lnSpc>
            </a:pPr>
            <a:r>
              <a:rPr lang="zh-CN" altLang="en-US" sz="1200" dirty="0">
                <a:solidFill>
                  <a:srgbClr val="FF0000"/>
                </a:solidFill>
                <a:sym typeface="Huawei Sans" panose="020C0503030203020204" pitchFamily="34" charset="0"/>
              </a:rPr>
              <a:t>使用串口登录设备进行操作时，操作比较慢</a:t>
            </a:r>
            <a:r>
              <a:rPr lang="zh-CN" altLang="en-US" sz="1200" dirty="0">
                <a:sym typeface="Huawei Sans" panose="020C0503030203020204" pitchFamily="34" charset="0"/>
              </a:rPr>
              <a:t>。</a:t>
            </a:r>
          </a:p>
          <a:p>
            <a:pPr lvl="1">
              <a:lnSpc>
                <a:spcPct val="120000"/>
              </a:lnSpc>
            </a:pPr>
            <a:r>
              <a:rPr lang="en-US" altLang="zh-CN" sz="1200" dirty="0">
                <a:solidFill>
                  <a:srgbClr val="FF0000"/>
                </a:solidFill>
                <a:sym typeface="Huawei Sans" panose="020C0503030203020204" pitchFamily="34" charset="0"/>
              </a:rPr>
              <a:t>CPU</a:t>
            </a:r>
            <a:r>
              <a:rPr lang="zh-CN" altLang="en-US" sz="1200" dirty="0">
                <a:solidFill>
                  <a:srgbClr val="FF0000"/>
                </a:solidFill>
                <a:sym typeface="Huawei Sans" panose="020C0503030203020204" pitchFamily="34" charset="0"/>
              </a:rPr>
              <a:t>占用率超过</a:t>
            </a:r>
            <a:r>
              <a:rPr lang="en-US" altLang="zh-CN" sz="1200" dirty="0">
                <a:solidFill>
                  <a:srgbClr val="FF0000"/>
                </a:solidFill>
                <a:sym typeface="Huawei Sans" panose="020C0503030203020204" pitchFamily="34" charset="0"/>
              </a:rPr>
              <a:t>70%</a:t>
            </a:r>
          </a:p>
          <a:p>
            <a:pPr>
              <a:lnSpc>
                <a:spcPct val="120000"/>
              </a:lnSpc>
            </a:pPr>
            <a:endParaRPr lang="zh-CN" altLang="en-US" sz="1400" dirty="0">
              <a:sym typeface="Huawei Sans" panose="020C0503030203020204" pitchFamily="34" charset="0"/>
            </a:endParaRPr>
          </a:p>
        </p:txBody>
      </p:sp>
    </p:spTree>
    <p:extLst>
      <p:ext uri="{BB962C8B-B14F-4D97-AF65-F5344CB8AC3E}">
        <p14:creationId xmlns:p14="http://schemas.microsoft.com/office/powerpoint/2010/main" val="35073959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zh-CN" altLang="en-US" sz="1800" dirty="0">
                <a:sym typeface="Huawei Sans" panose="020C0503030203020204" pitchFamily="34" charset="0"/>
              </a:rPr>
              <a:t>流程化故障处理的步骤主要包括报告故障、确认故障、收集信息、判断分析、原因列表、故障评估、逐一排查、解决故障、收尾工作。</a:t>
            </a:r>
            <a:endParaRPr lang="en-US" altLang="zh-CN" sz="1800" dirty="0">
              <a:sym typeface="Huawei Sans" panose="020C0503030203020204" pitchFamily="34" charset="0"/>
            </a:endParaRPr>
          </a:p>
          <a:p>
            <a:r>
              <a:rPr lang="zh-CN" altLang="en-US" sz="1800" dirty="0">
                <a:sym typeface="Huawei Sans" panose="020C0503030203020204" pitchFamily="34" charset="0"/>
              </a:rPr>
              <a:t>故障处理的主要目的是恢复业务的正常运行，因此故障排除前需要掌握业务流量路径。故障排除主要有分层故障处理法、对比法、分块故障处理法、分段故障处理法、替换法。</a:t>
            </a:r>
            <a:endParaRPr lang="en-US" altLang="zh-CN" sz="1800" dirty="0">
              <a:sym typeface="Huawei Sans" panose="020C0503030203020204" pitchFamily="34" charset="0"/>
            </a:endParaRPr>
          </a:p>
          <a:p>
            <a:r>
              <a:rPr lang="zh-CN" altLang="en-US" sz="1800" dirty="0">
                <a:sym typeface="Huawei Sans" panose="020C0503030203020204" pitchFamily="34" charset="0"/>
              </a:rPr>
              <a:t>局域网中通常采用更换硬件的方式处理链路或者设备故障，采用</a:t>
            </a:r>
            <a:r>
              <a:rPr lang="en-US" altLang="zh-CN" sz="1800" dirty="0">
                <a:sym typeface="Huawei Sans" panose="020C0503030203020204" pitchFamily="34" charset="0"/>
              </a:rPr>
              <a:t>STP</a:t>
            </a:r>
            <a:r>
              <a:rPr lang="zh-CN" altLang="en-US" sz="1800" dirty="0">
                <a:sym typeface="Huawei Sans" panose="020C0503030203020204" pitchFamily="34" charset="0"/>
              </a:rPr>
              <a:t>处理局域网环路。</a:t>
            </a:r>
            <a:endParaRPr lang="en-US" altLang="zh-CN" sz="1800" dirty="0">
              <a:sym typeface="Huawei Sans" panose="020C0503030203020204" pitchFamily="34" charset="0"/>
            </a:endParaRPr>
          </a:p>
          <a:p>
            <a:r>
              <a:rPr lang="zh-CN" altLang="en-US" sz="1800" dirty="0">
                <a:sym typeface="Huawei Sans" panose="020C0503030203020204" pitchFamily="34" charset="0"/>
              </a:rPr>
              <a:t>网络层故障主要表现在路由不可达。本课程介绍了</a:t>
            </a:r>
            <a:r>
              <a:rPr lang="en-US" altLang="zh-CN" sz="1800" dirty="0">
                <a:sym typeface="Huawei Sans" panose="020C0503030203020204" pitchFamily="34" charset="0"/>
              </a:rPr>
              <a:t>OSPF</a:t>
            </a:r>
            <a:r>
              <a:rPr lang="zh-CN" altLang="en-US" sz="1800" dirty="0">
                <a:sym typeface="Huawei Sans" panose="020C0503030203020204" pitchFamily="34" charset="0"/>
              </a:rPr>
              <a:t>、</a:t>
            </a:r>
            <a:r>
              <a:rPr lang="en-US" altLang="zh-CN" sz="1800" dirty="0">
                <a:sym typeface="Huawei Sans" panose="020C0503030203020204" pitchFamily="34" charset="0"/>
              </a:rPr>
              <a:t>IS-IS</a:t>
            </a:r>
            <a:r>
              <a:rPr lang="zh-CN" altLang="en-US" sz="1800" dirty="0">
                <a:sym typeface="Huawei Sans" panose="020C0503030203020204" pitchFamily="34" charset="0"/>
              </a:rPr>
              <a:t>、</a:t>
            </a:r>
            <a:r>
              <a:rPr lang="en-US" altLang="zh-CN" sz="1800" dirty="0">
                <a:sym typeface="Huawei Sans" panose="020C0503030203020204" pitchFamily="34" charset="0"/>
              </a:rPr>
              <a:t>BGP</a:t>
            </a:r>
            <a:r>
              <a:rPr lang="zh-CN" altLang="en-US" sz="1800" dirty="0">
                <a:sym typeface="Huawei Sans" panose="020C0503030203020204" pitchFamily="34" charset="0"/>
              </a:rPr>
              <a:t>邻居关系不能正常建立的原因和处理步骤。</a:t>
            </a:r>
            <a:endParaRPr lang="en-US" altLang="zh-CN" sz="1800" dirty="0">
              <a:sym typeface="Huawei Sans" panose="020C0503030203020204" pitchFamily="34" charset="0"/>
            </a:endParaRPr>
          </a:p>
          <a:p>
            <a:r>
              <a:rPr lang="zh-CN" altLang="en-US" sz="1800" dirty="0">
                <a:sym typeface="Huawei Sans" panose="020C0503030203020204" pitchFamily="34" charset="0"/>
              </a:rPr>
              <a:t>故障处理人员要有丰富的知识，并且要熟练运用多种故障处理的方法，除此之外，故障处理的经验总结同样重要。</a:t>
            </a:r>
            <a:endParaRPr lang="en-US" altLang="zh-CN" sz="18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41088103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348256"/>
      </p:ext>
    </p:extLst>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A4FFD3-911F-445D-A4DD-59880125D6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DA5960F2-6186-408B-A0DC-5CA5E58B604F}">
  <ds:schemaRefs>
    <ds:schemaRef ds:uri="http://schemas.microsoft.com/office/2006/documentManagement/types"/>
    <ds:schemaRef ds:uri="http://purl.org/dc/dcmitype/"/>
    <ds:schemaRef ds:uri="http://www.w3.org/XML/1998/namespace"/>
    <ds:schemaRef ds:uri="475f1e55-3009-46d8-9566-5d569a2b3a98"/>
    <ds:schemaRef ds:uri="http://schemas.openxmlformats.org/package/2006/metadata/core-properties"/>
    <ds:schemaRef ds:uri="http://schemas.microsoft.com/office/infopath/2007/PartnerControls"/>
    <ds:schemaRef ds:uri="http://purl.org/dc/elements/1.1/"/>
    <ds:schemaRef ds:uri="http://purl.org/dc/term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3518</TotalTime>
  <Words>9966</Words>
  <Application>Microsoft Office PowerPoint</Application>
  <PresentationFormat>宽屏</PresentationFormat>
  <Paragraphs>2185</Paragraphs>
  <Slides>70</Slides>
  <Notes>70</Notes>
  <HiddenSlides>1</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70</vt:i4>
      </vt:variant>
    </vt:vector>
  </HeadingPairs>
  <TitlesOfParts>
    <vt:vector size="80" baseType="lpstr">
      <vt:lpstr>Huawei Sans</vt:lpstr>
      <vt:lpstr>方正兰亭黑简体</vt:lpstr>
      <vt:lpstr>微软雅黑</vt:lpstr>
      <vt:lpstr>微软雅黑</vt:lpstr>
      <vt:lpstr>Arial</vt:lpstr>
      <vt:lpstr>Wingdings</vt:lpstr>
      <vt:lpstr>2_标题页模板</vt:lpstr>
      <vt:lpstr>3_功能页模板</vt:lpstr>
      <vt:lpstr>4_内容页模板</vt:lpstr>
      <vt:lpstr>5_感谢页模板</vt:lpstr>
      <vt:lpstr>PowerPoint 演示文稿</vt:lpstr>
      <vt:lpstr>网络故障排除</vt:lpstr>
      <vt:lpstr>PowerPoint 演示文稿</vt:lpstr>
      <vt:lpstr>PowerPoint 演示文稿</vt:lpstr>
      <vt:lpstr>PowerPoint 演示文稿</vt:lpstr>
      <vt:lpstr>什么是网络故障</vt:lpstr>
      <vt:lpstr>PowerPoint 演示文稿</vt:lpstr>
      <vt:lpstr>结构化的网络故障排除流程</vt:lpstr>
      <vt:lpstr>报告故障</vt:lpstr>
      <vt:lpstr>报告故障：主动沟通确认</vt:lpstr>
      <vt:lpstr>确认故障</vt:lpstr>
      <vt:lpstr>收集信息</vt:lpstr>
      <vt:lpstr>判断分析</vt:lpstr>
      <vt:lpstr>原因列表</vt:lpstr>
      <vt:lpstr>故障评估</vt:lpstr>
      <vt:lpstr>逐一排查</vt:lpstr>
      <vt:lpstr>解决故障</vt:lpstr>
      <vt:lpstr>收尾工作</vt:lpstr>
      <vt:lpstr>PowerPoint 演示文稿</vt:lpstr>
      <vt:lpstr>以业务流量路径为核心的故障排除思想</vt:lpstr>
      <vt:lpstr>确认业务流量路径：网络层</vt:lpstr>
      <vt:lpstr>确认业务流量路径：数据链路层</vt:lpstr>
      <vt:lpstr>分层故障处理法</vt:lpstr>
      <vt:lpstr>对比配置法</vt:lpstr>
      <vt:lpstr>分块故障处理法</vt:lpstr>
      <vt:lpstr>分块故障处理法：示例</vt:lpstr>
      <vt:lpstr>分段故障处理法</vt:lpstr>
      <vt:lpstr>替换法</vt:lpstr>
      <vt:lpstr>故障处理对网络维护和管理人员的要求</vt:lpstr>
      <vt:lpstr>PowerPoint 演示文稿</vt:lpstr>
      <vt:lpstr>PowerPoint 演示文稿</vt:lpstr>
      <vt:lpstr>拓扑介绍 (1)</vt:lpstr>
      <vt:lpstr>拓扑介绍 (2)</vt:lpstr>
      <vt:lpstr>拓扑介绍 (3)</vt:lpstr>
      <vt:lpstr>故障现象</vt:lpstr>
      <vt:lpstr>PC1和PC13无法正常通信 (1) </vt:lpstr>
      <vt:lpstr>PC1和PC13无法正常通信 (2) </vt:lpstr>
      <vt:lpstr>PC1和PC13无法正常通信 (3) </vt:lpstr>
      <vt:lpstr>PC1和PC13无法正常通信 (4) </vt:lpstr>
      <vt:lpstr>PC1和PC13无法正常通信 (5) </vt:lpstr>
      <vt:lpstr>PC1和PC13无法正常通信 (6) </vt:lpstr>
      <vt:lpstr>PC1和PC13无法正常通信 (7) </vt:lpstr>
      <vt:lpstr>PC1和PC13无法正常通信 (8) </vt:lpstr>
      <vt:lpstr>PowerPoint 演示文稿</vt:lpstr>
      <vt:lpstr>PC1无法使用FTP服务 (1) </vt:lpstr>
      <vt:lpstr>PC1无法使用FTP服务 (2) </vt:lpstr>
      <vt:lpstr>PC1无法使用FTP服务 (3) </vt:lpstr>
      <vt:lpstr>PC1无法使用FTP服务 (4) </vt:lpstr>
      <vt:lpstr>PC1无法使用FTP服务 (5) </vt:lpstr>
      <vt:lpstr>PC1无法使用FTP服务 (6) </vt:lpstr>
      <vt:lpstr>PC1无法使用FTP服务 (7) </vt:lpstr>
      <vt:lpstr>PC1无法使用FTP服务 (8) </vt:lpstr>
      <vt:lpstr>PC1无法使用FTP服务 (9) </vt:lpstr>
      <vt:lpstr>PC1无法使用FTP服务 (10) </vt:lpstr>
      <vt:lpstr>PC1无法使用FTP服务 (11) </vt:lpstr>
      <vt:lpstr>PC1无法使用FTP服务 (12) </vt:lpstr>
      <vt:lpstr>PC1无法使用FTP服务 (13) </vt:lpstr>
      <vt:lpstr>PC1无法使用FTP服务 (14) </vt:lpstr>
      <vt:lpstr>PC1无法使用FTP服务 (15) </vt:lpstr>
      <vt:lpstr>PC1无法使用FTP服务 (16) </vt:lpstr>
      <vt:lpstr>PC1无法使用FTP服务总结</vt:lpstr>
      <vt:lpstr>PowerPoint 演示文稿</vt:lpstr>
      <vt:lpstr>PC5无法和任何主机通信 (1) </vt:lpstr>
      <vt:lpstr>PC5无法和任何主机通信 (2) </vt:lpstr>
      <vt:lpstr>PC5无法和任何主机通信 (3) </vt:lpstr>
      <vt:lpstr>PC5无法和任何主机通信 (4) </vt:lpstr>
      <vt:lpstr>PC5无法和任何主机通信 (5) </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279</cp:revision>
  <cp:lastPrinted>2020-07-31T09:33:18Z</cp:lastPrinted>
  <dcterms:created xsi:type="dcterms:W3CDTF">2018-11-29T10:16:29Z</dcterms:created>
  <dcterms:modified xsi:type="dcterms:W3CDTF">2023-12-10T08:04:13Z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(3)rgaDo0RBrH6fKAlgMyz4LmYLegdLijiappC5TyyNya7ywXl7hxKPtM+nw+jNd+o46rptDjxE
NNM/77cdrm1iGnpnRmVivjiRQITbXwPMqEFTDgjopnmrzuS8nnvj+vlodJ9RcbZy4U8F+MXp
YSKkf7MtkNOPeiOKcY+1Gsc/A2bAoHscfGUCf+glFhp3KEdOrrJmQVT/hpS87HLGbIfjzUWQ
Mg2icDjndqXeGf4Kmk</vt:lpwstr>
  </property>
  <property fmtid="{D5CDD505-2E9C-101B-9397-08002B2CF9AE}" pid="3" name="_2015_ms_pID_7253431">
    <vt:lpwstr>8Fo5mJd6jZl/mrmefbyEAW6XOMJr/XEwHXjFO0mpg34tu+ds0X2fAF
cNpGxglK4JHsJEVAwxNhJ+WslEHmpJSDLo26cHSFlP0PKQE3Or9SPXcgrZCI69dvKMAANt0k
/DTkLUv+HLXxr7kEwAni54L3K63MjCV/KfChF8o4hvHcJZo+IvV8gVxvh7n+UH0yXs7mBW0B
enchYFrmOHgYg4z/sZL8FenvvNk/vkfG4raU</vt:lpwstr>
  </property>
  <property fmtid="{D5CDD505-2E9C-101B-9397-08002B2CF9AE}" pid="4" name="_2015_ms_pID_7253432">
    <vt:lpwstr>8GLlr3tnh19kE0EeuCAACAU=</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1634713975</vt:lpwstr>
  </property>
</Properties>
</file>
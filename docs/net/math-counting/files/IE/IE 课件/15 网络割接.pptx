
<file path=[Content_Types].xml><?xml version="1.0" encoding="utf-8"?>
<Types xmlns="http://schemas.openxmlformats.org/package/2006/content-types">
  <Default Extension="docx" ContentType="application/vnd.openxmlformats-officedocument.wordprocessingml.document"/>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xml" ContentType="application/vnd.openxmlformats-officedocument.presentationml.tags+xml"/>
  <Override PartName="/ppt/notesSlides/notesSlide11.xml" ContentType="application/vnd.openxmlformats-officedocument.presentationml.notesSlide+xml"/>
  <Override PartName="/ppt/tags/tag2.xml" ContentType="application/vnd.openxmlformats-officedocument.presentationml.tags+xml"/>
  <Override PartName="/ppt/notesSlides/notesSlide12.xml" ContentType="application/vnd.openxmlformats-officedocument.presentationml.notesSlide+xml"/>
  <Override PartName="/ppt/tags/tag3.xml" ContentType="application/vnd.openxmlformats-officedocument.presentationml.tags+xml"/>
  <Override PartName="/ppt/notesSlides/notesSlide13.xml" ContentType="application/vnd.openxmlformats-officedocument.presentationml.notesSlide+xml"/>
  <Override PartName="/ppt/tags/tag4.xml" ContentType="application/vnd.openxmlformats-officedocument.presentationml.tags+xml"/>
  <Override PartName="/ppt/notesSlides/notesSlide14.xml" ContentType="application/vnd.openxmlformats-officedocument.presentationml.notesSlide+xml"/>
  <Override PartName="/ppt/tags/tag5.xml" ContentType="application/vnd.openxmlformats-officedocument.presentationml.tags+xml"/>
  <Override PartName="/ppt/notesSlides/notesSlide15.xml" ContentType="application/vnd.openxmlformats-officedocument.presentationml.notesSlide+xml"/>
  <Override PartName="/ppt/tags/tag6.xml" ContentType="application/vnd.openxmlformats-officedocument.presentationml.tags+xml"/>
  <Override PartName="/ppt/notesSlides/notesSlide16.xml" ContentType="application/vnd.openxmlformats-officedocument.presentationml.notesSlide+xml"/>
  <Override PartName="/ppt/tags/tag7.xml" ContentType="application/vnd.openxmlformats-officedocument.presentationml.tags+xml"/>
  <Override PartName="/ppt/notesSlides/notesSlide17.xml" ContentType="application/vnd.openxmlformats-officedocument.presentationml.notesSlide+xml"/>
  <Override PartName="/ppt/tags/tag8.xml" ContentType="application/vnd.openxmlformats-officedocument.presentationml.tags+xml"/>
  <Override PartName="/ppt/notesSlides/notesSlide18.xml" ContentType="application/vnd.openxmlformats-officedocument.presentationml.notesSlide+xml"/>
  <Override PartName="/ppt/tags/tag9.xml" ContentType="application/vnd.openxmlformats-officedocument.presentationml.tags+xml"/>
  <Override PartName="/ppt/notesSlides/notesSlide19.xml" ContentType="application/vnd.openxmlformats-officedocument.presentationml.notesSlide+xml"/>
  <Override PartName="/ppt/tags/tag10.xml" ContentType="application/vnd.openxmlformats-officedocument.presentationml.tags+xml"/>
  <Override PartName="/ppt/notesSlides/notesSlide20.xml" ContentType="application/vnd.openxmlformats-officedocument.presentationml.notesSlide+xml"/>
  <Override PartName="/ppt/tags/tag11.xml" ContentType="application/vnd.openxmlformats-officedocument.presentationml.tags+xml"/>
  <Override PartName="/ppt/notesSlides/notesSlide21.xml" ContentType="application/vnd.openxmlformats-officedocument.presentationml.notesSlide+xml"/>
  <Override PartName="/ppt/tags/tag12.xml" ContentType="application/vnd.openxmlformats-officedocument.presentationml.tags+xml"/>
  <Override PartName="/ppt/notesSlides/notesSlide22.xml" ContentType="application/vnd.openxmlformats-officedocument.presentationml.notesSlide+xml"/>
  <Override PartName="/ppt/tags/tag13.xml" ContentType="application/vnd.openxmlformats-officedocument.presentationml.tags+xml"/>
  <Override PartName="/ppt/notesSlides/notesSlide23.xml" ContentType="application/vnd.openxmlformats-officedocument.presentationml.notesSlide+xml"/>
  <Override PartName="/ppt/tags/tag14.xml" ContentType="application/vnd.openxmlformats-officedocument.presentationml.tags+xml"/>
  <Override PartName="/ppt/notesSlides/notesSlide24.xml" ContentType="application/vnd.openxmlformats-officedocument.presentationml.notesSlide+xml"/>
  <Override PartName="/ppt/tags/tag15.xml" ContentType="application/vnd.openxmlformats-officedocument.presentationml.tags+xml"/>
  <Override PartName="/ppt/notesSlides/notesSlide25.xml" ContentType="application/vnd.openxmlformats-officedocument.presentationml.notesSlide+xml"/>
  <Override PartName="/ppt/tags/tag16.xml" ContentType="application/vnd.openxmlformats-officedocument.presentationml.tags+xml"/>
  <Override PartName="/ppt/notesSlides/notesSlide26.xml" ContentType="application/vnd.openxmlformats-officedocument.presentationml.notesSlide+xml"/>
  <Override PartName="/ppt/tags/tag17.xml" ContentType="application/vnd.openxmlformats-officedocument.presentationml.tags+xml"/>
  <Override PartName="/ppt/notesSlides/notesSlide27.xml" ContentType="application/vnd.openxmlformats-officedocument.presentationml.notesSlide+xml"/>
  <Override PartName="/ppt/tags/tag18.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72" r:id="rId4"/>
    <p:sldMasterId id="2147483874" r:id="rId5"/>
    <p:sldMasterId id="2147483885" r:id="rId6"/>
    <p:sldMasterId id="2147483891" r:id="rId7"/>
  </p:sldMasterIdLst>
  <p:notesMasterIdLst>
    <p:notesMasterId r:id="rId57"/>
  </p:notesMasterIdLst>
  <p:handoutMasterIdLst>
    <p:handoutMasterId r:id="rId58"/>
  </p:handoutMasterIdLst>
  <p:sldIdLst>
    <p:sldId id="273" r:id="rId8"/>
    <p:sldId id="274" r:id="rId9"/>
    <p:sldId id="275" r:id="rId10"/>
    <p:sldId id="276" r:id="rId11"/>
    <p:sldId id="277" r:id="rId12"/>
    <p:sldId id="278" r:id="rId13"/>
    <p:sldId id="279" r:id="rId14"/>
    <p:sldId id="280" r:id="rId15"/>
    <p:sldId id="281" r:id="rId16"/>
    <p:sldId id="282" r:id="rId17"/>
    <p:sldId id="283" r:id="rId18"/>
    <p:sldId id="284" r:id="rId19"/>
    <p:sldId id="285" r:id="rId20"/>
    <p:sldId id="286" r:id="rId21"/>
    <p:sldId id="287" r:id="rId22"/>
    <p:sldId id="288" r:id="rId23"/>
    <p:sldId id="289" r:id="rId24"/>
    <p:sldId id="290" r:id="rId25"/>
    <p:sldId id="291" r:id="rId26"/>
    <p:sldId id="292" r:id="rId27"/>
    <p:sldId id="293" r:id="rId28"/>
    <p:sldId id="294" r:id="rId29"/>
    <p:sldId id="295" r:id="rId30"/>
    <p:sldId id="296" r:id="rId31"/>
    <p:sldId id="297" r:id="rId32"/>
    <p:sldId id="298" r:id="rId33"/>
    <p:sldId id="299" r:id="rId34"/>
    <p:sldId id="300" r:id="rId35"/>
    <p:sldId id="301" r:id="rId36"/>
    <p:sldId id="302" r:id="rId37"/>
    <p:sldId id="303" r:id="rId38"/>
    <p:sldId id="304" r:id="rId39"/>
    <p:sldId id="305" r:id="rId40"/>
    <p:sldId id="306" r:id="rId41"/>
    <p:sldId id="307" r:id="rId42"/>
    <p:sldId id="308" r:id="rId43"/>
    <p:sldId id="309" r:id="rId44"/>
    <p:sldId id="310" r:id="rId45"/>
    <p:sldId id="311" r:id="rId46"/>
    <p:sldId id="312" r:id="rId47"/>
    <p:sldId id="313" r:id="rId48"/>
    <p:sldId id="314" r:id="rId49"/>
    <p:sldId id="315" r:id="rId50"/>
    <p:sldId id="316" r:id="rId51"/>
    <p:sldId id="317" r:id="rId52"/>
    <p:sldId id="318" r:id="rId53"/>
    <p:sldId id="319" r:id="rId54"/>
    <p:sldId id="320" r:id="rId55"/>
    <p:sldId id="321" r:id="rId56"/>
  </p:sldIdLst>
  <p:sldSz cx="12192000" cy="6858000"/>
  <p:notesSz cx="7010400" cy="92964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3840">
          <p15:clr>
            <a:srgbClr val="A4A3A4"/>
          </p15:clr>
        </p15:guide>
        <p15:guide id="4" orient="horz" pos="2160">
          <p15:clr>
            <a:srgbClr val="A4A3A4"/>
          </p15:clr>
        </p15:guide>
      </p15:sldGuideLst>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junjianzjhw" initials="h" lastIdx="6" clrIdx="0">
    <p:extLst>
      <p:ext uri="{19B8F6BF-5375-455C-9EA6-DF929625EA0E}">
        <p15:presenceInfo xmlns:p15="http://schemas.microsoft.com/office/powerpoint/2012/main" userId="S-1-5-21-147214757-305610072-1517763936-568267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6C4D2"/>
    <a:srgbClr val="C7000B"/>
    <a:srgbClr val="62B230"/>
    <a:srgbClr val="BEE9EE"/>
    <a:srgbClr val="D0E8C4"/>
    <a:srgbClr val="94DAE2"/>
    <a:srgbClr val="ADCDEA"/>
    <a:srgbClr val="404040"/>
    <a:srgbClr val="EBEBEB"/>
    <a:srgbClr val="1515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256223-090C-4FCB-BD4D-5A34D5EF8313}" v="1" dt="2023-12-08T07:45:55.503"/>
  </p1510:revLst>
</p1510:revInfo>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9860" autoAdjust="0"/>
  </p:normalViewPr>
  <p:slideViewPr>
    <p:cSldViewPr snapToGrid="0" snapToObjects="1">
      <p:cViewPr varScale="1">
        <p:scale>
          <a:sx n="76" d="100"/>
          <a:sy n="76" d="100"/>
        </p:scale>
        <p:origin x="36" y="60"/>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83" d="100"/>
          <a:sy n="83" d="100"/>
        </p:scale>
        <p:origin x="2982" y="102"/>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handoutMaster" Target="handoutMasters/handoutMaster1.xml"/><Relationship Id="rId5" Type="http://schemas.openxmlformats.org/officeDocument/2006/relationships/slideMaster" Target="slideMasters/slideMaster2.xml"/><Relationship Id="rId61" Type="http://schemas.openxmlformats.org/officeDocument/2006/relationships/viewProps" Target="viewProps.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microsoft.com/office/2016/11/relationships/changesInfo" Target="changesInfos/changesInfo1.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commentAuthors" Target="commentAuthor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notesMaster" Target="notesMasters/notesMaster1.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npeng he" userId="51e7bc25f46b8d94" providerId="LiveId" clId="{65256223-090C-4FCB-BD4D-5A34D5EF8313}"/>
    <pc:docChg chg="modSld">
      <pc:chgData name="junpeng he" userId="51e7bc25f46b8d94" providerId="LiveId" clId="{65256223-090C-4FCB-BD4D-5A34D5EF8313}" dt="2023-12-08T07:45:55.503" v="0"/>
      <pc:docMkLst>
        <pc:docMk/>
      </pc:docMkLst>
      <pc:sldChg chg="modSp">
        <pc:chgData name="junpeng he" userId="51e7bc25f46b8d94" providerId="LiveId" clId="{65256223-090C-4FCB-BD4D-5A34D5EF8313}" dt="2023-12-08T07:45:55.503" v="0"/>
        <pc:sldMkLst>
          <pc:docMk/>
          <pc:sldMk cId="2206273856" sldId="318"/>
        </pc:sldMkLst>
        <pc:graphicFrameChg chg="mod">
          <ac:chgData name="junpeng he" userId="51e7bc25f46b8d94" providerId="LiveId" clId="{65256223-090C-4FCB-BD4D-5A34D5EF8313}" dt="2023-12-08T07:45:55.503" v="0"/>
          <ac:graphicFrameMkLst>
            <pc:docMk/>
            <pc:sldMk cId="2206273856" sldId="318"/>
            <ac:graphicFrameMk id="3" creationId="{00000000-0000-0000-0000-00000000000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C198DB-AFBD-584A-8986-364FF2B03F46}"/>
              </a:ext>
            </a:extLst>
          </p:cNvPr>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a16="http://schemas.microsoft.com/office/drawing/2014/main" id="{AD01315C-523F-A043-8029-B9921497126E}"/>
              </a:ext>
            </a:extLst>
          </p:cNvPr>
          <p:cNvSpPr>
            <a:spLocks noGrp="1"/>
          </p:cNvSpPr>
          <p:nvPr>
            <p:ph type="dt" sz="quarter" idx="1"/>
          </p:nvPr>
        </p:nvSpPr>
        <p:spPr>
          <a:xfrm>
            <a:off x="3970938" y="0"/>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12/8/2023</a:t>
            </a:fld>
            <a:endParaRPr lang="en-US" dirty="0">
              <a:latin typeface="Huawei Sans" panose="020C0503030203020204" pitchFamily="34" charset="0"/>
            </a:endParaRPr>
          </a:p>
        </p:txBody>
      </p:sp>
      <p:sp>
        <p:nvSpPr>
          <p:cNvPr id="4" name="Footer Placeholder 3">
            <a:extLst>
              <a:ext uri="{FF2B5EF4-FFF2-40B4-BE49-F238E27FC236}">
                <a16:creationId xmlns:a16="http://schemas.microsoft.com/office/drawing/2014/main" id="{B9601424-70F4-1643-8E3A-557A0258D6B6}"/>
              </a:ext>
            </a:extLst>
          </p:cNvPr>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a16="http://schemas.microsoft.com/office/drawing/2014/main" id="{E85BF48A-FF5C-8145-95A7-EE66A87C73DF}"/>
              </a:ext>
            </a:extLst>
          </p:cNvPr>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1838" y="717550"/>
            <a:ext cx="5580062"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hf sldNum="0" hdr="0" ftr="0" dt="0"/>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170879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626276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10743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903942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541708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912359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50595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122126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810284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391536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113476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324511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844780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pPr marL="180000" marR="0" lvl="0" indent="-180000" algn="l" defTabSz="1219304" rtl="0" eaLnBrk="1" fontAlgn="auto" latinLnBrk="0" hangingPunct="1">
              <a:lnSpc>
                <a:spcPct val="125000"/>
              </a:lnSpc>
              <a:spcBef>
                <a:spcPts val="0"/>
              </a:spcBef>
              <a:spcAft>
                <a:spcPts val="600"/>
              </a:spcAft>
              <a:buClrTx/>
              <a:buSzTx/>
              <a:buFont typeface="Huawei Sans" panose="020C0503030203020204" pitchFamily="34" charset="0"/>
              <a:buChar char="•"/>
              <a:tabLst/>
              <a:defRPr/>
            </a:pPr>
            <a:r>
              <a:rPr lang="en-US" altLang="zh-CN" dirty="0"/>
              <a:t>ODF</a:t>
            </a:r>
            <a:r>
              <a:rPr lang="zh-CN" altLang="en-US" dirty="0"/>
              <a:t>（</a:t>
            </a:r>
            <a:r>
              <a:rPr kumimoji="0" lang="en-US" altLang="zh-CN" sz="1100" b="0" i="0" u="none" strike="noStrike" kern="1200" cap="none" spc="0" normalizeH="0" baseline="0" dirty="0">
                <a:ln>
                  <a:noFill/>
                </a:ln>
                <a:solidFill>
                  <a:prstClr val="black"/>
                </a:solidFill>
                <a:effectLst/>
                <a:uLnTx/>
                <a:uFillTx/>
                <a:latin typeface="+mn-lt"/>
                <a:ea typeface="+mn-ea"/>
                <a:cs typeface="+mn-cs"/>
              </a:rPr>
              <a:t>optical distribution frame</a:t>
            </a:r>
            <a:r>
              <a:rPr kumimoji="0" lang="zh-CN" altLang="en-US" sz="1100" b="0" i="0" u="none" strike="noStrike" kern="1200" cap="none" spc="0" normalizeH="0" baseline="0" dirty="0">
                <a:ln>
                  <a:noFill/>
                </a:ln>
                <a:solidFill>
                  <a:prstClr val="black"/>
                </a:solidFill>
                <a:effectLst/>
                <a:uLnTx/>
                <a:uFillTx/>
                <a:latin typeface="+mn-lt"/>
                <a:ea typeface="+mn-ea"/>
                <a:cs typeface="+mn-cs"/>
              </a:rPr>
              <a:t>，光纤配线架</a:t>
            </a:r>
            <a:r>
              <a:rPr lang="zh-CN" altLang="en-US" dirty="0"/>
              <a:t>）：</a:t>
            </a:r>
            <a:r>
              <a:rPr kumimoji="0" lang="zh-CN" altLang="en-US" sz="1100" b="0" i="0" u="none" strike="noStrike" kern="1200" cap="none" spc="0" normalizeH="0" baseline="0" dirty="0">
                <a:ln>
                  <a:noFill/>
                </a:ln>
                <a:solidFill>
                  <a:prstClr val="black"/>
                </a:solidFill>
                <a:effectLst/>
                <a:uLnTx/>
                <a:uFillTx/>
                <a:latin typeface="+mn-lt"/>
                <a:ea typeface="+mn-ea"/>
                <a:cs typeface="+mn-cs"/>
              </a:rPr>
              <a:t>光纤配线架</a:t>
            </a:r>
            <a:r>
              <a:rPr kumimoji="0" lang="en-US" altLang="zh-CN" sz="1100" b="0" i="0" u="none" strike="noStrike" kern="1200" cap="none" spc="0" normalizeH="0" baseline="0" dirty="0">
                <a:ln>
                  <a:noFill/>
                </a:ln>
                <a:solidFill>
                  <a:prstClr val="black"/>
                </a:solidFill>
                <a:effectLst/>
                <a:uLnTx/>
                <a:uFillTx/>
                <a:latin typeface="+mn-lt"/>
                <a:ea typeface="+mn-ea"/>
                <a:cs typeface="+mn-cs"/>
              </a:rPr>
              <a:t>(</a:t>
            </a:r>
            <a:r>
              <a:rPr kumimoji="0" lang="zh-CN" altLang="en-US" sz="1100" b="0" i="0" u="none" strike="noStrike" kern="1200" cap="none" spc="0" normalizeH="0" baseline="0" dirty="0">
                <a:ln>
                  <a:noFill/>
                </a:ln>
                <a:solidFill>
                  <a:prstClr val="black"/>
                </a:solidFill>
                <a:effectLst/>
                <a:uLnTx/>
                <a:uFillTx/>
                <a:latin typeface="+mn-lt"/>
                <a:ea typeface="+mn-ea"/>
                <a:cs typeface="+mn-cs"/>
              </a:rPr>
              <a:t>柜</a:t>
            </a:r>
            <a:r>
              <a:rPr kumimoji="0" lang="en-US" altLang="zh-CN" sz="1100" b="0" i="0" u="none" strike="noStrike" kern="1200" cap="none" spc="0" normalizeH="0" baseline="0" dirty="0">
                <a:ln>
                  <a:noFill/>
                </a:ln>
                <a:solidFill>
                  <a:prstClr val="black"/>
                </a:solidFill>
                <a:effectLst/>
                <a:uLnTx/>
                <a:uFillTx/>
                <a:latin typeface="+mn-lt"/>
                <a:ea typeface="+mn-ea"/>
                <a:cs typeface="+mn-cs"/>
              </a:rPr>
              <a:t>)</a:t>
            </a:r>
            <a:r>
              <a:rPr kumimoji="0" lang="zh-CN" altLang="en-US" sz="1100" b="0" i="0" u="none" strike="noStrike" kern="1200" cap="none" spc="0" normalizeH="0" baseline="0" dirty="0">
                <a:ln>
                  <a:noFill/>
                </a:ln>
                <a:solidFill>
                  <a:prstClr val="black"/>
                </a:solidFill>
                <a:effectLst/>
                <a:uLnTx/>
                <a:uFillTx/>
                <a:latin typeface="+mn-lt"/>
                <a:ea typeface="+mn-ea"/>
                <a:cs typeface="+mn-cs"/>
              </a:rPr>
              <a:t>主要应用于骨干网、城域网及接入光纤光缆网络，具有主干光缆的连接、成端、分配、分光和调度功能。</a:t>
            </a:r>
            <a:endParaRPr lang="zh-CN" altLang="en-US" dirty="0"/>
          </a:p>
        </p:txBody>
      </p:sp>
    </p:spTree>
    <p:extLst>
      <p:ext uri="{BB962C8B-B14F-4D97-AF65-F5344CB8AC3E}">
        <p14:creationId xmlns:p14="http://schemas.microsoft.com/office/powerpoint/2010/main" val="33755178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pPr marL="180000" marR="0" lvl="0" indent="-180000" algn="l" defTabSz="1219304" rtl="0" eaLnBrk="1" fontAlgn="auto" latinLnBrk="0" hangingPunct="1">
              <a:lnSpc>
                <a:spcPct val="125000"/>
              </a:lnSpc>
              <a:spcBef>
                <a:spcPts val="0"/>
              </a:spcBef>
              <a:spcAft>
                <a:spcPts val="600"/>
              </a:spcAft>
              <a:buClrTx/>
              <a:buSzTx/>
              <a:buFont typeface="Huawei Sans" panose="020C0503030203020204" pitchFamily="34" charset="0"/>
              <a:buChar char="•"/>
              <a:tabLst/>
              <a:defRPr/>
            </a:pPr>
            <a:endParaRPr lang="zh-CN" altLang="en-US" dirty="0"/>
          </a:p>
        </p:txBody>
      </p:sp>
    </p:spTree>
    <p:extLst>
      <p:ext uri="{BB962C8B-B14F-4D97-AF65-F5344CB8AC3E}">
        <p14:creationId xmlns:p14="http://schemas.microsoft.com/office/powerpoint/2010/main" val="25129304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pPr marL="180000" marR="0" lvl="0" indent="-180000" algn="l" defTabSz="1219304" rtl="0" eaLnBrk="1" fontAlgn="auto" latinLnBrk="0" hangingPunct="1">
              <a:lnSpc>
                <a:spcPct val="125000"/>
              </a:lnSpc>
              <a:spcBef>
                <a:spcPts val="0"/>
              </a:spcBef>
              <a:spcAft>
                <a:spcPts val="600"/>
              </a:spcAft>
              <a:buClrTx/>
              <a:buSzTx/>
              <a:buFont typeface="Huawei Sans" panose="020C0503030203020204" pitchFamily="34" charset="0"/>
              <a:buChar char="•"/>
              <a:tabLst/>
              <a:defRPr/>
            </a:pPr>
            <a:endParaRPr lang="zh-CN" altLang="en-US" dirty="0"/>
          </a:p>
        </p:txBody>
      </p:sp>
    </p:spTree>
    <p:extLst>
      <p:ext uri="{BB962C8B-B14F-4D97-AF65-F5344CB8AC3E}">
        <p14:creationId xmlns:p14="http://schemas.microsoft.com/office/powerpoint/2010/main" val="31444563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pPr marL="180000" marR="0" lvl="0" indent="-180000" algn="l" defTabSz="1219304" rtl="0" eaLnBrk="1" fontAlgn="auto" latinLnBrk="0" hangingPunct="1">
              <a:lnSpc>
                <a:spcPct val="125000"/>
              </a:lnSpc>
              <a:spcBef>
                <a:spcPts val="0"/>
              </a:spcBef>
              <a:spcAft>
                <a:spcPts val="600"/>
              </a:spcAft>
              <a:buClrTx/>
              <a:buSzTx/>
              <a:buFont typeface="Huawei Sans" panose="020C0503030203020204" pitchFamily="34" charset="0"/>
              <a:buChar char="•"/>
              <a:tabLst/>
              <a:defRPr/>
            </a:pPr>
            <a:endParaRPr lang="zh-CN" altLang="en-US" dirty="0"/>
          </a:p>
        </p:txBody>
      </p:sp>
    </p:spTree>
    <p:extLst>
      <p:ext uri="{BB962C8B-B14F-4D97-AF65-F5344CB8AC3E}">
        <p14:creationId xmlns:p14="http://schemas.microsoft.com/office/powerpoint/2010/main" val="26596680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pPr marL="180000" marR="0" lvl="0" indent="-180000" algn="l" defTabSz="1219304" rtl="0" eaLnBrk="1" fontAlgn="auto" latinLnBrk="0" hangingPunct="1">
              <a:lnSpc>
                <a:spcPct val="125000"/>
              </a:lnSpc>
              <a:spcBef>
                <a:spcPts val="0"/>
              </a:spcBef>
              <a:spcAft>
                <a:spcPts val="600"/>
              </a:spcAft>
              <a:buClrTx/>
              <a:buSzTx/>
              <a:buFont typeface="Huawei Sans" panose="020C0503030203020204" pitchFamily="34" charset="0"/>
              <a:buChar char="•"/>
              <a:tabLst/>
              <a:defRPr/>
            </a:pPr>
            <a:endParaRPr lang="zh-CN" altLang="en-US" dirty="0"/>
          </a:p>
        </p:txBody>
      </p:sp>
    </p:spTree>
    <p:extLst>
      <p:ext uri="{BB962C8B-B14F-4D97-AF65-F5344CB8AC3E}">
        <p14:creationId xmlns:p14="http://schemas.microsoft.com/office/powerpoint/2010/main" val="2597860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pPr marL="180000" marR="0" lvl="0" indent="-180000" algn="l" defTabSz="1219304" rtl="0" eaLnBrk="1" fontAlgn="auto" latinLnBrk="0" hangingPunct="1">
              <a:lnSpc>
                <a:spcPct val="125000"/>
              </a:lnSpc>
              <a:spcBef>
                <a:spcPts val="0"/>
              </a:spcBef>
              <a:spcAft>
                <a:spcPts val="600"/>
              </a:spcAft>
              <a:buClrTx/>
              <a:buSzTx/>
              <a:buFont typeface="Huawei Sans" panose="020C0503030203020204" pitchFamily="34" charset="0"/>
              <a:buChar char="•"/>
              <a:tabLst/>
              <a:defRPr/>
            </a:pPr>
            <a:endParaRPr lang="zh-CN" altLang="en-US" dirty="0"/>
          </a:p>
        </p:txBody>
      </p:sp>
    </p:spTree>
    <p:extLst>
      <p:ext uri="{BB962C8B-B14F-4D97-AF65-F5344CB8AC3E}">
        <p14:creationId xmlns:p14="http://schemas.microsoft.com/office/powerpoint/2010/main" val="21612871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pPr marL="180000" marR="0" lvl="0" indent="-180000" algn="l" defTabSz="1219304" rtl="0" eaLnBrk="1" fontAlgn="auto" latinLnBrk="0" hangingPunct="1">
              <a:lnSpc>
                <a:spcPct val="125000"/>
              </a:lnSpc>
              <a:spcBef>
                <a:spcPts val="0"/>
              </a:spcBef>
              <a:spcAft>
                <a:spcPts val="600"/>
              </a:spcAft>
              <a:buClrTx/>
              <a:buSzTx/>
              <a:buFont typeface="Huawei Sans" panose="020C0503030203020204" pitchFamily="34" charset="0"/>
              <a:buChar char="•"/>
              <a:tabLst/>
              <a:defRPr/>
            </a:pPr>
            <a:endParaRPr lang="zh-CN" altLang="en-US" dirty="0"/>
          </a:p>
        </p:txBody>
      </p:sp>
    </p:spTree>
    <p:extLst>
      <p:ext uri="{BB962C8B-B14F-4D97-AF65-F5344CB8AC3E}">
        <p14:creationId xmlns:p14="http://schemas.microsoft.com/office/powerpoint/2010/main" val="5035538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pPr marL="180000" marR="0" lvl="0" indent="-180000" algn="l" defTabSz="1219304" rtl="0" eaLnBrk="1" fontAlgn="auto" latinLnBrk="0" hangingPunct="1">
              <a:lnSpc>
                <a:spcPct val="125000"/>
              </a:lnSpc>
              <a:spcBef>
                <a:spcPts val="0"/>
              </a:spcBef>
              <a:spcAft>
                <a:spcPts val="600"/>
              </a:spcAft>
              <a:buClrTx/>
              <a:buSzTx/>
              <a:buFont typeface="Huawei Sans" panose="020C0503030203020204" pitchFamily="34" charset="0"/>
              <a:buChar char="•"/>
              <a:tabLst/>
              <a:defRPr/>
            </a:pPr>
            <a:endParaRPr lang="zh-CN" altLang="en-US" dirty="0"/>
          </a:p>
        </p:txBody>
      </p:sp>
    </p:spTree>
    <p:extLst>
      <p:ext uri="{BB962C8B-B14F-4D97-AF65-F5344CB8AC3E}">
        <p14:creationId xmlns:p14="http://schemas.microsoft.com/office/powerpoint/2010/main" val="27761099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pPr marL="180000" marR="0" lvl="0" indent="-180000" algn="l" defTabSz="1219304" rtl="0" eaLnBrk="1" fontAlgn="auto" latinLnBrk="0" hangingPunct="1">
              <a:lnSpc>
                <a:spcPct val="125000"/>
              </a:lnSpc>
              <a:spcBef>
                <a:spcPts val="0"/>
              </a:spcBef>
              <a:spcAft>
                <a:spcPts val="600"/>
              </a:spcAft>
              <a:buClrTx/>
              <a:buSzTx/>
              <a:buFont typeface="Huawei Sans" panose="020C0503030203020204" pitchFamily="34" charset="0"/>
              <a:buChar char="•"/>
              <a:tabLst/>
              <a:defRPr/>
            </a:pPr>
            <a:endParaRPr lang="zh-CN" altLang="en-US" dirty="0"/>
          </a:p>
        </p:txBody>
      </p:sp>
    </p:spTree>
    <p:extLst>
      <p:ext uri="{BB962C8B-B14F-4D97-AF65-F5344CB8AC3E}">
        <p14:creationId xmlns:p14="http://schemas.microsoft.com/office/powerpoint/2010/main" val="24429577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pPr marL="180000" marR="0" lvl="0" indent="-180000" algn="l" defTabSz="1219304" rtl="0" eaLnBrk="1" fontAlgn="auto" latinLnBrk="0" hangingPunct="1">
              <a:lnSpc>
                <a:spcPct val="125000"/>
              </a:lnSpc>
              <a:spcBef>
                <a:spcPts val="0"/>
              </a:spcBef>
              <a:spcAft>
                <a:spcPts val="600"/>
              </a:spcAft>
              <a:buClrTx/>
              <a:buSzTx/>
              <a:buFont typeface="Huawei Sans" panose="020C0503030203020204" pitchFamily="34" charset="0"/>
              <a:buChar char="•"/>
              <a:tabLst/>
              <a:defRPr/>
            </a:pPr>
            <a:endParaRPr lang="zh-CN" altLang="en-US" dirty="0"/>
          </a:p>
        </p:txBody>
      </p:sp>
    </p:spTree>
    <p:extLst>
      <p:ext uri="{BB962C8B-B14F-4D97-AF65-F5344CB8AC3E}">
        <p14:creationId xmlns:p14="http://schemas.microsoft.com/office/powerpoint/2010/main" val="13873685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a:t>时间安排的准备：</a:t>
            </a:r>
          </a:p>
          <a:p>
            <a:pPr lvl="1"/>
            <a:r>
              <a:rPr lang="zh-CN" altLang="en-US"/>
              <a:t>时间安排必须与客户沟通，并获得客户的同意。</a:t>
            </a:r>
          </a:p>
          <a:p>
            <a:pPr lvl="1"/>
            <a:r>
              <a:rPr lang="zh-CN" altLang="en-US"/>
              <a:t>制定总的时间安排表。</a:t>
            </a:r>
          </a:p>
          <a:p>
            <a:pPr lvl="1"/>
            <a:r>
              <a:rPr lang="zh-CN" altLang="en-US"/>
              <a:t>规定出每个时间段执行的具体动作。</a:t>
            </a:r>
          </a:p>
          <a:p>
            <a:pPr lvl="1"/>
            <a:r>
              <a:rPr lang="zh-CN" altLang="en-US"/>
              <a:t>割接执行阶段的时间要精细到分钟。</a:t>
            </a:r>
          </a:p>
          <a:p>
            <a:pPr lvl="1"/>
            <a:r>
              <a:rPr lang="zh-CN" altLang="en-US"/>
              <a:t>重大操作的时间段要预留部分时间，避免因超时引发工程事故。</a:t>
            </a:r>
          </a:p>
          <a:p>
            <a:pPr lvl="1"/>
            <a:r>
              <a:rPr lang="zh-CN" altLang="en-US"/>
              <a:t>割接时间点的选择尽量避免业务高峰期（如节假日，非正常上班时间等）。</a:t>
            </a:r>
          </a:p>
          <a:p>
            <a:pPr lvl="0"/>
            <a:endParaRPr lang="zh-CN" altLang="en-US" dirty="0"/>
          </a:p>
        </p:txBody>
      </p:sp>
      <p:sp>
        <p:nvSpPr>
          <p:cNvPr id="6" name="幻灯片图像占位符 5"/>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9373536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endParaRPr lang="zh-CN" altLang="en-US" dirty="0"/>
          </a:p>
        </p:txBody>
      </p:sp>
      <p:sp>
        <p:nvSpPr>
          <p:cNvPr id="7" name="幻灯片图像占位符 6"/>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0289563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endParaRPr lang="zh-CN" altLang="en-US" dirty="0"/>
          </a:p>
        </p:txBody>
      </p:sp>
      <p:sp>
        <p:nvSpPr>
          <p:cNvPr id="7" name="幻灯片图像占位符 6"/>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9296095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endParaRPr lang="zh-CN" altLang="en-US" dirty="0"/>
          </a:p>
        </p:txBody>
      </p:sp>
      <p:sp>
        <p:nvSpPr>
          <p:cNvPr id="7" name="幻灯片图像占位符 6"/>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2293152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endParaRPr lang="zh-CN" altLang="en-US" dirty="0"/>
          </a:p>
        </p:txBody>
      </p:sp>
      <p:sp>
        <p:nvSpPr>
          <p:cNvPr id="7" name="幻灯片图像占位符 6"/>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3820811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885335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676055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5207117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561584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826484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684175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4173711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63007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110272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680479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739998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sz="1100" dirty="0">
                <a:latin typeface="Huawei Sans" panose="020C0503030203020204" pitchFamily="34" charset="0"/>
                <a:ea typeface="方正兰亭黑简体" panose="02000000000000000000" pitchFamily="2" charset="-122"/>
                <a:sym typeface="Huawei Sans" panose="020C0503030203020204" pitchFamily="34" charset="0"/>
              </a:rPr>
              <a:t>A</a:t>
            </a:r>
            <a:r>
              <a:rPr lang="zh-CN" altLang="en-US" sz="1100" dirty="0">
                <a:latin typeface="Huawei Sans" panose="020C0503030203020204" pitchFamily="34" charset="0"/>
                <a:ea typeface="方正兰亭黑简体" panose="02000000000000000000" pitchFamily="2" charset="-122"/>
                <a:sym typeface="Huawei Sans" panose="020C0503030203020204" pitchFamily="34" charset="0"/>
              </a:rPr>
              <a:t>类型业务：对延迟要求较高，但是对带宽要求较低的业务，该类业务使用专线进行承载。</a:t>
            </a:r>
            <a:endParaRPr lang="en-US" altLang="zh-CN" sz="11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100" dirty="0">
                <a:latin typeface="Huawei Sans" panose="020C0503030203020204" pitchFamily="34" charset="0"/>
                <a:ea typeface="方正兰亭黑简体" panose="02000000000000000000" pitchFamily="2" charset="-122"/>
                <a:sym typeface="Huawei Sans" panose="020C0503030203020204" pitchFamily="34" charset="0"/>
              </a:rPr>
              <a:t>B</a:t>
            </a:r>
            <a:r>
              <a:rPr lang="zh-CN" altLang="en-US" sz="1100" dirty="0">
                <a:latin typeface="Huawei Sans" panose="020C0503030203020204" pitchFamily="34" charset="0"/>
                <a:ea typeface="方正兰亭黑简体" panose="02000000000000000000" pitchFamily="2" charset="-122"/>
                <a:sym typeface="Huawei Sans" panose="020C0503030203020204" pitchFamily="34" charset="0"/>
              </a:rPr>
              <a:t>类型业务：对延迟要求较低，但是对带宽占用较多的业务，该类业务使用</a:t>
            </a:r>
            <a:r>
              <a:rPr lang="en-US" altLang="zh-CN" sz="1100" dirty="0">
                <a:latin typeface="Huawei Sans" panose="020C0503030203020204" pitchFamily="34" charset="0"/>
                <a:ea typeface="方正兰亭黑简体" panose="02000000000000000000" pitchFamily="2" charset="-122"/>
                <a:sym typeface="Huawei Sans" panose="020C0503030203020204" pitchFamily="34" charset="0"/>
              </a:rPr>
              <a:t>IPsec VPN</a:t>
            </a:r>
            <a:r>
              <a:rPr lang="zh-CN" altLang="en-US" sz="1100" dirty="0">
                <a:latin typeface="Huawei Sans" panose="020C0503030203020204" pitchFamily="34" charset="0"/>
                <a:ea typeface="方正兰亭黑简体" panose="02000000000000000000" pitchFamily="2" charset="-122"/>
                <a:sym typeface="Huawei Sans" panose="020C0503030203020204" pitchFamily="34" charset="0"/>
              </a:rPr>
              <a:t>进行承载。</a:t>
            </a:r>
            <a:endParaRPr lang="en-US" altLang="zh-CN" sz="11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100" dirty="0">
                <a:latin typeface="Huawei Sans" panose="020C0503030203020204" pitchFamily="34" charset="0"/>
                <a:ea typeface="方正兰亭黑简体" panose="02000000000000000000" pitchFamily="2" charset="-122"/>
                <a:sym typeface="Huawei Sans" panose="020C0503030203020204" pitchFamily="34" charset="0"/>
              </a:rPr>
              <a:t>总部的回向路由同样通过手动指定静态路由，结合</a:t>
            </a:r>
            <a:r>
              <a:rPr lang="en-US" altLang="zh-CN" sz="1100" dirty="0">
                <a:latin typeface="Huawei Sans" panose="020C0503030203020204" pitchFamily="34" charset="0"/>
                <a:ea typeface="方正兰亭黑简体" panose="02000000000000000000" pitchFamily="2" charset="-122"/>
                <a:sym typeface="Huawei Sans" panose="020C0503030203020204" pitchFamily="34" charset="0"/>
              </a:rPr>
              <a:t>NQA</a:t>
            </a:r>
            <a:r>
              <a:rPr lang="zh-CN" altLang="en-US" sz="1100" dirty="0">
                <a:latin typeface="Huawei Sans" panose="020C0503030203020204" pitchFamily="34" charset="0"/>
                <a:ea typeface="方正兰亭黑简体" panose="02000000000000000000" pitchFamily="2" charset="-122"/>
                <a:sym typeface="Huawei Sans" panose="020C0503030203020204" pitchFamily="34" charset="0"/>
              </a:rPr>
              <a:t>的方式进行备份路径切换，本案例中重点关注分支部分，对于总部不涉及。</a:t>
            </a:r>
            <a:endParaRPr lang="zh-CN" altLang="en-US" dirty="0"/>
          </a:p>
          <a:p>
            <a:endParaRPr lang="zh-CN" altLang="en-US" dirty="0"/>
          </a:p>
        </p:txBody>
      </p:sp>
    </p:spTree>
    <p:extLst>
      <p:ext uri="{BB962C8B-B14F-4D97-AF65-F5344CB8AC3E}">
        <p14:creationId xmlns:p14="http://schemas.microsoft.com/office/powerpoint/2010/main" val="27398698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771062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427431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774948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852412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600293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7594302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幻灯片图像占位符 7"/>
          <p:cNvSpPr>
            <a:spLocks noGrp="1" noRot="1" noChangeAspect="1"/>
          </p:cNvSpPr>
          <p:nvPr>
            <p:ph type="sldImg"/>
          </p:nvPr>
        </p:nvSpPr>
        <p:spPr>
          <a:xfrm>
            <a:off x="742950" y="717550"/>
            <a:ext cx="5557838" cy="3125788"/>
          </a:xfrm>
        </p:spPr>
      </p:sp>
      <p:sp>
        <p:nvSpPr>
          <p:cNvPr id="9" name="备注占位符 8"/>
          <p:cNvSpPr>
            <a:spLocks noGrp="1"/>
          </p:cNvSpPr>
          <p:nvPr>
            <p:ph type="body" idx="1"/>
          </p:nvPr>
        </p:nvSpPr>
        <p:spPr/>
        <p:txBody>
          <a:bodyPr/>
          <a:lstStyle/>
          <a:p>
            <a:pPr marL="228600" lvl="0" indent="-228600">
              <a:buFont typeface="+mj-lt"/>
              <a:buAutoNum type="arabicPeriod"/>
            </a:pPr>
            <a:r>
              <a:rPr lang="zh-CN" altLang="en-US" dirty="0"/>
              <a:t>可以在本地搭建实验局，模拟客户的网络进行验证，确认整个割接方案的可行性。</a:t>
            </a:r>
            <a:endParaRPr lang="en-US" altLang="zh-CN" dirty="0"/>
          </a:p>
          <a:p>
            <a:pPr marL="228600" lvl="0" indent="-228600">
              <a:buFont typeface="+mj-lt"/>
              <a:buAutoNum type="arabicPeriod"/>
            </a:pPr>
            <a:r>
              <a:rPr lang="zh-CN" altLang="en-US" dirty="0"/>
              <a:t>需要对现网的配置进行备份，同时为方便割接前后对网络状态进行验证，还需要对现网动态数据进行采集（端口状态、流量、各路由协议状态、路由数量、</a:t>
            </a:r>
            <a:r>
              <a:rPr lang="en-US" altLang="zh-CN" dirty="0"/>
              <a:t>STP</a:t>
            </a:r>
            <a:r>
              <a:rPr lang="zh-CN" altLang="en-US" dirty="0"/>
              <a:t>协议状态、各端口</a:t>
            </a:r>
            <a:r>
              <a:rPr lang="en-US" altLang="zh-CN" dirty="0"/>
              <a:t>ARP/MAC</a:t>
            </a:r>
            <a:r>
              <a:rPr lang="zh-CN" altLang="en-US" dirty="0"/>
              <a:t>地址表项）。</a:t>
            </a:r>
          </a:p>
        </p:txBody>
      </p:sp>
    </p:spTree>
    <p:extLst>
      <p:ext uri="{BB962C8B-B14F-4D97-AF65-F5344CB8AC3E}">
        <p14:creationId xmlns:p14="http://schemas.microsoft.com/office/powerpoint/2010/main" val="18152694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5134319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972132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a16="http://schemas.microsoft.com/office/drawing/2014/main" id="{2F43DA98-D48D-6947-95EF-BA3B05E68822}"/>
              </a:ext>
            </a:extLst>
          </p:cNvPr>
          <p:cNvSpPr>
            <a:spLocks noGrp="1"/>
          </p:cNvSpPr>
          <p:nvPr>
            <p:ph type="body" sz="quarter" idx="10" hasCustomPrompt="1"/>
          </p:nvPr>
        </p:nvSpPr>
        <p:spPr>
          <a:xfrm>
            <a:off x="916561" y="1949372"/>
            <a:ext cx="8125840" cy="643926"/>
          </a:xfrm>
          <a:prstGeom prst="rect">
            <a:avLst/>
          </a:prstGeom>
        </p:spPr>
        <p:txBody>
          <a:bodyPr vert="horz" lIns="0" tIns="0" rIns="0" bIns="0" rtlCol="0">
            <a:noAutofit/>
          </a:bodyPr>
          <a:lstStyle>
            <a:lvl1pPr marL="228600" indent="-228600" fontAlgn="base">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a:t>单击此处添加文本</a:t>
            </a:r>
            <a:endParaRPr lang="en-US" dirty="0"/>
          </a:p>
        </p:txBody>
      </p:sp>
    </p:spTree>
    <p:extLst>
      <p:ext uri="{BB962C8B-B14F-4D97-AF65-F5344CB8AC3E}">
        <p14:creationId xmlns:p14="http://schemas.microsoft.com/office/powerpoint/2010/main" val="1391813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nvGraphicFramePr>
        <p:xfrm>
          <a:off x="1007140" y="1398424"/>
          <a:ext cx="10194260" cy="1082675"/>
        </p:xfrm>
        <a:graphic>
          <a:graphicData uri="http://schemas.openxmlformats.org/drawingml/2006/table">
            <a:tbl>
              <a:tblPr/>
              <a:tblGrid>
                <a:gridCol w="3119031">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84624">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 name="Group 21"/>
          <p:cNvGraphicFramePr>
            <a:graphicFrameLocks noGrp="1"/>
          </p:cNvGraphicFramePr>
          <p:nvPr userDrawn="1"/>
        </p:nvGraphicFramePr>
        <p:xfrm>
          <a:off x="1007140" y="2920836"/>
          <a:ext cx="10177327" cy="2549525"/>
        </p:xfrm>
        <a:graphic>
          <a:graphicData uri="http://schemas.openxmlformats.org/drawingml/2006/table">
            <a:tbl>
              <a:tblPr/>
              <a:tblGrid>
                <a:gridCol w="3119030">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67692">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V1.0</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99907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999074"/>
            <a:ext cx="1967450" cy="468052"/>
          </a:xfrm>
          <a:prstGeom prst="rect">
            <a:avLst/>
          </a:prstGeom>
        </p:spPr>
        <p:txBody>
          <a:bodyPr anchor="ctr"/>
          <a:lstStyle>
            <a:lvl1pPr algn="ctr" fontAlgn="base">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5" name="文本占位符 7"/>
          <p:cNvSpPr>
            <a:spLocks noGrp="1"/>
          </p:cNvSpPr>
          <p:nvPr>
            <p:ph type="body" sz="quarter" idx="31" hasCustomPrompt="1"/>
          </p:nvPr>
        </p:nvSpPr>
        <p:spPr>
          <a:xfrm>
            <a:off x="6093619" y="499907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999074"/>
            <a:ext cx="208462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800252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前言</a:t>
            </a:r>
          </a:p>
        </p:txBody>
      </p:sp>
    </p:spTree>
    <p:extLst>
      <p:ext uri="{BB962C8B-B14F-4D97-AF65-F5344CB8AC3E}">
        <p14:creationId xmlns:p14="http://schemas.microsoft.com/office/powerpoint/2010/main" val="4191700454"/>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ctr"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学完本课程后，您将能够：</a:t>
            </a:r>
            <a:endParaRPr lang="en-US" altLang="zh-CN"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46285438"/>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p>
        </p:txBody>
      </p:sp>
    </p:spTree>
    <p:extLst>
      <p:ext uri="{BB962C8B-B14F-4D97-AF65-F5344CB8AC3E}">
        <p14:creationId xmlns:p14="http://schemas.microsoft.com/office/powerpoint/2010/main" val="3525239466"/>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p>
        </p:txBody>
      </p:sp>
    </p:spTree>
    <p:extLst>
      <p:ext uri="{BB962C8B-B14F-4D97-AF65-F5344CB8AC3E}">
        <p14:creationId xmlns:p14="http://schemas.microsoft.com/office/powerpoint/2010/main" val="1036787055"/>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ctr"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a:t>此版式用于思考题具体格式</a:t>
            </a:r>
            <a:endParaRPr lang="en-US" altLang="zh-CN" dirty="0"/>
          </a:p>
        </p:txBody>
      </p:sp>
      <p:cxnSp>
        <p:nvCxnSpPr>
          <p:cNvPr id="2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a16="http://schemas.microsoft.com/office/drawing/2014/main"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思考题</a:t>
            </a:r>
          </a:p>
        </p:txBody>
      </p:sp>
    </p:spTree>
    <p:extLst>
      <p:ext uri="{BB962C8B-B14F-4D97-AF65-F5344CB8AC3E}">
        <p14:creationId xmlns:p14="http://schemas.microsoft.com/office/powerpoint/2010/main" val="3557104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此版式用于每一节的小结</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本节小结</a:t>
            </a:r>
          </a:p>
        </p:txBody>
      </p:sp>
    </p:spTree>
    <p:extLst>
      <p:ext uri="{BB962C8B-B14F-4D97-AF65-F5344CB8AC3E}">
        <p14:creationId xmlns:p14="http://schemas.microsoft.com/office/powerpoint/2010/main" val="329529313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本章总结</a:t>
            </a:r>
          </a:p>
        </p:txBody>
      </p:sp>
    </p:spTree>
    <p:extLst>
      <p:ext uri="{BB962C8B-B14F-4D97-AF65-F5344CB8AC3E}">
        <p14:creationId xmlns:p14="http://schemas.microsoft.com/office/powerpoint/2010/main" val="1733786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更多信息</a:t>
            </a:r>
          </a:p>
        </p:txBody>
      </p:sp>
    </p:spTree>
    <p:extLst>
      <p:ext uri="{BB962C8B-B14F-4D97-AF65-F5344CB8AC3E}">
        <p14:creationId xmlns:p14="http://schemas.microsoft.com/office/powerpoint/2010/main" val="1051668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学习推荐</a:t>
            </a:r>
          </a:p>
        </p:txBody>
      </p:sp>
    </p:spTree>
    <p:extLst>
      <p:ext uri="{BB962C8B-B14F-4D97-AF65-F5344CB8AC3E}">
        <p14:creationId xmlns:p14="http://schemas.microsoft.com/office/powerpoint/2010/main" val="4259767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nvGraphicFramePr>
        <p:xfrm>
          <a:off x="1007141" y="1254492"/>
          <a:ext cx="10460715" cy="1082675"/>
        </p:xfrm>
        <a:graphic>
          <a:graphicData uri="http://schemas.openxmlformats.org/drawingml/2006/table">
            <a:tbl>
              <a:tblPr/>
              <a:tblGrid>
                <a:gridCol w="3119031">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351079">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课程版本</a:t>
                      </a:r>
                      <a:endParaRPr kumimoji="1" lang="en-US" altLang="zh-CN" sz="1800" b="1" i="0" u="none" strike="noStrike" cap="none" normalizeH="0" baseline="0" dirty="0">
                        <a:ln>
                          <a:noFill/>
                        </a:ln>
                        <a:solidFill>
                          <a:schemeClr val="tx1"/>
                        </a:solidFill>
                        <a:effectLst/>
                        <a:latin typeface="+mn-lt"/>
                        <a:ea typeface="+mn-ea"/>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 name="Group 21"/>
          <p:cNvGraphicFramePr>
            <a:graphicFrameLocks noGrp="1"/>
          </p:cNvGraphicFramePr>
          <p:nvPr userDrawn="1"/>
        </p:nvGraphicFramePr>
        <p:xfrm>
          <a:off x="1007140" y="2776904"/>
          <a:ext cx="10460714" cy="3038475"/>
        </p:xfrm>
        <a:graphic>
          <a:graphicData uri="http://schemas.openxmlformats.org/drawingml/2006/table">
            <a:tbl>
              <a:tblPr/>
              <a:tblGrid>
                <a:gridCol w="3119030">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351079">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作者</a:t>
                      </a:r>
                      <a:r>
                        <a:rPr kumimoji="1" lang="en-US" altLang="zh-CN" sz="1800" b="1" i="0" u="none" strike="noStrike" cap="none" normalizeH="0" baseline="0" dirty="0">
                          <a:ln>
                            <a:noFill/>
                          </a:ln>
                          <a:solidFill>
                            <a:schemeClr val="tx1"/>
                          </a:solidFill>
                          <a:effectLst/>
                          <a:latin typeface="+mn-lt"/>
                          <a:ea typeface="+mn-ea"/>
                        </a:rPr>
                        <a:t>/</a:t>
                      </a:r>
                      <a:r>
                        <a:rPr kumimoji="1" lang="zh-CN" altLang="en-US" sz="1800" b="1" i="0" u="none" strike="noStrike" cap="none" normalizeH="0" baseline="0" dirty="0">
                          <a:ln>
                            <a:noFill/>
                          </a:ln>
                          <a:solidFill>
                            <a:schemeClr val="tx1"/>
                          </a:solidFill>
                          <a:effectLst/>
                          <a:latin typeface="+mn-lt"/>
                          <a:ea typeface="+mn-ea"/>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审核人</a:t>
                      </a:r>
                      <a:r>
                        <a:rPr kumimoji="1" lang="en-US" altLang="zh-CN" sz="1800" b="1" i="0" u="none" strike="noStrike" cap="none" normalizeH="0" baseline="0" dirty="0">
                          <a:ln>
                            <a:noFill/>
                          </a:ln>
                          <a:solidFill>
                            <a:schemeClr val="tx1"/>
                          </a:solidFill>
                          <a:effectLst/>
                          <a:latin typeface="+mn-lt"/>
                          <a:ea typeface="+mn-ea"/>
                        </a:rPr>
                        <a:t>/</a:t>
                      </a:r>
                      <a:r>
                        <a:rPr kumimoji="1" lang="zh-CN" altLang="en-US" sz="1800" b="1" i="0" u="none" strike="noStrike" cap="none" normalizeH="0" baseline="0" dirty="0">
                          <a:ln>
                            <a:noFill/>
                          </a:ln>
                          <a:solidFill>
                            <a:schemeClr val="tx1"/>
                          </a:solidFill>
                          <a:effectLst/>
                          <a:latin typeface="+mn-lt"/>
                          <a:ea typeface="+mn-ea"/>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mn-lt"/>
                          <a:ea typeface="+mn-ea"/>
                        </a:rPr>
                        <a:t>新开发/优化</a:t>
                      </a:r>
                      <a:endParaRPr kumimoji="1" lang="zh-CN" altLang="en-US" sz="1800" b="1" i="0" u="none" strike="noStrike" cap="none" normalizeH="0" baseline="0" dirty="0">
                        <a:ln>
                          <a:noFill/>
                        </a:ln>
                        <a:solidFill>
                          <a:schemeClr val="tx1"/>
                        </a:solidFill>
                        <a:effectLst/>
                        <a:latin typeface="+mn-lt"/>
                        <a:ea typeface="+mn-ea"/>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 name="文本占位符 7"/>
          <p:cNvSpPr>
            <a:spLocks noGrp="1"/>
          </p:cNvSpPr>
          <p:nvPr>
            <p:ph type="body" sz="quarter" idx="17" hasCustomPrompt="1"/>
          </p:nvPr>
        </p:nvSpPr>
        <p:spPr>
          <a:xfrm>
            <a:off x="1007139" y="1825694"/>
            <a:ext cx="3119030" cy="504887"/>
          </a:xfrm>
          <a:prstGeom prst="rect">
            <a:avLst/>
          </a:prstGeom>
        </p:spPr>
        <p:txBody>
          <a:bodyPr anchor="ctr"/>
          <a:lstStyle>
            <a:lvl1pPr algn="ctr">
              <a:lnSpc>
                <a:spcPct val="100000"/>
              </a:lnSpc>
              <a:buNone/>
              <a:defRPr sz="1598">
                <a:latin typeface="+mn-lt"/>
                <a:ea typeface="+mn-ea"/>
                <a:cs typeface="Arial" panose="020B0604020202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1" y="1825694"/>
            <a:ext cx="1967450" cy="504887"/>
          </a:xfrm>
          <a:prstGeom prst="rect">
            <a:avLst/>
          </a:prstGeom>
        </p:spPr>
        <p:txBody>
          <a:bodyPr anchor="ctr"/>
          <a:lstStyle>
            <a:lvl1pPr algn="ctr">
              <a:lnSpc>
                <a:spcPct val="100000"/>
              </a:lnSpc>
              <a:buNone/>
              <a:defRPr sz="1598">
                <a:latin typeface="+mn-lt"/>
                <a:ea typeface="+mn-ea"/>
                <a:cs typeface="Arial" panose="020B0604020202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825694"/>
            <a:ext cx="3023155" cy="504887"/>
          </a:xfrm>
          <a:prstGeom prst="rect">
            <a:avLst/>
          </a:prstGeom>
        </p:spPr>
        <p:txBody>
          <a:bodyPr anchor="ctr"/>
          <a:lstStyle>
            <a:lvl1pPr algn="ctr">
              <a:lnSpc>
                <a:spcPct val="100000"/>
              </a:lnSpc>
              <a:buNone/>
              <a:defRPr sz="1598">
                <a:latin typeface="+mn-lt"/>
                <a:ea typeface="+mn-ea"/>
                <a:cs typeface="Arial" panose="020B0604020202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6" y="1825694"/>
            <a:ext cx="2351079" cy="504887"/>
          </a:xfrm>
          <a:prstGeom prst="rect">
            <a:avLst/>
          </a:prstGeom>
        </p:spPr>
        <p:txBody>
          <a:bodyPr anchor="ctr"/>
          <a:lstStyle>
            <a:lvl1pPr algn="ctr">
              <a:lnSpc>
                <a:spcPct val="100000"/>
              </a:lnSpc>
              <a:buNone/>
              <a:defRPr sz="1598">
                <a:latin typeface="+mn-lt"/>
                <a:ea typeface="+mn-ea"/>
                <a:cs typeface="Arial" panose="020B0604020202020204" pitchFamily="34" charset="0"/>
              </a:defRPr>
            </a:lvl1pPr>
          </a:lstStyle>
          <a:p>
            <a:pPr lvl="0"/>
            <a:r>
              <a:rPr lang="en-US" altLang="zh-CN" dirty="0"/>
              <a:t>V1R1</a:t>
            </a:r>
            <a:endParaRPr lang="zh-CN" altLang="en-US" dirty="0"/>
          </a:p>
        </p:txBody>
      </p:sp>
      <p:sp>
        <p:nvSpPr>
          <p:cNvPr id="9" name="文本占位符 7"/>
          <p:cNvSpPr>
            <a:spLocks noGrp="1"/>
          </p:cNvSpPr>
          <p:nvPr>
            <p:ph type="body" sz="quarter" idx="13" hasCustomPrompt="1"/>
          </p:nvPr>
        </p:nvSpPr>
        <p:spPr>
          <a:xfrm>
            <a:off x="1007042" y="3373862"/>
            <a:ext cx="3119128" cy="468052"/>
          </a:xfrm>
          <a:prstGeom prst="rect">
            <a:avLst/>
          </a:prstGeom>
        </p:spPr>
        <p:txBody>
          <a:bodyPr anchor="ctr"/>
          <a:lstStyle>
            <a:lvl1pPr algn="ctr">
              <a:lnSpc>
                <a:spcPct val="100000"/>
              </a:lnSpc>
              <a:buNone/>
              <a:defRPr sz="1598">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1" y="3373862"/>
            <a:ext cx="1967450" cy="468052"/>
          </a:xfrm>
          <a:prstGeom prst="rect">
            <a:avLst/>
          </a:prstGeom>
        </p:spPr>
        <p:txBody>
          <a:bodyPr anchor="ctr"/>
          <a:lstStyle>
            <a:lvl1pPr algn="ctr">
              <a:lnSpc>
                <a:spcPct val="100000"/>
              </a:lnSpc>
              <a:buNone/>
              <a:defRPr sz="1598">
                <a:latin typeface="+mn-lt"/>
                <a:ea typeface="+mn-ea"/>
                <a:cs typeface="Arial" panose="020B0604020202020204" pitchFamily="34" charset="0"/>
              </a:defRPr>
            </a:lvl1pPr>
          </a:lstStyle>
          <a:p>
            <a:pPr lvl="0"/>
            <a:r>
              <a:rPr lang="en-US" altLang="zh-CN" dirty="0"/>
              <a:t>2015.01.25</a:t>
            </a:r>
            <a:endParaRPr lang="zh-CN" altLang="en-US" dirty="0"/>
          </a:p>
        </p:txBody>
      </p:sp>
      <p:sp>
        <p:nvSpPr>
          <p:cNvPr id="11" name="文本占位符 7"/>
          <p:cNvSpPr>
            <a:spLocks noGrp="1"/>
          </p:cNvSpPr>
          <p:nvPr>
            <p:ph type="body" sz="quarter" idx="15" hasCustomPrompt="1"/>
          </p:nvPr>
        </p:nvSpPr>
        <p:spPr>
          <a:xfrm>
            <a:off x="6093619" y="3373862"/>
            <a:ext cx="3023155" cy="468052"/>
          </a:xfrm>
          <a:prstGeom prst="rect">
            <a:avLst/>
          </a:prstGeom>
        </p:spPr>
        <p:txBody>
          <a:bodyPr anchor="ctr"/>
          <a:lstStyle>
            <a:lvl1pPr algn="ctr">
              <a:lnSpc>
                <a:spcPct val="100000"/>
              </a:lnSpc>
              <a:buNone/>
              <a:defRPr sz="1598">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337858"/>
            <a:ext cx="2351342" cy="504056"/>
          </a:xfrm>
          <a:prstGeom prst="rect">
            <a:avLst/>
          </a:prstGeom>
        </p:spPr>
        <p:txBody>
          <a:bodyPr anchor="ctr"/>
          <a:lstStyle>
            <a:lvl1pPr algn="ctr">
              <a:lnSpc>
                <a:spcPct val="100000"/>
              </a:lnSpc>
              <a:buNone/>
              <a:defRPr sz="1598">
                <a:latin typeface="+mn-lt"/>
                <a:ea typeface="+mn-ea"/>
                <a:cs typeface="Arial" panose="020B0604020202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1" y="368663"/>
            <a:ext cx="2802144" cy="479425"/>
          </a:xfrm>
          <a:prstGeom prst="rect">
            <a:avLst/>
          </a:prstGeom>
          <a:noFill/>
          <a:ln w="9525">
            <a:noFill/>
            <a:miter lim="800000"/>
            <a:headEnd/>
            <a:tailEnd/>
          </a:ln>
        </p:spPr>
        <p:txBody>
          <a:bodyPr lIns="78196" tIns="39097" rIns="78196" bIns="39097" anchor="ctr"/>
          <a:lstStyle/>
          <a:p>
            <a:pPr defTabSz="1000823" eaLnBrk="0" fontAlgn="t" hangingPunct="0">
              <a:spcBef>
                <a:spcPct val="0"/>
              </a:spcBef>
              <a:spcAft>
                <a:spcPct val="0"/>
              </a:spcAft>
            </a:pPr>
            <a:r>
              <a:rPr lang="zh-CN" altLang="en-US" sz="3498" b="1">
                <a:solidFill>
                  <a:prstClr val="black">
                    <a:lumMod val="75000"/>
                    <a:lumOff val="25000"/>
                  </a:prstClr>
                </a:solidFill>
                <a:cs typeface="Arial" panose="020B0604020202020204" pitchFamily="34" charset="0"/>
              </a:rPr>
              <a:t>修订记录</a:t>
            </a:r>
            <a:endParaRPr lang="zh-CN" altLang="en-US" sz="3498" b="1" dirty="0">
              <a:solidFill>
                <a:prstClr val="black">
                  <a:lumMod val="75000"/>
                  <a:lumOff val="25000"/>
                </a:prstClr>
              </a:solidFill>
              <a:cs typeface="Arial" panose="020B0604020202020204" pitchFamily="34" charset="0"/>
            </a:endParaRPr>
          </a:p>
        </p:txBody>
      </p:sp>
      <p:sp>
        <p:nvSpPr>
          <p:cNvPr id="14" name="Text Box 58"/>
          <p:cNvSpPr txBox="1">
            <a:spLocks noChangeArrowheads="1"/>
          </p:cNvSpPr>
          <p:nvPr userDrawn="1"/>
        </p:nvSpPr>
        <p:spPr bwMode="auto">
          <a:xfrm>
            <a:off x="8900836" y="296652"/>
            <a:ext cx="2771225" cy="707886"/>
          </a:xfrm>
          <a:prstGeom prst="rect">
            <a:avLst/>
          </a:prstGeom>
          <a:noFill/>
          <a:ln w="9525" algn="ctr">
            <a:noFill/>
            <a:miter lim="800000"/>
            <a:headEnd/>
            <a:tailEnd/>
          </a:ln>
        </p:spPr>
        <p:txBody>
          <a:bodyPr wrap="square">
            <a:spAutoFit/>
          </a:bodyPr>
          <a:lstStyle/>
          <a:p>
            <a:pPr>
              <a:spcBef>
                <a:spcPct val="50000"/>
              </a:spcBef>
            </a:pPr>
            <a:r>
              <a:rPr lang="zh-CN" altLang="en-US" sz="3996">
                <a:solidFill>
                  <a:srgbClr val="BAE6F6">
                    <a:lumMod val="50000"/>
                  </a:srgbClr>
                </a:solidFill>
                <a:cs typeface="Arial" panose="020B0604020202020204" pitchFamily="34" charset="0"/>
              </a:rPr>
              <a:t>本页</a:t>
            </a:r>
            <a:r>
              <a:rPr lang="zh-CN" altLang="en-US" sz="3996" dirty="0">
                <a:solidFill>
                  <a:srgbClr val="BAE6F6">
                    <a:lumMod val="50000"/>
                  </a:srgbClr>
                </a:solidFill>
                <a:cs typeface="Arial" panose="020B0604020202020204" pitchFamily="34" charset="0"/>
              </a:rPr>
              <a:t>不打印</a:t>
            </a:r>
          </a:p>
        </p:txBody>
      </p:sp>
      <p:sp>
        <p:nvSpPr>
          <p:cNvPr id="15" name="文本占位符 7"/>
          <p:cNvSpPr>
            <a:spLocks noGrp="1"/>
          </p:cNvSpPr>
          <p:nvPr>
            <p:ph type="body" sz="quarter" idx="21" hasCustomPrompt="1"/>
          </p:nvPr>
        </p:nvSpPr>
        <p:spPr>
          <a:xfrm>
            <a:off x="1007042" y="3877918"/>
            <a:ext cx="3119128" cy="468052"/>
          </a:xfrm>
          <a:prstGeom prst="rect">
            <a:avLst/>
          </a:prstGeom>
        </p:spPr>
        <p:txBody>
          <a:bodyPr anchor="ctr"/>
          <a:lstStyle>
            <a:lvl1pPr algn="ctr">
              <a:lnSpc>
                <a:spcPct val="100000"/>
              </a:lnSpc>
              <a:buNone/>
              <a:defRPr sz="1598">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1" y="3877918"/>
            <a:ext cx="1967450" cy="468052"/>
          </a:xfrm>
          <a:prstGeom prst="rect">
            <a:avLst/>
          </a:prstGeom>
        </p:spPr>
        <p:txBody>
          <a:bodyPr anchor="ctr"/>
          <a:lstStyle>
            <a:lvl1pPr algn="ctr">
              <a:lnSpc>
                <a:spcPct val="100000"/>
              </a:lnSpc>
              <a:buNone/>
              <a:defRPr sz="1598">
                <a:latin typeface="+mn-lt"/>
                <a:ea typeface="+mn-ea"/>
                <a:cs typeface="Arial" panose="020B0604020202020204" pitchFamily="34" charset="0"/>
              </a:defRPr>
            </a:lvl1pPr>
          </a:lstStyle>
          <a:p>
            <a:pPr lvl="0"/>
            <a:r>
              <a:rPr lang="en-US" altLang="zh-CN" dirty="0"/>
              <a:t>2015.01.25</a:t>
            </a:r>
            <a:endParaRPr lang="zh-CN" altLang="en-US" dirty="0"/>
          </a:p>
        </p:txBody>
      </p:sp>
      <p:sp>
        <p:nvSpPr>
          <p:cNvPr id="17" name="文本占位符 7"/>
          <p:cNvSpPr>
            <a:spLocks noGrp="1"/>
          </p:cNvSpPr>
          <p:nvPr>
            <p:ph type="body" sz="quarter" idx="23" hasCustomPrompt="1"/>
          </p:nvPr>
        </p:nvSpPr>
        <p:spPr>
          <a:xfrm>
            <a:off x="6093619" y="3877918"/>
            <a:ext cx="3023155" cy="468052"/>
          </a:xfrm>
          <a:prstGeom prst="rect">
            <a:avLst/>
          </a:prstGeom>
        </p:spPr>
        <p:txBody>
          <a:bodyPr anchor="ctr"/>
          <a:lstStyle>
            <a:lvl1pPr algn="ctr">
              <a:lnSpc>
                <a:spcPct val="100000"/>
              </a:lnSpc>
              <a:buNone/>
              <a:defRPr sz="1598">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841914"/>
            <a:ext cx="2351342" cy="504056"/>
          </a:xfrm>
          <a:prstGeom prst="rect">
            <a:avLst/>
          </a:prstGeom>
        </p:spPr>
        <p:txBody>
          <a:bodyPr anchor="ctr"/>
          <a:lstStyle>
            <a:lvl1pPr algn="ctr">
              <a:lnSpc>
                <a:spcPct val="100000"/>
              </a:lnSpc>
              <a:buNone/>
              <a:defRPr sz="1598">
                <a:latin typeface="+mn-lt"/>
                <a:ea typeface="+mn-ea"/>
                <a:cs typeface="Arial" panose="020B0604020202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345970"/>
            <a:ext cx="3119128" cy="468052"/>
          </a:xfrm>
          <a:prstGeom prst="rect">
            <a:avLst/>
          </a:prstGeom>
        </p:spPr>
        <p:txBody>
          <a:bodyPr anchor="ctr"/>
          <a:lstStyle>
            <a:lvl1pPr algn="ctr">
              <a:lnSpc>
                <a:spcPct val="100000"/>
              </a:lnSpc>
              <a:buNone/>
              <a:defRPr sz="1598">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1" y="4345970"/>
            <a:ext cx="1967450" cy="468052"/>
          </a:xfrm>
          <a:prstGeom prst="rect">
            <a:avLst/>
          </a:prstGeom>
        </p:spPr>
        <p:txBody>
          <a:bodyPr anchor="ctr"/>
          <a:lstStyle>
            <a:lvl1pPr algn="ctr">
              <a:lnSpc>
                <a:spcPct val="100000"/>
              </a:lnSpc>
              <a:buNone/>
              <a:defRPr sz="1598">
                <a:latin typeface="+mn-lt"/>
                <a:ea typeface="+mn-ea"/>
                <a:cs typeface="Arial" panose="020B0604020202020204" pitchFamily="34" charset="0"/>
              </a:defRPr>
            </a:lvl1pPr>
          </a:lstStyle>
          <a:p>
            <a:pPr lvl="0"/>
            <a:r>
              <a:rPr lang="en-US" altLang="zh-CN" dirty="0"/>
              <a:t>2015.01.25</a:t>
            </a:r>
            <a:endParaRPr lang="zh-CN" altLang="en-US" dirty="0"/>
          </a:p>
        </p:txBody>
      </p:sp>
      <p:sp>
        <p:nvSpPr>
          <p:cNvPr id="21" name="文本占位符 7"/>
          <p:cNvSpPr>
            <a:spLocks noGrp="1"/>
          </p:cNvSpPr>
          <p:nvPr>
            <p:ph type="body" sz="quarter" idx="27" hasCustomPrompt="1"/>
          </p:nvPr>
        </p:nvSpPr>
        <p:spPr>
          <a:xfrm>
            <a:off x="6093619" y="4345970"/>
            <a:ext cx="3023155" cy="468052"/>
          </a:xfrm>
          <a:prstGeom prst="rect">
            <a:avLst/>
          </a:prstGeom>
        </p:spPr>
        <p:txBody>
          <a:bodyPr anchor="ctr"/>
          <a:lstStyle>
            <a:lvl1pPr algn="ctr">
              <a:lnSpc>
                <a:spcPct val="100000"/>
              </a:lnSpc>
              <a:buNone/>
              <a:defRPr sz="1598">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345970"/>
            <a:ext cx="2351342" cy="468052"/>
          </a:xfrm>
          <a:prstGeom prst="rect">
            <a:avLst/>
          </a:prstGeom>
        </p:spPr>
        <p:txBody>
          <a:bodyPr anchor="ctr"/>
          <a:lstStyle>
            <a:lvl1pPr algn="ctr">
              <a:lnSpc>
                <a:spcPct val="100000"/>
              </a:lnSpc>
              <a:buNone/>
              <a:defRPr sz="1598">
                <a:latin typeface="+mn-lt"/>
                <a:ea typeface="+mn-ea"/>
                <a:cs typeface="Arial" panose="020B0604020202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886030"/>
            <a:ext cx="3119128" cy="468052"/>
          </a:xfrm>
          <a:prstGeom prst="rect">
            <a:avLst/>
          </a:prstGeom>
        </p:spPr>
        <p:txBody>
          <a:bodyPr anchor="ctr"/>
          <a:lstStyle>
            <a:lvl1pPr algn="ctr">
              <a:lnSpc>
                <a:spcPct val="100000"/>
              </a:lnSpc>
              <a:buNone/>
              <a:defRPr sz="1598">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1" y="4886030"/>
            <a:ext cx="1967450" cy="468052"/>
          </a:xfrm>
          <a:prstGeom prst="rect">
            <a:avLst/>
          </a:prstGeom>
        </p:spPr>
        <p:txBody>
          <a:bodyPr anchor="ctr"/>
          <a:lstStyle>
            <a:lvl1pPr algn="ctr">
              <a:lnSpc>
                <a:spcPct val="100000"/>
              </a:lnSpc>
              <a:buNone/>
              <a:defRPr sz="1598">
                <a:latin typeface="+mn-lt"/>
                <a:ea typeface="+mn-ea"/>
                <a:cs typeface="Arial" panose="020B0604020202020204" pitchFamily="34" charset="0"/>
              </a:defRPr>
            </a:lvl1pPr>
          </a:lstStyle>
          <a:p>
            <a:pPr lvl="0"/>
            <a:r>
              <a:rPr lang="en-US" altLang="zh-CN" dirty="0"/>
              <a:t>2015.01.25</a:t>
            </a:r>
            <a:endParaRPr lang="zh-CN" altLang="en-US" dirty="0"/>
          </a:p>
        </p:txBody>
      </p:sp>
      <p:sp>
        <p:nvSpPr>
          <p:cNvPr id="25" name="文本占位符 7"/>
          <p:cNvSpPr>
            <a:spLocks noGrp="1"/>
          </p:cNvSpPr>
          <p:nvPr>
            <p:ph type="body" sz="quarter" idx="31" hasCustomPrompt="1"/>
          </p:nvPr>
        </p:nvSpPr>
        <p:spPr>
          <a:xfrm>
            <a:off x="6093619" y="4886030"/>
            <a:ext cx="3023155" cy="468052"/>
          </a:xfrm>
          <a:prstGeom prst="rect">
            <a:avLst/>
          </a:prstGeom>
        </p:spPr>
        <p:txBody>
          <a:bodyPr anchor="ctr"/>
          <a:lstStyle>
            <a:lvl1pPr algn="ctr">
              <a:lnSpc>
                <a:spcPct val="100000"/>
              </a:lnSpc>
              <a:buNone/>
              <a:defRPr sz="1598">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886030"/>
            <a:ext cx="2351342" cy="468052"/>
          </a:xfrm>
          <a:prstGeom prst="rect">
            <a:avLst/>
          </a:prstGeom>
        </p:spPr>
        <p:txBody>
          <a:bodyPr anchor="ctr"/>
          <a:lstStyle>
            <a:lvl1pPr algn="ctr">
              <a:lnSpc>
                <a:spcPct val="100000"/>
              </a:lnSpc>
              <a:buNone/>
              <a:defRPr sz="1598">
                <a:latin typeface="+mn-lt"/>
                <a:ea typeface="+mn-ea"/>
                <a:cs typeface="Arial" panose="020B0604020202020204" pitchFamily="34" charset="0"/>
              </a:defRPr>
            </a:lvl1pPr>
          </a:lstStyle>
          <a:p>
            <a:pPr lvl="0"/>
            <a:r>
              <a:rPr lang="zh-CN" altLang="en-US" dirty="0"/>
              <a:t>优化</a:t>
            </a:r>
          </a:p>
        </p:txBody>
      </p:sp>
      <p:sp>
        <p:nvSpPr>
          <p:cNvPr id="27" name="文本占位符 7"/>
          <p:cNvSpPr>
            <a:spLocks noGrp="1"/>
          </p:cNvSpPr>
          <p:nvPr>
            <p:ph type="body" sz="quarter" idx="33" hasCustomPrompt="1"/>
          </p:nvPr>
        </p:nvSpPr>
        <p:spPr>
          <a:xfrm>
            <a:off x="1007042" y="5354082"/>
            <a:ext cx="3119128" cy="468052"/>
          </a:xfrm>
          <a:prstGeom prst="rect">
            <a:avLst/>
          </a:prstGeom>
        </p:spPr>
        <p:txBody>
          <a:bodyPr anchor="ctr"/>
          <a:lstStyle>
            <a:lvl1pPr algn="ctr">
              <a:lnSpc>
                <a:spcPct val="100000"/>
              </a:lnSpc>
              <a:buNone/>
              <a:defRPr sz="1598">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8" name="文本占位符 7"/>
          <p:cNvSpPr>
            <a:spLocks noGrp="1"/>
          </p:cNvSpPr>
          <p:nvPr>
            <p:ph type="body" sz="quarter" idx="34" hasCustomPrompt="1"/>
          </p:nvPr>
        </p:nvSpPr>
        <p:spPr>
          <a:xfrm>
            <a:off x="4126171" y="5354082"/>
            <a:ext cx="1967450" cy="468052"/>
          </a:xfrm>
          <a:prstGeom prst="rect">
            <a:avLst/>
          </a:prstGeom>
        </p:spPr>
        <p:txBody>
          <a:bodyPr anchor="ctr"/>
          <a:lstStyle>
            <a:lvl1pPr algn="ctr">
              <a:lnSpc>
                <a:spcPct val="100000"/>
              </a:lnSpc>
              <a:buNone/>
              <a:defRPr sz="1598">
                <a:latin typeface="+mn-lt"/>
                <a:ea typeface="+mn-ea"/>
                <a:cs typeface="Arial" panose="020B0604020202020204" pitchFamily="34" charset="0"/>
              </a:defRPr>
            </a:lvl1pPr>
          </a:lstStyle>
          <a:p>
            <a:pPr lvl="0"/>
            <a:r>
              <a:rPr lang="en-US" altLang="zh-CN" dirty="0"/>
              <a:t>2015.01.25</a:t>
            </a:r>
            <a:endParaRPr lang="zh-CN" altLang="en-US" dirty="0"/>
          </a:p>
        </p:txBody>
      </p:sp>
      <p:sp>
        <p:nvSpPr>
          <p:cNvPr id="29" name="文本占位符 7"/>
          <p:cNvSpPr>
            <a:spLocks noGrp="1"/>
          </p:cNvSpPr>
          <p:nvPr>
            <p:ph type="body" sz="quarter" idx="35" hasCustomPrompt="1"/>
          </p:nvPr>
        </p:nvSpPr>
        <p:spPr>
          <a:xfrm>
            <a:off x="6093619" y="5354082"/>
            <a:ext cx="3023155" cy="468052"/>
          </a:xfrm>
          <a:prstGeom prst="rect">
            <a:avLst/>
          </a:prstGeom>
        </p:spPr>
        <p:txBody>
          <a:bodyPr anchor="ctr"/>
          <a:lstStyle>
            <a:lvl1pPr algn="ctr">
              <a:lnSpc>
                <a:spcPct val="100000"/>
              </a:lnSpc>
              <a:buNone/>
              <a:defRPr sz="1598">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30" name="文本占位符 7"/>
          <p:cNvSpPr>
            <a:spLocks noGrp="1"/>
          </p:cNvSpPr>
          <p:nvPr>
            <p:ph type="body" sz="quarter" idx="36" hasCustomPrompt="1"/>
          </p:nvPr>
        </p:nvSpPr>
        <p:spPr>
          <a:xfrm>
            <a:off x="9116775" y="5354082"/>
            <a:ext cx="2351342" cy="468052"/>
          </a:xfrm>
          <a:prstGeom prst="rect">
            <a:avLst/>
          </a:prstGeom>
        </p:spPr>
        <p:txBody>
          <a:bodyPr anchor="ctr"/>
          <a:lstStyle>
            <a:lvl1pPr algn="ctr">
              <a:lnSpc>
                <a:spcPct val="100000"/>
              </a:lnSpc>
              <a:buNone/>
              <a:defRPr sz="1598">
                <a:latin typeface="+mn-lt"/>
                <a:ea typeface="+mn-ea"/>
                <a:cs typeface="Arial" panose="020B0604020202020204" pitchFamily="34" charset="0"/>
              </a:defRPr>
            </a:lvl1pPr>
          </a:lstStyle>
          <a:p>
            <a:pPr lvl="0"/>
            <a:r>
              <a:rPr lang="zh-CN" altLang="en-US" dirty="0"/>
              <a:t>优化</a:t>
            </a:r>
          </a:p>
        </p:txBody>
      </p:sp>
    </p:spTree>
    <p:extLst>
      <p:ext uri="{BB962C8B-B14F-4D97-AF65-F5344CB8AC3E}">
        <p14:creationId xmlns:p14="http://schemas.microsoft.com/office/powerpoint/2010/main" val="10993030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总标题">
    <p:spTree>
      <p:nvGrpSpPr>
        <p:cNvPr id="1" name=""/>
        <p:cNvGrpSpPr/>
        <p:nvPr/>
      </p:nvGrpSpPr>
      <p:grpSpPr>
        <a:xfrm>
          <a:off x="0" y="0"/>
          <a:ext cx="0" cy="0"/>
          <a:chOff x="0" y="0"/>
          <a:chExt cx="0" cy="0"/>
        </a:xfrm>
      </p:grpSpPr>
      <p:pic>
        <p:nvPicPr>
          <p:cNvPr id="8" name="Picture 4"/>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b="3542"/>
          <a:stretch/>
        </p:blipFill>
        <p:spPr bwMode="auto">
          <a:xfrm>
            <a:off x="1" y="42"/>
            <a:ext cx="12187239" cy="685791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41"/>
          <p:cNvSpPr>
            <a:spLocks noGrp="1" noChangeArrowheads="1"/>
          </p:cNvSpPr>
          <p:nvPr>
            <p:ph type="ctrTitle" sz="quarter"/>
          </p:nvPr>
        </p:nvSpPr>
        <p:spPr>
          <a:xfrm>
            <a:off x="1030894" y="4957156"/>
            <a:ext cx="10437489" cy="831600"/>
          </a:xfrm>
          <a:prstGeom prst="rect">
            <a:avLst/>
          </a:prstGeom>
          <a:ln algn="ctr"/>
        </p:spPr>
        <p:txBody>
          <a:bodyPr lIns="87802" tIns="43901" rIns="87802" bIns="43901"/>
          <a:lstStyle>
            <a:lvl1pPr algn="l" defTabSz="801046" rtl="0" eaLnBrk="0" fontAlgn="auto" hangingPunct="0">
              <a:spcBef>
                <a:spcPct val="0"/>
              </a:spcBef>
              <a:spcAft>
                <a:spcPct val="0"/>
              </a:spcAft>
              <a:defRPr lang="zh-CN" altLang="en-US" sz="4296" b="1" kern="1200" dirty="0">
                <a:solidFill>
                  <a:srgbClr val="0070C0"/>
                </a:solidFill>
                <a:latin typeface="+mn-lt"/>
                <a:ea typeface="+mn-ea"/>
                <a:cs typeface="Arial" panose="020B0604020202020204" pitchFamily="34" charset="0"/>
              </a:defRPr>
            </a:lvl1pPr>
          </a:lstStyle>
          <a:p>
            <a:r>
              <a:rPr lang="zh-CN" altLang="en-US" dirty="0"/>
              <a:t>单击此处编辑母版标题样式</a:t>
            </a:r>
          </a:p>
        </p:txBody>
      </p:sp>
      <p:sp>
        <p:nvSpPr>
          <p:cNvPr id="10" name="文本占位符 29"/>
          <p:cNvSpPr>
            <a:spLocks noGrp="1"/>
          </p:cNvSpPr>
          <p:nvPr>
            <p:ph type="body" sz="quarter" idx="10"/>
          </p:nvPr>
        </p:nvSpPr>
        <p:spPr>
          <a:xfrm>
            <a:off x="1030892" y="5816120"/>
            <a:ext cx="6909301" cy="493200"/>
          </a:xfrm>
          <a:prstGeom prst="rect">
            <a:avLst/>
          </a:prstGeom>
        </p:spPr>
        <p:txBody>
          <a:bodyPr/>
          <a:lstStyle>
            <a:lvl1pPr marL="0" indent="0" algn="l" defTabSz="801046" rtl="0" eaLnBrk="0" fontAlgn="base" hangingPunct="0">
              <a:spcBef>
                <a:spcPct val="0"/>
              </a:spcBef>
              <a:spcAft>
                <a:spcPct val="0"/>
              </a:spcAft>
              <a:buNone/>
              <a:defRPr lang="zh-CN" altLang="en-US" sz="1998" kern="1200" dirty="0" smtClean="0">
                <a:solidFill>
                  <a:srgbClr val="0070C0"/>
                </a:solidFill>
                <a:latin typeface="+mn-lt"/>
                <a:ea typeface="+mn-ea"/>
                <a:cs typeface="Arial" panose="020B0604020202020204" pitchFamily="34" charset="0"/>
              </a:defRPr>
            </a:lvl1pPr>
          </a:lstStyle>
          <a:p>
            <a:pPr lvl="0"/>
            <a:r>
              <a:rPr lang="zh-CN" altLang="en-US" dirty="0"/>
              <a:t>单击此处编辑母版文本样式</a:t>
            </a:r>
          </a:p>
        </p:txBody>
      </p:sp>
      <p:sp>
        <p:nvSpPr>
          <p:cNvPr id="11" name="Rectangle 54">
            <a:extLst>
              <a:ext uri="{FF2B5EF4-FFF2-40B4-BE49-F238E27FC236}">
                <a16:creationId xmlns:a16="http://schemas.microsoft.com/office/drawing/2014/main" id="{2078FA11-5569-4994-AEB7-1AF5CAC763B0}"/>
              </a:ext>
            </a:extLst>
          </p:cNvPr>
          <p:cNvSpPr>
            <a:spLocks noChangeArrowheads="1"/>
          </p:cNvSpPr>
          <p:nvPr userDrawn="1"/>
        </p:nvSpPr>
        <p:spPr bwMode="auto">
          <a:xfrm>
            <a:off x="947058" y="6500581"/>
            <a:ext cx="2572620" cy="265520"/>
          </a:xfrm>
          <a:prstGeom prst="rect">
            <a:avLst/>
          </a:prstGeom>
          <a:noFill/>
          <a:ln w="9525" algn="ctr">
            <a:noFill/>
            <a:miter lim="800000"/>
            <a:headEnd/>
            <a:tailEnd/>
          </a:ln>
          <a:effectLst/>
        </p:spPr>
        <p:txBody>
          <a:bodyPr wrap="none" lIns="80039" tIns="40020" rIns="80039" bIns="40020">
            <a:spAutoFit/>
          </a:bodyPr>
          <a:lstStyle/>
          <a:p>
            <a:pPr defTabSz="801026" eaLnBrk="0" fontAlgn="base" hangingPunct="0">
              <a:defRPr/>
            </a:pPr>
            <a:r>
              <a:rPr lang="zh-CN" altLang="en-US" sz="1200" dirty="0">
                <a:solidFill>
                  <a:prstClr val="black"/>
                </a:solidFill>
                <a:cs typeface="Arial" pitchFamily="34" charset="0"/>
              </a:rPr>
              <a:t>版权所有</a:t>
            </a:r>
            <a:r>
              <a:rPr lang="en-US" altLang="zh-CN" sz="1200">
                <a:solidFill>
                  <a:prstClr val="black"/>
                </a:solidFill>
                <a:cs typeface="Arial" pitchFamily="34" charset="0"/>
              </a:rPr>
              <a:t>© 2020 </a:t>
            </a:r>
            <a:r>
              <a:rPr lang="zh-CN" altLang="en-US" sz="1200" dirty="0">
                <a:solidFill>
                  <a:prstClr val="black"/>
                </a:solidFill>
                <a:cs typeface="Arial" pitchFamily="34" charset="0"/>
              </a:rPr>
              <a:t>华为技术有限公司</a:t>
            </a:r>
          </a:p>
        </p:txBody>
      </p:sp>
      <p:pic>
        <p:nvPicPr>
          <p:cNvPr id="12" name="图片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88026" y="251069"/>
            <a:ext cx="1964832" cy="430102"/>
          </a:xfrm>
          <a:prstGeom prst="rect">
            <a:avLst/>
          </a:prstGeom>
        </p:spPr>
      </p:pic>
    </p:spTree>
    <p:extLst>
      <p:ext uri="{BB962C8B-B14F-4D97-AF65-F5344CB8AC3E}">
        <p14:creationId xmlns:p14="http://schemas.microsoft.com/office/powerpoint/2010/main" val="20252612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前言">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469566" y="1233488"/>
            <a:ext cx="11274935" cy="4679788"/>
          </a:xfrm>
          <a:prstGeom prst="rect">
            <a:avLst/>
          </a:prstGeom>
        </p:spPr>
        <p:txBody>
          <a:bodyPr/>
          <a:lstStyle>
            <a:lvl1pPr algn="just" fontAlgn="auto">
              <a:buClrTx/>
              <a:defRPr>
                <a:latin typeface="+mn-lt"/>
                <a:ea typeface="+mn-ea"/>
                <a:cs typeface="Arial" panose="020B0604020202020204" pitchFamily="34" charset="0"/>
              </a:defRPr>
            </a:lvl1pPr>
            <a:lvl2pPr marL="654676" indent="-251798" fontAlgn="auto">
              <a:buClrTx/>
              <a:buSzPct val="100000"/>
              <a:buFont typeface="Huawei Sans" panose="020C0503030203020204" pitchFamily="34" charset="0"/>
              <a:buChar char="▫"/>
              <a:defRPr>
                <a:solidFill>
                  <a:schemeClr val="tx1"/>
                </a:solidFill>
                <a:latin typeface="+mn-lt"/>
              </a:defRPr>
            </a:lvl2pPr>
            <a:lvl3pPr fontAlgn="auto">
              <a:defRPr lang="zh-CN" altLang="en-US" dirty="0" smtClean="0">
                <a:solidFill>
                  <a:schemeClr val="tx1"/>
                </a:solidFill>
                <a:latin typeface="+mn-lt"/>
                <a:ea typeface="+mn-ea"/>
              </a:defRPr>
            </a:lvl3pPr>
            <a:lvl4pPr fontAlgn="auto">
              <a:defRPr>
                <a:latin typeface="+mn-lt"/>
              </a:defRPr>
            </a:lvl4pPr>
            <a:lvl5pPr marL="1802158" indent="-201438" fontAlgn="auto">
              <a:buClrTx/>
              <a:buFont typeface="Huawei Sans" panose="020C0503030203020204" pitchFamily="34" charset="0"/>
              <a:buChar char="~"/>
              <a:defRPr>
                <a:latin typeface="+mn-lt"/>
              </a:defRPr>
            </a:lvl5pPr>
          </a:lstStyle>
          <a:p>
            <a:pPr eaLnBrk="1" hangingPunct="1"/>
            <a:r>
              <a:rPr lang="zh-CN" altLang="en-US" dirty="0"/>
              <a:t>本章主要讲述</a:t>
            </a:r>
            <a:r>
              <a:rPr lang="en-US" altLang="zh-CN" dirty="0"/>
              <a:t>...</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sp>
        <p:nvSpPr>
          <p:cNvPr id="16" name="TextBox 10">
            <a:extLst>
              <a:ext uri="{FF2B5EF4-FFF2-40B4-BE49-F238E27FC236}">
                <a16:creationId xmlns:a16="http://schemas.microsoft.com/office/drawing/2014/main" id="{18ED692C-39CB-4AC0-81F6-D21CDD086EE4}"/>
              </a:ext>
            </a:extLst>
          </p:cNvPr>
          <p:cNvSpPr txBox="1"/>
          <p:nvPr userDrawn="1"/>
        </p:nvSpPr>
        <p:spPr bwMode="auto">
          <a:xfrm>
            <a:off x="1594877" y="408782"/>
            <a:ext cx="1664752" cy="639559"/>
          </a:xfrm>
          <a:prstGeom prst="rect">
            <a:avLst/>
          </a:prstGeom>
          <a:noFill/>
          <a:ln w="9525">
            <a:noFill/>
            <a:miter lim="800000"/>
            <a:headEnd/>
            <a:tailEnd/>
          </a:ln>
        </p:spPr>
        <p:txBody>
          <a:bodyPr wrap="square" lIns="99902" tIns="49947" rIns="99902" bIns="49947" rtlCol="0">
            <a:spAutoFit/>
          </a:bodyPr>
          <a:lstStyle/>
          <a:p>
            <a:pPr defTabSz="1000823" eaLnBrk="0" hangingPunct="0"/>
            <a:r>
              <a:rPr lang="zh-CN" altLang="en-US" sz="3498" b="1" dirty="0">
                <a:solidFill>
                  <a:prstClr val="black"/>
                </a:solidFill>
                <a:cs typeface="Arial" pitchFamily="34" charset="0"/>
              </a:rPr>
              <a:t>前言</a:t>
            </a:r>
          </a:p>
        </p:txBody>
      </p:sp>
      <p:sp>
        <p:nvSpPr>
          <p:cNvPr id="17"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368" tIns="45684" rIns="91368" bIns="45684" numCol="1" spcCol="0" rtlCol="0" fromWordArt="0" anchor="t" anchorCtr="0" forceAA="0" compatLnSpc="1">
            <a:prstTxWarp prst="textNoShape">
              <a:avLst/>
            </a:prstTxWarp>
            <a:noAutofit/>
          </a:bodyPr>
          <a:lstStyle/>
          <a:p>
            <a:endParaRPr lang="zh-CN" altLang="en-US" sz="1798">
              <a:solidFill>
                <a:prstClr val="black"/>
              </a:solidFill>
            </a:endParaRPr>
          </a:p>
        </p:txBody>
      </p:sp>
      <p:sp>
        <p:nvSpPr>
          <p:cNvPr id="18" name="Freeform 11"/>
          <p:cNvSpPr>
            <a:spLocks/>
          </p:cNvSpPr>
          <p:nvPr userDrawn="1"/>
        </p:nvSpPr>
        <p:spPr bwMode="auto">
          <a:xfrm>
            <a:off x="1245703"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368" tIns="45684" rIns="91368" bIns="45684" numCol="1" spcCol="0" rtlCol="0" fromWordArt="0" anchor="t" anchorCtr="0" forceAA="0" compatLnSpc="1">
            <a:prstTxWarp prst="textNoShape">
              <a:avLst/>
            </a:prstTxWarp>
            <a:noAutofit/>
          </a:bodyPr>
          <a:lstStyle/>
          <a:p>
            <a:endParaRPr lang="zh-CN" altLang="en-US" sz="1798">
              <a:solidFill>
                <a:prstClr val="black"/>
              </a:solidFill>
            </a:endParaRPr>
          </a:p>
        </p:txBody>
      </p:sp>
      <p:grpSp>
        <p:nvGrpSpPr>
          <p:cNvPr id="19" name="组合 18"/>
          <p:cNvGrpSpPr/>
          <p:nvPr userDrawn="1"/>
        </p:nvGrpSpPr>
        <p:grpSpPr>
          <a:xfrm>
            <a:off x="335230" y="498828"/>
            <a:ext cx="627913" cy="459460"/>
            <a:chOff x="3275013" y="1363663"/>
            <a:chExt cx="5645150" cy="4129087"/>
          </a:xfrm>
          <a:solidFill>
            <a:schemeClr val="bg1"/>
          </a:solidFill>
        </p:grpSpPr>
        <p:sp>
          <p:nvSpPr>
            <p:cNvPr id="20" name="Freeform 6"/>
            <p:cNvSpPr>
              <a:spLocks noEditPoints="1"/>
            </p:cNvSpPr>
            <p:nvPr/>
          </p:nvSpPr>
          <p:spPr bwMode="auto">
            <a:xfrm>
              <a:off x="3275013" y="1363663"/>
              <a:ext cx="5645150" cy="4129087"/>
            </a:xfrm>
            <a:custGeom>
              <a:avLst/>
              <a:gdLst>
                <a:gd name="T0" fmla="*/ 1410 w 1505"/>
                <a:gd name="T1" fmla="*/ 250 h 1101"/>
                <a:gd name="T2" fmla="*/ 780 w 1505"/>
                <a:gd name="T3" fmla="*/ 250 h 1101"/>
                <a:gd name="T4" fmla="*/ 780 w 1505"/>
                <a:gd name="T5" fmla="*/ 81 h 1101"/>
                <a:gd name="T6" fmla="*/ 699 w 1505"/>
                <a:gd name="T7" fmla="*/ 0 h 1101"/>
                <a:gd name="T8" fmla="*/ 81 w 1505"/>
                <a:gd name="T9" fmla="*/ 0 h 1101"/>
                <a:gd name="T10" fmla="*/ 0 w 1505"/>
                <a:gd name="T11" fmla="*/ 81 h 1101"/>
                <a:gd name="T12" fmla="*/ 0 w 1505"/>
                <a:gd name="T13" fmla="*/ 464 h 1101"/>
                <a:gd name="T14" fmla="*/ 81 w 1505"/>
                <a:gd name="T15" fmla="*/ 545 h 1101"/>
                <a:gd name="T16" fmla="*/ 124 w 1505"/>
                <a:gd name="T17" fmla="*/ 545 h 1101"/>
                <a:gd name="T18" fmla="*/ 124 w 1505"/>
                <a:gd name="T19" fmla="*/ 668 h 1101"/>
                <a:gd name="T20" fmla="*/ 137 w 1505"/>
                <a:gd name="T21" fmla="*/ 688 h 1101"/>
                <a:gd name="T22" fmla="*/ 147 w 1505"/>
                <a:gd name="T23" fmla="*/ 690 h 1101"/>
                <a:gd name="T24" fmla="*/ 161 w 1505"/>
                <a:gd name="T25" fmla="*/ 685 h 1101"/>
                <a:gd name="T26" fmla="*/ 316 w 1505"/>
                <a:gd name="T27" fmla="*/ 554 h 1101"/>
                <a:gd name="T28" fmla="*/ 341 w 1505"/>
                <a:gd name="T29" fmla="*/ 545 h 1101"/>
                <a:gd name="T30" fmla="*/ 542 w 1505"/>
                <a:gd name="T31" fmla="*/ 545 h 1101"/>
                <a:gd name="T32" fmla="*/ 542 w 1505"/>
                <a:gd name="T33" fmla="*/ 824 h 1101"/>
                <a:gd name="T34" fmla="*/ 637 w 1505"/>
                <a:gd name="T35" fmla="*/ 919 h 1101"/>
                <a:gd name="T36" fmla="*/ 1084 w 1505"/>
                <a:gd name="T37" fmla="*/ 919 h 1101"/>
                <a:gd name="T38" fmla="*/ 1120 w 1505"/>
                <a:gd name="T39" fmla="*/ 932 h 1101"/>
                <a:gd name="T40" fmla="*/ 1313 w 1505"/>
                <a:gd name="T41" fmla="*/ 1096 h 1101"/>
                <a:gd name="T42" fmla="*/ 1328 w 1505"/>
                <a:gd name="T43" fmla="*/ 1101 h 1101"/>
                <a:gd name="T44" fmla="*/ 1337 w 1505"/>
                <a:gd name="T45" fmla="*/ 1099 h 1101"/>
                <a:gd name="T46" fmla="*/ 1350 w 1505"/>
                <a:gd name="T47" fmla="*/ 1078 h 1101"/>
                <a:gd name="T48" fmla="*/ 1350 w 1505"/>
                <a:gd name="T49" fmla="*/ 919 h 1101"/>
                <a:gd name="T50" fmla="*/ 1410 w 1505"/>
                <a:gd name="T51" fmla="*/ 919 h 1101"/>
                <a:gd name="T52" fmla="*/ 1505 w 1505"/>
                <a:gd name="T53" fmla="*/ 824 h 1101"/>
                <a:gd name="T54" fmla="*/ 1505 w 1505"/>
                <a:gd name="T55" fmla="*/ 345 h 1101"/>
                <a:gd name="T56" fmla="*/ 1410 w 1505"/>
                <a:gd name="T57" fmla="*/ 250 h 1101"/>
                <a:gd name="T58" fmla="*/ 341 w 1505"/>
                <a:gd name="T59" fmla="*/ 500 h 1101"/>
                <a:gd name="T60" fmla="*/ 287 w 1505"/>
                <a:gd name="T61" fmla="*/ 520 h 1101"/>
                <a:gd name="T62" fmla="*/ 169 w 1505"/>
                <a:gd name="T63" fmla="*/ 619 h 1101"/>
                <a:gd name="T64" fmla="*/ 169 w 1505"/>
                <a:gd name="T65" fmla="*/ 535 h 1101"/>
                <a:gd name="T66" fmla="*/ 133 w 1505"/>
                <a:gd name="T67" fmla="*/ 500 h 1101"/>
                <a:gd name="T68" fmla="*/ 81 w 1505"/>
                <a:gd name="T69" fmla="*/ 500 h 1101"/>
                <a:gd name="T70" fmla="*/ 45 w 1505"/>
                <a:gd name="T71" fmla="*/ 464 h 1101"/>
                <a:gd name="T72" fmla="*/ 45 w 1505"/>
                <a:gd name="T73" fmla="*/ 81 h 1101"/>
                <a:gd name="T74" fmla="*/ 81 w 1505"/>
                <a:gd name="T75" fmla="*/ 45 h 1101"/>
                <a:gd name="T76" fmla="*/ 699 w 1505"/>
                <a:gd name="T77" fmla="*/ 45 h 1101"/>
                <a:gd name="T78" fmla="*/ 735 w 1505"/>
                <a:gd name="T79" fmla="*/ 81 h 1101"/>
                <a:gd name="T80" fmla="*/ 735 w 1505"/>
                <a:gd name="T81" fmla="*/ 250 h 1101"/>
                <a:gd name="T82" fmla="*/ 637 w 1505"/>
                <a:gd name="T83" fmla="*/ 250 h 1101"/>
                <a:gd name="T84" fmla="*/ 542 w 1505"/>
                <a:gd name="T85" fmla="*/ 345 h 1101"/>
                <a:gd name="T86" fmla="*/ 542 w 1505"/>
                <a:gd name="T87" fmla="*/ 500 h 1101"/>
                <a:gd name="T88" fmla="*/ 341 w 1505"/>
                <a:gd name="T89" fmla="*/ 500 h 1101"/>
                <a:gd name="T90" fmla="*/ 1460 w 1505"/>
                <a:gd name="T91" fmla="*/ 824 h 1101"/>
                <a:gd name="T92" fmla="*/ 1410 w 1505"/>
                <a:gd name="T93" fmla="*/ 874 h 1101"/>
                <a:gd name="T94" fmla="*/ 1344 w 1505"/>
                <a:gd name="T95" fmla="*/ 874 h 1101"/>
                <a:gd name="T96" fmla="*/ 1305 w 1505"/>
                <a:gd name="T97" fmla="*/ 913 h 1101"/>
                <a:gd name="T98" fmla="*/ 1305 w 1505"/>
                <a:gd name="T99" fmla="*/ 1030 h 1101"/>
                <a:gd name="T100" fmla="*/ 1149 w 1505"/>
                <a:gd name="T101" fmla="*/ 898 h 1101"/>
                <a:gd name="T102" fmla="*/ 1084 w 1505"/>
                <a:gd name="T103" fmla="*/ 874 h 1101"/>
                <a:gd name="T104" fmla="*/ 637 w 1505"/>
                <a:gd name="T105" fmla="*/ 874 h 1101"/>
                <a:gd name="T106" fmla="*/ 587 w 1505"/>
                <a:gd name="T107" fmla="*/ 824 h 1101"/>
                <a:gd name="T108" fmla="*/ 587 w 1505"/>
                <a:gd name="T109" fmla="*/ 345 h 1101"/>
                <a:gd name="T110" fmla="*/ 637 w 1505"/>
                <a:gd name="T111" fmla="*/ 295 h 1101"/>
                <a:gd name="T112" fmla="*/ 1410 w 1505"/>
                <a:gd name="T113" fmla="*/ 295 h 1101"/>
                <a:gd name="T114" fmla="*/ 1460 w 1505"/>
                <a:gd name="T115" fmla="*/ 345 h 1101"/>
                <a:gd name="T116" fmla="*/ 1460 w 1505"/>
                <a:gd name="T117" fmla="*/ 824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05" h="1101">
                  <a:moveTo>
                    <a:pt x="1410" y="250"/>
                  </a:moveTo>
                  <a:cubicBezTo>
                    <a:pt x="780" y="250"/>
                    <a:pt x="780" y="250"/>
                    <a:pt x="780" y="250"/>
                  </a:cubicBezTo>
                  <a:cubicBezTo>
                    <a:pt x="780" y="81"/>
                    <a:pt x="780" y="81"/>
                    <a:pt x="780" y="81"/>
                  </a:cubicBezTo>
                  <a:cubicBezTo>
                    <a:pt x="780" y="37"/>
                    <a:pt x="743" y="0"/>
                    <a:pt x="699" y="0"/>
                  </a:cubicBezTo>
                  <a:cubicBezTo>
                    <a:pt x="81" y="0"/>
                    <a:pt x="81" y="0"/>
                    <a:pt x="81" y="0"/>
                  </a:cubicBezTo>
                  <a:cubicBezTo>
                    <a:pt x="36" y="0"/>
                    <a:pt x="0" y="37"/>
                    <a:pt x="0" y="81"/>
                  </a:cubicBezTo>
                  <a:cubicBezTo>
                    <a:pt x="0" y="464"/>
                    <a:pt x="0" y="464"/>
                    <a:pt x="0" y="464"/>
                  </a:cubicBezTo>
                  <a:cubicBezTo>
                    <a:pt x="0" y="509"/>
                    <a:pt x="36" y="545"/>
                    <a:pt x="81" y="545"/>
                  </a:cubicBezTo>
                  <a:cubicBezTo>
                    <a:pt x="124" y="545"/>
                    <a:pt x="124" y="545"/>
                    <a:pt x="124" y="545"/>
                  </a:cubicBezTo>
                  <a:cubicBezTo>
                    <a:pt x="124" y="668"/>
                    <a:pt x="124" y="668"/>
                    <a:pt x="124" y="668"/>
                  </a:cubicBezTo>
                  <a:cubicBezTo>
                    <a:pt x="124" y="676"/>
                    <a:pt x="129" y="684"/>
                    <a:pt x="137" y="688"/>
                  </a:cubicBezTo>
                  <a:cubicBezTo>
                    <a:pt x="140" y="689"/>
                    <a:pt x="143" y="690"/>
                    <a:pt x="147" y="690"/>
                  </a:cubicBezTo>
                  <a:cubicBezTo>
                    <a:pt x="152" y="690"/>
                    <a:pt x="157" y="688"/>
                    <a:pt x="161" y="685"/>
                  </a:cubicBezTo>
                  <a:cubicBezTo>
                    <a:pt x="316" y="554"/>
                    <a:pt x="316" y="554"/>
                    <a:pt x="316" y="554"/>
                  </a:cubicBezTo>
                  <a:cubicBezTo>
                    <a:pt x="323" y="548"/>
                    <a:pt x="332" y="545"/>
                    <a:pt x="341" y="545"/>
                  </a:cubicBezTo>
                  <a:cubicBezTo>
                    <a:pt x="542" y="545"/>
                    <a:pt x="542" y="545"/>
                    <a:pt x="542" y="545"/>
                  </a:cubicBezTo>
                  <a:cubicBezTo>
                    <a:pt x="542" y="824"/>
                    <a:pt x="542" y="824"/>
                    <a:pt x="542" y="824"/>
                  </a:cubicBezTo>
                  <a:cubicBezTo>
                    <a:pt x="542" y="877"/>
                    <a:pt x="585" y="919"/>
                    <a:pt x="637" y="919"/>
                  </a:cubicBezTo>
                  <a:cubicBezTo>
                    <a:pt x="1084" y="919"/>
                    <a:pt x="1084" y="919"/>
                    <a:pt x="1084" y="919"/>
                  </a:cubicBezTo>
                  <a:cubicBezTo>
                    <a:pt x="1097" y="919"/>
                    <a:pt x="1110" y="924"/>
                    <a:pt x="1120" y="932"/>
                  </a:cubicBezTo>
                  <a:cubicBezTo>
                    <a:pt x="1313" y="1096"/>
                    <a:pt x="1313" y="1096"/>
                    <a:pt x="1313" y="1096"/>
                  </a:cubicBezTo>
                  <a:cubicBezTo>
                    <a:pt x="1317" y="1099"/>
                    <a:pt x="1322" y="1101"/>
                    <a:pt x="1328" y="1101"/>
                  </a:cubicBezTo>
                  <a:cubicBezTo>
                    <a:pt x="1331" y="1101"/>
                    <a:pt x="1334" y="1100"/>
                    <a:pt x="1337" y="1099"/>
                  </a:cubicBezTo>
                  <a:cubicBezTo>
                    <a:pt x="1345" y="1095"/>
                    <a:pt x="1350" y="1087"/>
                    <a:pt x="1350" y="1078"/>
                  </a:cubicBezTo>
                  <a:cubicBezTo>
                    <a:pt x="1350" y="919"/>
                    <a:pt x="1350" y="919"/>
                    <a:pt x="1350" y="919"/>
                  </a:cubicBezTo>
                  <a:cubicBezTo>
                    <a:pt x="1410" y="919"/>
                    <a:pt x="1410" y="919"/>
                    <a:pt x="1410" y="919"/>
                  </a:cubicBezTo>
                  <a:cubicBezTo>
                    <a:pt x="1463" y="919"/>
                    <a:pt x="1505" y="877"/>
                    <a:pt x="1505" y="824"/>
                  </a:cubicBezTo>
                  <a:cubicBezTo>
                    <a:pt x="1505" y="345"/>
                    <a:pt x="1505" y="345"/>
                    <a:pt x="1505" y="345"/>
                  </a:cubicBezTo>
                  <a:cubicBezTo>
                    <a:pt x="1505" y="293"/>
                    <a:pt x="1463" y="250"/>
                    <a:pt x="1410" y="250"/>
                  </a:cubicBezTo>
                  <a:close/>
                  <a:moveTo>
                    <a:pt x="341" y="500"/>
                  </a:moveTo>
                  <a:cubicBezTo>
                    <a:pt x="322" y="500"/>
                    <a:pt x="302" y="507"/>
                    <a:pt x="287" y="520"/>
                  </a:cubicBezTo>
                  <a:cubicBezTo>
                    <a:pt x="169" y="619"/>
                    <a:pt x="169" y="619"/>
                    <a:pt x="169" y="619"/>
                  </a:cubicBezTo>
                  <a:cubicBezTo>
                    <a:pt x="169" y="535"/>
                    <a:pt x="169" y="535"/>
                    <a:pt x="169" y="535"/>
                  </a:cubicBezTo>
                  <a:cubicBezTo>
                    <a:pt x="169" y="516"/>
                    <a:pt x="153" y="500"/>
                    <a:pt x="133" y="500"/>
                  </a:cubicBezTo>
                  <a:cubicBezTo>
                    <a:pt x="81" y="500"/>
                    <a:pt x="81" y="500"/>
                    <a:pt x="81" y="500"/>
                  </a:cubicBezTo>
                  <a:cubicBezTo>
                    <a:pt x="61" y="500"/>
                    <a:pt x="45" y="484"/>
                    <a:pt x="45" y="464"/>
                  </a:cubicBezTo>
                  <a:cubicBezTo>
                    <a:pt x="45" y="81"/>
                    <a:pt x="45" y="81"/>
                    <a:pt x="45" y="81"/>
                  </a:cubicBezTo>
                  <a:cubicBezTo>
                    <a:pt x="45" y="61"/>
                    <a:pt x="61" y="45"/>
                    <a:pt x="81" y="45"/>
                  </a:cubicBezTo>
                  <a:cubicBezTo>
                    <a:pt x="699" y="45"/>
                    <a:pt x="699" y="45"/>
                    <a:pt x="699" y="45"/>
                  </a:cubicBezTo>
                  <a:cubicBezTo>
                    <a:pt x="719" y="45"/>
                    <a:pt x="735" y="61"/>
                    <a:pt x="735" y="81"/>
                  </a:cubicBezTo>
                  <a:cubicBezTo>
                    <a:pt x="735" y="250"/>
                    <a:pt x="735" y="250"/>
                    <a:pt x="735" y="250"/>
                  </a:cubicBezTo>
                  <a:cubicBezTo>
                    <a:pt x="637" y="250"/>
                    <a:pt x="637" y="250"/>
                    <a:pt x="637" y="250"/>
                  </a:cubicBezTo>
                  <a:cubicBezTo>
                    <a:pt x="585" y="250"/>
                    <a:pt x="542" y="293"/>
                    <a:pt x="542" y="345"/>
                  </a:cubicBezTo>
                  <a:cubicBezTo>
                    <a:pt x="542" y="500"/>
                    <a:pt x="542" y="500"/>
                    <a:pt x="542" y="500"/>
                  </a:cubicBezTo>
                  <a:lnTo>
                    <a:pt x="341" y="500"/>
                  </a:lnTo>
                  <a:close/>
                  <a:moveTo>
                    <a:pt x="1460" y="824"/>
                  </a:moveTo>
                  <a:cubicBezTo>
                    <a:pt x="1460" y="852"/>
                    <a:pt x="1438" y="874"/>
                    <a:pt x="1410" y="874"/>
                  </a:cubicBezTo>
                  <a:cubicBezTo>
                    <a:pt x="1344" y="874"/>
                    <a:pt x="1344" y="874"/>
                    <a:pt x="1344" y="874"/>
                  </a:cubicBezTo>
                  <a:cubicBezTo>
                    <a:pt x="1323" y="874"/>
                    <a:pt x="1305" y="892"/>
                    <a:pt x="1305" y="913"/>
                  </a:cubicBezTo>
                  <a:cubicBezTo>
                    <a:pt x="1305" y="1030"/>
                    <a:pt x="1305" y="1030"/>
                    <a:pt x="1305" y="1030"/>
                  </a:cubicBezTo>
                  <a:cubicBezTo>
                    <a:pt x="1149" y="898"/>
                    <a:pt x="1149" y="898"/>
                    <a:pt x="1149" y="898"/>
                  </a:cubicBezTo>
                  <a:cubicBezTo>
                    <a:pt x="1131" y="883"/>
                    <a:pt x="1108" y="874"/>
                    <a:pt x="1084" y="874"/>
                  </a:cubicBezTo>
                  <a:cubicBezTo>
                    <a:pt x="637" y="874"/>
                    <a:pt x="637" y="874"/>
                    <a:pt x="637" y="874"/>
                  </a:cubicBezTo>
                  <a:cubicBezTo>
                    <a:pt x="610" y="874"/>
                    <a:pt x="587" y="852"/>
                    <a:pt x="587" y="824"/>
                  </a:cubicBezTo>
                  <a:cubicBezTo>
                    <a:pt x="587" y="345"/>
                    <a:pt x="587" y="345"/>
                    <a:pt x="587" y="345"/>
                  </a:cubicBezTo>
                  <a:cubicBezTo>
                    <a:pt x="587" y="318"/>
                    <a:pt x="610" y="295"/>
                    <a:pt x="637" y="295"/>
                  </a:cubicBezTo>
                  <a:cubicBezTo>
                    <a:pt x="1410" y="295"/>
                    <a:pt x="1410" y="295"/>
                    <a:pt x="1410" y="295"/>
                  </a:cubicBezTo>
                  <a:cubicBezTo>
                    <a:pt x="1438" y="295"/>
                    <a:pt x="1460" y="318"/>
                    <a:pt x="1460" y="345"/>
                  </a:cubicBezTo>
                  <a:lnTo>
                    <a:pt x="1460" y="8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21" name="Freeform 7"/>
            <p:cNvSpPr>
              <a:spLocks/>
            </p:cNvSpPr>
            <p:nvPr/>
          </p:nvSpPr>
          <p:spPr bwMode="auto">
            <a:xfrm>
              <a:off x="6208713" y="3227388"/>
              <a:ext cx="1833563" cy="173037"/>
            </a:xfrm>
            <a:custGeom>
              <a:avLst/>
              <a:gdLst>
                <a:gd name="T0" fmla="*/ 489 w 489"/>
                <a:gd name="T1" fmla="*/ 23 h 46"/>
                <a:gd name="T2" fmla="*/ 467 w 489"/>
                <a:gd name="T3" fmla="*/ 46 h 46"/>
                <a:gd name="T4" fmla="*/ 23 w 489"/>
                <a:gd name="T5" fmla="*/ 46 h 46"/>
                <a:gd name="T6" fmla="*/ 0 w 489"/>
                <a:gd name="T7" fmla="*/ 23 h 46"/>
                <a:gd name="T8" fmla="*/ 23 w 489"/>
                <a:gd name="T9" fmla="*/ 0 h 46"/>
                <a:gd name="T10" fmla="*/ 467 w 489"/>
                <a:gd name="T11" fmla="*/ 0 h 46"/>
                <a:gd name="T12" fmla="*/ 489 w 489"/>
                <a:gd name="T13" fmla="*/ 23 h 46"/>
              </a:gdLst>
              <a:ahLst/>
              <a:cxnLst>
                <a:cxn ang="0">
                  <a:pos x="T0" y="T1"/>
                </a:cxn>
                <a:cxn ang="0">
                  <a:pos x="T2" y="T3"/>
                </a:cxn>
                <a:cxn ang="0">
                  <a:pos x="T4" y="T5"/>
                </a:cxn>
                <a:cxn ang="0">
                  <a:pos x="T6" y="T7"/>
                </a:cxn>
                <a:cxn ang="0">
                  <a:pos x="T8" y="T9"/>
                </a:cxn>
                <a:cxn ang="0">
                  <a:pos x="T10" y="T11"/>
                </a:cxn>
                <a:cxn ang="0">
                  <a:pos x="T12" y="T13"/>
                </a:cxn>
              </a:cxnLst>
              <a:rect l="0" t="0" r="r" b="b"/>
              <a:pathLst>
                <a:path w="489" h="46">
                  <a:moveTo>
                    <a:pt x="489" y="23"/>
                  </a:moveTo>
                  <a:cubicBezTo>
                    <a:pt x="489" y="35"/>
                    <a:pt x="479" y="46"/>
                    <a:pt x="467" y="46"/>
                  </a:cubicBezTo>
                  <a:cubicBezTo>
                    <a:pt x="23" y="46"/>
                    <a:pt x="23" y="46"/>
                    <a:pt x="23" y="46"/>
                  </a:cubicBezTo>
                  <a:cubicBezTo>
                    <a:pt x="10" y="46"/>
                    <a:pt x="0" y="35"/>
                    <a:pt x="0" y="23"/>
                  </a:cubicBezTo>
                  <a:cubicBezTo>
                    <a:pt x="0" y="10"/>
                    <a:pt x="10" y="0"/>
                    <a:pt x="23" y="0"/>
                  </a:cubicBezTo>
                  <a:cubicBezTo>
                    <a:pt x="467" y="0"/>
                    <a:pt x="467" y="0"/>
                    <a:pt x="467" y="0"/>
                  </a:cubicBezTo>
                  <a:cubicBezTo>
                    <a:pt x="479" y="0"/>
                    <a:pt x="489" y="10"/>
                    <a:pt x="489"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22" name="Freeform 8"/>
            <p:cNvSpPr>
              <a:spLocks/>
            </p:cNvSpPr>
            <p:nvPr/>
          </p:nvSpPr>
          <p:spPr bwMode="auto">
            <a:xfrm>
              <a:off x="6208713" y="3786188"/>
              <a:ext cx="1833563" cy="168275"/>
            </a:xfrm>
            <a:custGeom>
              <a:avLst/>
              <a:gdLst>
                <a:gd name="T0" fmla="*/ 489 w 489"/>
                <a:gd name="T1" fmla="*/ 22 h 45"/>
                <a:gd name="T2" fmla="*/ 467 w 489"/>
                <a:gd name="T3" fmla="*/ 45 h 45"/>
                <a:gd name="T4" fmla="*/ 23 w 489"/>
                <a:gd name="T5" fmla="*/ 45 h 45"/>
                <a:gd name="T6" fmla="*/ 0 w 489"/>
                <a:gd name="T7" fmla="*/ 22 h 45"/>
                <a:gd name="T8" fmla="*/ 23 w 489"/>
                <a:gd name="T9" fmla="*/ 0 h 45"/>
                <a:gd name="T10" fmla="*/ 467 w 489"/>
                <a:gd name="T11" fmla="*/ 0 h 45"/>
                <a:gd name="T12" fmla="*/ 489 w 489"/>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89" h="45">
                  <a:moveTo>
                    <a:pt x="489" y="22"/>
                  </a:moveTo>
                  <a:cubicBezTo>
                    <a:pt x="489" y="35"/>
                    <a:pt x="479" y="45"/>
                    <a:pt x="467" y="45"/>
                  </a:cubicBezTo>
                  <a:cubicBezTo>
                    <a:pt x="23" y="45"/>
                    <a:pt x="23" y="45"/>
                    <a:pt x="23" y="45"/>
                  </a:cubicBezTo>
                  <a:cubicBezTo>
                    <a:pt x="10" y="45"/>
                    <a:pt x="0" y="35"/>
                    <a:pt x="0" y="22"/>
                  </a:cubicBezTo>
                  <a:cubicBezTo>
                    <a:pt x="0" y="10"/>
                    <a:pt x="10" y="0"/>
                    <a:pt x="23" y="0"/>
                  </a:cubicBezTo>
                  <a:cubicBezTo>
                    <a:pt x="467" y="0"/>
                    <a:pt x="467" y="0"/>
                    <a:pt x="467" y="0"/>
                  </a:cubicBezTo>
                  <a:cubicBezTo>
                    <a:pt x="479" y="0"/>
                    <a:pt x="489" y="10"/>
                    <a:pt x="489"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23" name="Freeform 9"/>
            <p:cNvSpPr>
              <a:spLocks/>
            </p:cNvSpPr>
            <p:nvPr/>
          </p:nvSpPr>
          <p:spPr bwMode="auto">
            <a:xfrm>
              <a:off x="3924301" y="1936750"/>
              <a:ext cx="1593850" cy="169862"/>
            </a:xfrm>
            <a:custGeom>
              <a:avLst/>
              <a:gdLst>
                <a:gd name="T0" fmla="*/ 425 w 425"/>
                <a:gd name="T1" fmla="*/ 22 h 45"/>
                <a:gd name="T2" fmla="*/ 403 w 425"/>
                <a:gd name="T3" fmla="*/ 45 h 45"/>
                <a:gd name="T4" fmla="*/ 23 w 425"/>
                <a:gd name="T5" fmla="*/ 45 h 45"/>
                <a:gd name="T6" fmla="*/ 0 w 425"/>
                <a:gd name="T7" fmla="*/ 22 h 45"/>
                <a:gd name="T8" fmla="*/ 23 w 425"/>
                <a:gd name="T9" fmla="*/ 0 h 45"/>
                <a:gd name="T10" fmla="*/ 403 w 425"/>
                <a:gd name="T11" fmla="*/ 0 h 45"/>
                <a:gd name="T12" fmla="*/ 425 w 425"/>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25" h="45">
                  <a:moveTo>
                    <a:pt x="425" y="22"/>
                  </a:moveTo>
                  <a:cubicBezTo>
                    <a:pt x="425" y="35"/>
                    <a:pt x="415" y="45"/>
                    <a:pt x="403" y="45"/>
                  </a:cubicBezTo>
                  <a:cubicBezTo>
                    <a:pt x="23" y="45"/>
                    <a:pt x="23" y="45"/>
                    <a:pt x="23" y="45"/>
                  </a:cubicBezTo>
                  <a:cubicBezTo>
                    <a:pt x="11" y="45"/>
                    <a:pt x="0" y="35"/>
                    <a:pt x="0" y="22"/>
                  </a:cubicBezTo>
                  <a:cubicBezTo>
                    <a:pt x="0" y="10"/>
                    <a:pt x="11" y="0"/>
                    <a:pt x="23" y="0"/>
                  </a:cubicBezTo>
                  <a:cubicBezTo>
                    <a:pt x="403" y="0"/>
                    <a:pt x="403" y="0"/>
                    <a:pt x="403" y="0"/>
                  </a:cubicBezTo>
                  <a:cubicBezTo>
                    <a:pt x="415" y="0"/>
                    <a:pt x="425" y="10"/>
                    <a:pt x="42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24" name="Freeform 10"/>
            <p:cNvSpPr>
              <a:spLocks/>
            </p:cNvSpPr>
            <p:nvPr/>
          </p:nvSpPr>
          <p:spPr bwMode="auto">
            <a:xfrm>
              <a:off x="3924301" y="2371725"/>
              <a:ext cx="1136650" cy="169862"/>
            </a:xfrm>
            <a:custGeom>
              <a:avLst/>
              <a:gdLst>
                <a:gd name="T0" fmla="*/ 303 w 303"/>
                <a:gd name="T1" fmla="*/ 23 h 45"/>
                <a:gd name="T2" fmla="*/ 281 w 303"/>
                <a:gd name="T3" fmla="*/ 45 h 45"/>
                <a:gd name="T4" fmla="*/ 23 w 303"/>
                <a:gd name="T5" fmla="*/ 45 h 45"/>
                <a:gd name="T6" fmla="*/ 0 w 303"/>
                <a:gd name="T7" fmla="*/ 23 h 45"/>
                <a:gd name="T8" fmla="*/ 23 w 303"/>
                <a:gd name="T9" fmla="*/ 0 h 45"/>
                <a:gd name="T10" fmla="*/ 281 w 303"/>
                <a:gd name="T11" fmla="*/ 0 h 45"/>
                <a:gd name="T12" fmla="*/ 303 w 303"/>
                <a:gd name="T13" fmla="*/ 23 h 45"/>
              </a:gdLst>
              <a:ahLst/>
              <a:cxnLst>
                <a:cxn ang="0">
                  <a:pos x="T0" y="T1"/>
                </a:cxn>
                <a:cxn ang="0">
                  <a:pos x="T2" y="T3"/>
                </a:cxn>
                <a:cxn ang="0">
                  <a:pos x="T4" y="T5"/>
                </a:cxn>
                <a:cxn ang="0">
                  <a:pos x="T6" y="T7"/>
                </a:cxn>
                <a:cxn ang="0">
                  <a:pos x="T8" y="T9"/>
                </a:cxn>
                <a:cxn ang="0">
                  <a:pos x="T10" y="T11"/>
                </a:cxn>
                <a:cxn ang="0">
                  <a:pos x="T12" y="T13"/>
                </a:cxn>
              </a:cxnLst>
              <a:rect l="0" t="0" r="r" b="b"/>
              <a:pathLst>
                <a:path w="303" h="45">
                  <a:moveTo>
                    <a:pt x="303" y="23"/>
                  </a:moveTo>
                  <a:cubicBezTo>
                    <a:pt x="303" y="35"/>
                    <a:pt x="293" y="45"/>
                    <a:pt x="281" y="45"/>
                  </a:cubicBezTo>
                  <a:cubicBezTo>
                    <a:pt x="23" y="45"/>
                    <a:pt x="23" y="45"/>
                    <a:pt x="23" y="45"/>
                  </a:cubicBezTo>
                  <a:cubicBezTo>
                    <a:pt x="11" y="45"/>
                    <a:pt x="0" y="35"/>
                    <a:pt x="0" y="23"/>
                  </a:cubicBezTo>
                  <a:cubicBezTo>
                    <a:pt x="0" y="10"/>
                    <a:pt x="11" y="0"/>
                    <a:pt x="23" y="0"/>
                  </a:cubicBezTo>
                  <a:cubicBezTo>
                    <a:pt x="281" y="0"/>
                    <a:pt x="281" y="0"/>
                    <a:pt x="281" y="0"/>
                  </a:cubicBezTo>
                  <a:cubicBezTo>
                    <a:pt x="293" y="0"/>
                    <a:pt x="303" y="10"/>
                    <a:pt x="30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grpSp>
      <p:sp>
        <p:nvSpPr>
          <p:cNvPr id="25" name="Freeform 6"/>
          <p:cNvSpPr>
            <a:spLocks/>
          </p:cNvSpPr>
          <p:nvPr userDrawn="1"/>
        </p:nvSpPr>
        <p:spPr bwMode="auto">
          <a:xfrm>
            <a:off x="3211786"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368" tIns="45684" rIns="91368" bIns="45684" numCol="1" spcCol="0" rtlCol="0" fromWordArt="0" anchor="t" anchorCtr="0" forceAA="0" compatLnSpc="1">
            <a:prstTxWarp prst="textNoShape">
              <a:avLst/>
            </a:prstTxWarp>
            <a:noAutofit/>
          </a:bodyPr>
          <a:lstStyle/>
          <a:p>
            <a:endParaRPr lang="zh-CN" altLang="en-US" sz="1798">
              <a:solidFill>
                <a:prstClr val="black"/>
              </a:solidFill>
            </a:endParaRPr>
          </a:p>
        </p:txBody>
      </p:sp>
      <p:sp>
        <p:nvSpPr>
          <p:cNvPr id="26" name="Freeform 11"/>
          <p:cNvSpPr>
            <a:spLocks/>
          </p:cNvSpPr>
          <p:nvPr userDrawn="1"/>
        </p:nvSpPr>
        <p:spPr bwMode="auto">
          <a:xfrm>
            <a:off x="3106456"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368" tIns="45684" rIns="91368" bIns="45684" numCol="1" spcCol="0" rtlCol="0" fromWordArt="0" anchor="t" anchorCtr="0" forceAA="0" compatLnSpc="1">
            <a:prstTxWarp prst="textNoShape">
              <a:avLst/>
            </a:prstTxWarp>
            <a:noAutofit/>
          </a:bodyPr>
          <a:lstStyle/>
          <a:p>
            <a:endParaRPr lang="zh-CN" altLang="en-US" sz="1798">
              <a:solidFill>
                <a:prstClr val="black"/>
              </a:solidFill>
            </a:endParaRPr>
          </a:p>
        </p:txBody>
      </p:sp>
    </p:spTree>
    <p:extLst>
      <p:ext uri="{BB962C8B-B14F-4D97-AF65-F5344CB8AC3E}">
        <p14:creationId xmlns:p14="http://schemas.microsoft.com/office/powerpoint/2010/main" val="42785970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目标">
    <p:spTree>
      <p:nvGrpSpPr>
        <p:cNvPr id="1" name=""/>
        <p:cNvGrpSpPr/>
        <p:nvPr/>
      </p:nvGrpSpPr>
      <p:grpSpPr>
        <a:xfrm>
          <a:off x="0" y="0"/>
          <a:ext cx="0" cy="0"/>
          <a:chOff x="0" y="0"/>
          <a:chExt cx="0" cy="0"/>
        </a:xfrm>
      </p:grpSpPr>
      <p:sp>
        <p:nvSpPr>
          <p:cNvPr id="4" name="TextBox 10">
            <a:extLst>
              <a:ext uri="{FF2B5EF4-FFF2-40B4-BE49-F238E27FC236}">
                <a16:creationId xmlns:a16="http://schemas.microsoft.com/office/drawing/2014/main" id="{18ED692C-39CB-4AC0-81F6-D21CDD086EE4}"/>
              </a:ext>
            </a:extLst>
          </p:cNvPr>
          <p:cNvSpPr txBox="1"/>
          <p:nvPr userDrawn="1"/>
        </p:nvSpPr>
        <p:spPr bwMode="auto">
          <a:xfrm>
            <a:off x="1594877" y="408782"/>
            <a:ext cx="1664752" cy="639559"/>
          </a:xfrm>
          <a:prstGeom prst="rect">
            <a:avLst/>
          </a:prstGeom>
          <a:noFill/>
          <a:ln w="9525">
            <a:noFill/>
            <a:miter lim="800000"/>
            <a:headEnd/>
            <a:tailEnd/>
          </a:ln>
        </p:spPr>
        <p:txBody>
          <a:bodyPr wrap="square" lIns="99902" tIns="49947" rIns="99902" bIns="49947" rtlCol="0">
            <a:spAutoFit/>
          </a:bodyPr>
          <a:lstStyle/>
          <a:p>
            <a:pPr defTabSz="1000823" eaLnBrk="0" hangingPunct="0"/>
            <a:r>
              <a:rPr lang="zh-CN" altLang="en-US" sz="3498" b="1" dirty="0">
                <a:solidFill>
                  <a:prstClr val="black"/>
                </a:solidFill>
                <a:cs typeface="Arial" pitchFamily="34" charset="0"/>
              </a:rPr>
              <a:t>目标</a:t>
            </a:r>
            <a:endParaRPr lang="en-US" altLang="zh-CN" sz="3498" b="1" dirty="0">
              <a:solidFill>
                <a:prstClr val="black"/>
              </a:solidFill>
              <a:cs typeface="Arial" pitchFamily="34" charset="0"/>
            </a:endParaRP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368" tIns="45684" rIns="91368" bIns="45684" numCol="1" spcCol="0" rtlCol="0" fromWordArt="0" anchor="t" anchorCtr="0" forceAA="0" compatLnSpc="1">
            <a:prstTxWarp prst="textNoShape">
              <a:avLst/>
            </a:prstTxWarp>
            <a:noAutofit/>
          </a:bodyPr>
          <a:lstStyle/>
          <a:p>
            <a:endParaRPr lang="zh-CN" altLang="en-US" sz="1798">
              <a:solidFill>
                <a:prstClr val="black"/>
              </a:solidFill>
            </a:endParaRPr>
          </a:p>
        </p:txBody>
      </p:sp>
      <p:sp>
        <p:nvSpPr>
          <p:cNvPr id="6" name="Freeform 11"/>
          <p:cNvSpPr>
            <a:spLocks/>
          </p:cNvSpPr>
          <p:nvPr userDrawn="1"/>
        </p:nvSpPr>
        <p:spPr bwMode="auto">
          <a:xfrm>
            <a:off x="1245703"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368" tIns="45684" rIns="91368" bIns="45684" numCol="1" spcCol="0" rtlCol="0" fromWordArt="0" anchor="t" anchorCtr="0" forceAA="0" compatLnSpc="1">
            <a:prstTxWarp prst="textNoShape">
              <a:avLst/>
            </a:prstTxWarp>
            <a:noAutofit/>
          </a:bodyPr>
          <a:lstStyle/>
          <a:p>
            <a:endParaRPr lang="zh-CN" altLang="en-US" sz="1798">
              <a:solidFill>
                <a:prstClr val="black"/>
              </a:solidFill>
            </a:endParaRPr>
          </a:p>
        </p:txBody>
      </p:sp>
      <p:grpSp>
        <p:nvGrpSpPr>
          <p:cNvPr id="7" name="组合 6"/>
          <p:cNvGrpSpPr/>
          <p:nvPr userDrawn="1"/>
        </p:nvGrpSpPr>
        <p:grpSpPr>
          <a:xfrm>
            <a:off x="443199" y="440668"/>
            <a:ext cx="533761" cy="533470"/>
            <a:chOff x="2960687" y="4865687"/>
            <a:chExt cx="1698626" cy="1697038"/>
          </a:xfrm>
          <a:solidFill>
            <a:schemeClr val="bg1"/>
          </a:solidFill>
        </p:grpSpPr>
        <p:sp>
          <p:nvSpPr>
            <p:cNvPr id="8" name="Freeform 6"/>
            <p:cNvSpPr>
              <a:spLocks/>
            </p:cNvSpPr>
            <p:nvPr/>
          </p:nvSpPr>
          <p:spPr bwMode="auto">
            <a:xfrm>
              <a:off x="2960687" y="5251450"/>
              <a:ext cx="1311275" cy="1311275"/>
            </a:xfrm>
            <a:custGeom>
              <a:avLst/>
              <a:gdLst>
                <a:gd name="T0" fmla="*/ 1114 w 1293"/>
                <a:gd name="T1" fmla="*/ 294 h 1293"/>
                <a:gd name="T2" fmla="*/ 1233 w 1293"/>
                <a:gd name="T3" fmla="*/ 647 h 1293"/>
                <a:gd name="T4" fmla="*/ 647 w 1293"/>
                <a:gd name="T5" fmla="*/ 1233 h 1293"/>
                <a:gd name="T6" fmla="*/ 60 w 1293"/>
                <a:gd name="T7" fmla="*/ 647 h 1293"/>
                <a:gd name="T8" fmla="*/ 647 w 1293"/>
                <a:gd name="T9" fmla="*/ 60 h 1293"/>
                <a:gd name="T10" fmla="*/ 1001 w 1293"/>
                <a:gd name="T11" fmla="*/ 180 h 1293"/>
                <a:gd name="T12" fmla="*/ 1044 w 1293"/>
                <a:gd name="T13" fmla="*/ 137 h 1293"/>
                <a:gd name="T14" fmla="*/ 647 w 1293"/>
                <a:gd name="T15" fmla="*/ 0 h 1293"/>
                <a:gd name="T16" fmla="*/ 0 w 1293"/>
                <a:gd name="T17" fmla="*/ 647 h 1293"/>
                <a:gd name="T18" fmla="*/ 647 w 1293"/>
                <a:gd name="T19" fmla="*/ 1293 h 1293"/>
                <a:gd name="T20" fmla="*/ 1293 w 1293"/>
                <a:gd name="T21" fmla="*/ 647 h 1293"/>
                <a:gd name="T22" fmla="*/ 1157 w 1293"/>
                <a:gd name="T23" fmla="*/ 251 h 1293"/>
                <a:gd name="T24" fmla="*/ 1114 w 1293"/>
                <a:gd name="T25" fmla="*/ 294 h 1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3" h="1293">
                  <a:moveTo>
                    <a:pt x="1114" y="294"/>
                  </a:moveTo>
                  <a:cubicBezTo>
                    <a:pt x="1189" y="392"/>
                    <a:pt x="1233" y="514"/>
                    <a:pt x="1233" y="647"/>
                  </a:cubicBezTo>
                  <a:cubicBezTo>
                    <a:pt x="1233" y="970"/>
                    <a:pt x="970" y="1233"/>
                    <a:pt x="647" y="1233"/>
                  </a:cubicBezTo>
                  <a:cubicBezTo>
                    <a:pt x="323" y="1233"/>
                    <a:pt x="60" y="970"/>
                    <a:pt x="60" y="647"/>
                  </a:cubicBezTo>
                  <a:cubicBezTo>
                    <a:pt x="60" y="323"/>
                    <a:pt x="323" y="60"/>
                    <a:pt x="647" y="60"/>
                  </a:cubicBezTo>
                  <a:cubicBezTo>
                    <a:pt x="780" y="60"/>
                    <a:pt x="903" y="105"/>
                    <a:pt x="1001" y="180"/>
                  </a:cubicBezTo>
                  <a:cubicBezTo>
                    <a:pt x="1044" y="137"/>
                    <a:pt x="1044" y="137"/>
                    <a:pt x="1044" y="137"/>
                  </a:cubicBezTo>
                  <a:cubicBezTo>
                    <a:pt x="934" y="52"/>
                    <a:pt x="796" y="0"/>
                    <a:pt x="647" y="0"/>
                  </a:cubicBezTo>
                  <a:cubicBezTo>
                    <a:pt x="290" y="0"/>
                    <a:pt x="0" y="290"/>
                    <a:pt x="0" y="647"/>
                  </a:cubicBezTo>
                  <a:cubicBezTo>
                    <a:pt x="0" y="1003"/>
                    <a:pt x="290" y="1293"/>
                    <a:pt x="647" y="1293"/>
                  </a:cubicBezTo>
                  <a:cubicBezTo>
                    <a:pt x="1003" y="1293"/>
                    <a:pt x="1293" y="1003"/>
                    <a:pt x="1293" y="647"/>
                  </a:cubicBezTo>
                  <a:cubicBezTo>
                    <a:pt x="1293" y="498"/>
                    <a:pt x="1242" y="360"/>
                    <a:pt x="1157" y="251"/>
                  </a:cubicBezTo>
                  <a:lnTo>
                    <a:pt x="1114" y="2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9" name="Freeform 7"/>
            <p:cNvSpPr>
              <a:spLocks/>
            </p:cNvSpPr>
            <p:nvPr/>
          </p:nvSpPr>
          <p:spPr bwMode="auto">
            <a:xfrm>
              <a:off x="3168650" y="5459413"/>
              <a:ext cx="895350" cy="895350"/>
            </a:xfrm>
            <a:custGeom>
              <a:avLst/>
              <a:gdLst>
                <a:gd name="T0" fmla="*/ 762 w 883"/>
                <a:gd name="T1" fmla="*/ 235 h 883"/>
                <a:gd name="T2" fmla="*/ 823 w 883"/>
                <a:gd name="T3" fmla="*/ 442 h 883"/>
                <a:gd name="T4" fmla="*/ 442 w 883"/>
                <a:gd name="T5" fmla="*/ 823 h 883"/>
                <a:gd name="T6" fmla="*/ 60 w 883"/>
                <a:gd name="T7" fmla="*/ 442 h 883"/>
                <a:gd name="T8" fmla="*/ 442 w 883"/>
                <a:gd name="T9" fmla="*/ 60 h 883"/>
                <a:gd name="T10" fmla="*/ 649 w 883"/>
                <a:gd name="T11" fmla="*/ 122 h 883"/>
                <a:gd name="T12" fmla="*/ 692 w 883"/>
                <a:gd name="T13" fmla="*/ 78 h 883"/>
                <a:gd name="T14" fmla="*/ 442 w 883"/>
                <a:gd name="T15" fmla="*/ 0 h 883"/>
                <a:gd name="T16" fmla="*/ 0 w 883"/>
                <a:gd name="T17" fmla="*/ 442 h 883"/>
                <a:gd name="T18" fmla="*/ 442 w 883"/>
                <a:gd name="T19" fmla="*/ 883 h 883"/>
                <a:gd name="T20" fmla="*/ 883 w 883"/>
                <a:gd name="T21" fmla="*/ 442 h 883"/>
                <a:gd name="T22" fmla="*/ 806 w 883"/>
                <a:gd name="T23" fmla="*/ 192 h 883"/>
                <a:gd name="T24" fmla="*/ 762 w 883"/>
                <a:gd name="T25" fmla="*/ 235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3" h="883">
                  <a:moveTo>
                    <a:pt x="762" y="235"/>
                  </a:moveTo>
                  <a:cubicBezTo>
                    <a:pt x="801" y="295"/>
                    <a:pt x="823" y="366"/>
                    <a:pt x="823" y="442"/>
                  </a:cubicBezTo>
                  <a:cubicBezTo>
                    <a:pt x="823" y="652"/>
                    <a:pt x="652" y="823"/>
                    <a:pt x="442" y="823"/>
                  </a:cubicBezTo>
                  <a:cubicBezTo>
                    <a:pt x="231" y="823"/>
                    <a:pt x="60" y="652"/>
                    <a:pt x="60" y="442"/>
                  </a:cubicBezTo>
                  <a:cubicBezTo>
                    <a:pt x="60" y="231"/>
                    <a:pt x="231" y="60"/>
                    <a:pt x="442" y="60"/>
                  </a:cubicBezTo>
                  <a:cubicBezTo>
                    <a:pt x="518" y="60"/>
                    <a:pt x="589" y="83"/>
                    <a:pt x="649" y="122"/>
                  </a:cubicBezTo>
                  <a:cubicBezTo>
                    <a:pt x="692" y="78"/>
                    <a:pt x="692" y="78"/>
                    <a:pt x="692" y="78"/>
                  </a:cubicBezTo>
                  <a:cubicBezTo>
                    <a:pt x="621" y="29"/>
                    <a:pt x="535" y="0"/>
                    <a:pt x="442" y="0"/>
                  </a:cubicBezTo>
                  <a:cubicBezTo>
                    <a:pt x="198" y="0"/>
                    <a:pt x="0" y="198"/>
                    <a:pt x="0" y="442"/>
                  </a:cubicBezTo>
                  <a:cubicBezTo>
                    <a:pt x="0" y="685"/>
                    <a:pt x="198" y="883"/>
                    <a:pt x="442" y="883"/>
                  </a:cubicBezTo>
                  <a:cubicBezTo>
                    <a:pt x="685" y="883"/>
                    <a:pt x="883" y="685"/>
                    <a:pt x="883" y="442"/>
                  </a:cubicBezTo>
                  <a:cubicBezTo>
                    <a:pt x="883" y="349"/>
                    <a:pt x="855" y="263"/>
                    <a:pt x="806" y="192"/>
                  </a:cubicBezTo>
                  <a:lnTo>
                    <a:pt x="762" y="2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10" name="Freeform 8"/>
            <p:cNvSpPr>
              <a:spLocks/>
            </p:cNvSpPr>
            <p:nvPr/>
          </p:nvSpPr>
          <p:spPr bwMode="auto">
            <a:xfrm>
              <a:off x="3384550" y="5675313"/>
              <a:ext cx="463550" cy="463550"/>
            </a:xfrm>
            <a:custGeom>
              <a:avLst/>
              <a:gdLst>
                <a:gd name="T0" fmla="*/ 390 w 457"/>
                <a:gd name="T1" fmla="*/ 181 h 457"/>
                <a:gd name="T2" fmla="*/ 397 w 457"/>
                <a:gd name="T3" fmla="*/ 229 h 457"/>
                <a:gd name="T4" fmla="*/ 229 w 457"/>
                <a:gd name="T5" fmla="*/ 397 h 457"/>
                <a:gd name="T6" fmla="*/ 60 w 457"/>
                <a:gd name="T7" fmla="*/ 229 h 457"/>
                <a:gd name="T8" fmla="*/ 229 w 457"/>
                <a:gd name="T9" fmla="*/ 60 h 457"/>
                <a:gd name="T10" fmla="*/ 277 w 457"/>
                <a:gd name="T11" fmla="*/ 67 h 457"/>
                <a:gd name="T12" fmla="*/ 324 w 457"/>
                <a:gd name="T13" fmla="*/ 21 h 457"/>
                <a:gd name="T14" fmla="*/ 229 w 457"/>
                <a:gd name="T15" fmla="*/ 0 h 457"/>
                <a:gd name="T16" fmla="*/ 0 w 457"/>
                <a:gd name="T17" fmla="*/ 229 h 457"/>
                <a:gd name="T18" fmla="*/ 229 w 457"/>
                <a:gd name="T19" fmla="*/ 457 h 457"/>
                <a:gd name="T20" fmla="*/ 457 w 457"/>
                <a:gd name="T21" fmla="*/ 229 h 457"/>
                <a:gd name="T22" fmla="*/ 437 w 457"/>
                <a:gd name="T23" fmla="*/ 134 h 457"/>
                <a:gd name="T24" fmla="*/ 390 w 457"/>
                <a:gd name="T25" fmla="*/ 18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7" h="457">
                  <a:moveTo>
                    <a:pt x="390" y="181"/>
                  </a:moveTo>
                  <a:cubicBezTo>
                    <a:pt x="395" y="196"/>
                    <a:pt x="397" y="212"/>
                    <a:pt x="397" y="229"/>
                  </a:cubicBezTo>
                  <a:cubicBezTo>
                    <a:pt x="397" y="322"/>
                    <a:pt x="322" y="397"/>
                    <a:pt x="229" y="397"/>
                  </a:cubicBezTo>
                  <a:cubicBezTo>
                    <a:pt x="136" y="397"/>
                    <a:pt x="60" y="322"/>
                    <a:pt x="60" y="229"/>
                  </a:cubicBezTo>
                  <a:cubicBezTo>
                    <a:pt x="60" y="136"/>
                    <a:pt x="136" y="60"/>
                    <a:pt x="229" y="60"/>
                  </a:cubicBezTo>
                  <a:cubicBezTo>
                    <a:pt x="245" y="60"/>
                    <a:pt x="262" y="63"/>
                    <a:pt x="277" y="67"/>
                  </a:cubicBezTo>
                  <a:cubicBezTo>
                    <a:pt x="324" y="21"/>
                    <a:pt x="324" y="21"/>
                    <a:pt x="324" y="21"/>
                  </a:cubicBezTo>
                  <a:cubicBezTo>
                    <a:pt x="295" y="8"/>
                    <a:pt x="263" y="0"/>
                    <a:pt x="229" y="0"/>
                  </a:cubicBezTo>
                  <a:cubicBezTo>
                    <a:pt x="103" y="0"/>
                    <a:pt x="0" y="103"/>
                    <a:pt x="0" y="229"/>
                  </a:cubicBezTo>
                  <a:cubicBezTo>
                    <a:pt x="0" y="355"/>
                    <a:pt x="103" y="457"/>
                    <a:pt x="229" y="457"/>
                  </a:cubicBezTo>
                  <a:cubicBezTo>
                    <a:pt x="355" y="457"/>
                    <a:pt x="457" y="355"/>
                    <a:pt x="457" y="229"/>
                  </a:cubicBezTo>
                  <a:cubicBezTo>
                    <a:pt x="457" y="195"/>
                    <a:pt x="450" y="163"/>
                    <a:pt x="437" y="134"/>
                  </a:cubicBezTo>
                  <a:lnTo>
                    <a:pt x="390"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11" name="Freeform 9"/>
            <p:cNvSpPr>
              <a:spLocks/>
            </p:cNvSpPr>
            <p:nvPr/>
          </p:nvSpPr>
          <p:spPr bwMode="auto">
            <a:xfrm>
              <a:off x="3582988" y="5092700"/>
              <a:ext cx="850900" cy="844550"/>
            </a:xfrm>
            <a:custGeom>
              <a:avLst/>
              <a:gdLst>
                <a:gd name="T0" fmla="*/ 33 w 839"/>
                <a:gd name="T1" fmla="*/ 834 h 834"/>
                <a:gd name="T2" fmla="*/ 11 w 839"/>
                <a:gd name="T3" fmla="*/ 825 h 834"/>
                <a:gd name="T4" fmla="*/ 11 w 839"/>
                <a:gd name="T5" fmla="*/ 782 h 834"/>
                <a:gd name="T6" fmla="*/ 785 w 839"/>
                <a:gd name="T7" fmla="*/ 12 h 834"/>
                <a:gd name="T8" fmla="*/ 827 w 839"/>
                <a:gd name="T9" fmla="*/ 12 h 834"/>
                <a:gd name="T10" fmla="*/ 827 w 839"/>
                <a:gd name="T11" fmla="*/ 54 h 834"/>
                <a:gd name="T12" fmla="*/ 54 w 839"/>
                <a:gd name="T13" fmla="*/ 825 h 834"/>
                <a:gd name="T14" fmla="*/ 33 w 839"/>
                <a:gd name="T15" fmla="*/ 834 h 8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9" h="834">
                  <a:moveTo>
                    <a:pt x="33" y="834"/>
                  </a:moveTo>
                  <a:cubicBezTo>
                    <a:pt x="25" y="834"/>
                    <a:pt x="17" y="831"/>
                    <a:pt x="11" y="825"/>
                  </a:cubicBezTo>
                  <a:cubicBezTo>
                    <a:pt x="0" y="813"/>
                    <a:pt x="0" y="794"/>
                    <a:pt x="11" y="782"/>
                  </a:cubicBezTo>
                  <a:cubicBezTo>
                    <a:pt x="785" y="12"/>
                    <a:pt x="785" y="12"/>
                    <a:pt x="785" y="12"/>
                  </a:cubicBezTo>
                  <a:cubicBezTo>
                    <a:pt x="796" y="0"/>
                    <a:pt x="815" y="0"/>
                    <a:pt x="827" y="12"/>
                  </a:cubicBezTo>
                  <a:cubicBezTo>
                    <a:pt x="839" y="24"/>
                    <a:pt x="839" y="43"/>
                    <a:pt x="827" y="54"/>
                  </a:cubicBezTo>
                  <a:cubicBezTo>
                    <a:pt x="54" y="825"/>
                    <a:pt x="54" y="825"/>
                    <a:pt x="54" y="825"/>
                  </a:cubicBezTo>
                  <a:cubicBezTo>
                    <a:pt x="48" y="831"/>
                    <a:pt x="40" y="834"/>
                    <a:pt x="33" y="8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12" name="Freeform 10"/>
            <p:cNvSpPr>
              <a:spLocks noEditPoints="1"/>
            </p:cNvSpPr>
            <p:nvPr/>
          </p:nvSpPr>
          <p:spPr bwMode="auto">
            <a:xfrm>
              <a:off x="4140200" y="4865687"/>
              <a:ext cx="301625" cy="500063"/>
            </a:xfrm>
            <a:custGeom>
              <a:avLst/>
              <a:gdLst>
                <a:gd name="T0" fmla="*/ 50 w 298"/>
                <a:gd name="T1" fmla="*/ 492 h 492"/>
                <a:gd name="T2" fmla="*/ 40 w 298"/>
                <a:gd name="T3" fmla="*/ 490 h 492"/>
                <a:gd name="T4" fmla="*/ 20 w 298"/>
                <a:gd name="T5" fmla="*/ 464 h 492"/>
                <a:gd name="T6" fmla="*/ 1 w 298"/>
                <a:gd name="T7" fmla="*/ 252 h 492"/>
                <a:gd name="T8" fmla="*/ 10 w 298"/>
                <a:gd name="T9" fmla="*/ 228 h 492"/>
                <a:gd name="T10" fmla="*/ 227 w 298"/>
                <a:gd name="T11" fmla="*/ 11 h 492"/>
                <a:gd name="T12" fmla="*/ 259 w 298"/>
                <a:gd name="T13" fmla="*/ 4 h 492"/>
                <a:gd name="T14" fmla="*/ 278 w 298"/>
                <a:gd name="T15" fmla="*/ 29 h 492"/>
                <a:gd name="T16" fmla="*/ 297 w 298"/>
                <a:gd name="T17" fmla="*/ 242 h 492"/>
                <a:gd name="T18" fmla="*/ 289 w 298"/>
                <a:gd name="T19" fmla="*/ 266 h 492"/>
                <a:gd name="T20" fmla="*/ 71 w 298"/>
                <a:gd name="T21" fmla="*/ 483 h 492"/>
                <a:gd name="T22" fmla="*/ 50 w 298"/>
                <a:gd name="T23" fmla="*/ 492 h 492"/>
                <a:gd name="T24" fmla="*/ 62 w 298"/>
                <a:gd name="T25" fmla="*/ 260 h 492"/>
                <a:gd name="T26" fmla="*/ 74 w 298"/>
                <a:gd name="T27" fmla="*/ 395 h 492"/>
                <a:gd name="T28" fmla="*/ 236 w 298"/>
                <a:gd name="T29" fmla="*/ 233 h 492"/>
                <a:gd name="T30" fmla="*/ 224 w 298"/>
                <a:gd name="T31" fmla="*/ 99 h 492"/>
                <a:gd name="T32" fmla="*/ 62 w 298"/>
                <a:gd name="T33" fmla="*/ 260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8" h="492">
                  <a:moveTo>
                    <a:pt x="50" y="492"/>
                  </a:moveTo>
                  <a:cubicBezTo>
                    <a:pt x="46" y="492"/>
                    <a:pt x="43" y="491"/>
                    <a:pt x="40" y="490"/>
                  </a:cubicBezTo>
                  <a:cubicBezTo>
                    <a:pt x="29" y="486"/>
                    <a:pt x="21" y="476"/>
                    <a:pt x="20" y="464"/>
                  </a:cubicBezTo>
                  <a:cubicBezTo>
                    <a:pt x="1" y="252"/>
                    <a:pt x="1" y="252"/>
                    <a:pt x="1" y="252"/>
                  </a:cubicBezTo>
                  <a:cubicBezTo>
                    <a:pt x="0" y="243"/>
                    <a:pt x="3" y="234"/>
                    <a:pt x="10" y="228"/>
                  </a:cubicBezTo>
                  <a:cubicBezTo>
                    <a:pt x="227" y="11"/>
                    <a:pt x="227" y="11"/>
                    <a:pt x="227" y="11"/>
                  </a:cubicBezTo>
                  <a:cubicBezTo>
                    <a:pt x="235" y="2"/>
                    <a:pt x="248" y="0"/>
                    <a:pt x="259" y="4"/>
                  </a:cubicBezTo>
                  <a:cubicBezTo>
                    <a:pt x="270" y="7"/>
                    <a:pt x="277" y="17"/>
                    <a:pt x="278" y="29"/>
                  </a:cubicBezTo>
                  <a:cubicBezTo>
                    <a:pt x="297" y="242"/>
                    <a:pt x="297" y="242"/>
                    <a:pt x="297" y="242"/>
                  </a:cubicBezTo>
                  <a:cubicBezTo>
                    <a:pt x="298" y="251"/>
                    <a:pt x="295" y="259"/>
                    <a:pt x="289" y="266"/>
                  </a:cubicBezTo>
                  <a:cubicBezTo>
                    <a:pt x="71" y="483"/>
                    <a:pt x="71" y="483"/>
                    <a:pt x="71" y="483"/>
                  </a:cubicBezTo>
                  <a:cubicBezTo>
                    <a:pt x="65" y="489"/>
                    <a:pt x="58" y="492"/>
                    <a:pt x="50" y="492"/>
                  </a:cubicBezTo>
                  <a:close/>
                  <a:moveTo>
                    <a:pt x="62" y="260"/>
                  </a:moveTo>
                  <a:cubicBezTo>
                    <a:pt x="74" y="395"/>
                    <a:pt x="74" y="395"/>
                    <a:pt x="74" y="395"/>
                  </a:cubicBezTo>
                  <a:cubicBezTo>
                    <a:pt x="236" y="233"/>
                    <a:pt x="236" y="233"/>
                    <a:pt x="236" y="233"/>
                  </a:cubicBezTo>
                  <a:cubicBezTo>
                    <a:pt x="224" y="99"/>
                    <a:pt x="224" y="99"/>
                    <a:pt x="224" y="99"/>
                  </a:cubicBezTo>
                  <a:lnTo>
                    <a:pt x="62" y="2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13" name="Freeform 11"/>
            <p:cNvSpPr>
              <a:spLocks noEditPoints="1"/>
            </p:cNvSpPr>
            <p:nvPr/>
          </p:nvSpPr>
          <p:spPr bwMode="auto">
            <a:xfrm>
              <a:off x="4157663" y="5083175"/>
              <a:ext cx="501650" cy="301625"/>
            </a:xfrm>
            <a:custGeom>
              <a:avLst/>
              <a:gdLst>
                <a:gd name="T0" fmla="*/ 245 w 494"/>
                <a:gd name="T1" fmla="*/ 297 h 297"/>
                <a:gd name="T2" fmla="*/ 242 w 494"/>
                <a:gd name="T3" fmla="*/ 296 h 297"/>
                <a:gd name="T4" fmla="*/ 29 w 494"/>
                <a:gd name="T5" fmla="*/ 278 h 297"/>
                <a:gd name="T6" fmla="*/ 4 w 494"/>
                <a:gd name="T7" fmla="*/ 258 h 297"/>
                <a:gd name="T8" fmla="*/ 11 w 494"/>
                <a:gd name="T9" fmla="*/ 226 h 297"/>
                <a:gd name="T10" fmla="*/ 228 w 494"/>
                <a:gd name="T11" fmla="*/ 9 h 297"/>
                <a:gd name="T12" fmla="*/ 252 w 494"/>
                <a:gd name="T13" fmla="*/ 0 h 297"/>
                <a:gd name="T14" fmla="*/ 464 w 494"/>
                <a:gd name="T15" fmla="*/ 19 h 297"/>
                <a:gd name="T16" fmla="*/ 490 w 494"/>
                <a:gd name="T17" fmla="*/ 39 h 297"/>
                <a:gd name="T18" fmla="*/ 483 w 494"/>
                <a:gd name="T19" fmla="*/ 70 h 297"/>
                <a:gd name="T20" fmla="*/ 266 w 494"/>
                <a:gd name="T21" fmla="*/ 288 h 297"/>
                <a:gd name="T22" fmla="*/ 245 w 494"/>
                <a:gd name="T23" fmla="*/ 297 h 297"/>
                <a:gd name="T24" fmla="*/ 99 w 494"/>
                <a:gd name="T25" fmla="*/ 223 h 297"/>
                <a:gd name="T26" fmla="*/ 233 w 494"/>
                <a:gd name="T27" fmla="*/ 235 h 297"/>
                <a:gd name="T28" fmla="*/ 395 w 494"/>
                <a:gd name="T29" fmla="*/ 73 h 297"/>
                <a:gd name="T30" fmla="*/ 261 w 494"/>
                <a:gd name="T31" fmla="*/ 62 h 297"/>
                <a:gd name="T32" fmla="*/ 99 w 494"/>
                <a:gd name="T33" fmla="*/ 223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4" h="297">
                  <a:moveTo>
                    <a:pt x="245" y="297"/>
                  </a:moveTo>
                  <a:cubicBezTo>
                    <a:pt x="244" y="297"/>
                    <a:pt x="243" y="297"/>
                    <a:pt x="242" y="296"/>
                  </a:cubicBezTo>
                  <a:cubicBezTo>
                    <a:pt x="29" y="278"/>
                    <a:pt x="29" y="278"/>
                    <a:pt x="29" y="278"/>
                  </a:cubicBezTo>
                  <a:cubicBezTo>
                    <a:pt x="18" y="277"/>
                    <a:pt x="8" y="269"/>
                    <a:pt x="4" y="258"/>
                  </a:cubicBezTo>
                  <a:cubicBezTo>
                    <a:pt x="0" y="247"/>
                    <a:pt x="2" y="235"/>
                    <a:pt x="11" y="226"/>
                  </a:cubicBezTo>
                  <a:cubicBezTo>
                    <a:pt x="228" y="9"/>
                    <a:pt x="228" y="9"/>
                    <a:pt x="228" y="9"/>
                  </a:cubicBezTo>
                  <a:cubicBezTo>
                    <a:pt x="234" y="3"/>
                    <a:pt x="243" y="0"/>
                    <a:pt x="252" y="0"/>
                  </a:cubicBezTo>
                  <a:cubicBezTo>
                    <a:pt x="464" y="19"/>
                    <a:pt x="464" y="19"/>
                    <a:pt x="464" y="19"/>
                  </a:cubicBezTo>
                  <a:cubicBezTo>
                    <a:pt x="476" y="20"/>
                    <a:pt x="486" y="28"/>
                    <a:pt x="490" y="39"/>
                  </a:cubicBezTo>
                  <a:cubicBezTo>
                    <a:pt x="494" y="50"/>
                    <a:pt x="491" y="62"/>
                    <a:pt x="483" y="70"/>
                  </a:cubicBezTo>
                  <a:cubicBezTo>
                    <a:pt x="266" y="288"/>
                    <a:pt x="266" y="288"/>
                    <a:pt x="266" y="288"/>
                  </a:cubicBezTo>
                  <a:cubicBezTo>
                    <a:pt x="260" y="293"/>
                    <a:pt x="252" y="297"/>
                    <a:pt x="245" y="297"/>
                  </a:cubicBezTo>
                  <a:close/>
                  <a:moveTo>
                    <a:pt x="99" y="223"/>
                  </a:moveTo>
                  <a:cubicBezTo>
                    <a:pt x="233" y="235"/>
                    <a:pt x="233" y="235"/>
                    <a:pt x="233" y="235"/>
                  </a:cubicBezTo>
                  <a:cubicBezTo>
                    <a:pt x="395" y="73"/>
                    <a:pt x="395" y="73"/>
                    <a:pt x="395" y="73"/>
                  </a:cubicBezTo>
                  <a:cubicBezTo>
                    <a:pt x="261" y="62"/>
                    <a:pt x="261" y="62"/>
                    <a:pt x="261" y="62"/>
                  </a:cubicBezTo>
                  <a:lnTo>
                    <a:pt x="99"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grpSp>
      <p:sp>
        <p:nvSpPr>
          <p:cNvPr id="14" name="Freeform 6"/>
          <p:cNvSpPr>
            <a:spLocks/>
          </p:cNvSpPr>
          <p:nvPr userDrawn="1"/>
        </p:nvSpPr>
        <p:spPr bwMode="auto">
          <a:xfrm>
            <a:off x="3211786"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368" tIns="45684" rIns="91368" bIns="45684" numCol="1" spcCol="0" rtlCol="0" fromWordArt="0" anchor="t" anchorCtr="0" forceAA="0" compatLnSpc="1">
            <a:prstTxWarp prst="textNoShape">
              <a:avLst/>
            </a:prstTxWarp>
            <a:noAutofit/>
          </a:bodyPr>
          <a:lstStyle/>
          <a:p>
            <a:endParaRPr lang="zh-CN" altLang="en-US" sz="1798">
              <a:solidFill>
                <a:prstClr val="black"/>
              </a:solidFill>
            </a:endParaRPr>
          </a:p>
        </p:txBody>
      </p:sp>
      <p:sp>
        <p:nvSpPr>
          <p:cNvPr id="15" name="Freeform 11"/>
          <p:cNvSpPr>
            <a:spLocks/>
          </p:cNvSpPr>
          <p:nvPr userDrawn="1"/>
        </p:nvSpPr>
        <p:spPr bwMode="auto">
          <a:xfrm>
            <a:off x="3106456"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368" tIns="45684" rIns="91368" bIns="45684" numCol="1" spcCol="0" rtlCol="0" fromWordArt="0" anchor="t" anchorCtr="0" forceAA="0" compatLnSpc="1">
            <a:prstTxWarp prst="textNoShape">
              <a:avLst/>
            </a:prstTxWarp>
            <a:noAutofit/>
          </a:bodyPr>
          <a:lstStyle/>
          <a:p>
            <a:endParaRPr lang="zh-CN" altLang="en-US" sz="1798">
              <a:solidFill>
                <a:prstClr val="black"/>
              </a:solidFill>
            </a:endParaRPr>
          </a:p>
        </p:txBody>
      </p:sp>
      <p:sp>
        <p:nvSpPr>
          <p:cNvPr id="16" name="文本占位符 6"/>
          <p:cNvSpPr>
            <a:spLocks noGrp="1"/>
          </p:cNvSpPr>
          <p:nvPr>
            <p:ph type="body" sz="quarter" idx="10" hasCustomPrompt="1"/>
          </p:nvPr>
        </p:nvSpPr>
        <p:spPr>
          <a:xfrm>
            <a:off x="469566" y="1233488"/>
            <a:ext cx="11274935" cy="4679788"/>
          </a:xfrm>
          <a:prstGeom prst="rect">
            <a:avLst/>
          </a:prstGeom>
        </p:spPr>
        <p:txBody>
          <a:bodyPr/>
          <a:lstStyle>
            <a:lvl1pPr algn="just" fontAlgn="auto">
              <a:buClrTx/>
              <a:defRPr>
                <a:latin typeface="+mn-lt"/>
                <a:ea typeface="+mn-ea"/>
                <a:cs typeface="Arial" panose="020B0604020202020204" pitchFamily="34" charset="0"/>
              </a:defRPr>
            </a:lvl1pPr>
            <a:lvl2pPr marL="654676" indent="-251798" fontAlgn="auto">
              <a:buClrTx/>
              <a:buSzPct val="100000"/>
              <a:buFont typeface="Huawei Sans" panose="020C0503030203020204" pitchFamily="34" charset="0"/>
              <a:buChar char="▫"/>
              <a:defRPr>
                <a:solidFill>
                  <a:schemeClr val="tx1"/>
                </a:solidFill>
                <a:latin typeface="+mn-lt"/>
              </a:defRPr>
            </a:lvl2pPr>
            <a:lvl3pPr fontAlgn="auto">
              <a:defRPr lang="zh-CN" altLang="en-US" dirty="0" smtClean="0">
                <a:solidFill>
                  <a:schemeClr val="tx1"/>
                </a:solidFill>
                <a:latin typeface="+mn-lt"/>
                <a:ea typeface="+mn-ea"/>
              </a:defRPr>
            </a:lvl3pPr>
            <a:lvl4pPr fontAlgn="auto">
              <a:defRPr>
                <a:latin typeface="+mn-lt"/>
              </a:defRPr>
            </a:lvl4pPr>
            <a:lvl5pPr marL="1802158" indent="-201438" fontAlgn="auto">
              <a:buClrTx/>
              <a:buFont typeface="Huawei Sans" panose="020C0503030203020204" pitchFamily="34" charset="0"/>
              <a:buChar char="~"/>
              <a:defRPr>
                <a:latin typeface="+mn-lt"/>
              </a:defRPr>
            </a:lvl5pPr>
          </a:lstStyle>
          <a:p>
            <a:pPr eaLnBrk="1" hangingPunct="1"/>
            <a:r>
              <a:rPr lang="zh-CN" altLang="en-US" dirty="0"/>
              <a:t>学完本课程后，您将能够：</a:t>
            </a:r>
            <a:endParaRPr lang="en-US" altLang="zh-CN"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spTree>
    <p:extLst>
      <p:ext uri="{BB962C8B-B14F-4D97-AF65-F5344CB8AC3E}">
        <p14:creationId xmlns:p14="http://schemas.microsoft.com/office/powerpoint/2010/main" val="3704139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目录">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469566" y="1233487"/>
            <a:ext cx="11274935" cy="4680000"/>
          </a:xfrm>
          <a:prstGeom prst="rect">
            <a:avLst/>
          </a:prstGeom>
        </p:spPr>
        <p:txBody>
          <a:bodyPr/>
          <a:lstStyle>
            <a:lvl1pPr marL="457017" marR="0" indent="-457017" algn="just" defTabSz="801046" rtl="0" eaLnBrk="1" fontAlgn="auto" latinLnBrk="0" hangingPunct="1">
              <a:lnSpc>
                <a:spcPct val="140000"/>
              </a:lnSpc>
              <a:spcBef>
                <a:spcPct val="30000"/>
              </a:spcBef>
              <a:spcAft>
                <a:spcPct val="0"/>
              </a:spcAft>
              <a:buClrTx/>
              <a:buSzPct val="100000"/>
              <a:buFont typeface="+mj-lt"/>
              <a:buAutoNum type="arabicPeriod"/>
              <a:tabLst/>
              <a:defRPr>
                <a:latin typeface="+mn-lt"/>
                <a:ea typeface="+mn-ea"/>
                <a:cs typeface="Arial" panose="020B0604020202020204" pitchFamily="34" charset="0"/>
              </a:defRPr>
            </a:lvl1pPr>
            <a:lvl2pPr fontAlgn="auto">
              <a:buClrTx/>
              <a:buSzPct val="100000"/>
              <a:buFont typeface="Huawei Sans" panose="020C0503030203020204" pitchFamily="34" charset="0"/>
              <a:buChar char="▫"/>
              <a:defRPr>
                <a:latin typeface="+mn-lt"/>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526" lvl="1" indent="-456834">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sp>
        <p:nvSpPr>
          <p:cNvPr id="4" name="TextBox 10">
            <a:extLst>
              <a:ext uri="{FF2B5EF4-FFF2-40B4-BE49-F238E27FC236}">
                <a16:creationId xmlns:a16="http://schemas.microsoft.com/office/drawing/2014/main" id="{18ED692C-39CB-4AC0-81F6-D21CDD086EE4}"/>
              </a:ext>
            </a:extLst>
          </p:cNvPr>
          <p:cNvSpPr txBox="1"/>
          <p:nvPr userDrawn="1"/>
        </p:nvSpPr>
        <p:spPr bwMode="auto">
          <a:xfrm>
            <a:off x="1594877" y="408782"/>
            <a:ext cx="1664752" cy="639559"/>
          </a:xfrm>
          <a:prstGeom prst="rect">
            <a:avLst/>
          </a:prstGeom>
          <a:noFill/>
          <a:ln w="9525">
            <a:noFill/>
            <a:miter lim="800000"/>
            <a:headEnd/>
            <a:tailEnd/>
          </a:ln>
        </p:spPr>
        <p:txBody>
          <a:bodyPr wrap="square" lIns="99902" tIns="49947" rIns="99902" bIns="49947" rtlCol="0">
            <a:spAutoFit/>
          </a:bodyPr>
          <a:lstStyle/>
          <a:p>
            <a:pPr defTabSz="1000823" eaLnBrk="0" hangingPunct="0"/>
            <a:r>
              <a:rPr lang="zh-CN" altLang="en-US" sz="3498" b="1" dirty="0">
                <a:solidFill>
                  <a:prstClr val="black"/>
                </a:solidFill>
                <a:cs typeface="Arial" pitchFamily="34" charset="0"/>
              </a:rPr>
              <a:t>目录</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368" tIns="45684" rIns="91368" bIns="45684" numCol="1" spcCol="0" rtlCol="0" fromWordArt="0" anchor="t" anchorCtr="0" forceAA="0" compatLnSpc="1">
            <a:prstTxWarp prst="textNoShape">
              <a:avLst/>
            </a:prstTxWarp>
            <a:noAutofit/>
          </a:bodyPr>
          <a:lstStyle/>
          <a:p>
            <a:endParaRPr lang="zh-CN" altLang="en-US" sz="1798">
              <a:solidFill>
                <a:prstClr val="black"/>
              </a:solidFill>
            </a:endParaRPr>
          </a:p>
        </p:txBody>
      </p:sp>
      <p:sp>
        <p:nvSpPr>
          <p:cNvPr id="6" name="Freeform 11"/>
          <p:cNvSpPr>
            <a:spLocks/>
          </p:cNvSpPr>
          <p:nvPr userDrawn="1"/>
        </p:nvSpPr>
        <p:spPr bwMode="auto">
          <a:xfrm>
            <a:off x="1245703"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368" tIns="45684" rIns="91368" bIns="45684" numCol="1" spcCol="0" rtlCol="0" fromWordArt="0" anchor="t" anchorCtr="0" forceAA="0" compatLnSpc="1">
            <a:prstTxWarp prst="textNoShape">
              <a:avLst/>
            </a:prstTxWarp>
            <a:noAutofit/>
          </a:bodyPr>
          <a:lstStyle/>
          <a:p>
            <a:endParaRPr lang="zh-CN" altLang="en-US" sz="1798">
              <a:solidFill>
                <a:prstClr val="black"/>
              </a:solidFill>
            </a:endParaRPr>
          </a:p>
        </p:txBody>
      </p:sp>
      <p:grpSp>
        <p:nvGrpSpPr>
          <p:cNvPr id="7" name="组合 6"/>
          <p:cNvGrpSpPr/>
          <p:nvPr userDrawn="1"/>
        </p:nvGrpSpPr>
        <p:grpSpPr>
          <a:xfrm>
            <a:off x="587160" y="515382"/>
            <a:ext cx="358195" cy="426359"/>
            <a:chOff x="3295650" y="230188"/>
            <a:chExt cx="936625" cy="1114426"/>
          </a:xfrm>
          <a:solidFill>
            <a:schemeClr val="bg1"/>
          </a:solidFill>
        </p:grpSpPr>
        <p:sp>
          <p:nvSpPr>
            <p:cNvPr id="8" name="Rectangle 16"/>
            <p:cNvSpPr>
              <a:spLocks noChangeArrowheads="1"/>
            </p:cNvSpPr>
            <p:nvPr/>
          </p:nvSpPr>
          <p:spPr bwMode="auto">
            <a:xfrm>
              <a:off x="3959225" y="876301"/>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9" name="Rectangle 17"/>
            <p:cNvSpPr>
              <a:spLocks noChangeArrowheads="1"/>
            </p:cNvSpPr>
            <p:nvPr/>
          </p:nvSpPr>
          <p:spPr bwMode="auto">
            <a:xfrm>
              <a:off x="3959225" y="777876"/>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10" name="Rectangle 18"/>
            <p:cNvSpPr>
              <a:spLocks noChangeArrowheads="1"/>
            </p:cNvSpPr>
            <p:nvPr/>
          </p:nvSpPr>
          <p:spPr bwMode="auto">
            <a:xfrm>
              <a:off x="3959225" y="67786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11" name="Rectangle 19"/>
            <p:cNvSpPr>
              <a:spLocks noChangeArrowheads="1"/>
            </p:cNvSpPr>
            <p:nvPr/>
          </p:nvSpPr>
          <p:spPr bwMode="auto">
            <a:xfrm>
              <a:off x="3959225" y="582613"/>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12" name="Rectangle 20"/>
            <p:cNvSpPr>
              <a:spLocks noChangeArrowheads="1"/>
            </p:cNvSpPr>
            <p:nvPr/>
          </p:nvSpPr>
          <p:spPr bwMode="auto">
            <a:xfrm>
              <a:off x="3676650" y="1101726"/>
              <a:ext cx="469900"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13" name="Rectangle 21"/>
            <p:cNvSpPr>
              <a:spLocks noChangeArrowheads="1"/>
            </p:cNvSpPr>
            <p:nvPr/>
          </p:nvSpPr>
          <p:spPr bwMode="auto">
            <a:xfrm>
              <a:off x="3676650" y="1198563"/>
              <a:ext cx="469900"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14" name="Freeform 22"/>
            <p:cNvSpPr>
              <a:spLocks/>
            </p:cNvSpPr>
            <p:nvPr/>
          </p:nvSpPr>
          <p:spPr bwMode="auto">
            <a:xfrm>
              <a:off x="3590925" y="482601"/>
              <a:ext cx="641350" cy="862013"/>
            </a:xfrm>
            <a:custGeom>
              <a:avLst/>
              <a:gdLst>
                <a:gd name="T0" fmla="*/ 229 w 404"/>
                <a:gd name="T1" fmla="*/ 0 h 543"/>
                <a:gd name="T2" fmla="*/ 229 w 404"/>
                <a:gd name="T3" fmla="*/ 30 h 543"/>
                <a:gd name="T4" fmla="*/ 373 w 404"/>
                <a:gd name="T5" fmla="*/ 30 h 543"/>
                <a:gd name="T6" fmla="*/ 373 w 404"/>
                <a:gd name="T7" fmla="*/ 513 h 543"/>
                <a:gd name="T8" fmla="*/ 33 w 404"/>
                <a:gd name="T9" fmla="*/ 513 h 543"/>
                <a:gd name="T10" fmla="*/ 31 w 404"/>
                <a:gd name="T11" fmla="*/ 387 h 543"/>
                <a:gd name="T12" fmla="*/ 0 w 404"/>
                <a:gd name="T13" fmla="*/ 387 h 543"/>
                <a:gd name="T14" fmla="*/ 0 w 404"/>
                <a:gd name="T15" fmla="*/ 543 h 543"/>
                <a:gd name="T16" fmla="*/ 404 w 404"/>
                <a:gd name="T17" fmla="*/ 543 h 543"/>
                <a:gd name="T18" fmla="*/ 404 w 404"/>
                <a:gd name="T19" fmla="*/ 0 h 543"/>
                <a:gd name="T20" fmla="*/ 229 w 404"/>
                <a:gd name="T21"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4" h="543">
                  <a:moveTo>
                    <a:pt x="229" y="0"/>
                  </a:moveTo>
                  <a:lnTo>
                    <a:pt x="229" y="30"/>
                  </a:lnTo>
                  <a:lnTo>
                    <a:pt x="373" y="30"/>
                  </a:lnTo>
                  <a:lnTo>
                    <a:pt x="373" y="513"/>
                  </a:lnTo>
                  <a:lnTo>
                    <a:pt x="33" y="513"/>
                  </a:lnTo>
                  <a:lnTo>
                    <a:pt x="31" y="387"/>
                  </a:lnTo>
                  <a:lnTo>
                    <a:pt x="0" y="387"/>
                  </a:lnTo>
                  <a:lnTo>
                    <a:pt x="0" y="543"/>
                  </a:lnTo>
                  <a:lnTo>
                    <a:pt x="404" y="543"/>
                  </a:lnTo>
                  <a:lnTo>
                    <a:pt x="404" y="0"/>
                  </a:lnTo>
                  <a:lnTo>
                    <a:pt x="2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15" name="Rectangle 23"/>
            <p:cNvSpPr>
              <a:spLocks noChangeArrowheads="1"/>
            </p:cNvSpPr>
            <p:nvPr/>
          </p:nvSpPr>
          <p:spPr bwMode="auto">
            <a:xfrm>
              <a:off x="3959225" y="98901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16" name="Freeform 24"/>
            <p:cNvSpPr>
              <a:spLocks noEditPoints="1"/>
            </p:cNvSpPr>
            <p:nvPr/>
          </p:nvSpPr>
          <p:spPr bwMode="auto">
            <a:xfrm>
              <a:off x="3295650" y="230188"/>
              <a:ext cx="639763" cy="852488"/>
            </a:xfrm>
            <a:custGeom>
              <a:avLst/>
              <a:gdLst>
                <a:gd name="T0" fmla="*/ 403 w 403"/>
                <a:gd name="T1" fmla="*/ 0 h 537"/>
                <a:gd name="T2" fmla="*/ 0 w 403"/>
                <a:gd name="T3" fmla="*/ 0 h 537"/>
                <a:gd name="T4" fmla="*/ 0 w 403"/>
                <a:gd name="T5" fmla="*/ 447 h 537"/>
                <a:gd name="T6" fmla="*/ 92 w 403"/>
                <a:gd name="T7" fmla="*/ 537 h 537"/>
                <a:gd name="T8" fmla="*/ 403 w 403"/>
                <a:gd name="T9" fmla="*/ 537 h 537"/>
                <a:gd name="T10" fmla="*/ 403 w 403"/>
                <a:gd name="T11" fmla="*/ 0 h 537"/>
                <a:gd name="T12" fmla="*/ 373 w 403"/>
                <a:gd name="T13" fmla="*/ 508 h 537"/>
                <a:gd name="T14" fmla="*/ 108 w 403"/>
                <a:gd name="T15" fmla="*/ 508 h 537"/>
                <a:gd name="T16" fmla="*/ 108 w 403"/>
                <a:gd name="T17" fmla="*/ 433 h 537"/>
                <a:gd name="T18" fmla="*/ 30 w 403"/>
                <a:gd name="T19" fmla="*/ 433 h 537"/>
                <a:gd name="T20" fmla="*/ 30 w 403"/>
                <a:gd name="T21" fmla="*/ 31 h 537"/>
                <a:gd name="T22" fmla="*/ 373 w 403"/>
                <a:gd name="T23" fmla="*/ 31 h 537"/>
                <a:gd name="T24" fmla="*/ 373 w 403"/>
                <a:gd name="T25" fmla="*/ 50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537">
                  <a:moveTo>
                    <a:pt x="403" y="0"/>
                  </a:moveTo>
                  <a:lnTo>
                    <a:pt x="0" y="0"/>
                  </a:lnTo>
                  <a:lnTo>
                    <a:pt x="0" y="447"/>
                  </a:lnTo>
                  <a:lnTo>
                    <a:pt x="92" y="537"/>
                  </a:lnTo>
                  <a:lnTo>
                    <a:pt x="403" y="537"/>
                  </a:lnTo>
                  <a:lnTo>
                    <a:pt x="403" y="0"/>
                  </a:lnTo>
                  <a:close/>
                  <a:moveTo>
                    <a:pt x="373" y="508"/>
                  </a:moveTo>
                  <a:lnTo>
                    <a:pt x="108" y="508"/>
                  </a:lnTo>
                  <a:lnTo>
                    <a:pt x="108" y="433"/>
                  </a:lnTo>
                  <a:lnTo>
                    <a:pt x="30" y="433"/>
                  </a:lnTo>
                  <a:lnTo>
                    <a:pt x="30" y="31"/>
                  </a:lnTo>
                  <a:lnTo>
                    <a:pt x="373" y="31"/>
                  </a:lnTo>
                  <a:lnTo>
                    <a:pt x="373" y="5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17" name="Rectangle 25"/>
            <p:cNvSpPr>
              <a:spLocks noChangeArrowheads="1"/>
            </p:cNvSpPr>
            <p:nvPr/>
          </p:nvSpPr>
          <p:spPr bwMode="auto">
            <a:xfrm>
              <a:off x="3441700" y="376238"/>
              <a:ext cx="176213" cy="323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18" name="Rectangle 26"/>
            <p:cNvSpPr>
              <a:spLocks noChangeArrowheads="1"/>
            </p:cNvSpPr>
            <p:nvPr/>
          </p:nvSpPr>
          <p:spPr bwMode="auto">
            <a:xfrm>
              <a:off x="3411538" y="755651"/>
              <a:ext cx="438150"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19" name="Rectangle 27"/>
            <p:cNvSpPr>
              <a:spLocks noChangeArrowheads="1"/>
            </p:cNvSpPr>
            <p:nvPr/>
          </p:nvSpPr>
          <p:spPr bwMode="auto">
            <a:xfrm>
              <a:off x="3670300" y="565151"/>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20" name="Rectangle 28"/>
            <p:cNvSpPr>
              <a:spLocks noChangeArrowheads="1"/>
            </p:cNvSpPr>
            <p:nvPr/>
          </p:nvSpPr>
          <p:spPr bwMode="auto">
            <a:xfrm>
              <a:off x="3670300" y="658813"/>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21" name="Rectangle 29"/>
            <p:cNvSpPr>
              <a:spLocks noChangeArrowheads="1"/>
            </p:cNvSpPr>
            <p:nvPr/>
          </p:nvSpPr>
          <p:spPr bwMode="auto">
            <a:xfrm>
              <a:off x="3670300" y="471488"/>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22" name="Rectangle 30"/>
            <p:cNvSpPr>
              <a:spLocks noChangeArrowheads="1"/>
            </p:cNvSpPr>
            <p:nvPr/>
          </p:nvSpPr>
          <p:spPr bwMode="auto">
            <a:xfrm>
              <a:off x="3670300" y="376238"/>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23" name="Rectangle 31"/>
            <p:cNvSpPr>
              <a:spLocks noChangeArrowheads="1"/>
            </p:cNvSpPr>
            <p:nvPr/>
          </p:nvSpPr>
          <p:spPr bwMode="auto">
            <a:xfrm>
              <a:off x="3411538" y="842963"/>
              <a:ext cx="438150"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grpSp>
      <p:sp>
        <p:nvSpPr>
          <p:cNvPr id="24" name="Freeform 6"/>
          <p:cNvSpPr>
            <a:spLocks/>
          </p:cNvSpPr>
          <p:nvPr userDrawn="1"/>
        </p:nvSpPr>
        <p:spPr bwMode="auto">
          <a:xfrm>
            <a:off x="3211786"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368" tIns="45684" rIns="91368" bIns="45684" numCol="1" spcCol="0" rtlCol="0" fromWordArt="0" anchor="t" anchorCtr="0" forceAA="0" compatLnSpc="1">
            <a:prstTxWarp prst="textNoShape">
              <a:avLst/>
            </a:prstTxWarp>
            <a:noAutofit/>
          </a:bodyPr>
          <a:lstStyle/>
          <a:p>
            <a:endParaRPr lang="zh-CN" altLang="en-US" sz="1798">
              <a:solidFill>
                <a:prstClr val="black"/>
              </a:solidFill>
            </a:endParaRPr>
          </a:p>
        </p:txBody>
      </p:sp>
      <p:sp>
        <p:nvSpPr>
          <p:cNvPr id="25" name="Freeform 11"/>
          <p:cNvSpPr>
            <a:spLocks/>
          </p:cNvSpPr>
          <p:nvPr userDrawn="1"/>
        </p:nvSpPr>
        <p:spPr bwMode="auto">
          <a:xfrm>
            <a:off x="3106456"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368" tIns="45684" rIns="91368" bIns="45684" numCol="1" spcCol="0" rtlCol="0" fromWordArt="0" anchor="t" anchorCtr="0" forceAA="0" compatLnSpc="1">
            <a:prstTxWarp prst="textNoShape">
              <a:avLst/>
            </a:prstTxWarp>
            <a:noAutofit/>
          </a:bodyPr>
          <a:lstStyle/>
          <a:p>
            <a:endParaRPr lang="zh-CN" altLang="en-US" sz="1798">
              <a:solidFill>
                <a:prstClr val="black"/>
              </a:solidFill>
            </a:endParaRPr>
          </a:p>
        </p:txBody>
      </p:sp>
    </p:spTree>
    <p:extLst>
      <p:ext uri="{BB962C8B-B14F-4D97-AF65-F5344CB8AC3E}">
        <p14:creationId xmlns:p14="http://schemas.microsoft.com/office/powerpoint/2010/main" val="40620258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1594177" y="410400"/>
            <a:ext cx="9827761" cy="640800"/>
          </a:xfrm>
          <a:prstGeom prst="rect">
            <a:avLst/>
          </a:prstGeom>
        </p:spPr>
        <p:txBody>
          <a:bodyPr lIns="100800" tIns="50400" rIns="100800" bIns="50400" anchor="ctr" anchorCtr="0"/>
          <a:lstStyle>
            <a:lvl1pPr fontAlgn="auto">
              <a:defRPr b="1">
                <a:solidFill>
                  <a:schemeClr val="tx1"/>
                </a:solidFill>
                <a:latin typeface="+mn-lt"/>
                <a:ea typeface="+mn-ea"/>
              </a:defRPr>
            </a:lvl1pPr>
          </a:lstStyle>
          <a:p>
            <a:r>
              <a:rPr lang="zh-CN" altLang="en-US" dirty="0"/>
              <a:t>单击此处编辑母版标题样式</a:t>
            </a:r>
          </a:p>
        </p:txBody>
      </p:sp>
      <p:sp>
        <p:nvSpPr>
          <p:cNvPr id="4"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368" tIns="45684" rIns="91368" bIns="45684" numCol="1" spcCol="0" rtlCol="0" fromWordArt="0" anchor="t" anchorCtr="0" forceAA="0" compatLnSpc="1">
            <a:prstTxWarp prst="textNoShape">
              <a:avLst/>
            </a:prstTxWarp>
            <a:noAutofit/>
          </a:bodyPr>
          <a:lstStyle/>
          <a:p>
            <a:endParaRPr lang="zh-CN" altLang="en-US" sz="1798">
              <a:solidFill>
                <a:prstClr val="black"/>
              </a:solidFill>
            </a:endParaRPr>
          </a:p>
        </p:txBody>
      </p:sp>
      <p:sp>
        <p:nvSpPr>
          <p:cNvPr id="5" name="Freeform 11"/>
          <p:cNvSpPr>
            <a:spLocks/>
          </p:cNvSpPr>
          <p:nvPr userDrawn="1"/>
        </p:nvSpPr>
        <p:spPr bwMode="auto">
          <a:xfrm>
            <a:off x="1245703"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368" tIns="45684" rIns="91368" bIns="45684" numCol="1" spcCol="0" rtlCol="0" fromWordArt="0" anchor="t" anchorCtr="0" forceAA="0" compatLnSpc="1">
            <a:prstTxWarp prst="textNoShape">
              <a:avLst/>
            </a:prstTxWarp>
            <a:noAutofit/>
          </a:bodyPr>
          <a:lstStyle/>
          <a:p>
            <a:endParaRPr lang="zh-CN" altLang="en-US" sz="1798">
              <a:solidFill>
                <a:prstClr val="black"/>
              </a:solidFill>
            </a:endParaRPr>
          </a:p>
        </p:txBody>
      </p:sp>
      <p:grpSp>
        <p:nvGrpSpPr>
          <p:cNvPr id="6" name="组合 5"/>
          <p:cNvGrpSpPr/>
          <p:nvPr userDrawn="1"/>
        </p:nvGrpSpPr>
        <p:grpSpPr>
          <a:xfrm>
            <a:off x="587158" y="505779"/>
            <a:ext cx="374562" cy="445558"/>
            <a:chOff x="-1647825" y="2492375"/>
            <a:chExt cx="1947863" cy="2316163"/>
          </a:xfrm>
          <a:solidFill>
            <a:schemeClr val="bg1"/>
          </a:solidFill>
        </p:grpSpPr>
        <p:sp>
          <p:nvSpPr>
            <p:cNvPr id="7"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8"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grpSp>
      <p:sp>
        <p:nvSpPr>
          <p:cNvPr id="9" name="文本占位符 6"/>
          <p:cNvSpPr>
            <a:spLocks noGrp="1"/>
          </p:cNvSpPr>
          <p:nvPr>
            <p:ph type="body" sz="quarter" idx="10" hasCustomPrompt="1"/>
          </p:nvPr>
        </p:nvSpPr>
        <p:spPr>
          <a:xfrm>
            <a:off x="468318" y="1233488"/>
            <a:ext cx="11276183" cy="4680000"/>
          </a:xfrm>
          <a:prstGeom prst="rect">
            <a:avLst/>
          </a:prstGeom>
        </p:spPr>
        <p:txBody>
          <a:bodyPr/>
          <a:lstStyle>
            <a:lvl1pPr algn="just" fontAlgn="auto">
              <a:buClrTx/>
              <a:defRPr>
                <a:latin typeface="+mn-lt"/>
                <a:ea typeface="+mn-ea"/>
                <a:cs typeface="Arial" panose="020B0604020202020204" pitchFamily="34" charset="0"/>
              </a:defRPr>
            </a:lvl1pPr>
          </a:lstStyle>
          <a:p>
            <a:r>
              <a:rPr lang="zh-CN" altLang="en-US" dirty="0"/>
              <a:t>单击此处输入文字</a:t>
            </a:r>
          </a:p>
        </p:txBody>
      </p:sp>
    </p:spTree>
    <p:extLst>
      <p:ext uri="{BB962C8B-B14F-4D97-AF65-F5344CB8AC3E}">
        <p14:creationId xmlns:p14="http://schemas.microsoft.com/office/powerpoint/2010/main" val="6813573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594801" y="410400"/>
            <a:ext cx="9831600" cy="640800"/>
          </a:xfrm>
          <a:prstGeom prst="rect">
            <a:avLst/>
          </a:prstGeom>
        </p:spPr>
        <p:txBody>
          <a:bodyPr lIns="100800" tIns="50400" rIns="100800" bIns="50400" anchor="t" anchorCtr="0"/>
          <a:lstStyle>
            <a:lvl1pPr>
              <a:defRPr b="1">
                <a:latin typeface="+mn-ea"/>
                <a:ea typeface="+mn-ea"/>
              </a:defRPr>
            </a:lvl1pPr>
          </a:lstStyle>
          <a:p>
            <a:r>
              <a:rPr lang="zh-CN" altLang="en-US" dirty="0"/>
              <a:t>单击此处编辑母版标题样式</a:t>
            </a:r>
          </a:p>
        </p:txBody>
      </p:sp>
      <p:sp>
        <p:nvSpPr>
          <p:cNvPr id="3" name="Freeform 9"/>
          <p:cNvSpPr>
            <a:spLocks/>
          </p:cNvSpPr>
          <p:nvPr userDrawn="1"/>
        </p:nvSpPr>
        <p:spPr bwMode="auto">
          <a:xfrm>
            <a:off x="3114"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ea"/>
              <a:ea typeface="+mn-ea"/>
            </a:endParaRPr>
          </a:p>
        </p:txBody>
      </p:sp>
      <p:sp>
        <p:nvSpPr>
          <p:cNvPr id="4"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ea"/>
              <a:ea typeface="+mn-ea"/>
            </a:endParaRPr>
          </a:p>
        </p:txBody>
      </p:sp>
      <p:grpSp>
        <p:nvGrpSpPr>
          <p:cNvPr id="5" name="组合 4"/>
          <p:cNvGrpSpPr/>
          <p:nvPr userDrawn="1"/>
        </p:nvGrpSpPr>
        <p:grpSpPr>
          <a:xfrm>
            <a:off x="587388" y="505779"/>
            <a:ext cx="374708" cy="445558"/>
            <a:chOff x="-1647825" y="2492375"/>
            <a:chExt cx="1947863" cy="2316163"/>
          </a:xfrm>
          <a:solidFill>
            <a:schemeClr val="bg1"/>
          </a:solidFill>
        </p:grpSpPr>
        <p:sp>
          <p:nvSpPr>
            <p:cNvPr id="6"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ea"/>
                <a:ea typeface="+mn-ea"/>
              </a:endParaRPr>
            </a:p>
          </p:txBody>
        </p:sp>
        <p:sp>
          <p:nvSpPr>
            <p:cNvPr id="7"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ea"/>
                <a:ea typeface="+mn-ea"/>
              </a:endParaRPr>
            </a:p>
          </p:txBody>
        </p:sp>
      </p:grpSp>
      <p:sp>
        <p:nvSpPr>
          <p:cNvPr id="8" name="文本占位符 6"/>
          <p:cNvSpPr>
            <a:spLocks noGrp="1"/>
          </p:cNvSpPr>
          <p:nvPr>
            <p:ph type="body" sz="quarter" idx="10" hasCustomPrompt="1"/>
          </p:nvPr>
        </p:nvSpPr>
        <p:spPr>
          <a:xfrm>
            <a:off x="912286" y="1233488"/>
            <a:ext cx="10560048" cy="4680000"/>
          </a:xfrm>
          <a:prstGeom prst="rect">
            <a:avLst/>
          </a:prstGeom>
        </p:spPr>
        <p:txBody>
          <a:bodyPr/>
          <a:lstStyle>
            <a:lvl1pPr algn="just">
              <a:defRPr>
                <a:latin typeface="+mn-ea"/>
                <a:ea typeface="+mn-ea"/>
                <a:cs typeface="Arial" panose="020B0604020202020204" pitchFamily="34" charset="0"/>
              </a:defRPr>
            </a:lvl1pPr>
          </a:lstStyle>
          <a:p>
            <a:r>
              <a:rPr lang="zh-CN" altLang="en-US" dirty="0"/>
              <a:t>单击此处输入文字</a:t>
            </a:r>
          </a:p>
        </p:txBody>
      </p:sp>
    </p:spTree>
    <p:extLst>
      <p:ext uri="{BB962C8B-B14F-4D97-AF65-F5344CB8AC3E}">
        <p14:creationId xmlns:p14="http://schemas.microsoft.com/office/powerpoint/2010/main" val="3873587568"/>
      </p:ext>
    </p:extLst>
  </p:cSld>
  <p:clrMapOvr>
    <a:masterClrMapping/>
  </p:clrMapOvr>
  <p:extLst>
    <p:ext uri="{DCECCB84-F9BA-43D5-87BE-67443E8EF086}">
      <p15:sldGuideLst xmlns:p15="http://schemas.microsoft.com/office/powerpoint/2012/main">
        <p15:guide id="1" orient="horz" pos="66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0#思考题">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468316" y="1233487"/>
            <a:ext cx="11276184" cy="4680000"/>
          </a:xfrm>
          <a:prstGeom prst="rect">
            <a:avLst/>
          </a:prstGeom>
        </p:spPr>
        <p:txBody>
          <a:bodyPr/>
          <a:lstStyle>
            <a:lvl1pPr marL="456834" marR="0" indent="-456834" algn="just" defTabSz="801046" rtl="0" eaLnBrk="1" fontAlgn="auto" latinLnBrk="0" hangingPunct="1">
              <a:lnSpc>
                <a:spcPct val="140000"/>
              </a:lnSpc>
              <a:spcBef>
                <a:spcPct val="30000"/>
              </a:spcBef>
              <a:spcAft>
                <a:spcPct val="0"/>
              </a:spcAft>
              <a:buClrTx/>
              <a:buSzPct val="100000"/>
              <a:buFont typeface="+mj-lt"/>
              <a:buAutoNum type="arabicPeriod"/>
              <a:tabLst/>
              <a:defRPr sz="1998">
                <a:latin typeface="+mn-lt"/>
                <a:ea typeface="+mn-ea"/>
                <a:cs typeface="Arial" panose="020B0604020202020204" pitchFamily="34" charset="0"/>
              </a:defRPr>
            </a:lvl1pPr>
            <a:lvl2pPr marL="401315" indent="0" algn="just">
              <a:buSzPct val="100000"/>
              <a:buFont typeface="+mj-lt"/>
              <a:buNone/>
              <a:defRPr sz="1798"/>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endParaRPr lang="en-US" altLang="zh-CN" dirty="0"/>
          </a:p>
        </p:txBody>
      </p:sp>
      <p:sp>
        <p:nvSpPr>
          <p:cNvPr id="4" name="TextBox 10">
            <a:extLst>
              <a:ext uri="{FF2B5EF4-FFF2-40B4-BE49-F238E27FC236}">
                <a16:creationId xmlns:a16="http://schemas.microsoft.com/office/drawing/2014/main" id="{18ED692C-39CB-4AC0-81F6-D21CDD086EE4}"/>
              </a:ext>
            </a:extLst>
          </p:cNvPr>
          <p:cNvSpPr txBox="1"/>
          <p:nvPr userDrawn="1"/>
        </p:nvSpPr>
        <p:spPr bwMode="auto">
          <a:xfrm>
            <a:off x="1594877" y="408782"/>
            <a:ext cx="1664752" cy="639559"/>
          </a:xfrm>
          <a:prstGeom prst="rect">
            <a:avLst/>
          </a:prstGeom>
          <a:noFill/>
          <a:ln w="9525">
            <a:noFill/>
            <a:miter lim="800000"/>
            <a:headEnd/>
            <a:tailEnd/>
          </a:ln>
        </p:spPr>
        <p:txBody>
          <a:bodyPr wrap="square" lIns="99902" tIns="49947" rIns="99902" bIns="49947" rtlCol="0">
            <a:spAutoFit/>
          </a:bodyPr>
          <a:lstStyle/>
          <a:p>
            <a:pPr defTabSz="1000823" eaLnBrk="0" hangingPunct="0"/>
            <a:r>
              <a:rPr lang="zh-CN" altLang="en-US" sz="3498" b="1" dirty="0">
                <a:solidFill>
                  <a:prstClr val="black"/>
                </a:solidFill>
                <a:cs typeface="Arial" pitchFamily="34" charset="0"/>
              </a:rPr>
              <a:t>思考题</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368" tIns="45684" rIns="91368" bIns="45684" numCol="1" spcCol="0" rtlCol="0" fromWordArt="0" anchor="t" anchorCtr="0" forceAA="0" compatLnSpc="1">
            <a:prstTxWarp prst="textNoShape">
              <a:avLst/>
            </a:prstTxWarp>
            <a:noAutofit/>
          </a:bodyPr>
          <a:lstStyle/>
          <a:p>
            <a:endParaRPr lang="zh-CN" altLang="en-US" sz="1798">
              <a:solidFill>
                <a:prstClr val="black"/>
              </a:solidFill>
            </a:endParaRPr>
          </a:p>
        </p:txBody>
      </p:sp>
      <p:sp>
        <p:nvSpPr>
          <p:cNvPr id="6" name="Freeform 11"/>
          <p:cNvSpPr>
            <a:spLocks/>
          </p:cNvSpPr>
          <p:nvPr userDrawn="1"/>
        </p:nvSpPr>
        <p:spPr bwMode="auto">
          <a:xfrm>
            <a:off x="1245703"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368" tIns="45684" rIns="91368" bIns="45684" numCol="1" spcCol="0" rtlCol="0" fromWordArt="0" anchor="t" anchorCtr="0" forceAA="0" compatLnSpc="1">
            <a:prstTxWarp prst="textNoShape">
              <a:avLst/>
            </a:prstTxWarp>
            <a:noAutofit/>
          </a:bodyPr>
          <a:lstStyle/>
          <a:p>
            <a:endParaRPr lang="zh-CN" altLang="en-US" sz="1798">
              <a:solidFill>
                <a:prstClr val="black"/>
              </a:solidFill>
            </a:endParaRPr>
          </a:p>
        </p:txBody>
      </p:sp>
      <p:grpSp>
        <p:nvGrpSpPr>
          <p:cNvPr id="7" name="组合 6"/>
          <p:cNvGrpSpPr/>
          <p:nvPr userDrawn="1"/>
        </p:nvGrpSpPr>
        <p:grpSpPr>
          <a:xfrm>
            <a:off x="479191" y="424270"/>
            <a:ext cx="495425" cy="592462"/>
            <a:chOff x="5554662" y="2422526"/>
            <a:chExt cx="690564" cy="825500"/>
          </a:xfrm>
          <a:solidFill>
            <a:schemeClr val="bg1"/>
          </a:solidFill>
        </p:grpSpPr>
        <p:sp>
          <p:nvSpPr>
            <p:cNvPr id="8" name="Freeform 30"/>
            <p:cNvSpPr>
              <a:spLocks/>
            </p:cNvSpPr>
            <p:nvPr/>
          </p:nvSpPr>
          <p:spPr bwMode="auto">
            <a:xfrm>
              <a:off x="5554662" y="2487613"/>
              <a:ext cx="258763" cy="760413"/>
            </a:xfrm>
            <a:custGeom>
              <a:avLst/>
              <a:gdLst>
                <a:gd name="T0" fmla="*/ 233 w 245"/>
                <a:gd name="T1" fmla="*/ 722 h 722"/>
                <a:gd name="T2" fmla="*/ 245 w 245"/>
                <a:gd name="T3" fmla="*/ 710 h 722"/>
                <a:gd name="T4" fmla="*/ 245 w 245"/>
                <a:gd name="T5" fmla="*/ 614 h 722"/>
                <a:gd name="T6" fmla="*/ 187 w 245"/>
                <a:gd name="T7" fmla="*/ 559 h 722"/>
                <a:gd name="T8" fmla="*/ 93 w 245"/>
                <a:gd name="T9" fmla="*/ 499 h 722"/>
                <a:gd name="T10" fmla="*/ 93 w 245"/>
                <a:gd name="T11" fmla="*/ 401 h 722"/>
                <a:gd name="T12" fmla="*/ 82 w 245"/>
                <a:gd name="T13" fmla="*/ 398 h 722"/>
                <a:gd name="T14" fmla="*/ 38 w 245"/>
                <a:gd name="T15" fmla="*/ 381 h 722"/>
                <a:gd name="T16" fmla="*/ 102 w 245"/>
                <a:gd name="T17" fmla="*/ 255 h 722"/>
                <a:gd name="T18" fmla="*/ 106 w 245"/>
                <a:gd name="T19" fmla="*/ 250 h 722"/>
                <a:gd name="T20" fmla="*/ 105 w 245"/>
                <a:gd name="T21" fmla="*/ 244 h 722"/>
                <a:gd name="T22" fmla="*/ 218 w 245"/>
                <a:gd name="T23" fmla="*/ 31 h 722"/>
                <a:gd name="T24" fmla="*/ 225 w 245"/>
                <a:gd name="T25" fmla="*/ 15 h 722"/>
                <a:gd name="T26" fmla="*/ 222 w 245"/>
                <a:gd name="T27" fmla="*/ 9 h 722"/>
                <a:gd name="T28" fmla="*/ 207 w 245"/>
                <a:gd name="T29" fmla="*/ 3 h 722"/>
                <a:gd name="T30" fmla="*/ 86 w 245"/>
                <a:gd name="T31" fmla="*/ 148 h 722"/>
                <a:gd name="T32" fmla="*/ 75 w 245"/>
                <a:gd name="T33" fmla="*/ 240 h 722"/>
                <a:gd name="T34" fmla="*/ 8 w 245"/>
                <a:gd name="T35" fmla="*/ 390 h 722"/>
                <a:gd name="T36" fmla="*/ 8 w 245"/>
                <a:gd name="T37" fmla="*/ 391 h 722"/>
                <a:gd name="T38" fmla="*/ 8 w 245"/>
                <a:gd name="T39" fmla="*/ 393 h 722"/>
                <a:gd name="T40" fmla="*/ 63 w 245"/>
                <a:gd name="T41" fmla="*/ 424 h 722"/>
                <a:gd name="T42" fmla="*/ 63 w 245"/>
                <a:gd name="T43" fmla="*/ 500 h 722"/>
                <a:gd name="T44" fmla="*/ 179 w 245"/>
                <a:gd name="T45" fmla="*/ 588 h 722"/>
                <a:gd name="T46" fmla="*/ 215 w 245"/>
                <a:gd name="T47" fmla="*/ 612 h 722"/>
                <a:gd name="T48" fmla="*/ 215 w 245"/>
                <a:gd name="T49" fmla="*/ 614 h 722"/>
                <a:gd name="T50" fmla="*/ 215 w 245"/>
                <a:gd name="T51" fmla="*/ 710 h 722"/>
                <a:gd name="T52" fmla="*/ 227 w 245"/>
                <a:gd name="T53" fmla="*/ 722 h 722"/>
                <a:gd name="T54" fmla="*/ 233 w 245"/>
                <a:gd name="T55"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5" h="722">
                  <a:moveTo>
                    <a:pt x="233" y="722"/>
                  </a:moveTo>
                  <a:cubicBezTo>
                    <a:pt x="240" y="722"/>
                    <a:pt x="245" y="717"/>
                    <a:pt x="245" y="710"/>
                  </a:cubicBezTo>
                  <a:cubicBezTo>
                    <a:pt x="245" y="614"/>
                    <a:pt x="245" y="614"/>
                    <a:pt x="245" y="614"/>
                  </a:cubicBezTo>
                  <a:cubicBezTo>
                    <a:pt x="245" y="605"/>
                    <a:pt x="242" y="574"/>
                    <a:pt x="187" y="559"/>
                  </a:cubicBezTo>
                  <a:cubicBezTo>
                    <a:pt x="128" y="543"/>
                    <a:pt x="94" y="522"/>
                    <a:pt x="93" y="499"/>
                  </a:cubicBezTo>
                  <a:cubicBezTo>
                    <a:pt x="93" y="401"/>
                    <a:pt x="93" y="401"/>
                    <a:pt x="93" y="401"/>
                  </a:cubicBezTo>
                  <a:cubicBezTo>
                    <a:pt x="82" y="398"/>
                    <a:pt x="82" y="398"/>
                    <a:pt x="82" y="398"/>
                  </a:cubicBezTo>
                  <a:cubicBezTo>
                    <a:pt x="64" y="393"/>
                    <a:pt x="45" y="385"/>
                    <a:pt x="38" y="381"/>
                  </a:cubicBezTo>
                  <a:cubicBezTo>
                    <a:pt x="38" y="369"/>
                    <a:pt x="44" y="325"/>
                    <a:pt x="102" y="255"/>
                  </a:cubicBezTo>
                  <a:cubicBezTo>
                    <a:pt x="106" y="250"/>
                    <a:pt x="106" y="250"/>
                    <a:pt x="106" y="250"/>
                  </a:cubicBezTo>
                  <a:cubicBezTo>
                    <a:pt x="105" y="244"/>
                    <a:pt x="105" y="244"/>
                    <a:pt x="105" y="244"/>
                  </a:cubicBezTo>
                  <a:cubicBezTo>
                    <a:pt x="105" y="237"/>
                    <a:pt x="92" y="92"/>
                    <a:pt x="218" y="31"/>
                  </a:cubicBezTo>
                  <a:cubicBezTo>
                    <a:pt x="224" y="28"/>
                    <a:pt x="227" y="21"/>
                    <a:pt x="225" y="15"/>
                  </a:cubicBezTo>
                  <a:cubicBezTo>
                    <a:pt x="222" y="9"/>
                    <a:pt x="222" y="9"/>
                    <a:pt x="222" y="9"/>
                  </a:cubicBezTo>
                  <a:cubicBezTo>
                    <a:pt x="220" y="3"/>
                    <a:pt x="213" y="0"/>
                    <a:pt x="207" y="3"/>
                  </a:cubicBezTo>
                  <a:cubicBezTo>
                    <a:pt x="147" y="31"/>
                    <a:pt x="105" y="81"/>
                    <a:pt x="86" y="148"/>
                  </a:cubicBezTo>
                  <a:cubicBezTo>
                    <a:pt x="74" y="189"/>
                    <a:pt x="74" y="226"/>
                    <a:pt x="75" y="240"/>
                  </a:cubicBezTo>
                  <a:cubicBezTo>
                    <a:pt x="0" y="333"/>
                    <a:pt x="7" y="385"/>
                    <a:pt x="8" y="390"/>
                  </a:cubicBezTo>
                  <a:cubicBezTo>
                    <a:pt x="8" y="391"/>
                    <a:pt x="8" y="391"/>
                    <a:pt x="8" y="391"/>
                  </a:cubicBezTo>
                  <a:cubicBezTo>
                    <a:pt x="8" y="393"/>
                    <a:pt x="8" y="393"/>
                    <a:pt x="8" y="393"/>
                  </a:cubicBezTo>
                  <a:cubicBezTo>
                    <a:pt x="10" y="397"/>
                    <a:pt x="14" y="409"/>
                    <a:pt x="63" y="424"/>
                  </a:cubicBezTo>
                  <a:cubicBezTo>
                    <a:pt x="63" y="500"/>
                    <a:pt x="63" y="500"/>
                    <a:pt x="63" y="500"/>
                  </a:cubicBezTo>
                  <a:cubicBezTo>
                    <a:pt x="65" y="539"/>
                    <a:pt x="104" y="569"/>
                    <a:pt x="179" y="588"/>
                  </a:cubicBezTo>
                  <a:cubicBezTo>
                    <a:pt x="213" y="597"/>
                    <a:pt x="215" y="611"/>
                    <a:pt x="215" y="612"/>
                  </a:cubicBezTo>
                  <a:cubicBezTo>
                    <a:pt x="215" y="614"/>
                    <a:pt x="215" y="614"/>
                    <a:pt x="215" y="614"/>
                  </a:cubicBezTo>
                  <a:cubicBezTo>
                    <a:pt x="215" y="710"/>
                    <a:pt x="215" y="710"/>
                    <a:pt x="215" y="710"/>
                  </a:cubicBezTo>
                  <a:cubicBezTo>
                    <a:pt x="215" y="717"/>
                    <a:pt x="220" y="722"/>
                    <a:pt x="227" y="722"/>
                  </a:cubicBezTo>
                  <a:lnTo>
                    <a:pt x="233" y="7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9" name="Freeform 31"/>
            <p:cNvSpPr>
              <a:spLocks/>
            </p:cNvSpPr>
            <p:nvPr/>
          </p:nvSpPr>
          <p:spPr bwMode="auto">
            <a:xfrm>
              <a:off x="6029325" y="2752726"/>
              <a:ext cx="169863" cy="495300"/>
            </a:xfrm>
            <a:custGeom>
              <a:avLst/>
              <a:gdLst>
                <a:gd name="T0" fmla="*/ 21 w 162"/>
                <a:gd name="T1" fmla="*/ 470 h 470"/>
                <a:gd name="T2" fmla="*/ 33 w 162"/>
                <a:gd name="T3" fmla="*/ 458 h 470"/>
                <a:gd name="T4" fmla="*/ 33 w 162"/>
                <a:gd name="T5" fmla="*/ 361 h 470"/>
                <a:gd name="T6" fmla="*/ 108 w 162"/>
                <a:gd name="T7" fmla="*/ 168 h 470"/>
                <a:gd name="T8" fmla="*/ 162 w 162"/>
                <a:gd name="T9" fmla="*/ 13 h 470"/>
                <a:gd name="T10" fmla="*/ 151 w 162"/>
                <a:gd name="T11" fmla="*/ 1 h 470"/>
                <a:gd name="T12" fmla="*/ 144 w 162"/>
                <a:gd name="T13" fmla="*/ 0 h 470"/>
                <a:gd name="T14" fmla="*/ 131 w 162"/>
                <a:gd name="T15" fmla="*/ 12 h 470"/>
                <a:gd name="T16" fmla="*/ 84 w 162"/>
                <a:gd name="T17" fmla="*/ 149 h 470"/>
                <a:gd name="T18" fmla="*/ 3 w 162"/>
                <a:gd name="T19" fmla="*/ 362 h 470"/>
                <a:gd name="T20" fmla="*/ 3 w 162"/>
                <a:gd name="T21" fmla="*/ 458 h 470"/>
                <a:gd name="T22" fmla="*/ 15 w 162"/>
                <a:gd name="T23" fmla="*/ 470 h 470"/>
                <a:gd name="T24" fmla="*/ 21 w 162"/>
                <a:gd name="T25" fmla="*/ 47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2" h="470">
                  <a:moveTo>
                    <a:pt x="21" y="470"/>
                  </a:moveTo>
                  <a:cubicBezTo>
                    <a:pt x="28" y="470"/>
                    <a:pt x="33" y="465"/>
                    <a:pt x="33" y="458"/>
                  </a:cubicBezTo>
                  <a:cubicBezTo>
                    <a:pt x="33" y="361"/>
                    <a:pt x="33" y="361"/>
                    <a:pt x="33" y="361"/>
                  </a:cubicBezTo>
                  <a:cubicBezTo>
                    <a:pt x="33" y="360"/>
                    <a:pt x="29" y="262"/>
                    <a:pt x="108" y="168"/>
                  </a:cubicBezTo>
                  <a:cubicBezTo>
                    <a:pt x="137" y="133"/>
                    <a:pt x="157" y="75"/>
                    <a:pt x="162" y="13"/>
                  </a:cubicBezTo>
                  <a:cubicBezTo>
                    <a:pt x="162" y="7"/>
                    <a:pt x="157" y="1"/>
                    <a:pt x="151" y="1"/>
                  </a:cubicBezTo>
                  <a:cubicBezTo>
                    <a:pt x="144" y="0"/>
                    <a:pt x="144" y="0"/>
                    <a:pt x="144" y="0"/>
                  </a:cubicBezTo>
                  <a:cubicBezTo>
                    <a:pt x="138" y="0"/>
                    <a:pt x="132" y="5"/>
                    <a:pt x="131" y="12"/>
                  </a:cubicBezTo>
                  <a:cubicBezTo>
                    <a:pt x="127" y="67"/>
                    <a:pt x="110" y="119"/>
                    <a:pt x="84" y="149"/>
                  </a:cubicBezTo>
                  <a:cubicBezTo>
                    <a:pt x="0" y="249"/>
                    <a:pt x="3" y="353"/>
                    <a:pt x="3" y="362"/>
                  </a:cubicBezTo>
                  <a:cubicBezTo>
                    <a:pt x="3" y="458"/>
                    <a:pt x="3" y="458"/>
                    <a:pt x="3" y="458"/>
                  </a:cubicBezTo>
                  <a:cubicBezTo>
                    <a:pt x="3" y="465"/>
                    <a:pt x="8" y="470"/>
                    <a:pt x="15" y="470"/>
                  </a:cubicBezTo>
                  <a:lnTo>
                    <a:pt x="21" y="4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10" name="Freeform 32"/>
            <p:cNvSpPr>
              <a:spLocks/>
            </p:cNvSpPr>
            <p:nvPr/>
          </p:nvSpPr>
          <p:spPr bwMode="auto">
            <a:xfrm>
              <a:off x="5851525" y="2489201"/>
              <a:ext cx="325437" cy="406401"/>
            </a:xfrm>
            <a:custGeom>
              <a:avLst/>
              <a:gdLst>
                <a:gd name="T0" fmla="*/ 155 w 309"/>
                <a:gd name="T1" fmla="*/ 386 h 386"/>
                <a:gd name="T2" fmla="*/ 189 w 309"/>
                <a:gd name="T3" fmla="*/ 363 h 386"/>
                <a:gd name="T4" fmla="*/ 208 w 309"/>
                <a:gd name="T5" fmla="*/ 363 h 386"/>
                <a:gd name="T6" fmla="*/ 232 w 309"/>
                <a:gd name="T7" fmla="*/ 353 h 386"/>
                <a:gd name="T8" fmla="*/ 242 w 309"/>
                <a:gd name="T9" fmla="*/ 329 h 386"/>
                <a:gd name="T10" fmla="*/ 242 w 309"/>
                <a:gd name="T11" fmla="*/ 308 h 386"/>
                <a:gd name="T12" fmla="*/ 212 w 309"/>
                <a:gd name="T13" fmla="*/ 308 h 386"/>
                <a:gd name="T14" fmla="*/ 212 w 309"/>
                <a:gd name="T15" fmla="*/ 329 h 386"/>
                <a:gd name="T16" fmla="*/ 210 w 309"/>
                <a:gd name="T17" fmla="*/ 332 h 386"/>
                <a:gd name="T18" fmla="*/ 208 w 309"/>
                <a:gd name="T19" fmla="*/ 333 h 386"/>
                <a:gd name="T20" fmla="*/ 162 w 309"/>
                <a:gd name="T21" fmla="*/ 333 h 386"/>
                <a:gd name="T22" fmla="*/ 162 w 309"/>
                <a:gd name="T23" fmla="*/ 348 h 386"/>
                <a:gd name="T24" fmla="*/ 155 w 309"/>
                <a:gd name="T25" fmla="*/ 356 h 386"/>
                <a:gd name="T26" fmla="*/ 147 w 309"/>
                <a:gd name="T27" fmla="*/ 348 h 386"/>
                <a:gd name="T28" fmla="*/ 147 w 309"/>
                <a:gd name="T29" fmla="*/ 333 h 386"/>
                <a:gd name="T30" fmla="*/ 101 w 309"/>
                <a:gd name="T31" fmla="*/ 333 h 386"/>
                <a:gd name="T32" fmla="*/ 98 w 309"/>
                <a:gd name="T33" fmla="*/ 329 h 386"/>
                <a:gd name="T34" fmla="*/ 98 w 309"/>
                <a:gd name="T35" fmla="*/ 266 h 386"/>
                <a:gd name="T36" fmla="*/ 90 w 309"/>
                <a:gd name="T37" fmla="*/ 262 h 386"/>
                <a:gd name="T38" fmla="*/ 30 w 309"/>
                <a:gd name="T39" fmla="*/ 155 h 386"/>
                <a:gd name="T40" fmla="*/ 155 w 309"/>
                <a:gd name="T41" fmla="*/ 31 h 386"/>
                <a:gd name="T42" fmla="*/ 279 w 309"/>
                <a:gd name="T43" fmla="*/ 155 h 386"/>
                <a:gd name="T44" fmla="*/ 222 w 309"/>
                <a:gd name="T45" fmla="*/ 260 h 386"/>
                <a:gd name="T46" fmla="*/ 174 w 309"/>
                <a:gd name="T47" fmla="*/ 259 h 386"/>
                <a:gd name="T48" fmla="*/ 170 w 309"/>
                <a:gd name="T49" fmla="*/ 255 h 386"/>
                <a:gd name="T50" fmla="*/ 170 w 309"/>
                <a:gd name="T51" fmla="*/ 188 h 386"/>
                <a:gd name="T52" fmla="*/ 139 w 309"/>
                <a:gd name="T53" fmla="*/ 188 h 386"/>
                <a:gd name="T54" fmla="*/ 139 w 309"/>
                <a:gd name="T55" fmla="*/ 255 h 386"/>
                <a:gd name="T56" fmla="*/ 174 w 309"/>
                <a:gd name="T57" fmla="*/ 290 h 386"/>
                <a:gd name="T58" fmla="*/ 231 w 309"/>
                <a:gd name="T59" fmla="*/ 290 h 386"/>
                <a:gd name="T60" fmla="*/ 235 w 309"/>
                <a:gd name="T61" fmla="*/ 288 h 386"/>
                <a:gd name="T62" fmla="*/ 309 w 309"/>
                <a:gd name="T63" fmla="*/ 155 h 386"/>
                <a:gd name="T64" fmla="*/ 155 w 309"/>
                <a:gd name="T65" fmla="*/ 0 h 386"/>
                <a:gd name="T66" fmla="*/ 0 w 309"/>
                <a:gd name="T67" fmla="*/ 155 h 386"/>
                <a:gd name="T68" fmla="*/ 67 w 309"/>
                <a:gd name="T69" fmla="*/ 283 h 386"/>
                <a:gd name="T70" fmla="*/ 67 w 309"/>
                <a:gd name="T71" fmla="*/ 329 h 386"/>
                <a:gd name="T72" fmla="*/ 101 w 309"/>
                <a:gd name="T73" fmla="*/ 363 h 386"/>
                <a:gd name="T74" fmla="*/ 120 w 309"/>
                <a:gd name="T75" fmla="*/ 363 h 386"/>
                <a:gd name="T76" fmla="*/ 155 w 309"/>
                <a:gd name="T77" fmla="*/ 38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09" h="386">
                  <a:moveTo>
                    <a:pt x="155" y="386"/>
                  </a:moveTo>
                  <a:cubicBezTo>
                    <a:pt x="170" y="386"/>
                    <a:pt x="184" y="377"/>
                    <a:pt x="189" y="363"/>
                  </a:cubicBezTo>
                  <a:cubicBezTo>
                    <a:pt x="208" y="363"/>
                    <a:pt x="208" y="363"/>
                    <a:pt x="208" y="363"/>
                  </a:cubicBezTo>
                  <a:cubicBezTo>
                    <a:pt x="217" y="363"/>
                    <a:pt x="226" y="360"/>
                    <a:pt x="232" y="353"/>
                  </a:cubicBezTo>
                  <a:cubicBezTo>
                    <a:pt x="238" y="347"/>
                    <a:pt x="242" y="338"/>
                    <a:pt x="242" y="329"/>
                  </a:cubicBezTo>
                  <a:cubicBezTo>
                    <a:pt x="242" y="308"/>
                    <a:pt x="242" y="308"/>
                    <a:pt x="242" y="308"/>
                  </a:cubicBezTo>
                  <a:cubicBezTo>
                    <a:pt x="212" y="308"/>
                    <a:pt x="212" y="308"/>
                    <a:pt x="212" y="308"/>
                  </a:cubicBezTo>
                  <a:cubicBezTo>
                    <a:pt x="212" y="329"/>
                    <a:pt x="212" y="329"/>
                    <a:pt x="212" y="329"/>
                  </a:cubicBezTo>
                  <a:cubicBezTo>
                    <a:pt x="212" y="330"/>
                    <a:pt x="211" y="331"/>
                    <a:pt x="210" y="332"/>
                  </a:cubicBezTo>
                  <a:cubicBezTo>
                    <a:pt x="210" y="332"/>
                    <a:pt x="209" y="333"/>
                    <a:pt x="208" y="333"/>
                  </a:cubicBezTo>
                  <a:cubicBezTo>
                    <a:pt x="162" y="333"/>
                    <a:pt x="162" y="333"/>
                    <a:pt x="162" y="333"/>
                  </a:cubicBezTo>
                  <a:cubicBezTo>
                    <a:pt x="162" y="348"/>
                    <a:pt x="162" y="348"/>
                    <a:pt x="162" y="348"/>
                  </a:cubicBezTo>
                  <a:cubicBezTo>
                    <a:pt x="162" y="352"/>
                    <a:pt x="159" y="356"/>
                    <a:pt x="155" y="356"/>
                  </a:cubicBezTo>
                  <a:cubicBezTo>
                    <a:pt x="150" y="356"/>
                    <a:pt x="147" y="352"/>
                    <a:pt x="147" y="348"/>
                  </a:cubicBezTo>
                  <a:cubicBezTo>
                    <a:pt x="147" y="333"/>
                    <a:pt x="147" y="333"/>
                    <a:pt x="147" y="333"/>
                  </a:cubicBezTo>
                  <a:cubicBezTo>
                    <a:pt x="101" y="333"/>
                    <a:pt x="101" y="333"/>
                    <a:pt x="101" y="333"/>
                  </a:cubicBezTo>
                  <a:cubicBezTo>
                    <a:pt x="99" y="333"/>
                    <a:pt x="98" y="331"/>
                    <a:pt x="98" y="329"/>
                  </a:cubicBezTo>
                  <a:cubicBezTo>
                    <a:pt x="98" y="266"/>
                    <a:pt x="98" y="266"/>
                    <a:pt x="98" y="266"/>
                  </a:cubicBezTo>
                  <a:cubicBezTo>
                    <a:pt x="90" y="262"/>
                    <a:pt x="90" y="262"/>
                    <a:pt x="90" y="262"/>
                  </a:cubicBezTo>
                  <a:cubicBezTo>
                    <a:pt x="53" y="239"/>
                    <a:pt x="30" y="199"/>
                    <a:pt x="30" y="155"/>
                  </a:cubicBezTo>
                  <a:cubicBezTo>
                    <a:pt x="30" y="87"/>
                    <a:pt x="86" y="31"/>
                    <a:pt x="155" y="31"/>
                  </a:cubicBezTo>
                  <a:cubicBezTo>
                    <a:pt x="223" y="31"/>
                    <a:pt x="279" y="87"/>
                    <a:pt x="279" y="155"/>
                  </a:cubicBezTo>
                  <a:cubicBezTo>
                    <a:pt x="279" y="198"/>
                    <a:pt x="258" y="236"/>
                    <a:pt x="222" y="260"/>
                  </a:cubicBezTo>
                  <a:cubicBezTo>
                    <a:pt x="174" y="259"/>
                    <a:pt x="174" y="259"/>
                    <a:pt x="174" y="259"/>
                  </a:cubicBezTo>
                  <a:cubicBezTo>
                    <a:pt x="172" y="259"/>
                    <a:pt x="170" y="258"/>
                    <a:pt x="170" y="255"/>
                  </a:cubicBezTo>
                  <a:cubicBezTo>
                    <a:pt x="170" y="188"/>
                    <a:pt x="170" y="188"/>
                    <a:pt x="170" y="188"/>
                  </a:cubicBezTo>
                  <a:cubicBezTo>
                    <a:pt x="139" y="188"/>
                    <a:pt x="139" y="188"/>
                    <a:pt x="139" y="188"/>
                  </a:cubicBezTo>
                  <a:cubicBezTo>
                    <a:pt x="139" y="255"/>
                    <a:pt x="139" y="255"/>
                    <a:pt x="139" y="255"/>
                  </a:cubicBezTo>
                  <a:cubicBezTo>
                    <a:pt x="139" y="274"/>
                    <a:pt x="155" y="290"/>
                    <a:pt x="174" y="290"/>
                  </a:cubicBezTo>
                  <a:cubicBezTo>
                    <a:pt x="231" y="290"/>
                    <a:pt x="231" y="290"/>
                    <a:pt x="231" y="290"/>
                  </a:cubicBezTo>
                  <a:cubicBezTo>
                    <a:pt x="235" y="288"/>
                    <a:pt x="235" y="288"/>
                    <a:pt x="235" y="288"/>
                  </a:cubicBezTo>
                  <a:cubicBezTo>
                    <a:pt x="281" y="259"/>
                    <a:pt x="309" y="210"/>
                    <a:pt x="309" y="155"/>
                  </a:cubicBezTo>
                  <a:cubicBezTo>
                    <a:pt x="309" y="70"/>
                    <a:pt x="240" y="0"/>
                    <a:pt x="155" y="0"/>
                  </a:cubicBezTo>
                  <a:cubicBezTo>
                    <a:pt x="69" y="0"/>
                    <a:pt x="0" y="70"/>
                    <a:pt x="0" y="155"/>
                  </a:cubicBezTo>
                  <a:cubicBezTo>
                    <a:pt x="0" y="207"/>
                    <a:pt x="25" y="254"/>
                    <a:pt x="67" y="283"/>
                  </a:cubicBezTo>
                  <a:cubicBezTo>
                    <a:pt x="67" y="329"/>
                    <a:pt x="67" y="329"/>
                    <a:pt x="67" y="329"/>
                  </a:cubicBezTo>
                  <a:cubicBezTo>
                    <a:pt x="67" y="348"/>
                    <a:pt x="83" y="363"/>
                    <a:pt x="101" y="363"/>
                  </a:cubicBezTo>
                  <a:cubicBezTo>
                    <a:pt x="120" y="363"/>
                    <a:pt x="120" y="363"/>
                    <a:pt x="120" y="363"/>
                  </a:cubicBezTo>
                  <a:cubicBezTo>
                    <a:pt x="126" y="377"/>
                    <a:pt x="139" y="386"/>
                    <a:pt x="155"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11" name="Freeform 33"/>
            <p:cNvSpPr>
              <a:spLocks noEditPoints="1"/>
            </p:cNvSpPr>
            <p:nvPr/>
          </p:nvSpPr>
          <p:spPr bwMode="auto">
            <a:xfrm>
              <a:off x="5956300" y="2597151"/>
              <a:ext cx="114300" cy="114300"/>
            </a:xfrm>
            <a:custGeom>
              <a:avLst/>
              <a:gdLst>
                <a:gd name="T0" fmla="*/ 55 w 109"/>
                <a:gd name="T1" fmla="*/ 108 h 108"/>
                <a:gd name="T2" fmla="*/ 109 w 109"/>
                <a:gd name="T3" fmla="*/ 54 h 108"/>
                <a:gd name="T4" fmla="*/ 55 w 109"/>
                <a:gd name="T5" fmla="*/ 0 h 108"/>
                <a:gd name="T6" fmla="*/ 0 w 109"/>
                <a:gd name="T7" fmla="*/ 54 h 108"/>
                <a:gd name="T8" fmla="*/ 55 w 109"/>
                <a:gd name="T9" fmla="*/ 108 h 108"/>
                <a:gd name="T10" fmla="*/ 55 w 109"/>
                <a:gd name="T11" fmla="*/ 30 h 108"/>
                <a:gd name="T12" fmla="*/ 78 w 109"/>
                <a:gd name="T13" fmla="*/ 54 h 108"/>
                <a:gd name="T14" fmla="*/ 55 w 109"/>
                <a:gd name="T15" fmla="*/ 78 h 108"/>
                <a:gd name="T16" fmla="*/ 31 w 109"/>
                <a:gd name="T17" fmla="*/ 54 h 108"/>
                <a:gd name="T18" fmla="*/ 55 w 109"/>
                <a:gd name="T19" fmla="*/ 3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08">
                  <a:moveTo>
                    <a:pt x="55" y="108"/>
                  </a:moveTo>
                  <a:cubicBezTo>
                    <a:pt x="84" y="108"/>
                    <a:pt x="109" y="84"/>
                    <a:pt x="109" y="54"/>
                  </a:cubicBezTo>
                  <a:cubicBezTo>
                    <a:pt x="109" y="24"/>
                    <a:pt x="84" y="0"/>
                    <a:pt x="55" y="0"/>
                  </a:cubicBezTo>
                  <a:cubicBezTo>
                    <a:pt x="25" y="0"/>
                    <a:pt x="0" y="24"/>
                    <a:pt x="0" y="54"/>
                  </a:cubicBezTo>
                  <a:cubicBezTo>
                    <a:pt x="0" y="84"/>
                    <a:pt x="25" y="108"/>
                    <a:pt x="55" y="108"/>
                  </a:cubicBezTo>
                  <a:close/>
                  <a:moveTo>
                    <a:pt x="55" y="30"/>
                  </a:moveTo>
                  <a:cubicBezTo>
                    <a:pt x="68" y="30"/>
                    <a:pt x="78" y="41"/>
                    <a:pt x="78" y="54"/>
                  </a:cubicBezTo>
                  <a:cubicBezTo>
                    <a:pt x="78" y="67"/>
                    <a:pt x="68" y="78"/>
                    <a:pt x="55" y="78"/>
                  </a:cubicBezTo>
                  <a:cubicBezTo>
                    <a:pt x="41" y="78"/>
                    <a:pt x="31" y="67"/>
                    <a:pt x="31" y="54"/>
                  </a:cubicBezTo>
                  <a:cubicBezTo>
                    <a:pt x="31" y="41"/>
                    <a:pt x="41" y="30"/>
                    <a:pt x="55"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12" name="Rectangle 34"/>
            <p:cNvSpPr>
              <a:spLocks noChangeArrowheads="1"/>
            </p:cNvSpPr>
            <p:nvPr/>
          </p:nvSpPr>
          <p:spPr bwMode="auto">
            <a:xfrm>
              <a:off x="5997575" y="2422526"/>
              <a:ext cx="333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13" name="Freeform 35"/>
            <p:cNvSpPr>
              <a:spLocks/>
            </p:cNvSpPr>
            <p:nvPr/>
          </p:nvSpPr>
          <p:spPr bwMode="auto">
            <a:xfrm>
              <a:off x="6132513" y="2479676"/>
              <a:ext cx="57150" cy="55563"/>
            </a:xfrm>
            <a:custGeom>
              <a:avLst/>
              <a:gdLst>
                <a:gd name="T0" fmla="*/ 14 w 36"/>
                <a:gd name="T1" fmla="*/ 35 h 35"/>
                <a:gd name="T2" fmla="*/ 36 w 36"/>
                <a:gd name="T3" fmla="*/ 14 h 35"/>
                <a:gd name="T4" fmla="*/ 21 w 36"/>
                <a:gd name="T5" fmla="*/ 0 h 35"/>
                <a:gd name="T6" fmla="*/ 0 w 36"/>
                <a:gd name="T7" fmla="*/ 21 h 35"/>
                <a:gd name="T8" fmla="*/ 14 w 36"/>
                <a:gd name="T9" fmla="*/ 35 h 35"/>
              </a:gdLst>
              <a:ahLst/>
              <a:cxnLst>
                <a:cxn ang="0">
                  <a:pos x="T0" y="T1"/>
                </a:cxn>
                <a:cxn ang="0">
                  <a:pos x="T2" y="T3"/>
                </a:cxn>
                <a:cxn ang="0">
                  <a:pos x="T4" y="T5"/>
                </a:cxn>
                <a:cxn ang="0">
                  <a:pos x="T6" y="T7"/>
                </a:cxn>
                <a:cxn ang="0">
                  <a:pos x="T8" y="T9"/>
                </a:cxn>
              </a:cxnLst>
              <a:rect l="0" t="0" r="r" b="b"/>
              <a:pathLst>
                <a:path w="36" h="35">
                  <a:moveTo>
                    <a:pt x="14" y="35"/>
                  </a:moveTo>
                  <a:lnTo>
                    <a:pt x="36" y="14"/>
                  </a:lnTo>
                  <a:lnTo>
                    <a:pt x="21" y="0"/>
                  </a:lnTo>
                  <a:lnTo>
                    <a:pt x="0" y="21"/>
                  </a:lnTo>
                  <a:lnTo>
                    <a:pt x="14"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14" name="Rectangle 36"/>
            <p:cNvSpPr>
              <a:spLocks noChangeArrowheads="1"/>
            </p:cNvSpPr>
            <p:nvPr/>
          </p:nvSpPr>
          <p:spPr bwMode="auto">
            <a:xfrm>
              <a:off x="6196013" y="2638426"/>
              <a:ext cx="4921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15" name="Rectangle 37"/>
            <p:cNvSpPr>
              <a:spLocks noChangeArrowheads="1"/>
            </p:cNvSpPr>
            <p:nvPr/>
          </p:nvSpPr>
          <p:spPr bwMode="auto">
            <a:xfrm>
              <a:off x="5783263" y="2638426"/>
              <a:ext cx="47625"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16" name="Freeform 38"/>
            <p:cNvSpPr>
              <a:spLocks/>
            </p:cNvSpPr>
            <p:nvPr/>
          </p:nvSpPr>
          <p:spPr bwMode="auto">
            <a:xfrm>
              <a:off x="5840413" y="2479676"/>
              <a:ext cx="55563" cy="55563"/>
            </a:xfrm>
            <a:custGeom>
              <a:avLst/>
              <a:gdLst>
                <a:gd name="T0" fmla="*/ 21 w 35"/>
                <a:gd name="T1" fmla="*/ 35 h 35"/>
                <a:gd name="T2" fmla="*/ 35 w 35"/>
                <a:gd name="T3" fmla="*/ 21 h 35"/>
                <a:gd name="T4" fmla="*/ 14 w 35"/>
                <a:gd name="T5" fmla="*/ 0 h 35"/>
                <a:gd name="T6" fmla="*/ 0 w 35"/>
                <a:gd name="T7" fmla="*/ 14 h 35"/>
                <a:gd name="T8" fmla="*/ 21 w 35"/>
                <a:gd name="T9" fmla="*/ 35 h 35"/>
              </a:gdLst>
              <a:ahLst/>
              <a:cxnLst>
                <a:cxn ang="0">
                  <a:pos x="T0" y="T1"/>
                </a:cxn>
                <a:cxn ang="0">
                  <a:pos x="T2" y="T3"/>
                </a:cxn>
                <a:cxn ang="0">
                  <a:pos x="T4" y="T5"/>
                </a:cxn>
                <a:cxn ang="0">
                  <a:pos x="T6" y="T7"/>
                </a:cxn>
                <a:cxn ang="0">
                  <a:pos x="T8" y="T9"/>
                </a:cxn>
              </a:cxnLst>
              <a:rect l="0" t="0" r="r" b="b"/>
              <a:pathLst>
                <a:path w="35" h="35">
                  <a:moveTo>
                    <a:pt x="21" y="35"/>
                  </a:moveTo>
                  <a:lnTo>
                    <a:pt x="35" y="21"/>
                  </a:lnTo>
                  <a:lnTo>
                    <a:pt x="14" y="0"/>
                  </a:lnTo>
                  <a:lnTo>
                    <a:pt x="0" y="14"/>
                  </a:lnTo>
                  <a:lnTo>
                    <a:pt x="2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17" name="Freeform 39"/>
            <p:cNvSpPr>
              <a:spLocks/>
            </p:cNvSpPr>
            <p:nvPr/>
          </p:nvSpPr>
          <p:spPr bwMode="auto">
            <a:xfrm>
              <a:off x="5913438" y="2433638"/>
              <a:ext cx="47625" cy="55563"/>
            </a:xfrm>
            <a:custGeom>
              <a:avLst/>
              <a:gdLst>
                <a:gd name="T0" fmla="*/ 11 w 30"/>
                <a:gd name="T1" fmla="*/ 35 h 35"/>
                <a:gd name="T2" fmla="*/ 30 w 30"/>
                <a:gd name="T3" fmla="*/ 28 h 35"/>
                <a:gd name="T4" fmla="*/ 19 w 30"/>
                <a:gd name="T5" fmla="*/ 0 h 35"/>
                <a:gd name="T6" fmla="*/ 0 w 30"/>
                <a:gd name="T7" fmla="*/ 7 h 35"/>
                <a:gd name="T8" fmla="*/ 11 w 30"/>
                <a:gd name="T9" fmla="*/ 35 h 35"/>
              </a:gdLst>
              <a:ahLst/>
              <a:cxnLst>
                <a:cxn ang="0">
                  <a:pos x="T0" y="T1"/>
                </a:cxn>
                <a:cxn ang="0">
                  <a:pos x="T2" y="T3"/>
                </a:cxn>
                <a:cxn ang="0">
                  <a:pos x="T4" y="T5"/>
                </a:cxn>
                <a:cxn ang="0">
                  <a:pos x="T6" y="T7"/>
                </a:cxn>
                <a:cxn ang="0">
                  <a:pos x="T8" y="T9"/>
                </a:cxn>
              </a:cxnLst>
              <a:rect l="0" t="0" r="r" b="b"/>
              <a:pathLst>
                <a:path w="30" h="35">
                  <a:moveTo>
                    <a:pt x="11" y="35"/>
                  </a:moveTo>
                  <a:lnTo>
                    <a:pt x="30" y="28"/>
                  </a:lnTo>
                  <a:lnTo>
                    <a:pt x="19" y="0"/>
                  </a:lnTo>
                  <a:lnTo>
                    <a:pt x="0" y="7"/>
                  </a:lnTo>
                  <a:lnTo>
                    <a:pt x="1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18" name="Freeform 40"/>
            <p:cNvSpPr>
              <a:spLocks/>
            </p:cNvSpPr>
            <p:nvPr/>
          </p:nvSpPr>
          <p:spPr bwMode="auto">
            <a:xfrm>
              <a:off x="6070600" y="2435226"/>
              <a:ext cx="49213" cy="57150"/>
            </a:xfrm>
            <a:custGeom>
              <a:avLst/>
              <a:gdLst>
                <a:gd name="T0" fmla="*/ 19 w 31"/>
                <a:gd name="T1" fmla="*/ 36 h 36"/>
                <a:gd name="T2" fmla="*/ 31 w 31"/>
                <a:gd name="T3" fmla="*/ 8 h 36"/>
                <a:gd name="T4" fmla="*/ 12 w 31"/>
                <a:gd name="T5" fmla="*/ 0 h 36"/>
                <a:gd name="T6" fmla="*/ 0 w 31"/>
                <a:gd name="T7" fmla="*/ 28 h 36"/>
                <a:gd name="T8" fmla="*/ 19 w 31"/>
                <a:gd name="T9" fmla="*/ 36 h 36"/>
              </a:gdLst>
              <a:ahLst/>
              <a:cxnLst>
                <a:cxn ang="0">
                  <a:pos x="T0" y="T1"/>
                </a:cxn>
                <a:cxn ang="0">
                  <a:pos x="T2" y="T3"/>
                </a:cxn>
                <a:cxn ang="0">
                  <a:pos x="T4" y="T5"/>
                </a:cxn>
                <a:cxn ang="0">
                  <a:pos x="T6" y="T7"/>
                </a:cxn>
                <a:cxn ang="0">
                  <a:pos x="T8" y="T9"/>
                </a:cxn>
              </a:cxnLst>
              <a:rect l="0" t="0" r="r" b="b"/>
              <a:pathLst>
                <a:path w="31" h="36">
                  <a:moveTo>
                    <a:pt x="19" y="36"/>
                  </a:moveTo>
                  <a:lnTo>
                    <a:pt x="31" y="8"/>
                  </a:lnTo>
                  <a:lnTo>
                    <a:pt x="12" y="0"/>
                  </a:lnTo>
                  <a:lnTo>
                    <a:pt x="0" y="28"/>
                  </a:lnTo>
                  <a:lnTo>
                    <a:pt x="19"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19" name="Freeform 41"/>
            <p:cNvSpPr>
              <a:spLocks/>
            </p:cNvSpPr>
            <p:nvPr/>
          </p:nvSpPr>
          <p:spPr bwMode="auto">
            <a:xfrm>
              <a:off x="6176963" y="2554288"/>
              <a:ext cx="57150" cy="47625"/>
            </a:xfrm>
            <a:custGeom>
              <a:avLst/>
              <a:gdLst>
                <a:gd name="T0" fmla="*/ 8 w 36"/>
                <a:gd name="T1" fmla="*/ 30 h 30"/>
                <a:gd name="T2" fmla="*/ 36 w 36"/>
                <a:gd name="T3" fmla="*/ 18 h 30"/>
                <a:gd name="T4" fmla="*/ 29 w 36"/>
                <a:gd name="T5" fmla="*/ 0 h 30"/>
                <a:gd name="T6" fmla="*/ 0 w 36"/>
                <a:gd name="T7" fmla="*/ 11 h 30"/>
                <a:gd name="T8" fmla="*/ 8 w 36"/>
                <a:gd name="T9" fmla="*/ 30 h 30"/>
              </a:gdLst>
              <a:ahLst/>
              <a:cxnLst>
                <a:cxn ang="0">
                  <a:pos x="T0" y="T1"/>
                </a:cxn>
                <a:cxn ang="0">
                  <a:pos x="T2" y="T3"/>
                </a:cxn>
                <a:cxn ang="0">
                  <a:pos x="T4" y="T5"/>
                </a:cxn>
                <a:cxn ang="0">
                  <a:pos x="T6" y="T7"/>
                </a:cxn>
                <a:cxn ang="0">
                  <a:pos x="T8" y="T9"/>
                </a:cxn>
              </a:cxnLst>
              <a:rect l="0" t="0" r="r" b="b"/>
              <a:pathLst>
                <a:path w="36" h="30">
                  <a:moveTo>
                    <a:pt x="8" y="30"/>
                  </a:moveTo>
                  <a:lnTo>
                    <a:pt x="36" y="18"/>
                  </a:lnTo>
                  <a:lnTo>
                    <a:pt x="29" y="0"/>
                  </a:lnTo>
                  <a:lnTo>
                    <a:pt x="0" y="11"/>
                  </a:lnTo>
                  <a:lnTo>
                    <a:pt x="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20" name="Freeform 42"/>
            <p:cNvSpPr>
              <a:spLocks/>
            </p:cNvSpPr>
            <p:nvPr/>
          </p:nvSpPr>
          <p:spPr bwMode="auto">
            <a:xfrm>
              <a:off x="5795963" y="2547938"/>
              <a:ext cx="57150" cy="47625"/>
            </a:xfrm>
            <a:custGeom>
              <a:avLst/>
              <a:gdLst>
                <a:gd name="T0" fmla="*/ 28 w 36"/>
                <a:gd name="T1" fmla="*/ 30 h 30"/>
                <a:gd name="T2" fmla="*/ 36 w 36"/>
                <a:gd name="T3" fmla="*/ 12 h 30"/>
                <a:gd name="T4" fmla="*/ 8 w 36"/>
                <a:gd name="T5" fmla="*/ 0 h 30"/>
                <a:gd name="T6" fmla="*/ 0 w 36"/>
                <a:gd name="T7" fmla="*/ 18 h 30"/>
                <a:gd name="T8" fmla="*/ 28 w 36"/>
                <a:gd name="T9" fmla="*/ 30 h 30"/>
              </a:gdLst>
              <a:ahLst/>
              <a:cxnLst>
                <a:cxn ang="0">
                  <a:pos x="T0" y="T1"/>
                </a:cxn>
                <a:cxn ang="0">
                  <a:pos x="T2" y="T3"/>
                </a:cxn>
                <a:cxn ang="0">
                  <a:pos x="T4" y="T5"/>
                </a:cxn>
                <a:cxn ang="0">
                  <a:pos x="T6" y="T7"/>
                </a:cxn>
                <a:cxn ang="0">
                  <a:pos x="T8" y="T9"/>
                </a:cxn>
              </a:cxnLst>
              <a:rect l="0" t="0" r="r" b="b"/>
              <a:pathLst>
                <a:path w="36" h="30">
                  <a:moveTo>
                    <a:pt x="28" y="30"/>
                  </a:moveTo>
                  <a:lnTo>
                    <a:pt x="36" y="12"/>
                  </a:lnTo>
                  <a:lnTo>
                    <a:pt x="8" y="0"/>
                  </a:lnTo>
                  <a:lnTo>
                    <a:pt x="0" y="18"/>
                  </a:lnTo>
                  <a:lnTo>
                    <a:pt x="2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grpSp>
      <p:sp>
        <p:nvSpPr>
          <p:cNvPr id="21" name="Freeform 6"/>
          <p:cNvSpPr>
            <a:spLocks/>
          </p:cNvSpPr>
          <p:nvPr userDrawn="1"/>
        </p:nvSpPr>
        <p:spPr bwMode="auto">
          <a:xfrm>
            <a:off x="3211786"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368" tIns="45684" rIns="91368" bIns="45684" numCol="1" spcCol="0" rtlCol="0" fromWordArt="0" anchor="t" anchorCtr="0" forceAA="0" compatLnSpc="1">
            <a:prstTxWarp prst="textNoShape">
              <a:avLst/>
            </a:prstTxWarp>
            <a:noAutofit/>
          </a:bodyPr>
          <a:lstStyle/>
          <a:p>
            <a:endParaRPr lang="zh-CN" altLang="en-US" sz="1798">
              <a:solidFill>
                <a:prstClr val="black"/>
              </a:solidFill>
            </a:endParaRPr>
          </a:p>
        </p:txBody>
      </p:sp>
      <p:sp>
        <p:nvSpPr>
          <p:cNvPr id="22" name="Freeform 11"/>
          <p:cNvSpPr>
            <a:spLocks/>
          </p:cNvSpPr>
          <p:nvPr userDrawn="1"/>
        </p:nvSpPr>
        <p:spPr bwMode="auto">
          <a:xfrm>
            <a:off x="3106456"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368" tIns="45684" rIns="91368" bIns="45684" numCol="1" spcCol="0" rtlCol="0" fromWordArt="0" anchor="t" anchorCtr="0" forceAA="0" compatLnSpc="1">
            <a:prstTxWarp prst="textNoShape">
              <a:avLst/>
            </a:prstTxWarp>
            <a:noAutofit/>
          </a:bodyPr>
          <a:lstStyle/>
          <a:p>
            <a:endParaRPr lang="zh-CN" altLang="en-US" sz="1798">
              <a:solidFill>
                <a:prstClr val="black"/>
              </a:solidFill>
            </a:endParaRPr>
          </a:p>
        </p:txBody>
      </p:sp>
    </p:spTree>
    <p:extLst>
      <p:ext uri="{BB962C8B-B14F-4D97-AF65-F5344CB8AC3E}">
        <p14:creationId xmlns:p14="http://schemas.microsoft.com/office/powerpoint/2010/main" val="24338950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2#本章总结">
    <p:spTree>
      <p:nvGrpSpPr>
        <p:cNvPr id="1" name=""/>
        <p:cNvGrpSpPr/>
        <p:nvPr/>
      </p:nvGrpSpPr>
      <p:grpSpPr>
        <a:xfrm>
          <a:off x="0" y="0"/>
          <a:ext cx="0" cy="0"/>
          <a:chOff x="0" y="0"/>
          <a:chExt cx="0" cy="0"/>
        </a:xfrm>
      </p:grpSpPr>
      <p:sp>
        <p:nvSpPr>
          <p:cNvPr id="3" name="TextBox 10">
            <a:extLst>
              <a:ext uri="{FF2B5EF4-FFF2-40B4-BE49-F238E27FC236}">
                <a16:creationId xmlns:a16="http://schemas.microsoft.com/office/drawing/2014/main" id="{18ED692C-39CB-4AC0-81F6-D21CDD086EE4}"/>
              </a:ext>
            </a:extLst>
          </p:cNvPr>
          <p:cNvSpPr txBox="1"/>
          <p:nvPr userDrawn="1"/>
        </p:nvSpPr>
        <p:spPr bwMode="auto">
          <a:xfrm>
            <a:off x="1594878" y="408782"/>
            <a:ext cx="2015437" cy="639559"/>
          </a:xfrm>
          <a:prstGeom prst="rect">
            <a:avLst/>
          </a:prstGeom>
          <a:noFill/>
          <a:ln w="9525">
            <a:noFill/>
            <a:miter lim="800000"/>
            <a:headEnd/>
            <a:tailEnd/>
          </a:ln>
        </p:spPr>
        <p:txBody>
          <a:bodyPr wrap="square" lIns="99902" tIns="49947" rIns="99902" bIns="49947" rtlCol="0">
            <a:spAutoFit/>
          </a:bodyPr>
          <a:lstStyle/>
          <a:p>
            <a:pPr defTabSz="1000823" eaLnBrk="0" hangingPunct="0"/>
            <a:r>
              <a:rPr lang="zh-CN" altLang="en-US" sz="3498" b="1" dirty="0">
                <a:solidFill>
                  <a:prstClr val="black"/>
                </a:solidFill>
                <a:cs typeface="Arial" pitchFamily="34" charset="0"/>
              </a:rPr>
              <a:t>本章总结</a:t>
            </a:r>
          </a:p>
        </p:txBody>
      </p:sp>
      <p:sp>
        <p:nvSpPr>
          <p:cNvPr id="4"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368" tIns="45684" rIns="91368" bIns="45684" numCol="1" spcCol="0" rtlCol="0" fromWordArt="0" anchor="t" anchorCtr="0" forceAA="0" compatLnSpc="1">
            <a:prstTxWarp prst="textNoShape">
              <a:avLst/>
            </a:prstTxWarp>
            <a:noAutofit/>
          </a:bodyPr>
          <a:lstStyle/>
          <a:p>
            <a:endParaRPr lang="zh-CN" altLang="en-US" sz="1798">
              <a:solidFill>
                <a:prstClr val="black"/>
              </a:solidFill>
            </a:endParaRPr>
          </a:p>
        </p:txBody>
      </p:sp>
      <p:sp>
        <p:nvSpPr>
          <p:cNvPr id="5" name="Freeform 11"/>
          <p:cNvSpPr>
            <a:spLocks/>
          </p:cNvSpPr>
          <p:nvPr userDrawn="1"/>
        </p:nvSpPr>
        <p:spPr bwMode="auto">
          <a:xfrm>
            <a:off x="1245703"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368" tIns="45684" rIns="91368" bIns="45684" numCol="1" spcCol="0" rtlCol="0" fromWordArt="0" anchor="t" anchorCtr="0" forceAA="0" compatLnSpc="1">
            <a:prstTxWarp prst="textNoShape">
              <a:avLst/>
            </a:prstTxWarp>
            <a:noAutofit/>
          </a:bodyPr>
          <a:lstStyle/>
          <a:p>
            <a:endParaRPr lang="zh-CN" altLang="en-US" sz="1798">
              <a:solidFill>
                <a:prstClr val="black"/>
              </a:solidFill>
            </a:endParaRPr>
          </a:p>
        </p:txBody>
      </p:sp>
      <p:grpSp>
        <p:nvGrpSpPr>
          <p:cNvPr id="6" name="组合 5"/>
          <p:cNvGrpSpPr/>
          <p:nvPr userDrawn="1"/>
        </p:nvGrpSpPr>
        <p:grpSpPr>
          <a:xfrm>
            <a:off x="515179" y="490851"/>
            <a:ext cx="470510" cy="475421"/>
            <a:chOff x="5540375" y="2868613"/>
            <a:chExt cx="1106488" cy="1117600"/>
          </a:xfrm>
          <a:solidFill>
            <a:schemeClr val="bg1"/>
          </a:solidFill>
        </p:grpSpPr>
        <p:sp>
          <p:nvSpPr>
            <p:cNvPr id="7"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sp>
          <p:nvSpPr>
            <p:cNvPr id="8"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8">
                <a:solidFill>
                  <a:prstClr val="black"/>
                </a:solidFill>
              </a:endParaRPr>
            </a:p>
          </p:txBody>
        </p:sp>
      </p:grpSp>
      <p:sp>
        <p:nvSpPr>
          <p:cNvPr id="10" name="内容占位符 6"/>
          <p:cNvSpPr>
            <a:spLocks noGrp="1"/>
          </p:cNvSpPr>
          <p:nvPr>
            <p:ph sz="quarter" idx="10"/>
          </p:nvPr>
        </p:nvSpPr>
        <p:spPr>
          <a:xfrm>
            <a:off x="468316" y="1233487"/>
            <a:ext cx="11276184" cy="4680000"/>
          </a:xfrm>
          <a:prstGeom prst="rect">
            <a:avLst/>
          </a:prstGeom>
        </p:spPr>
        <p:txBody>
          <a:bodyPr/>
          <a:lstStyle>
            <a:lvl1pPr algn="just" fontAlgn="auto">
              <a:buClrTx/>
              <a:defRPr>
                <a:latin typeface="+mn-lt"/>
                <a:ea typeface="+mn-ea"/>
                <a:cs typeface="Arial" panose="020B0604020202020204" pitchFamily="34" charset="0"/>
              </a:defRPr>
            </a:lvl1pPr>
            <a:lvl2pPr algn="just" fontAlgn="auto">
              <a:buClrTx/>
              <a:defRPr>
                <a:latin typeface="+mn-lt"/>
                <a:ea typeface="+mn-ea"/>
                <a:cs typeface="Arial" panose="020B0604020202020204" pitchFamily="34" charset="0"/>
              </a:defRPr>
            </a:lvl2pPr>
            <a:lvl3pPr algn="just" fontAlgn="auto">
              <a:buClrTx/>
              <a:defRPr>
                <a:latin typeface="+mn-lt"/>
                <a:ea typeface="+mn-ea"/>
                <a:cs typeface="Arial" panose="020B0604020202020204" pitchFamily="34" charset="0"/>
              </a:defRPr>
            </a:lvl3pPr>
            <a:lvl4pPr algn="just" fontAlgn="auto">
              <a:buClrTx/>
              <a:defRPr>
                <a:latin typeface="+mn-lt"/>
                <a:ea typeface="+mn-ea"/>
                <a:cs typeface="Arial" panose="020B0604020202020204" pitchFamily="34" charset="0"/>
              </a:defRPr>
            </a:lvl4pPr>
            <a:lvl5pPr algn="just" fontAlgn="auto">
              <a:buClrTx/>
              <a:defRPr>
                <a:latin typeface="+mn-lt"/>
                <a:ea typeface="+mn-ea"/>
                <a:cs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7518232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5#谢谢">
    <p:spTree>
      <p:nvGrpSpPr>
        <p:cNvPr id="1" name=""/>
        <p:cNvGrpSpPr/>
        <p:nvPr/>
      </p:nvGrpSpPr>
      <p:grpSpPr>
        <a:xfrm>
          <a:off x="0" y="0"/>
          <a:ext cx="0" cy="0"/>
          <a:chOff x="0" y="0"/>
          <a:chExt cx="0" cy="0"/>
        </a:xfrm>
      </p:grpSpPr>
      <p:pic>
        <p:nvPicPr>
          <p:cNvPr id="9" name="Picture 2" descr="D:\201207257配图\培训\shutterstock_242224906.jpg"/>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t="17896" b="10658"/>
          <a:stretch/>
        </p:blipFill>
        <p:spPr bwMode="auto">
          <a:xfrm>
            <a:off x="1549" y="0"/>
            <a:ext cx="12188902"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userDrawn="1"/>
        </p:nvSpPr>
        <p:spPr bwMode="auto">
          <a:xfrm>
            <a:off x="2381" y="0"/>
            <a:ext cx="12187239" cy="6858000"/>
          </a:xfrm>
          <a:prstGeom prst="rect">
            <a:avLst/>
          </a:prstGeom>
          <a:solidFill>
            <a:srgbClr val="003C78">
              <a:alpha val="40000"/>
            </a:srgbClr>
          </a:solidFill>
          <a:ln w="9525" cap="flat" cmpd="sng" algn="ctr">
            <a:noFill/>
            <a:prstDash val="solid"/>
            <a:round/>
            <a:headEnd type="none" w="med" len="med"/>
            <a:tailEnd type="none" w="med" len="med"/>
          </a:ln>
          <a:effectLst/>
        </p:spPr>
        <p:txBody>
          <a:bodyPr vert="horz" wrap="square" lIns="91368" tIns="45684" rIns="91368" bIns="45684" numCol="1" rtlCol="0" anchor="t" anchorCtr="0" compatLnSpc="1">
            <a:prstTxWarp prst="textNoShape">
              <a:avLst/>
            </a:prstTxWarp>
          </a:bodyPr>
          <a:lstStyle/>
          <a:p>
            <a:pPr defTabSz="913668" fontAlgn="t">
              <a:spcBef>
                <a:spcPct val="0"/>
              </a:spcBef>
              <a:spcAft>
                <a:spcPct val="0"/>
              </a:spcAft>
            </a:pPr>
            <a:endParaRPr lang="zh-CN" altLang="en-US" sz="1000">
              <a:solidFill>
                <a:prstClr val="black"/>
              </a:solidFill>
            </a:endParaRPr>
          </a:p>
        </p:txBody>
      </p:sp>
      <p:grpSp>
        <p:nvGrpSpPr>
          <p:cNvPr id="16" name="组合 15"/>
          <p:cNvGrpSpPr/>
          <p:nvPr userDrawn="1"/>
        </p:nvGrpSpPr>
        <p:grpSpPr>
          <a:xfrm>
            <a:off x="4148952" y="2637135"/>
            <a:ext cx="3894096" cy="1598831"/>
            <a:chOff x="4302972" y="2345035"/>
            <a:chExt cx="3895617" cy="1598831"/>
          </a:xfrm>
        </p:grpSpPr>
        <p:sp>
          <p:nvSpPr>
            <p:cNvPr id="14" name="矩形 13"/>
            <p:cNvSpPr/>
            <p:nvPr userDrawn="1"/>
          </p:nvSpPr>
          <p:spPr>
            <a:xfrm>
              <a:off x="5357748" y="2345035"/>
              <a:ext cx="1786065" cy="923330"/>
            </a:xfrm>
            <a:prstGeom prst="rect">
              <a:avLst/>
            </a:prstGeom>
            <a:noFill/>
          </p:spPr>
          <p:txBody>
            <a:bodyPr wrap="none" lIns="91440" tIns="45720" rIns="91440" bIns="45720">
              <a:spAutoFit/>
            </a:bodyPr>
            <a:lstStyle/>
            <a:p>
              <a:pPr algn="ctr"/>
              <a:r>
                <a:rPr lang="zh-CN" altLang="en-US" sz="5396" dirty="0">
                  <a:ln w="0"/>
                  <a:solidFill>
                    <a:prstClr val="white"/>
                  </a:solidFill>
                  <a:effectLst>
                    <a:outerShdw blurRad="38100" dist="19050" dir="2700000" algn="tl" rotWithShape="0">
                      <a:prstClr val="black">
                        <a:alpha val="40000"/>
                      </a:prstClr>
                    </a:outerShdw>
                  </a:effectLst>
                </a:rPr>
                <a:t>谢 谢</a:t>
              </a:r>
              <a:endParaRPr lang="en-US" altLang="zh-CN" sz="5396" dirty="0">
                <a:ln w="0"/>
                <a:solidFill>
                  <a:prstClr val="white"/>
                </a:solidFill>
                <a:effectLst>
                  <a:outerShdw blurRad="38100" dist="19050" dir="2700000" algn="tl" rotWithShape="0">
                    <a:prstClr val="black">
                      <a:alpha val="40000"/>
                    </a:prstClr>
                  </a:outerShdw>
                </a:effectLst>
              </a:endParaRPr>
            </a:p>
          </p:txBody>
        </p:sp>
        <p:sp>
          <p:nvSpPr>
            <p:cNvPr id="15" name="矩形 14"/>
            <p:cNvSpPr/>
            <p:nvPr userDrawn="1"/>
          </p:nvSpPr>
          <p:spPr>
            <a:xfrm>
              <a:off x="4302972" y="3297535"/>
              <a:ext cx="3895617" cy="646331"/>
            </a:xfrm>
            <a:prstGeom prst="rect">
              <a:avLst/>
            </a:prstGeom>
            <a:noFill/>
          </p:spPr>
          <p:txBody>
            <a:bodyPr wrap="none" lIns="91440" tIns="45720" rIns="91440" bIns="45720">
              <a:spAutoFit/>
            </a:bodyPr>
            <a:lstStyle/>
            <a:p>
              <a:pPr algn="ctr"/>
              <a:r>
                <a:rPr lang="en-US" altLang="zh-CN" sz="3598" dirty="0">
                  <a:ln w="0"/>
                  <a:solidFill>
                    <a:prstClr val="white"/>
                  </a:solidFill>
                  <a:effectLst>
                    <a:outerShdw blurRad="38100" dist="19050" dir="2700000" algn="tl" rotWithShape="0">
                      <a:prstClr val="black">
                        <a:alpha val="40000"/>
                      </a:prstClr>
                    </a:outerShdw>
                  </a:effectLst>
                </a:rPr>
                <a:t>www.huawei.com</a:t>
              </a:r>
              <a:endParaRPr lang="zh-CN" altLang="en-US" sz="3598" dirty="0">
                <a:ln w="0"/>
                <a:solidFill>
                  <a:prstClr val="white"/>
                </a:solidFill>
                <a:effectLst>
                  <a:outerShdw blurRad="38100" dist="19050" dir="2700000" algn="tl" rotWithShape="0">
                    <a:prstClr val="black">
                      <a:alpha val="40000"/>
                    </a:prstClr>
                  </a:outerShdw>
                </a:effectLst>
              </a:endParaRPr>
            </a:p>
          </p:txBody>
        </p:sp>
      </p:grpSp>
    </p:spTree>
    <p:extLst>
      <p:ext uri="{BB962C8B-B14F-4D97-AF65-F5344CB8AC3E}">
        <p14:creationId xmlns:p14="http://schemas.microsoft.com/office/powerpoint/2010/main" val="3601280439"/>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455612" y="447468"/>
            <a:ext cx="1129347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2" y="1484312"/>
            <a:ext cx="11293476" cy="4443243"/>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6498624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1288804162"/>
      </p:ext>
    </p:extLst>
  </p:cSld>
  <p:clrMapOvr>
    <a:masterClrMapping/>
  </p:clrMapOvr>
  <p:extLst>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38519249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99998166"/>
      </p:ext>
    </p:extLst>
  </p:cSld>
  <p:clrMapOvr>
    <a:masterClrMapping/>
  </p:clrMapOvr>
  <p:extLst>
    <p:ext uri="{DCECCB84-F9BA-43D5-87BE-67443E8EF086}">
      <p15:sldGuideLst xmlns:p15="http://schemas.microsoft.com/office/powerpoint/2012/main">
        <p15:guide id="1" orient="horz" pos="595">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6979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15#谢谢">
    <p:bg bwMode="gray">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a:solidFill>
                  <a:schemeClr val="tx1"/>
                </a:solidFill>
              </a:rPr>
              <a:t>Thank you.</a:t>
            </a:r>
          </a:p>
        </p:txBody>
      </p:sp>
    </p:spTree>
    <p:extLst>
      <p:ext uri="{BB962C8B-B14F-4D97-AF65-F5344CB8AC3E}">
        <p14:creationId xmlns:p14="http://schemas.microsoft.com/office/powerpoint/2010/main" val="10282994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slideLayout" Target="../slideLayouts/slideLayout19.xml"/><Relationship Id="rId3" Type="http://schemas.openxmlformats.org/officeDocument/2006/relationships/slideLayout" Target="../slideLayouts/slideLayout4.xml"/><Relationship Id="rId21" Type="http://schemas.openxmlformats.org/officeDocument/2006/relationships/theme" Target="../theme/theme2.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slideLayout" Target="../slideLayouts/slideLayout21.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19" Type="http://schemas.openxmlformats.org/officeDocument/2006/relationships/slideLayout" Target="../slideLayouts/slideLayout20.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 Id="rId22"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4.xml"/><Relationship Id="rId7" Type="http://schemas.openxmlformats.org/officeDocument/2006/relationships/image" Target="../media/image3.pn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theme" Target="../theme/theme3.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2"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3"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4"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5"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6"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7"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8"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9"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40"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1"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2"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3"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4"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5"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6"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7"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48"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49"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50"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51"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52"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53"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54"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55"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56"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57"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58"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59"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0"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61"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62"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63"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64"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65"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66"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67"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68"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69"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70"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4070073675"/>
      </p:ext>
    </p:extLst>
  </p:cSld>
  <p:clrMap bg1="lt1" tx1="dk1" bg2="lt2" tx2="dk2" accent1="accent1" accent2="accent2" accent3="accent3" accent4="accent4" accent5="accent5" accent6="accent6" hlink="hlink" folHlink="folHlink"/>
  <p:sldLayoutIdLst>
    <p:sldLayoutId id="21474838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6">
          <p15:clr>
            <a:srgbClr val="F26B43"/>
          </p15:clr>
        </p15:guide>
        <p15:guide id="2" pos="574">
          <p15:clr>
            <a:srgbClr val="F26B43"/>
          </p15:clr>
        </p15:guide>
        <p15:guide id="3" orient="horz" pos="572">
          <p15:clr>
            <a:srgbClr val="F26B43"/>
          </p15:clr>
        </p15:guide>
        <p15:guide id="4" orient="horz" pos="1230">
          <p15:clr>
            <a:srgbClr val="F26B43"/>
          </p15:clr>
        </p15:guide>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29"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0"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1"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2"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3"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4"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5"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6"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7"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38"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39"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0"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1"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2"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3"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4"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5"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6"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7"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68"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9"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0"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1"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2"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3"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4"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5"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6"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7"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78"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79"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0"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1"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2"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3"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4"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5"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6"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7"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970965524"/>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 id="2147483893" r:id="rId11"/>
    <p:sldLayoutId id="2147483894" r:id="rId12"/>
    <p:sldLayoutId id="2147483895" r:id="rId13"/>
    <p:sldLayoutId id="2147483896" r:id="rId14"/>
    <p:sldLayoutId id="2147483897" r:id="rId15"/>
    <p:sldLayoutId id="2147483898" r:id="rId16"/>
    <p:sldLayoutId id="2147483899" r:id="rId17"/>
    <p:sldLayoutId id="2147483900" r:id="rId18"/>
    <p:sldLayoutId id="2147483901" r:id="rId19"/>
    <p:sldLayoutId id="2147483902" r:id="rId20"/>
  </p:sldLayoutIdLst>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42">
          <p15:clr>
            <a:srgbClr val="F26B43"/>
          </p15:clr>
        </p15:guide>
        <p15:guide id="2" pos="7038">
          <p15:clr>
            <a:srgbClr val="F26B43"/>
          </p15:clr>
        </p15:guide>
        <p15:guide id="4" orient="horz" pos="3906">
          <p15:clr>
            <a:srgbClr val="F26B43"/>
          </p15:clr>
        </p15:guide>
        <p15:guide id="5" orient="horz" pos="1162">
          <p15:clr>
            <a:srgbClr val="F26B43"/>
          </p15:clr>
        </p15:guide>
        <p15:guide id="6" pos="3840">
          <p15:clr>
            <a:srgbClr val="F26B43"/>
          </p15:clr>
        </p15:guide>
        <p15:guide id="7" orient="horz" pos="731">
          <p15:clr>
            <a:srgbClr val="F26B43"/>
          </p15:clr>
        </p15:guide>
        <p15:guide id="8" orient="horz" pos="867">
          <p15:clr>
            <a:srgbClr val="F26B43"/>
          </p15:clr>
        </p15:guide>
        <p15:guide id="9" orient="horz" pos="234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91061"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455613" y="1484313"/>
            <a:ext cx="1129347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6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6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7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8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8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855767675"/>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Lst>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9">
          <p15:clr>
            <a:srgbClr val="F26B43"/>
          </p15:clr>
        </p15:guide>
        <p15:guide id="2" pos="7401">
          <p15:clr>
            <a:srgbClr val="F26B43"/>
          </p15:clr>
        </p15:guide>
        <p15:guide id="3" orient="horz" pos="2341">
          <p15:clr>
            <a:srgbClr val="F26B43"/>
          </p15:clr>
        </p15:guide>
        <p15:guide id="4" orient="horz" pos="3906">
          <p15:clr>
            <a:srgbClr val="F26B43"/>
          </p15:clr>
        </p15:guide>
        <p15:guide id="5" orient="horz" pos="935">
          <p15:clr>
            <a:srgbClr val="F26B43"/>
          </p15:clr>
        </p15:guide>
        <p15:guide id="6" pos="3840">
          <p15:clr>
            <a:srgbClr val="F26B43"/>
          </p15:clr>
        </p15:guide>
        <p15:guide id="7" orient="horz" pos="278">
          <p15:clr>
            <a:srgbClr val="F26B43"/>
          </p15:clr>
        </p15:guide>
        <p15:guide id="8" orient="horz" pos="91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a16="http://schemas.microsoft.com/office/drawing/2014/main"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mj-lt"/>
              </a:rPr>
              <a:t>Copyright©2021 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br>
              <a:rPr kumimoji="1" lang="en-US" altLang="zh-CN" sz="779" dirty="0">
                <a:solidFill>
                  <a:srgbClr val="1D1D1B"/>
                </a:solidFill>
                <a:latin typeface="+mn-lt"/>
              </a:rPr>
            </a:b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3019321380"/>
      </p:ext>
    </p:extLst>
  </p:cSld>
  <p:clrMap bg1="lt1" tx1="dk1" bg2="lt2" tx2="dk2" accent1="accent1" accent2="accent2" accent3="accent3" accent4="accent4" accent5="accent5" accent6="accent6" hlink="hlink" folHlink="folHlink"/>
  <p:sldLayoutIdLst>
    <p:sldLayoutId id="2147483892" r:id="rId1"/>
  </p:sldLayoutIdLst>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61">
          <p15:clr>
            <a:srgbClr val="F26B43"/>
          </p15:clr>
        </p15:guide>
        <p15:guide id="4" pos="719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3.xml"/><Relationship Id="rId6" Type="http://schemas.openxmlformats.org/officeDocument/2006/relationships/image" Target="../media/image18.png"/><Relationship Id="rId5" Type="http://schemas.openxmlformats.org/officeDocument/2006/relationships/image" Target="../media/image15.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3.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3.xml"/><Relationship Id="rId1" Type="http://schemas.openxmlformats.org/officeDocument/2006/relationships/tags" Target="../tags/tag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3.xml"/><Relationship Id="rId1" Type="http://schemas.openxmlformats.org/officeDocument/2006/relationships/tags" Target="../tags/tag3.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3.xml"/><Relationship Id="rId1" Type="http://schemas.openxmlformats.org/officeDocument/2006/relationships/tags" Target="../tags/tag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3.xml"/><Relationship Id="rId1" Type="http://schemas.openxmlformats.org/officeDocument/2006/relationships/tags" Target="../tags/tag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3.xml"/><Relationship Id="rId1" Type="http://schemas.openxmlformats.org/officeDocument/2006/relationships/tags" Target="../tags/tag6.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3.xml"/><Relationship Id="rId1" Type="http://schemas.openxmlformats.org/officeDocument/2006/relationships/tags" Target="../tags/tag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3.xml"/><Relationship Id="rId1" Type="http://schemas.openxmlformats.org/officeDocument/2006/relationships/tags" Target="../tags/tag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3.xml"/><Relationship Id="rId1" Type="http://schemas.openxmlformats.org/officeDocument/2006/relationships/tags" Target="../tags/tag9.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7.png"/><Relationship Id="rId2" Type="http://schemas.openxmlformats.org/officeDocument/2006/relationships/slideLayout" Target="../slideLayouts/slideLayout23.xml"/><Relationship Id="rId1" Type="http://schemas.openxmlformats.org/officeDocument/2006/relationships/tags" Target="../tags/tag10.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3.xml"/><Relationship Id="rId1" Type="http://schemas.openxmlformats.org/officeDocument/2006/relationships/tags" Target="../tags/tag1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3.xml"/><Relationship Id="rId1" Type="http://schemas.openxmlformats.org/officeDocument/2006/relationships/tags" Target="../tags/tag1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3.xml"/><Relationship Id="rId1" Type="http://schemas.openxmlformats.org/officeDocument/2006/relationships/tags" Target="../tags/tag1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3.xml"/><Relationship Id="rId1" Type="http://schemas.openxmlformats.org/officeDocument/2006/relationships/tags" Target="../tags/tag1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7" Type="http://schemas.openxmlformats.org/officeDocument/2006/relationships/image" Target="../media/image7.png"/><Relationship Id="rId2" Type="http://schemas.openxmlformats.org/officeDocument/2006/relationships/slideLayout" Target="../slideLayouts/slideLayout23.xml"/><Relationship Id="rId1" Type="http://schemas.openxmlformats.org/officeDocument/2006/relationships/tags" Target="../tags/tag1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3.xml"/><Relationship Id="rId1" Type="http://schemas.openxmlformats.org/officeDocument/2006/relationships/tags" Target="../tags/tag1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3.xml"/><Relationship Id="rId1" Type="http://schemas.openxmlformats.org/officeDocument/2006/relationships/tags" Target="../tags/tag17.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7" Type="http://schemas.openxmlformats.org/officeDocument/2006/relationships/image" Target="../media/image7.png"/><Relationship Id="rId2" Type="http://schemas.openxmlformats.org/officeDocument/2006/relationships/slideLayout" Target="../slideLayouts/slideLayout23.xml"/><Relationship Id="rId1" Type="http://schemas.openxmlformats.org/officeDocument/2006/relationships/tags" Target="../tags/tag1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23.xml"/><Relationship Id="rId6" Type="http://schemas.openxmlformats.org/officeDocument/2006/relationships/image" Target="../media/image15.png"/><Relationship Id="rId5" Type="http://schemas.openxmlformats.org/officeDocument/2006/relationships/image" Target="../media/image16.png"/><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6.xml"/><Relationship Id="rId1" Type="http://schemas.openxmlformats.org/officeDocument/2006/relationships/slideLayout" Target="../slideLayouts/slideLayout23.xml"/><Relationship Id="rId6" Type="http://schemas.openxmlformats.org/officeDocument/2006/relationships/image" Target="../media/image19.png"/><Relationship Id="rId5" Type="http://schemas.openxmlformats.org/officeDocument/2006/relationships/image" Target="../media/image15.png"/><Relationship Id="rId4" Type="http://schemas.openxmlformats.org/officeDocument/2006/relationships/image" Target="../media/image16.png"/></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2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6.png"/></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8.xml"/><Relationship Id="rId1" Type="http://schemas.openxmlformats.org/officeDocument/2006/relationships/slideLayout" Target="../slideLayouts/slideLayout2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6.png"/></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9.xml"/><Relationship Id="rId1" Type="http://schemas.openxmlformats.org/officeDocument/2006/relationships/slideLayout" Target="../slideLayouts/slideLayout2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6.png"/></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2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6.png"/></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1.xml"/><Relationship Id="rId1" Type="http://schemas.openxmlformats.org/officeDocument/2006/relationships/slideLayout" Target="../slideLayouts/slideLayout2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6.png"/></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20.png"/><Relationship Id="rId2" Type="http://schemas.openxmlformats.org/officeDocument/2006/relationships/notesSlide" Target="../notesSlides/notesSlide42.xml"/><Relationship Id="rId1" Type="http://schemas.openxmlformats.org/officeDocument/2006/relationships/slideLayout" Target="../slideLayouts/slideLayout23.xml"/><Relationship Id="rId6" Type="http://schemas.microsoft.com/office/2007/relationships/hdphoto" Target="../media/hdphoto2.wdp"/><Relationship Id="rId5" Type="http://schemas.openxmlformats.org/officeDocument/2006/relationships/image" Target="../media/image21.png"/><Relationship Id="rId4" Type="http://schemas.openxmlformats.org/officeDocument/2006/relationships/image" Target="../media/image19.png"/></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3.xml"/><Relationship Id="rId1" Type="http://schemas.openxmlformats.org/officeDocument/2006/relationships/slideLayout" Target="../slideLayouts/slideLayout23.xml"/><Relationship Id="rId6" Type="http://schemas.microsoft.com/office/2007/relationships/hdphoto" Target="../media/hdphoto2.wdp"/><Relationship Id="rId5" Type="http://schemas.openxmlformats.org/officeDocument/2006/relationships/image" Target="../media/image22.png"/><Relationship Id="rId4" Type="http://schemas.openxmlformats.org/officeDocument/2006/relationships/image" Target="../media/image19.png"/></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20.png"/><Relationship Id="rId2" Type="http://schemas.openxmlformats.org/officeDocument/2006/relationships/notesSlide" Target="../notesSlides/notesSlide44.xml"/><Relationship Id="rId1" Type="http://schemas.openxmlformats.org/officeDocument/2006/relationships/slideLayout" Target="../slideLayouts/slideLayout23.xml"/><Relationship Id="rId6" Type="http://schemas.microsoft.com/office/2007/relationships/hdphoto" Target="../media/hdphoto2.wdp"/><Relationship Id="rId5" Type="http://schemas.openxmlformats.org/officeDocument/2006/relationships/image" Target="../media/image22.png"/><Relationship Id="rId4" Type="http://schemas.openxmlformats.org/officeDocument/2006/relationships/image" Target="../media/image19.png"/></Relationships>
</file>

<file path=ppt/slides/_rels/slide4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20.png"/><Relationship Id="rId2" Type="http://schemas.openxmlformats.org/officeDocument/2006/relationships/notesSlide" Target="../notesSlides/notesSlide45.xml"/><Relationship Id="rId1" Type="http://schemas.openxmlformats.org/officeDocument/2006/relationships/slideLayout" Target="../slideLayouts/slideLayout23.xml"/><Relationship Id="rId6" Type="http://schemas.microsoft.com/office/2007/relationships/hdphoto" Target="../media/hdphoto2.wdp"/><Relationship Id="rId5" Type="http://schemas.openxmlformats.org/officeDocument/2006/relationships/image" Target="../media/image21.png"/><Relationship Id="rId4" Type="http://schemas.openxmlformats.org/officeDocument/2006/relationships/image" Target="../media/image19.png"/></Relationships>
</file>

<file path=ppt/slides/_rels/slide46.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46.xml"/><Relationship Id="rId1" Type="http://schemas.openxmlformats.org/officeDocument/2006/relationships/slideLayout" Target="../slideLayouts/slideLayout23.xml"/><Relationship Id="rId4" Type="http://schemas.openxmlformats.org/officeDocument/2006/relationships/image" Target="../media/image23.wmf"/></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 name="Text Placeholder 27"/>
          <p:cNvSpPr>
            <a:spLocks noGrp="1"/>
          </p:cNvSpPr>
          <p:nvPr>
            <p:ph type="body" sz="quarter" idx="17"/>
          </p:nvPr>
        </p:nvSpPr>
        <p:spPr bwMode="gray"/>
        <p:txBody>
          <a:bodyPr/>
          <a:lstStyle/>
          <a:p>
            <a:endParaRPr lang="zh-CN" altLang="en-US"/>
          </a:p>
        </p:txBody>
      </p:sp>
      <p:sp>
        <p:nvSpPr>
          <p:cNvPr id="29" name="Text Placeholder 28"/>
          <p:cNvSpPr>
            <a:spLocks noGrp="1"/>
          </p:cNvSpPr>
          <p:nvPr>
            <p:ph type="body" sz="quarter" idx="18"/>
          </p:nvPr>
        </p:nvSpPr>
        <p:spPr bwMode="gray"/>
        <p:txBody>
          <a:bodyPr/>
          <a:lstStyle/>
          <a:p>
            <a:r>
              <a:rPr lang="en-US" altLang="zh-CN" dirty="0"/>
              <a:t>Datacom</a:t>
            </a:r>
            <a:endParaRPr lang="zh-CN" altLang="en-US" dirty="0"/>
          </a:p>
        </p:txBody>
      </p:sp>
      <p:sp>
        <p:nvSpPr>
          <p:cNvPr id="30" name="Text Placeholder 29"/>
          <p:cNvSpPr>
            <a:spLocks noGrp="1"/>
          </p:cNvSpPr>
          <p:nvPr>
            <p:ph type="body" sz="quarter" idx="19"/>
          </p:nvPr>
        </p:nvSpPr>
        <p:spPr bwMode="gray"/>
        <p:txBody>
          <a:bodyPr/>
          <a:lstStyle/>
          <a:p>
            <a:r>
              <a:rPr lang="zh-CN" altLang="en-US" dirty="0"/>
              <a:t>通用</a:t>
            </a:r>
          </a:p>
        </p:txBody>
      </p:sp>
      <p:sp>
        <p:nvSpPr>
          <p:cNvPr id="31" name="Text Placeholder 30"/>
          <p:cNvSpPr>
            <a:spLocks noGrp="1"/>
          </p:cNvSpPr>
          <p:nvPr>
            <p:ph type="body" sz="quarter" idx="20"/>
          </p:nvPr>
        </p:nvSpPr>
        <p:spPr bwMode="gray"/>
        <p:txBody>
          <a:bodyPr/>
          <a:lstStyle/>
          <a:p>
            <a:r>
              <a:rPr lang="en-US" altLang="zh-CN" dirty="0"/>
              <a:t>V1.0</a:t>
            </a:r>
            <a:endParaRPr lang="zh-CN" altLang="en-US" dirty="0"/>
          </a:p>
        </p:txBody>
      </p:sp>
      <p:sp>
        <p:nvSpPr>
          <p:cNvPr id="6" name="文本占位符 5"/>
          <p:cNvSpPr>
            <a:spLocks noGrp="1"/>
          </p:cNvSpPr>
          <p:nvPr>
            <p:ph type="body" sz="quarter" idx="13"/>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施淼淼</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/WX791350</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文本占位符 6"/>
          <p:cNvSpPr>
            <a:spLocks noGrp="1"/>
          </p:cNvSpPr>
          <p:nvPr>
            <p:ph type="body" sz="quarter" idx="14"/>
          </p:nvPr>
        </p:nvSpPr>
        <p:spPr bwMode="gray"/>
        <p:txBody>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2020.04.07</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Text Placeholder 25"/>
          <p:cNvSpPr>
            <a:spLocks noGrp="1"/>
          </p:cNvSpPr>
          <p:nvPr>
            <p:ph type="body" sz="quarter" idx="15"/>
          </p:nvPr>
        </p:nvSpPr>
        <p:spPr bwMode="gray"/>
        <p:txBody>
          <a:bodyPr/>
          <a:lstStyle/>
          <a:p>
            <a:r>
              <a:rPr lang="zh-CN" altLang="en-US" dirty="0">
                <a:sym typeface="Huawei Sans" panose="020C0503030203020204" pitchFamily="34" charset="0"/>
              </a:rPr>
              <a:t>何军建</a:t>
            </a:r>
            <a:r>
              <a:rPr lang="en-US" altLang="zh-CN" dirty="0">
                <a:sym typeface="Huawei Sans" panose="020C0503030203020204" pitchFamily="34" charset="0"/>
              </a:rPr>
              <a:t>/WX580230</a:t>
            </a:r>
            <a:endParaRPr lang="zh-CN" altLang="en-US" dirty="0">
              <a:sym typeface="Huawei Sans" panose="020C0503030203020204" pitchFamily="34" charset="0"/>
            </a:endParaRPr>
          </a:p>
        </p:txBody>
      </p:sp>
      <p:sp>
        <p:nvSpPr>
          <p:cNvPr id="27" name="Text Placeholder 26"/>
          <p:cNvSpPr>
            <a:spLocks noGrp="1"/>
          </p:cNvSpPr>
          <p:nvPr>
            <p:ph type="body" sz="quarter" idx="16"/>
          </p:nvPr>
        </p:nvSpPr>
        <p:spPr bwMode="gray"/>
        <p:txBody>
          <a:bodyPr/>
          <a:lstStyle/>
          <a:p>
            <a:r>
              <a:rPr lang="zh-CN" altLang="en-US" dirty="0"/>
              <a:t>新开发</a:t>
            </a:r>
          </a:p>
        </p:txBody>
      </p:sp>
      <p:sp>
        <p:nvSpPr>
          <p:cNvPr id="32" name="Text Placeholder 31"/>
          <p:cNvSpPr>
            <a:spLocks noGrp="1"/>
          </p:cNvSpPr>
          <p:nvPr>
            <p:ph type="body" sz="quarter" idx="21"/>
          </p:nvPr>
        </p:nvSpPr>
        <p:spPr bwMode="gray"/>
        <p:txBody>
          <a:bodyPr/>
          <a:lstStyle/>
          <a:p>
            <a:r>
              <a:rPr lang="zh-CN" altLang="en-US" dirty="0"/>
              <a:t>吴越</a:t>
            </a:r>
            <a:r>
              <a:rPr lang="en-US" altLang="zh-CN" dirty="0"/>
              <a:t>/WX291773</a:t>
            </a:r>
            <a:endParaRPr lang="zh-CN" altLang="en-US" dirty="0"/>
          </a:p>
        </p:txBody>
      </p:sp>
      <p:sp>
        <p:nvSpPr>
          <p:cNvPr id="33" name="Text Placeholder 32"/>
          <p:cNvSpPr>
            <a:spLocks noGrp="1"/>
          </p:cNvSpPr>
          <p:nvPr>
            <p:ph type="body" sz="quarter" idx="22"/>
          </p:nvPr>
        </p:nvSpPr>
        <p:spPr bwMode="gray"/>
        <p:txBody>
          <a:bodyPr/>
          <a:lstStyle/>
          <a:p>
            <a:r>
              <a:rPr lang="en-US" altLang="zh-CN" dirty="0"/>
              <a:t>2021.09.01</a:t>
            </a:r>
            <a:endParaRPr lang="zh-CN" altLang="en-US" dirty="0"/>
          </a:p>
        </p:txBody>
      </p:sp>
      <p:sp>
        <p:nvSpPr>
          <p:cNvPr id="34" name="Text Placeholder 33"/>
          <p:cNvSpPr>
            <a:spLocks noGrp="1"/>
          </p:cNvSpPr>
          <p:nvPr>
            <p:ph type="body" sz="quarter" idx="23"/>
          </p:nvPr>
        </p:nvSpPr>
        <p:spPr bwMode="gray"/>
        <p:txBody>
          <a:bodyPr/>
          <a:lstStyle/>
          <a:p>
            <a:r>
              <a:rPr lang="zh-CN" altLang="en-US" dirty="0">
                <a:sym typeface="Huawei Sans" panose="020C0503030203020204" pitchFamily="34" charset="0"/>
              </a:rPr>
              <a:t>何军建</a:t>
            </a:r>
            <a:r>
              <a:rPr lang="en-US" altLang="zh-CN" dirty="0">
                <a:sym typeface="Huawei Sans" panose="020C0503030203020204" pitchFamily="34" charset="0"/>
              </a:rPr>
              <a:t>/WX580230</a:t>
            </a:r>
            <a:endParaRPr lang="zh-CN" altLang="en-US" dirty="0">
              <a:sym typeface="Huawei Sans" panose="020C0503030203020204" pitchFamily="34" charset="0"/>
            </a:endParaRPr>
          </a:p>
        </p:txBody>
      </p:sp>
      <p:sp>
        <p:nvSpPr>
          <p:cNvPr id="35" name="Text Placeholder 34"/>
          <p:cNvSpPr>
            <a:spLocks noGrp="1"/>
          </p:cNvSpPr>
          <p:nvPr>
            <p:ph type="body" sz="quarter" idx="24"/>
          </p:nvPr>
        </p:nvSpPr>
        <p:spPr bwMode="gray"/>
        <p:txBody>
          <a:bodyPr/>
          <a:lstStyle/>
          <a:p>
            <a:r>
              <a:rPr lang="zh-CN" altLang="en-US" dirty="0"/>
              <a:t>优化</a:t>
            </a:r>
          </a:p>
        </p:txBody>
      </p:sp>
      <p:sp>
        <p:nvSpPr>
          <p:cNvPr id="36" name="Text Placeholder 35"/>
          <p:cNvSpPr>
            <a:spLocks noGrp="1"/>
          </p:cNvSpPr>
          <p:nvPr>
            <p:ph type="body" sz="quarter" idx="25"/>
          </p:nvPr>
        </p:nvSpPr>
        <p:spPr bwMode="gray"/>
        <p:txBody>
          <a:bodyPr/>
          <a:lstStyle/>
          <a:p>
            <a:endParaRPr lang="zh-CN" altLang="en-US"/>
          </a:p>
        </p:txBody>
      </p:sp>
      <p:sp>
        <p:nvSpPr>
          <p:cNvPr id="37" name="Text Placeholder 36"/>
          <p:cNvSpPr>
            <a:spLocks noGrp="1"/>
          </p:cNvSpPr>
          <p:nvPr>
            <p:ph type="body" sz="quarter" idx="26"/>
          </p:nvPr>
        </p:nvSpPr>
        <p:spPr bwMode="gray"/>
        <p:txBody>
          <a:bodyPr/>
          <a:lstStyle/>
          <a:p>
            <a:endParaRPr lang="zh-CN" altLang="en-US"/>
          </a:p>
        </p:txBody>
      </p:sp>
      <p:sp>
        <p:nvSpPr>
          <p:cNvPr id="38" name="Text Placeholder 37"/>
          <p:cNvSpPr>
            <a:spLocks noGrp="1"/>
          </p:cNvSpPr>
          <p:nvPr>
            <p:ph type="body" sz="quarter" idx="27"/>
          </p:nvPr>
        </p:nvSpPr>
        <p:spPr bwMode="gray"/>
        <p:txBody>
          <a:bodyPr/>
          <a:lstStyle/>
          <a:p>
            <a:endParaRPr lang="zh-CN" altLang="en-US"/>
          </a:p>
        </p:txBody>
      </p:sp>
      <p:sp>
        <p:nvSpPr>
          <p:cNvPr id="39" name="Text Placeholder 38"/>
          <p:cNvSpPr>
            <a:spLocks noGrp="1"/>
          </p:cNvSpPr>
          <p:nvPr>
            <p:ph type="body" sz="quarter" idx="28"/>
          </p:nvPr>
        </p:nvSpPr>
        <p:spPr bwMode="gray"/>
        <p:txBody>
          <a:bodyPr/>
          <a:lstStyle/>
          <a:p>
            <a:endParaRPr lang="zh-CN" altLang="en-US"/>
          </a:p>
        </p:txBody>
      </p:sp>
      <p:sp>
        <p:nvSpPr>
          <p:cNvPr id="40" name="Text Placeholder 39"/>
          <p:cNvSpPr>
            <a:spLocks noGrp="1"/>
          </p:cNvSpPr>
          <p:nvPr>
            <p:ph type="body" sz="quarter" idx="29"/>
          </p:nvPr>
        </p:nvSpPr>
        <p:spPr bwMode="gray"/>
        <p:txBody>
          <a:bodyPr/>
          <a:lstStyle/>
          <a:p>
            <a:endParaRPr lang="zh-CN" altLang="en-US"/>
          </a:p>
        </p:txBody>
      </p:sp>
      <p:sp>
        <p:nvSpPr>
          <p:cNvPr id="41" name="Text Placeholder 40"/>
          <p:cNvSpPr>
            <a:spLocks noGrp="1"/>
          </p:cNvSpPr>
          <p:nvPr>
            <p:ph type="body" sz="quarter" idx="30"/>
          </p:nvPr>
        </p:nvSpPr>
        <p:spPr bwMode="gray"/>
        <p:txBody>
          <a:bodyPr/>
          <a:lstStyle/>
          <a:p>
            <a:endParaRPr lang="zh-CN" altLang="en-US"/>
          </a:p>
        </p:txBody>
      </p:sp>
      <p:sp>
        <p:nvSpPr>
          <p:cNvPr id="42" name="Text Placeholder 41"/>
          <p:cNvSpPr>
            <a:spLocks noGrp="1"/>
          </p:cNvSpPr>
          <p:nvPr>
            <p:ph type="body" sz="quarter" idx="31"/>
          </p:nvPr>
        </p:nvSpPr>
        <p:spPr bwMode="gray"/>
        <p:txBody>
          <a:bodyPr/>
          <a:lstStyle/>
          <a:p>
            <a:endParaRPr lang="zh-CN" altLang="en-US"/>
          </a:p>
        </p:txBody>
      </p:sp>
      <p:sp>
        <p:nvSpPr>
          <p:cNvPr id="43" name="Text Placeholder 42"/>
          <p:cNvSpPr>
            <a:spLocks noGrp="1"/>
          </p:cNvSpPr>
          <p:nvPr>
            <p:ph type="body" sz="quarter" idx="32"/>
          </p:nvPr>
        </p:nvSpPr>
        <p:spPr bwMode="gray"/>
        <p:txBody>
          <a:bodyPr/>
          <a:lstStyle/>
          <a:p>
            <a:endParaRPr lang="zh-CN" altLang="en-US"/>
          </a:p>
        </p:txBody>
      </p:sp>
    </p:spTree>
    <p:extLst>
      <p:ext uri="{BB962C8B-B14F-4D97-AF65-F5344CB8AC3E}">
        <p14:creationId xmlns:p14="http://schemas.microsoft.com/office/powerpoint/2010/main" val="3983068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bwMode="gray"/>
        <p:txBody>
          <a:bodyPr/>
          <a:lstStyle/>
          <a:p>
            <a:r>
              <a:rPr lang="zh-CN" altLang="en-US">
                <a:sym typeface="Huawei Sans" panose="020C0503030203020204" pitchFamily="34" charset="0"/>
              </a:rPr>
              <a:t>网络割接</a:t>
            </a:r>
            <a:endParaRPr lang="zh-CN" altLang="en-US" dirty="0">
              <a:sym typeface="Huawei Sans" panose="020C0503030203020204" pitchFamily="34" charset="0"/>
            </a:endParaRPr>
          </a:p>
        </p:txBody>
      </p:sp>
    </p:spTree>
    <p:extLst>
      <p:ext uri="{BB962C8B-B14F-4D97-AF65-F5344CB8AC3E}">
        <p14:creationId xmlns:p14="http://schemas.microsoft.com/office/powerpoint/2010/main" val="341128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随着企业业务的不断发展，企业网络为了适应业务的需求不断的改造和优化，例如：</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网络升级为</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网络、</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IS-IS Level</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修改、</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架构整改。无论是硬件的扩容、软件的升级、配置的变更，凡是影响现网运行业务的操作（如造成业务的中断），企业都会根据业务的安全等级要求，制定严格的操作流程和风险规避措施，并将其定义为割接项目。</a:t>
            </a:r>
          </a:p>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本课程介绍了割接的流程和操作规范、风险把控措施，学习如何高效、顺利地完成网络割接。</a:t>
            </a:r>
          </a:p>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690838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学完本课程后，您将能够：</a:t>
            </a:r>
          </a:p>
          <a:p>
            <a:pPr lvl="1"/>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阐明割接的操作流程规范</a:t>
            </a:r>
          </a:p>
          <a:p>
            <a:pPr lvl="1"/>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描述割接的常见场景</a:t>
            </a:r>
            <a:endParaRPr lang="zh-CN" altLang="en-US" b="1" dirty="0">
              <a:latin typeface="Huawei Sans" panose="020C0503030203020204" pitchFamily="34" charset="0"/>
              <a:ea typeface="方正兰亭黑简体" panose="02000000000000000000" pitchFamily="2" charset="-122"/>
              <a:sym typeface="Huawei Sans" panose="020C0503030203020204" pitchFamily="34" charset="0"/>
            </a:endParaRPr>
          </a:p>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521449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割接基本概念</a:t>
            </a:r>
            <a:endParaRPr lang="en-US" altLang="zh-CN" b="1" dirty="0">
              <a:latin typeface="Huawei Sans" panose="020C0503030203020204" pitchFamily="34" charset="0"/>
              <a:ea typeface="方正兰亭黑简体" panose="02000000000000000000" pitchFamily="2" charset="-122"/>
              <a:sym typeface="Huawei Sans" panose="020C0503030203020204" pitchFamily="34" charset="0"/>
            </a:endParaRPr>
          </a:p>
          <a:p>
            <a:pPr marL="456834" indent="-456834"/>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割接操作流程</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456834" indent="-456834"/>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割接案例实践</a:t>
            </a:r>
          </a:p>
        </p:txBody>
      </p:sp>
    </p:spTree>
    <p:extLst>
      <p:ext uri="{BB962C8B-B14F-4D97-AF65-F5344CB8AC3E}">
        <p14:creationId xmlns:p14="http://schemas.microsoft.com/office/powerpoint/2010/main" val="2002676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基本概念</a:t>
            </a:r>
          </a:p>
        </p:txBody>
      </p:sp>
      <p:sp>
        <p:nvSpPr>
          <p:cNvPr id="4" name="文本占位符 3"/>
          <p:cNvSpPr>
            <a:spLocks noGrp="1"/>
          </p:cNvSpPr>
          <p:nvPr>
            <p:ph type="body" sz="quarter" idx="10"/>
          </p:nvPr>
        </p:nvSpPr>
        <p:spPr bwMode="gray"/>
        <p:txBody>
          <a:bodyPr/>
          <a:lstStyle/>
          <a:p>
            <a:r>
              <a:rPr lang="zh-CN" altLang="en-US" sz="1999" dirty="0">
                <a:latin typeface="Huawei Sans" panose="020C0503030203020204" pitchFamily="34" charset="0"/>
                <a:ea typeface="方正兰亭黑简体" panose="02000000000000000000" pitchFamily="2" charset="-122"/>
                <a:sym typeface="Huawei Sans" panose="020C0503030203020204" pitchFamily="34" charset="0"/>
              </a:rPr>
              <a:t>割接项目：如果对网络执行的技术迁移动作会影响现网运行业务，则在技术迁移项目实施时需严格地遵循预先设定的操作流程和风险控制措施，一般将此类项目定义为割接项目。</a:t>
            </a:r>
          </a:p>
        </p:txBody>
      </p:sp>
      <p:sp>
        <p:nvSpPr>
          <p:cNvPr id="122" name="矩形 121"/>
          <p:cNvSpPr/>
          <p:nvPr/>
        </p:nvSpPr>
        <p:spPr bwMode="gray">
          <a:xfrm flipH="1">
            <a:off x="2831875" y="2335217"/>
            <a:ext cx="1882342" cy="3630736"/>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endParaRPr lang="en-US" altLang="zh-CN" sz="1599" kern="0" dirty="0">
              <a:solidFill>
                <a:srgbClr val="1D1D1A"/>
              </a:solidFill>
              <a:sym typeface="Huawei Sans" panose="020C0503030203020204" pitchFamily="34" charset="0"/>
            </a:endParaRPr>
          </a:p>
        </p:txBody>
      </p:sp>
      <p:sp>
        <p:nvSpPr>
          <p:cNvPr id="116" name="圆角矩形 115"/>
          <p:cNvSpPr/>
          <p:nvPr/>
        </p:nvSpPr>
        <p:spPr bwMode="gray">
          <a:xfrm flipH="1">
            <a:off x="5460698" y="2335217"/>
            <a:ext cx="5128870" cy="3630736"/>
          </a:xfrm>
          <a:prstGeom prst="roundRect">
            <a:avLst>
              <a:gd name="adj" fmla="val 3652"/>
            </a:avLst>
          </a:prstGeom>
          <a:noFill/>
          <a:ln w="12700" cap="flat" cmpd="sng" algn="ctr">
            <a:solidFill>
              <a:srgbClr val="56C4D2"/>
            </a:solidFill>
            <a:prstDash val="solid"/>
            <a:miter lim="800000"/>
          </a:ln>
          <a:effectLst/>
        </p:spPr>
        <p:txBody>
          <a:bodyPr rtlCol="0" anchor="ctr"/>
          <a:lstStyle/>
          <a:p>
            <a:pPr algn="ctr" defTabSz="914034">
              <a:defRPr/>
            </a:pPr>
            <a:endParaRPr lang="zh-CN" altLang="en-US" sz="1799" kern="0">
              <a:solidFill>
                <a:prstClr val="white"/>
              </a:solidFill>
              <a:latin typeface="Huawei Sans"/>
              <a:ea typeface="方正兰亭黑简体"/>
              <a:sym typeface="Huawei Sans" panose="020C0503030203020204" pitchFamily="34" charset="0"/>
            </a:endParaRPr>
          </a:p>
        </p:txBody>
      </p:sp>
      <p:cxnSp>
        <p:nvCxnSpPr>
          <p:cNvPr id="52" name="Straight Connector 79"/>
          <p:cNvCxnSpPr/>
          <p:nvPr/>
        </p:nvCxnSpPr>
        <p:spPr bwMode="gray">
          <a:xfrm flipH="1">
            <a:off x="9045748" y="3821470"/>
            <a:ext cx="904231" cy="1"/>
          </a:xfrm>
          <a:prstGeom prst="line">
            <a:avLst/>
          </a:prstGeom>
          <a:noFill/>
          <a:ln w="19050" cap="flat" cmpd="sng" algn="ctr">
            <a:solidFill>
              <a:sysClr val="windowText" lastClr="000000"/>
            </a:solidFill>
            <a:prstDash val="solid"/>
            <a:miter lim="800000"/>
          </a:ln>
          <a:effectLst/>
        </p:spPr>
      </p:cxnSp>
      <p:cxnSp>
        <p:nvCxnSpPr>
          <p:cNvPr id="53" name="Straight Connector 76"/>
          <p:cNvCxnSpPr/>
          <p:nvPr/>
        </p:nvCxnSpPr>
        <p:spPr bwMode="gray">
          <a:xfrm>
            <a:off x="5653271" y="3543779"/>
            <a:ext cx="4696781" cy="0"/>
          </a:xfrm>
          <a:prstGeom prst="line">
            <a:avLst/>
          </a:prstGeom>
          <a:noFill/>
          <a:ln w="19050" cap="flat" cmpd="sng" algn="ctr">
            <a:solidFill>
              <a:schemeClr val="bg1">
                <a:lumMod val="50000"/>
              </a:schemeClr>
            </a:solidFill>
            <a:prstDash val="sysDot"/>
            <a:miter lim="800000"/>
          </a:ln>
          <a:effectLst/>
        </p:spPr>
      </p:cxnSp>
      <p:cxnSp>
        <p:nvCxnSpPr>
          <p:cNvPr id="54" name="Straight Connector 78"/>
          <p:cNvCxnSpPr/>
          <p:nvPr/>
        </p:nvCxnSpPr>
        <p:spPr bwMode="gray">
          <a:xfrm>
            <a:off x="5653271" y="4386246"/>
            <a:ext cx="4696781" cy="0"/>
          </a:xfrm>
          <a:prstGeom prst="line">
            <a:avLst/>
          </a:prstGeom>
          <a:noFill/>
          <a:ln w="19050" cap="flat" cmpd="sng" algn="ctr">
            <a:solidFill>
              <a:schemeClr val="bg1">
                <a:lumMod val="50000"/>
              </a:schemeClr>
            </a:solidFill>
            <a:prstDash val="sysDot"/>
            <a:miter lim="800000"/>
          </a:ln>
          <a:effectLst/>
        </p:spPr>
      </p:cxnSp>
      <p:cxnSp>
        <p:nvCxnSpPr>
          <p:cNvPr id="55" name="Straight Connector 80"/>
          <p:cNvCxnSpPr/>
          <p:nvPr/>
        </p:nvCxnSpPr>
        <p:spPr bwMode="gray">
          <a:xfrm>
            <a:off x="5653271" y="5074994"/>
            <a:ext cx="4696781" cy="0"/>
          </a:xfrm>
          <a:prstGeom prst="line">
            <a:avLst/>
          </a:prstGeom>
          <a:noFill/>
          <a:ln w="19050" cap="flat" cmpd="sng" algn="ctr">
            <a:solidFill>
              <a:schemeClr val="bg1">
                <a:lumMod val="50000"/>
              </a:schemeClr>
            </a:solidFill>
            <a:prstDash val="sysDot"/>
            <a:miter lim="800000"/>
          </a:ln>
          <a:effectLst/>
        </p:spPr>
      </p:cxnSp>
      <p:pic>
        <p:nvPicPr>
          <p:cNvPr id="56" name="图片 102" descr="AC-蓝.png"/>
          <p:cNvPicPr>
            <a:picLocks noChangeAspect="1"/>
          </p:cNvPicPr>
          <p:nvPr/>
        </p:nvPicPr>
        <p:blipFill>
          <a:blip r:embed="rId3" cstate="print"/>
          <a:stretch>
            <a:fillRect/>
          </a:stretch>
        </p:blipFill>
        <p:spPr bwMode="gray">
          <a:xfrm>
            <a:off x="6965447" y="3683622"/>
            <a:ext cx="343315" cy="275694"/>
          </a:xfrm>
          <a:prstGeom prst="rect">
            <a:avLst/>
          </a:prstGeom>
        </p:spPr>
      </p:pic>
      <p:pic>
        <p:nvPicPr>
          <p:cNvPr id="57" name="图片 86" descr="核心交换机.png"/>
          <p:cNvPicPr>
            <a:picLocks noChangeAspect="1"/>
          </p:cNvPicPr>
          <p:nvPr/>
        </p:nvPicPr>
        <p:blipFill>
          <a:blip r:embed="rId4" cstate="print"/>
          <a:stretch>
            <a:fillRect/>
          </a:stretch>
        </p:blipFill>
        <p:spPr bwMode="gray">
          <a:xfrm>
            <a:off x="7921904" y="3684356"/>
            <a:ext cx="341488" cy="274228"/>
          </a:xfrm>
          <a:prstGeom prst="rect">
            <a:avLst/>
          </a:prstGeom>
        </p:spPr>
      </p:pic>
      <p:pic>
        <p:nvPicPr>
          <p:cNvPr id="58" name="图片 86" descr="核心交换机.png"/>
          <p:cNvPicPr>
            <a:picLocks noChangeAspect="1"/>
          </p:cNvPicPr>
          <p:nvPr/>
        </p:nvPicPr>
        <p:blipFill>
          <a:blip r:embed="rId4" cstate="print"/>
          <a:stretch>
            <a:fillRect/>
          </a:stretch>
        </p:blipFill>
        <p:spPr bwMode="gray">
          <a:xfrm>
            <a:off x="8758798" y="3684356"/>
            <a:ext cx="341488" cy="274228"/>
          </a:xfrm>
          <a:prstGeom prst="rect">
            <a:avLst/>
          </a:prstGeom>
        </p:spPr>
      </p:pic>
      <p:cxnSp>
        <p:nvCxnSpPr>
          <p:cNvPr id="59" name="Straight Connector 13"/>
          <p:cNvCxnSpPr>
            <a:stCxn id="57" idx="3"/>
            <a:endCxn id="58" idx="1"/>
          </p:cNvCxnSpPr>
          <p:nvPr/>
        </p:nvCxnSpPr>
        <p:spPr bwMode="gray">
          <a:xfrm>
            <a:off x="8263392" y="3821470"/>
            <a:ext cx="495406" cy="0"/>
          </a:xfrm>
          <a:prstGeom prst="line">
            <a:avLst/>
          </a:prstGeom>
          <a:noFill/>
          <a:ln w="19050" cap="flat" cmpd="sng" algn="ctr">
            <a:solidFill>
              <a:srgbClr val="56C4D2"/>
            </a:solidFill>
            <a:prstDash val="solid"/>
            <a:miter lim="800000"/>
          </a:ln>
          <a:effectLst/>
        </p:spPr>
      </p:cxnSp>
      <p:pic>
        <p:nvPicPr>
          <p:cNvPr id="60" name="图片 87" descr="汇聚交换机.png"/>
          <p:cNvPicPr>
            <a:picLocks noChangeAspect="1"/>
          </p:cNvPicPr>
          <p:nvPr/>
        </p:nvPicPr>
        <p:blipFill>
          <a:blip r:embed="rId5" cstate="print"/>
          <a:stretch>
            <a:fillRect/>
          </a:stretch>
        </p:blipFill>
        <p:spPr bwMode="gray">
          <a:xfrm>
            <a:off x="6898064" y="4586765"/>
            <a:ext cx="341488" cy="274228"/>
          </a:xfrm>
          <a:prstGeom prst="rect">
            <a:avLst/>
          </a:prstGeom>
        </p:spPr>
      </p:pic>
      <p:pic>
        <p:nvPicPr>
          <p:cNvPr id="61" name="图片 87" descr="汇聚交换机.png"/>
          <p:cNvPicPr>
            <a:picLocks noChangeAspect="1"/>
          </p:cNvPicPr>
          <p:nvPr/>
        </p:nvPicPr>
        <p:blipFill>
          <a:blip r:embed="rId5" cstate="print"/>
          <a:stretch>
            <a:fillRect/>
          </a:stretch>
        </p:blipFill>
        <p:spPr bwMode="gray">
          <a:xfrm>
            <a:off x="7732948" y="4586765"/>
            <a:ext cx="341488" cy="274228"/>
          </a:xfrm>
          <a:prstGeom prst="rect">
            <a:avLst/>
          </a:prstGeom>
        </p:spPr>
      </p:pic>
      <p:cxnSp>
        <p:nvCxnSpPr>
          <p:cNvPr id="62" name="Straight Connector 16"/>
          <p:cNvCxnSpPr>
            <a:stCxn id="60" idx="3"/>
            <a:endCxn id="61" idx="1"/>
          </p:cNvCxnSpPr>
          <p:nvPr/>
        </p:nvCxnSpPr>
        <p:spPr bwMode="gray">
          <a:xfrm>
            <a:off x="7239552" y="4723879"/>
            <a:ext cx="493396" cy="0"/>
          </a:xfrm>
          <a:prstGeom prst="line">
            <a:avLst/>
          </a:prstGeom>
          <a:noFill/>
          <a:ln w="19050" cap="flat" cmpd="sng" algn="ctr">
            <a:solidFill>
              <a:srgbClr val="56C4D2"/>
            </a:solidFill>
            <a:prstDash val="solid"/>
            <a:miter lim="800000"/>
          </a:ln>
          <a:effectLst/>
        </p:spPr>
      </p:cxnSp>
      <p:pic>
        <p:nvPicPr>
          <p:cNvPr id="63" name="图片 87" descr="汇聚交换机.png"/>
          <p:cNvPicPr>
            <a:picLocks noChangeAspect="1"/>
          </p:cNvPicPr>
          <p:nvPr/>
        </p:nvPicPr>
        <p:blipFill>
          <a:blip r:embed="rId5" cstate="print"/>
          <a:stretch>
            <a:fillRect/>
          </a:stretch>
        </p:blipFill>
        <p:spPr bwMode="gray">
          <a:xfrm>
            <a:off x="8948759" y="4586765"/>
            <a:ext cx="341488" cy="274228"/>
          </a:xfrm>
          <a:prstGeom prst="rect">
            <a:avLst/>
          </a:prstGeom>
        </p:spPr>
      </p:pic>
      <p:pic>
        <p:nvPicPr>
          <p:cNvPr id="64" name="图片 87" descr="汇聚交换机.png"/>
          <p:cNvPicPr>
            <a:picLocks noChangeAspect="1"/>
          </p:cNvPicPr>
          <p:nvPr/>
        </p:nvPicPr>
        <p:blipFill>
          <a:blip r:embed="rId5" cstate="print"/>
          <a:stretch>
            <a:fillRect/>
          </a:stretch>
        </p:blipFill>
        <p:spPr bwMode="gray">
          <a:xfrm>
            <a:off x="9784648" y="4586765"/>
            <a:ext cx="341488" cy="274228"/>
          </a:xfrm>
          <a:prstGeom prst="rect">
            <a:avLst/>
          </a:prstGeom>
        </p:spPr>
      </p:pic>
      <p:cxnSp>
        <p:nvCxnSpPr>
          <p:cNvPr id="65" name="Straight Connector 29"/>
          <p:cNvCxnSpPr>
            <a:stCxn id="63" idx="3"/>
            <a:endCxn id="64" idx="1"/>
          </p:cNvCxnSpPr>
          <p:nvPr/>
        </p:nvCxnSpPr>
        <p:spPr bwMode="gray">
          <a:xfrm>
            <a:off x="9290247" y="4723879"/>
            <a:ext cx="494402" cy="0"/>
          </a:xfrm>
          <a:prstGeom prst="line">
            <a:avLst/>
          </a:prstGeom>
          <a:noFill/>
          <a:ln w="19050" cap="flat" cmpd="sng" algn="ctr">
            <a:solidFill>
              <a:srgbClr val="56C4D2"/>
            </a:solidFill>
            <a:prstDash val="solid"/>
            <a:miter lim="800000"/>
          </a:ln>
          <a:effectLst/>
        </p:spPr>
      </p:cxnSp>
      <p:cxnSp>
        <p:nvCxnSpPr>
          <p:cNvPr id="66" name="Straight Connector 30"/>
          <p:cNvCxnSpPr>
            <a:stCxn id="60" idx="0"/>
            <a:endCxn id="57" idx="2"/>
          </p:cNvCxnSpPr>
          <p:nvPr/>
        </p:nvCxnSpPr>
        <p:spPr bwMode="gray">
          <a:xfrm flipV="1">
            <a:off x="7068808" y="3958583"/>
            <a:ext cx="1023840" cy="628181"/>
          </a:xfrm>
          <a:prstGeom prst="line">
            <a:avLst/>
          </a:prstGeom>
          <a:noFill/>
          <a:ln w="19050" cap="flat" cmpd="sng" algn="ctr">
            <a:solidFill>
              <a:sysClr val="windowText" lastClr="000000"/>
            </a:solidFill>
            <a:prstDash val="solid"/>
            <a:miter lim="800000"/>
          </a:ln>
          <a:effectLst/>
        </p:spPr>
      </p:cxnSp>
      <p:cxnSp>
        <p:nvCxnSpPr>
          <p:cNvPr id="67" name="Straight Connector 33"/>
          <p:cNvCxnSpPr>
            <a:stCxn id="61" idx="0"/>
            <a:endCxn id="58" idx="2"/>
          </p:cNvCxnSpPr>
          <p:nvPr/>
        </p:nvCxnSpPr>
        <p:spPr bwMode="gray">
          <a:xfrm flipV="1">
            <a:off x="7903693" y="3958583"/>
            <a:ext cx="1025850" cy="628181"/>
          </a:xfrm>
          <a:prstGeom prst="line">
            <a:avLst/>
          </a:prstGeom>
          <a:noFill/>
          <a:ln w="19050" cap="flat" cmpd="sng" algn="ctr">
            <a:solidFill>
              <a:sysClr val="windowText" lastClr="000000"/>
            </a:solidFill>
            <a:prstDash val="solid"/>
            <a:miter lim="800000"/>
          </a:ln>
          <a:effectLst/>
        </p:spPr>
      </p:cxnSp>
      <p:cxnSp>
        <p:nvCxnSpPr>
          <p:cNvPr id="68" name="Straight Connector 36"/>
          <p:cNvCxnSpPr>
            <a:stCxn id="63" idx="0"/>
            <a:endCxn id="57" idx="2"/>
          </p:cNvCxnSpPr>
          <p:nvPr/>
        </p:nvCxnSpPr>
        <p:spPr bwMode="gray">
          <a:xfrm flipH="1" flipV="1">
            <a:off x="8092649" y="3958583"/>
            <a:ext cx="1026855" cy="628181"/>
          </a:xfrm>
          <a:prstGeom prst="line">
            <a:avLst/>
          </a:prstGeom>
          <a:noFill/>
          <a:ln w="19050" cap="flat" cmpd="sng" algn="ctr">
            <a:solidFill>
              <a:sysClr val="windowText" lastClr="000000"/>
            </a:solidFill>
            <a:prstDash val="solid"/>
            <a:miter lim="800000"/>
          </a:ln>
          <a:effectLst/>
        </p:spPr>
      </p:cxnSp>
      <p:cxnSp>
        <p:nvCxnSpPr>
          <p:cNvPr id="69" name="Straight Connector 39"/>
          <p:cNvCxnSpPr>
            <a:stCxn id="64" idx="0"/>
            <a:endCxn id="58" idx="2"/>
          </p:cNvCxnSpPr>
          <p:nvPr/>
        </p:nvCxnSpPr>
        <p:spPr bwMode="gray">
          <a:xfrm flipH="1" flipV="1">
            <a:off x="8929544" y="3958583"/>
            <a:ext cx="1025850" cy="628181"/>
          </a:xfrm>
          <a:prstGeom prst="line">
            <a:avLst/>
          </a:prstGeom>
          <a:noFill/>
          <a:ln w="19050" cap="flat" cmpd="sng" algn="ctr">
            <a:solidFill>
              <a:sysClr val="windowText" lastClr="000000"/>
            </a:solidFill>
            <a:prstDash val="solid"/>
            <a:miter lim="800000"/>
          </a:ln>
          <a:effectLst/>
        </p:spPr>
      </p:cxnSp>
      <p:sp>
        <p:nvSpPr>
          <p:cNvPr id="70" name="Oval 42"/>
          <p:cNvSpPr/>
          <p:nvPr/>
        </p:nvSpPr>
        <p:spPr bwMode="gray">
          <a:xfrm rot="3077028">
            <a:off x="7698913" y="4236352"/>
            <a:ext cx="580327" cy="93083"/>
          </a:xfrm>
          <a:prstGeom prst="ellipse">
            <a:avLst/>
          </a:prstGeom>
          <a:noFill/>
          <a:ln w="19050" cap="flat" cmpd="sng" algn="ctr">
            <a:solidFill>
              <a:sysClr val="windowText" lastClr="000000"/>
            </a:solidFill>
            <a:prstDash val="solid"/>
            <a:miter lim="800000"/>
          </a:ln>
          <a:effectLst/>
        </p:spPr>
        <p:txBody>
          <a:bodyPr rtlCol="0" anchor="ctr"/>
          <a:lstStyle/>
          <a:p>
            <a:pPr algn="ctr" defTabSz="914034">
              <a:defRPr/>
            </a:pPr>
            <a:endParaRPr lang="zh-CN" altLang="en-US" sz="1799" ker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1" name="图片 106" descr="堆叠交换机蓝.png"/>
          <p:cNvPicPr>
            <a:picLocks noChangeAspect="1"/>
          </p:cNvPicPr>
          <p:nvPr/>
        </p:nvPicPr>
        <p:blipFill>
          <a:blip r:embed="rId6" cstate="print"/>
          <a:stretch>
            <a:fillRect/>
          </a:stretch>
        </p:blipFill>
        <p:spPr bwMode="gray">
          <a:xfrm>
            <a:off x="6897149" y="5467014"/>
            <a:ext cx="343315" cy="275694"/>
          </a:xfrm>
          <a:prstGeom prst="rect">
            <a:avLst/>
          </a:prstGeom>
        </p:spPr>
      </p:pic>
      <p:pic>
        <p:nvPicPr>
          <p:cNvPr id="72" name="图片 106" descr="堆叠交换机蓝.png"/>
          <p:cNvPicPr>
            <a:picLocks noChangeAspect="1"/>
          </p:cNvPicPr>
          <p:nvPr/>
        </p:nvPicPr>
        <p:blipFill>
          <a:blip r:embed="rId6" cstate="print"/>
          <a:stretch>
            <a:fillRect/>
          </a:stretch>
        </p:blipFill>
        <p:spPr bwMode="gray">
          <a:xfrm>
            <a:off x="7732034" y="5467014"/>
            <a:ext cx="343315" cy="275694"/>
          </a:xfrm>
          <a:prstGeom prst="rect">
            <a:avLst/>
          </a:prstGeom>
        </p:spPr>
      </p:pic>
      <p:cxnSp>
        <p:nvCxnSpPr>
          <p:cNvPr id="73" name="Straight Connector 34"/>
          <p:cNvCxnSpPr>
            <a:stCxn id="71" idx="0"/>
            <a:endCxn id="60" idx="2"/>
          </p:cNvCxnSpPr>
          <p:nvPr/>
        </p:nvCxnSpPr>
        <p:spPr bwMode="gray">
          <a:xfrm flipV="1">
            <a:off x="7068808" y="4860992"/>
            <a:ext cx="0" cy="606021"/>
          </a:xfrm>
          <a:prstGeom prst="line">
            <a:avLst/>
          </a:prstGeom>
          <a:noFill/>
          <a:ln w="19050" cap="flat" cmpd="sng" algn="ctr">
            <a:solidFill>
              <a:sysClr val="windowText" lastClr="000000"/>
            </a:solidFill>
            <a:prstDash val="solid"/>
            <a:miter lim="800000"/>
          </a:ln>
          <a:effectLst/>
        </p:spPr>
      </p:cxnSp>
      <p:cxnSp>
        <p:nvCxnSpPr>
          <p:cNvPr id="74" name="Straight Connector 35"/>
          <p:cNvCxnSpPr>
            <a:stCxn id="71" idx="0"/>
            <a:endCxn id="61" idx="2"/>
          </p:cNvCxnSpPr>
          <p:nvPr/>
        </p:nvCxnSpPr>
        <p:spPr bwMode="gray">
          <a:xfrm flipV="1">
            <a:off x="7068807" y="4860992"/>
            <a:ext cx="834885" cy="606021"/>
          </a:xfrm>
          <a:prstGeom prst="line">
            <a:avLst/>
          </a:prstGeom>
          <a:noFill/>
          <a:ln w="19050" cap="flat" cmpd="sng" algn="ctr">
            <a:solidFill>
              <a:sysClr val="windowText" lastClr="000000"/>
            </a:solidFill>
            <a:prstDash val="solid"/>
            <a:miter lim="800000"/>
          </a:ln>
          <a:effectLst/>
        </p:spPr>
      </p:cxnSp>
      <p:cxnSp>
        <p:nvCxnSpPr>
          <p:cNvPr id="75" name="Straight Connector 37"/>
          <p:cNvCxnSpPr>
            <a:stCxn id="72" idx="0"/>
            <a:endCxn id="60" idx="2"/>
          </p:cNvCxnSpPr>
          <p:nvPr/>
        </p:nvCxnSpPr>
        <p:spPr bwMode="gray">
          <a:xfrm flipH="1" flipV="1">
            <a:off x="7068807" y="4860992"/>
            <a:ext cx="834885" cy="606021"/>
          </a:xfrm>
          <a:prstGeom prst="line">
            <a:avLst/>
          </a:prstGeom>
          <a:noFill/>
          <a:ln w="19050" cap="flat" cmpd="sng" algn="ctr">
            <a:solidFill>
              <a:sysClr val="windowText" lastClr="000000"/>
            </a:solidFill>
            <a:prstDash val="solid"/>
            <a:miter lim="800000"/>
          </a:ln>
          <a:effectLst/>
        </p:spPr>
      </p:cxnSp>
      <p:cxnSp>
        <p:nvCxnSpPr>
          <p:cNvPr id="76" name="Straight Connector 38"/>
          <p:cNvCxnSpPr>
            <a:stCxn id="72" idx="0"/>
            <a:endCxn id="61" idx="2"/>
          </p:cNvCxnSpPr>
          <p:nvPr/>
        </p:nvCxnSpPr>
        <p:spPr bwMode="gray">
          <a:xfrm flipV="1">
            <a:off x="7903692" y="4860992"/>
            <a:ext cx="0" cy="606021"/>
          </a:xfrm>
          <a:prstGeom prst="line">
            <a:avLst/>
          </a:prstGeom>
          <a:noFill/>
          <a:ln w="19050" cap="flat" cmpd="sng" algn="ctr">
            <a:solidFill>
              <a:sysClr val="windowText" lastClr="000000"/>
            </a:solidFill>
            <a:prstDash val="solid"/>
            <a:miter lim="800000"/>
          </a:ln>
          <a:effectLst/>
        </p:spPr>
      </p:cxnSp>
      <p:grpSp>
        <p:nvGrpSpPr>
          <p:cNvPr id="77" name="Group 40"/>
          <p:cNvGrpSpPr/>
          <p:nvPr/>
        </p:nvGrpSpPr>
        <p:grpSpPr bwMode="gray">
          <a:xfrm>
            <a:off x="7352848" y="5573075"/>
            <a:ext cx="266802" cy="61955"/>
            <a:chOff x="559282" y="6488261"/>
            <a:chExt cx="261965" cy="61979"/>
          </a:xfrm>
          <a:solidFill>
            <a:sysClr val="window" lastClr="FFFFFF">
              <a:lumMod val="50000"/>
            </a:sysClr>
          </a:solidFill>
        </p:grpSpPr>
        <p:sp>
          <p:nvSpPr>
            <p:cNvPr id="78" name="Oval 41"/>
            <p:cNvSpPr>
              <a:spLocks noChangeAspect="1"/>
            </p:cNvSpPr>
            <p:nvPr/>
          </p:nvSpPr>
          <p:spPr bwMode="gray">
            <a:xfrm>
              <a:off x="759268" y="6488261"/>
              <a:ext cx="61979" cy="61979"/>
            </a:xfrm>
            <a:prstGeom prst="ellipse">
              <a:avLst/>
            </a:prstGeom>
            <a:grpFill/>
            <a:ln w="12700" cap="flat" cmpd="sng" algn="ctr">
              <a:noFill/>
              <a:prstDash val="solid"/>
              <a:miter lim="800000"/>
            </a:ln>
            <a:effectLst/>
          </p:spPr>
          <p:txBody>
            <a:bodyPr rtlCol="0" anchor="ctr"/>
            <a:lstStyle/>
            <a:p>
              <a:pPr algn="ctr" defTabSz="914034">
                <a:defRPr/>
              </a:pPr>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Oval 44"/>
            <p:cNvSpPr>
              <a:spLocks noChangeAspect="1"/>
            </p:cNvSpPr>
            <p:nvPr/>
          </p:nvSpPr>
          <p:spPr bwMode="gray">
            <a:xfrm>
              <a:off x="559282" y="6488261"/>
              <a:ext cx="61979" cy="61979"/>
            </a:xfrm>
            <a:prstGeom prst="ellipse">
              <a:avLst/>
            </a:prstGeom>
            <a:grpFill/>
            <a:ln w="12700" cap="flat" cmpd="sng" algn="ctr">
              <a:noFill/>
              <a:prstDash val="solid"/>
              <a:miter lim="800000"/>
            </a:ln>
            <a:effectLst/>
          </p:spPr>
          <p:txBody>
            <a:bodyPr rtlCol="0" anchor="ctr"/>
            <a:lstStyle/>
            <a:p>
              <a:pPr algn="ctr" defTabSz="914034">
                <a:defRPr/>
              </a:pPr>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Oval 45"/>
            <p:cNvSpPr>
              <a:spLocks noChangeAspect="1"/>
            </p:cNvSpPr>
            <p:nvPr/>
          </p:nvSpPr>
          <p:spPr bwMode="gray">
            <a:xfrm>
              <a:off x="659275" y="6488261"/>
              <a:ext cx="61979" cy="61979"/>
            </a:xfrm>
            <a:prstGeom prst="ellipse">
              <a:avLst/>
            </a:prstGeom>
            <a:grpFill/>
            <a:ln w="12700" cap="flat" cmpd="sng" algn="ctr">
              <a:noFill/>
              <a:prstDash val="solid"/>
              <a:miter lim="800000"/>
            </a:ln>
            <a:effectLst/>
          </p:spPr>
          <p:txBody>
            <a:bodyPr rtlCol="0" anchor="ctr"/>
            <a:lstStyle/>
            <a:p>
              <a:pPr algn="ctr" defTabSz="914034">
                <a:defRPr/>
              </a:pPr>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81" name="图片 106" descr="堆叠交换机蓝.png"/>
          <p:cNvPicPr>
            <a:picLocks noChangeAspect="1"/>
          </p:cNvPicPr>
          <p:nvPr/>
        </p:nvPicPr>
        <p:blipFill>
          <a:blip r:embed="rId6" cstate="print"/>
          <a:stretch>
            <a:fillRect/>
          </a:stretch>
        </p:blipFill>
        <p:spPr bwMode="gray">
          <a:xfrm>
            <a:off x="8947845" y="5467014"/>
            <a:ext cx="343315" cy="275694"/>
          </a:xfrm>
          <a:prstGeom prst="rect">
            <a:avLst/>
          </a:prstGeom>
        </p:spPr>
      </p:pic>
      <p:pic>
        <p:nvPicPr>
          <p:cNvPr id="82" name="图片 106" descr="堆叠交换机蓝.png"/>
          <p:cNvPicPr>
            <a:picLocks noChangeAspect="1"/>
          </p:cNvPicPr>
          <p:nvPr/>
        </p:nvPicPr>
        <p:blipFill>
          <a:blip r:embed="rId6" cstate="print"/>
          <a:stretch>
            <a:fillRect/>
          </a:stretch>
        </p:blipFill>
        <p:spPr bwMode="gray">
          <a:xfrm>
            <a:off x="9783736" y="5467014"/>
            <a:ext cx="343315" cy="275694"/>
          </a:xfrm>
          <a:prstGeom prst="rect">
            <a:avLst/>
          </a:prstGeom>
        </p:spPr>
      </p:pic>
      <p:grpSp>
        <p:nvGrpSpPr>
          <p:cNvPr id="83" name="Group 54"/>
          <p:cNvGrpSpPr/>
          <p:nvPr/>
        </p:nvGrpSpPr>
        <p:grpSpPr bwMode="gray">
          <a:xfrm>
            <a:off x="9404548" y="5573075"/>
            <a:ext cx="266802" cy="61955"/>
            <a:chOff x="559282" y="6488261"/>
            <a:chExt cx="261965" cy="61979"/>
          </a:xfrm>
          <a:solidFill>
            <a:sysClr val="window" lastClr="FFFFFF">
              <a:lumMod val="50000"/>
            </a:sysClr>
          </a:solidFill>
        </p:grpSpPr>
        <p:sp>
          <p:nvSpPr>
            <p:cNvPr id="84" name="Oval 55"/>
            <p:cNvSpPr>
              <a:spLocks noChangeAspect="1"/>
            </p:cNvSpPr>
            <p:nvPr/>
          </p:nvSpPr>
          <p:spPr bwMode="gray">
            <a:xfrm>
              <a:off x="759268" y="6488261"/>
              <a:ext cx="61979" cy="61979"/>
            </a:xfrm>
            <a:prstGeom prst="ellipse">
              <a:avLst/>
            </a:prstGeom>
            <a:grpFill/>
            <a:ln w="12700" cap="flat" cmpd="sng" algn="ctr">
              <a:noFill/>
              <a:prstDash val="solid"/>
              <a:miter lim="800000"/>
            </a:ln>
            <a:effectLst/>
          </p:spPr>
          <p:txBody>
            <a:bodyPr rtlCol="0" anchor="ctr"/>
            <a:lstStyle/>
            <a:p>
              <a:pPr algn="ctr" defTabSz="914034">
                <a:defRPr/>
              </a:pPr>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Oval 56"/>
            <p:cNvSpPr>
              <a:spLocks noChangeAspect="1"/>
            </p:cNvSpPr>
            <p:nvPr/>
          </p:nvSpPr>
          <p:spPr bwMode="gray">
            <a:xfrm>
              <a:off x="559282" y="6488261"/>
              <a:ext cx="61979" cy="61979"/>
            </a:xfrm>
            <a:prstGeom prst="ellipse">
              <a:avLst/>
            </a:prstGeom>
            <a:grpFill/>
            <a:ln w="12700" cap="flat" cmpd="sng" algn="ctr">
              <a:noFill/>
              <a:prstDash val="solid"/>
              <a:miter lim="800000"/>
            </a:ln>
            <a:effectLst/>
          </p:spPr>
          <p:txBody>
            <a:bodyPr rtlCol="0" anchor="ctr"/>
            <a:lstStyle/>
            <a:p>
              <a:pPr algn="ctr" defTabSz="914034">
                <a:defRPr/>
              </a:pPr>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Oval 57"/>
            <p:cNvSpPr>
              <a:spLocks noChangeAspect="1"/>
            </p:cNvSpPr>
            <p:nvPr/>
          </p:nvSpPr>
          <p:spPr bwMode="gray">
            <a:xfrm>
              <a:off x="659275" y="6488261"/>
              <a:ext cx="61979" cy="61979"/>
            </a:xfrm>
            <a:prstGeom prst="ellipse">
              <a:avLst/>
            </a:prstGeom>
            <a:grpFill/>
            <a:ln w="12700" cap="flat" cmpd="sng" algn="ctr">
              <a:noFill/>
              <a:prstDash val="solid"/>
              <a:miter lim="800000"/>
            </a:ln>
            <a:effectLst/>
          </p:spPr>
          <p:txBody>
            <a:bodyPr rtlCol="0" anchor="ctr"/>
            <a:lstStyle/>
            <a:p>
              <a:pPr algn="ctr" defTabSz="914034">
                <a:defRPr/>
              </a:pPr>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87" name="Straight Connector 58"/>
          <p:cNvCxnSpPr>
            <a:stCxn id="81" idx="0"/>
            <a:endCxn id="63" idx="2"/>
          </p:cNvCxnSpPr>
          <p:nvPr/>
        </p:nvCxnSpPr>
        <p:spPr bwMode="gray">
          <a:xfrm flipV="1">
            <a:off x="9119503" y="4860992"/>
            <a:ext cx="0" cy="606021"/>
          </a:xfrm>
          <a:prstGeom prst="line">
            <a:avLst/>
          </a:prstGeom>
          <a:noFill/>
          <a:ln w="19050" cap="flat" cmpd="sng" algn="ctr">
            <a:solidFill>
              <a:sysClr val="windowText" lastClr="000000"/>
            </a:solidFill>
            <a:prstDash val="solid"/>
            <a:miter lim="800000"/>
          </a:ln>
          <a:effectLst/>
        </p:spPr>
      </p:cxnSp>
      <p:cxnSp>
        <p:nvCxnSpPr>
          <p:cNvPr id="88" name="Straight Connector 61"/>
          <p:cNvCxnSpPr>
            <a:stCxn id="82" idx="0"/>
            <a:endCxn id="64" idx="2"/>
          </p:cNvCxnSpPr>
          <p:nvPr/>
        </p:nvCxnSpPr>
        <p:spPr bwMode="gray">
          <a:xfrm flipV="1">
            <a:off x="9955393" y="4860992"/>
            <a:ext cx="0" cy="606021"/>
          </a:xfrm>
          <a:prstGeom prst="line">
            <a:avLst/>
          </a:prstGeom>
          <a:noFill/>
          <a:ln w="19050" cap="flat" cmpd="sng" algn="ctr">
            <a:solidFill>
              <a:sysClr val="windowText" lastClr="000000"/>
            </a:solidFill>
            <a:prstDash val="solid"/>
            <a:miter lim="800000"/>
          </a:ln>
          <a:effectLst/>
        </p:spPr>
      </p:cxnSp>
      <p:cxnSp>
        <p:nvCxnSpPr>
          <p:cNvPr id="89" name="Straight Connector 64"/>
          <p:cNvCxnSpPr>
            <a:stCxn id="81" idx="0"/>
            <a:endCxn id="64" idx="2"/>
          </p:cNvCxnSpPr>
          <p:nvPr/>
        </p:nvCxnSpPr>
        <p:spPr bwMode="gray">
          <a:xfrm flipV="1">
            <a:off x="9119503" y="4860992"/>
            <a:ext cx="835889" cy="606021"/>
          </a:xfrm>
          <a:prstGeom prst="line">
            <a:avLst/>
          </a:prstGeom>
          <a:noFill/>
          <a:ln w="19050" cap="flat" cmpd="sng" algn="ctr">
            <a:solidFill>
              <a:sysClr val="windowText" lastClr="000000"/>
            </a:solidFill>
            <a:prstDash val="solid"/>
            <a:miter lim="800000"/>
          </a:ln>
          <a:effectLst/>
        </p:spPr>
      </p:cxnSp>
      <p:cxnSp>
        <p:nvCxnSpPr>
          <p:cNvPr id="90" name="Straight Connector 67"/>
          <p:cNvCxnSpPr>
            <a:stCxn id="82" idx="0"/>
            <a:endCxn id="63" idx="2"/>
          </p:cNvCxnSpPr>
          <p:nvPr/>
        </p:nvCxnSpPr>
        <p:spPr bwMode="gray">
          <a:xfrm flipH="1" flipV="1">
            <a:off x="9119503" y="4860992"/>
            <a:ext cx="835889" cy="606021"/>
          </a:xfrm>
          <a:prstGeom prst="line">
            <a:avLst/>
          </a:prstGeom>
          <a:noFill/>
          <a:ln w="19050" cap="flat" cmpd="sng" algn="ctr">
            <a:solidFill>
              <a:sysClr val="windowText" lastClr="000000"/>
            </a:solidFill>
            <a:prstDash val="solid"/>
            <a:miter lim="800000"/>
          </a:ln>
          <a:effectLst/>
        </p:spPr>
      </p:cxnSp>
      <p:cxnSp>
        <p:nvCxnSpPr>
          <p:cNvPr id="91" name="Straight Connector 79"/>
          <p:cNvCxnSpPr>
            <a:stCxn id="57" idx="1"/>
            <a:endCxn id="56" idx="3"/>
          </p:cNvCxnSpPr>
          <p:nvPr/>
        </p:nvCxnSpPr>
        <p:spPr bwMode="gray">
          <a:xfrm flipH="1" flipV="1">
            <a:off x="7308762" y="3821470"/>
            <a:ext cx="613143" cy="1"/>
          </a:xfrm>
          <a:prstGeom prst="line">
            <a:avLst/>
          </a:prstGeom>
          <a:noFill/>
          <a:ln w="19050" cap="flat" cmpd="sng" algn="ctr">
            <a:solidFill>
              <a:sysClr val="windowText" lastClr="000000"/>
            </a:solidFill>
            <a:prstDash val="solid"/>
            <a:miter lim="800000"/>
          </a:ln>
          <a:effectLst/>
        </p:spPr>
      </p:cxnSp>
      <p:pic>
        <p:nvPicPr>
          <p:cNvPr id="92" name="Picture 2" descr="G:\做的项目\公共\扁平图标切换\更新2015_01_21\oss扁平图标库2015_01_21更新-04.png"/>
          <p:cNvPicPr>
            <a:picLocks noChangeAspect="1" noChangeArrowheads="1"/>
          </p:cNvPicPr>
          <p:nvPr/>
        </p:nvPicPr>
        <p:blipFill>
          <a:blip r:embed="rId7" cstate="print"/>
          <a:stretch>
            <a:fillRect/>
          </a:stretch>
        </p:blipFill>
        <p:spPr bwMode="gray">
          <a:xfrm>
            <a:off x="7918848" y="2638128"/>
            <a:ext cx="343315" cy="275693"/>
          </a:xfrm>
          <a:prstGeom prst="rect">
            <a:avLst/>
          </a:prstGeom>
          <a:noFill/>
        </p:spPr>
      </p:pic>
      <p:pic>
        <p:nvPicPr>
          <p:cNvPr id="93" name="Picture 2" descr="G:\做的项目\公共\扁平图标切换\更新2015_01_21\oss扁平图标库2015_01_21更新-04.png"/>
          <p:cNvPicPr>
            <a:picLocks noChangeAspect="1" noChangeArrowheads="1"/>
          </p:cNvPicPr>
          <p:nvPr/>
        </p:nvPicPr>
        <p:blipFill>
          <a:blip r:embed="rId7" cstate="print"/>
          <a:stretch>
            <a:fillRect/>
          </a:stretch>
        </p:blipFill>
        <p:spPr bwMode="gray">
          <a:xfrm>
            <a:off x="8757885" y="2638128"/>
            <a:ext cx="343315" cy="275693"/>
          </a:xfrm>
          <a:prstGeom prst="rect">
            <a:avLst/>
          </a:prstGeom>
          <a:noFill/>
        </p:spPr>
      </p:pic>
      <p:cxnSp>
        <p:nvCxnSpPr>
          <p:cNvPr id="94" name="Straight Connector 98"/>
          <p:cNvCxnSpPr>
            <a:stCxn id="93" idx="2"/>
            <a:endCxn id="58" idx="0"/>
          </p:cNvCxnSpPr>
          <p:nvPr/>
        </p:nvCxnSpPr>
        <p:spPr bwMode="gray">
          <a:xfrm>
            <a:off x="8929542" y="2913821"/>
            <a:ext cx="0" cy="770535"/>
          </a:xfrm>
          <a:prstGeom prst="line">
            <a:avLst/>
          </a:prstGeom>
          <a:noFill/>
          <a:ln w="19050" cap="flat" cmpd="sng" algn="ctr">
            <a:solidFill>
              <a:sysClr val="windowText" lastClr="000000"/>
            </a:solidFill>
            <a:prstDash val="solid"/>
            <a:miter lim="800000"/>
          </a:ln>
          <a:effectLst/>
        </p:spPr>
      </p:cxnSp>
      <p:cxnSp>
        <p:nvCxnSpPr>
          <p:cNvPr id="95" name="Straight Connector 101"/>
          <p:cNvCxnSpPr>
            <a:stCxn id="92" idx="2"/>
            <a:endCxn id="57" idx="0"/>
          </p:cNvCxnSpPr>
          <p:nvPr/>
        </p:nvCxnSpPr>
        <p:spPr bwMode="gray">
          <a:xfrm>
            <a:off x="8090506" y="2913821"/>
            <a:ext cx="2143" cy="770535"/>
          </a:xfrm>
          <a:prstGeom prst="line">
            <a:avLst/>
          </a:prstGeom>
          <a:noFill/>
          <a:ln w="19050" cap="flat" cmpd="sng" algn="ctr">
            <a:solidFill>
              <a:sysClr val="windowText" lastClr="000000"/>
            </a:solidFill>
            <a:prstDash val="solid"/>
            <a:miter lim="800000"/>
          </a:ln>
          <a:effectLst/>
        </p:spPr>
      </p:cxnSp>
      <p:cxnSp>
        <p:nvCxnSpPr>
          <p:cNvPr id="96" name="Straight Connector 104"/>
          <p:cNvCxnSpPr>
            <a:stCxn id="92" idx="3"/>
            <a:endCxn id="93" idx="1"/>
          </p:cNvCxnSpPr>
          <p:nvPr/>
        </p:nvCxnSpPr>
        <p:spPr bwMode="gray">
          <a:xfrm>
            <a:off x="8262164" y="2775975"/>
            <a:ext cx="495721" cy="0"/>
          </a:xfrm>
          <a:prstGeom prst="line">
            <a:avLst/>
          </a:prstGeom>
          <a:noFill/>
          <a:ln w="19050" cap="flat" cmpd="sng" algn="ctr">
            <a:solidFill>
              <a:sysClr val="windowText" lastClr="000000"/>
            </a:solidFill>
            <a:prstDash val="solid"/>
            <a:miter lim="800000"/>
          </a:ln>
          <a:effectLst/>
        </p:spPr>
      </p:cxnSp>
      <p:sp>
        <p:nvSpPr>
          <p:cNvPr id="97" name="Oval 59"/>
          <p:cNvSpPr/>
          <p:nvPr/>
        </p:nvSpPr>
        <p:spPr bwMode="gray">
          <a:xfrm rot="1782887">
            <a:off x="6990199" y="5262553"/>
            <a:ext cx="317373" cy="90778"/>
          </a:xfrm>
          <a:prstGeom prst="ellipse">
            <a:avLst/>
          </a:prstGeom>
          <a:noFill/>
          <a:ln w="19050" cap="flat" cmpd="sng" algn="ctr">
            <a:solidFill>
              <a:sysClr val="windowText" lastClr="000000"/>
            </a:solidFill>
            <a:prstDash val="solid"/>
            <a:miter lim="800000"/>
          </a:ln>
          <a:effectLst/>
        </p:spPr>
        <p:txBody>
          <a:bodyPr rtlCol="0" anchor="ctr"/>
          <a:lstStyle/>
          <a:p>
            <a:pPr algn="ctr" defTabSz="914034">
              <a:defRPr/>
            </a:pPr>
            <a:endParaRPr lang="zh-CN" altLang="en-US" sz="1799" ker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Oval 62"/>
          <p:cNvSpPr/>
          <p:nvPr/>
        </p:nvSpPr>
        <p:spPr bwMode="gray">
          <a:xfrm rot="19401600">
            <a:off x="7660247" y="5275299"/>
            <a:ext cx="317373" cy="90778"/>
          </a:xfrm>
          <a:prstGeom prst="ellipse">
            <a:avLst/>
          </a:prstGeom>
          <a:noFill/>
          <a:ln w="19050" cap="flat" cmpd="sng" algn="ctr">
            <a:solidFill>
              <a:sysClr val="windowText" lastClr="000000"/>
            </a:solidFill>
            <a:prstDash val="solid"/>
            <a:miter lim="800000"/>
          </a:ln>
          <a:effectLst/>
        </p:spPr>
        <p:txBody>
          <a:bodyPr rtlCol="0" anchor="ctr"/>
          <a:lstStyle/>
          <a:p>
            <a:pPr algn="ctr" defTabSz="914034">
              <a:defRPr/>
            </a:pPr>
            <a:endParaRPr lang="zh-CN" altLang="en-US" sz="1799" ker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Oval 63"/>
          <p:cNvSpPr/>
          <p:nvPr/>
        </p:nvSpPr>
        <p:spPr bwMode="gray">
          <a:xfrm rot="1782887">
            <a:off x="9028566" y="5294419"/>
            <a:ext cx="317373" cy="90778"/>
          </a:xfrm>
          <a:prstGeom prst="ellipse">
            <a:avLst/>
          </a:prstGeom>
          <a:noFill/>
          <a:ln w="19050" cap="flat" cmpd="sng" algn="ctr">
            <a:solidFill>
              <a:sysClr val="windowText" lastClr="000000"/>
            </a:solidFill>
            <a:prstDash val="solid"/>
            <a:miter lim="800000"/>
          </a:ln>
          <a:effectLst/>
        </p:spPr>
        <p:txBody>
          <a:bodyPr rtlCol="0" anchor="ctr"/>
          <a:lstStyle/>
          <a:p>
            <a:pPr algn="ctr" defTabSz="914034">
              <a:defRPr/>
            </a:pPr>
            <a:endParaRPr lang="zh-CN" altLang="en-US" sz="1799" ker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Oval 65"/>
          <p:cNvSpPr/>
          <p:nvPr/>
        </p:nvSpPr>
        <p:spPr bwMode="gray">
          <a:xfrm rot="19401600">
            <a:off x="9736219" y="5269617"/>
            <a:ext cx="317373" cy="90778"/>
          </a:xfrm>
          <a:prstGeom prst="ellipse">
            <a:avLst/>
          </a:prstGeom>
          <a:noFill/>
          <a:ln w="19050" cap="flat" cmpd="sng" algn="ctr">
            <a:solidFill>
              <a:sysClr val="windowText" lastClr="000000"/>
            </a:solidFill>
            <a:prstDash val="solid"/>
            <a:miter lim="800000"/>
          </a:ln>
          <a:effectLst/>
        </p:spPr>
        <p:txBody>
          <a:bodyPr rtlCol="0" anchor="ctr"/>
          <a:lstStyle/>
          <a:p>
            <a:pPr algn="ctr" defTabSz="914034">
              <a:defRPr/>
            </a:pPr>
            <a:endParaRPr lang="zh-CN" altLang="en-US" sz="1799" ker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TextBox 85"/>
          <p:cNvSpPr txBox="1"/>
          <p:nvPr/>
        </p:nvSpPr>
        <p:spPr bwMode="gray">
          <a:xfrm>
            <a:off x="5563922" y="3159169"/>
            <a:ext cx="658264" cy="276891"/>
          </a:xfrm>
          <a:prstGeom prst="rect">
            <a:avLst/>
          </a:prstGeom>
          <a:noFill/>
        </p:spPr>
        <p:txBody>
          <a:bodyPr wrap="none" rtlCol="0">
            <a:spAutoFit/>
          </a:bodyPr>
          <a:lstStyle/>
          <a:p>
            <a:pPr defTabSz="914034"/>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出口区</a:t>
            </a:r>
          </a:p>
        </p:txBody>
      </p:sp>
      <p:sp>
        <p:nvSpPr>
          <p:cNvPr id="102" name="TextBox 86"/>
          <p:cNvSpPr txBox="1"/>
          <p:nvPr/>
        </p:nvSpPr>
        <p:spPr bwMode="gray">
          <a:xfrm>
            <a:off x="5563922" y="4130144"/>
            <a:ext cx="658264" cy="276891"/>
          </a:xfrm>
          <a:prstGeom prst="rect">
            <a:avLst/>
          </a:prstGeom>
          <a:noFill/>
        </p:spPr>
        <p:txBody>
          <a:bodyPr wrap="none" rtlCol="0">
            <a:spAutoFit/>
          </a:bodyPr>
          <a:lstStyle/>
          <a:p>
            <a:pPr defTabSz="914034"/>
            <a:r>
              <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核心层</a:t>
            </a:r>
          </a:p>
        </p:txBody>
      </p:sp>
      <p:sp>
        <p:nvSpPr>
          <p:cNvPr id="103" name="TextBox 88"/>
          <p:cNvSpPr txBox="1"/>
          <p:nvPr/>
        </p:nvSpPr>
        <p:spPr bwMode="gray">
          <a:xfrm>
            <a:off x="5563922" y="4769550"/>
            <a:ext cx="658264" cy="276891"/>
          </a:xfrm>
          <a:prstGeom prst="rect">
            <a:avLst/>
          </a:prstGeom>
          <a:noFill/>
        </p:spPr>
        <p:txBody>
          <a:bodyPr wrap="none" rtlCol="0">
            <a:spAutoFit/>
          </a:bodyPr>
          <a:lstStyle/>
          <a:p>
            <a:pPr defTabSz="914034"/>
            <a:r>
              <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汇聚层</a:t>
            </a:r>
          </a:p>
        </p:txBody>
      </p:sp>
      <p:sp>
        <p:nvSpPr>
          <p:cNvPr id="104" name="Oval 92"/>
          <p:cNvSpPr/>
          <p:nvPr/>
        </p:nvSpPr>
        <p:spPr bwMode="gray">
          <a:xfrm rot="18651691">
            <a:off x="8762503" y="4253834"/>
            <a:ext cx="580327" cy="93083"/>
          </a:xfrm>
          <a:prstGeom prst="ellipse">
            <a:avLst/>
          </a:prstGeom>
          <a:noFill/>
          <a:ln w="19050" cap="flat" cmpd="sng" algn="ctr">
            <a:solidFill>
              <a:sysClr val="windowText" lastClr="000000"/>
            </a:solidFill>
            <a:prstDash val="solid"/>
            <a:miter lim="800000"/>
          </a:ln>
          <a:effectLst/>
        </p:spPr>
        <p:txBody>
          <a:bodyPr rtlCol="0" anchor="ctr"/>
          <a:lstStyle/>
          <a:p>
            <a:pPr algn="ctr" defTabSz="914034">
              <a:defRPr/>
            </a:pPr>
            <a:endParaRPr lang="zh-CN" altLang="en-US" sz="1799" ker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5" name="图片 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7908186" y="3061315"/>
            <a:ext cx="343315" cy="275693"/>
          </a:xfrm>
          <a:prstGeom prst="rect">
            <a:avLst/>
          </a:prstGeom>
        </p:spPr>
      </p:pic>
      <p:pic>
        <p:nvPicPr>
          <p:cNvPr id="106" name="图片 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8757885" y="3061315"/>
            <a:ext cx="343315" cy="275693"/>
          </a:xfrm>
          <a:prstGeom prst="rect">
            <a:avLst/>
          </a:prstGeom>
        </p:spPr>
      </p:pic>
      <p:cxnSp>
        <p:nvCxnSpPr>
          <p:cNvPr id="107" name="Straight Connector 127"/>
          <p:cNvCxnSpPr>
            <a:stCxn id="105" idx="3"/>
            <a:endCxn id="106" idx="1"/>
          </p:cNvCxnSpPr>
          <p:nvPr/>
        </p:nvCxnSpPr>
        <p:spPr bwMode="gray">
          <a:xfrm>
            <a:off x="8251500" y="3199161"/>
            <a:ext cx="506384" cy="0"/>
          </a:xfrm>
          <a:prstGeom prst="line">
            <a:avLst/>
          </a:prstGeom>
          <a:noFill/>
          <a:ln w="19050" cap="flat" cmpd="sng" algn="ctr">
            <a:solidFill>
              <a:sysClr val="windowText" lastClr="000000"/>
            </a:solidFill>
            <a:prstDash val="sysDash"/>
            <a:miter lim="800000"/>
          </a:ln>
          <a:effectLst/>
        </p:spPr>
      </p:cxnSp>
      <p:sp>
        <p:nvSpPr>
          <p:cNvPr id="108" name="TextBox 20"/>
          <p:cNvSpPr txBox="1"/>
          <p:nvPr/>
        </p:nvSpPr>
        <p:spPr bwMode="gray">
          <a:xfrm>
            <a:off x="6676556" y="3932541"/>
            <a:ext cx="890093" cy="276891"/>
          </a:xfrm>
          <a:prstGeom prst="rect">
            <a:avLst/>
          </a:prstGeom>
          <a:noFill/>
        </p:spPr>
        <p:txBody>
          <a:bodyPr wrap="none" rtlCol="0">
            <a:spAutoFit/>
          </a:bodyPr>
          <a:lstStyle/>
          <a:p>
            <a:pPr defTabSz="914034"/>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WLAN AC</a:t>
            </a:r>
            <a:endPar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9" name="图片 102" descr="AC-蓝.png"/>
          <p:cNvPicPr>
            <a:picLocks noChangeAspect="1"/>
          </p:cNvPicPr>
          <p:nvPr/>
        </p:nvPicPr>
        <p:blipFill>
          <a:blip r:embed="rId3" cstate="print"/>
          <a:stretch>
            <a:fillRect/>
          </a:stretch>
        </p:blipFill>
        <p:spPr bwMode="gray">
          <a:xfrm>
            <a:off x="9744353" y="3683622"/>
            <a:ext cx="343315" cy="275694"/>
          </a:xfrm>
          <a:prstGeom prst="rect">
            <a:avLst/>
          </a:prstGeom>
        </p:spPr>
      </p:pic>
      <p:sp>
        <p:nvSpPr>
          <p:cNvPr id="110" name="TextBox 20"/>
          <p:cNvSpPr txBox="1"/>
          <p:nvPr/>
        </p:nvSpPr>
        <p:spPr bwMode="gray">
          <a:xfrm>
            <a:off x="9455463" y="3932541"/>
            <a:ext cx="890093" cy="276891"/>
          </a:xfrm>
          <a:prstGeom prst="rect">
            <a:avLst/>
          </a:prstGeom>
          <a:noFill/>
        </p:spPr>
        <p:txBody>
          <a:bodyPr wrap="none" rtlCol="0">
            <a:spAutoFit/>
          </a:bodyPr>
          <a:lstStyle/>
          <a:p>
            <a:pPr defTabSz="914034"/>
            <a:r>
              <a:rPr lang="en-US" altLang="zh-CN"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WLAN AC</a:t>
            </a:r>
            <a:endPar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圆角矩形 117"/>
          <p:cNvSpPr/>
          <p:nvPr/>
        </p:nvSpPr>
        <p:spPr bwMode="gray">
          <a:xfrm flipH="1">
            <a:off x="3259998" y="2817168"/>
            <a:ext cx="1026095" cy="359859"/>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扩容</a:t>
            </a:r>
          </a:p>
        </p:txBody>
      </p:sp>
      <p:sp>
        <p:nvSpPr>
          <p:cNvPr id="119" name="圆角矩形 118"/>
          <p:cNvSpPr/>
          <p:nvPr/>
        </p:nvSpPr>
        <p:spPr bwMode="gray">
          <a:xfrm flipH="1">
            <a:off x="3259998" y="3667317"/>
            <a:ext cx="1026095" cy="359859"/>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改造</a:t>
            </a:r>
          </a:p>
        </p:txBody>
      </p:sp>
      <p:sp>
        <p:nvSpPr>
          <p:cNvPr id="120" name="圆角矩形 119"/>
          <p:cNvSpPr/>
          <p:nvPr/>
        </p:nvSpPr>
        <p:spPr bwMode="gray">
          <a:xfrm flipH="1">
            <a:off x="3259998" y="4517466"/>
            <a:ext cx="1026095" cy="359859"/>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替换</a:t>
            </a:r>
          </a:p>
        </p:txBody>
      </p:sp>
      <p:sp>
        <p:nvSpPr>
          <p:cNvPr id="121" name="圆角矩形 120"/>
          <p:cNvSpPr/>
          <p:nvPr/>
        </p:nvSpPr>
        <p:spPr bwMode="gray">
          <a:xfrm flipH="1">
            <a:off x="3259998" y="5367615"/>
            <a:ext cx="1026095" cy="359859"/>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变更</a:t>
            </a:r>
          </a:p>
        </p:txBody>
      </p:sp>
      <p:sp>
        <p:nvSpPr>
          <p:cNvPr id="124" name="矩形 123"/>
          <p:cNvSpPr/>
          <p:nvPr/>
        </p:nvSpPr>
        <p:spPr bwMode="gray">
          <a:xfrm flipH="1">
            <a:off x="2831875" y="2335217"/>
            <a:ext cx="1868051" cy="338422"/>
          </a:xfrm>
          <a:prstGeom prst="rect">
            <a:avLst/>
          </a:prstGeom>
        </p:spPr>
        <p:txBody>
          <a:bodyPr wrap="square">
            <a:spAutoFit/>
          </a:bodyPr>
          <a:lstStyle/>
          <a:p>
            <a:pPr algn="ctr" defTabSz="914034">
              <a:defRPr/>
            </a:pPr>
            <a:r>
              <a:rPr lang="zh-CN" altLang="en-US" sz="1599" kern="0" dirty="0">
                <a:sym typeface="Huawei Sans" panose="020C0503030203020204" pitchFamily="34" charset="0"/>
              </a:rPr>
              <a:t>存在风险的操作</a:t>
            </a:r>
          </a:p>
        </p:txBody>
      </p:sp>
      <p:cxnSp>
        <p:nvCxnSpPr>
          <p:cNvPr id="125" name="直接连接符 124"/>
          <p:cNvCxnSpPr>
            <a:stCxn id="116" idx="3"/>
            <a:endCxn id="122" idx="1"/>
          </p:cNvCxnSpPr>
          <p:nvPr/>
        </p:nvCxnSpPr>
        <p:spPr bwMode="gray">
          <a:xfrm flipH="1">
            <a:off x="4714217" y="4150585"/>
            <a:ext cx="746481" cy="0"/>
          </a:xfrm>
          <a:prstGeom prst="line">
            <a:avLst/>
          </a:prstGeom>
          <a:noFill/>
          <a:ln w="28575">
            <a:solidFill>
              <a:srgbClr val="56C4D2"/>
            </a:solidFill>
            <a:headEnd type="arrow" w="med" len="med"/>
            <a:tailEnd type="arrow" w="med" len="med"/>
          </a:ln>
        </p:spPr>
        <p:style>
          <a:lnRef idx="2">
            <a:schemeClr val="accent1">
              <a:shade val="50000"/>
            </a:schemeClr>
          </a:lnRef>
          <a:fillRef idx="1">
            <a:schemeClr val="accent1"/>
          </a:fillRef>
          <a:effectRef idx="0">
            <a:schemeClr val="accent1"/>
          </a:effectRef>
          <a:fontRef idx="minor">
            <a:schemeClr val="lt1"/>
          </a:fontRef>
        </p:style>
      </p:cxnSp>
      <p:sp>
        <p:nvSpPr>
          <p:cNvPr id="129" name="矩形 128"/>
          <p:cNvSpPr/>
          <p:nvPr/>
        </p:nvSpPr>
        <p:spPr bwMode="gray">
          <a:xfrm flipH="1">
            <a:off x="870525" y="3848002"/>
            <a:ext cx="1019136" cy="338422"/>
          </a:xfrm>
          <a:prstGeom prst="rect">
            <a:avLst/>
          </a:prstGeom>
        </p:spPr>
        <p:txBody>
          <a:bodyPr wrap="none">
            <a:spAutoFit/>
          </a:bodyPr>
          <a:lstStyle/>
          <a:p>
            <a:r>
              <a:rPr lang="zh-CN" altLang="en-US" sz="1599" dirty="0"/>
              <a:t>割接项目</a:t>
            </a:r>
          </a:p>
        </p:txBody>
      </p:sp>
      <p:cxnSp>
        <p:nvCxnSpPr>
          <p:cNvPr id="130" name="直接箭头连接符 129"/>
          <p:cNvCxnSpPr>
            <a:stCxn id="129" idx="1"/>
            <a:endCxn id="118" idx="3"/>
          </p:cNvCxnSpPr>
          <p:nvPr/>
        </p:nvCxnSpPr>
        <p:spPr bwMode="gray">
          <a:xfrm flipV="1">
            <a:off x="1889661" y="2997097"/>
            <a:ext cx="1370337" cy="1020116"/>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直接箭头连接符 134"/>
          <p:cNvCxnSpPr>
            <a:stCxn id="129" idx="1"/>
            <a:endCxn id="119" idx="3"/>
          </p:cNvCxnSpPr>
          <p:nvPr/>
        </p:nvCxnSpPr>
        <p:spPr bwMode="gray">
          <a:xfrm flipV="1">
            <a:off x="1889661" y="3847246"/>
            <a:ext cx="1370337" cy="169967"/>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直接箭头连接符 137"/>
          <p:cNvCxnSpPr>
            <a:stCxn id="129" idx="1"/>
            <a:endCxn id="120" idx="3"/>
          </p:cNvCxnSpPr>
          <p:nvPr/>
        </p:nvCxnSpPr>
        <p:spPr bwMode="gray">
          <a:xfrm>
            <a:off x="1889661" y="4017213"/>
            <a:ext cx="1370337" cy="680182"/>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直接箭头连接符 140"/>
          <p:cNvCxnSpPr>
            <a:stCxn id="129" idx="1"/>
            <a:endCxn id="121" idx="3"/>
          </p:cNvCxnSpPr>
          <p:nvPr/>
        </p:nvCxnSpPr>
        <p:spPr bwMode="gray">
          <a:xfrm>
            <a:off x="1889661" y="4017213"/>
            <a:ext cx="1370337" cy="1530332"/>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9935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文本占位符 2"/>
          <p:cNvSpPr>
            <a:spLocks noGrp="1"/>
          </p:cNvSpPr>
          <p:nvPr>
            <p:ph type="body" sz="quarter" idx="10"/>
          </p:nvPr>
        </p:nvSpPr>
        <p:spPr bwMode="gray"/>
        <p:txBody>
          <a:bodyPr/>
          <a:lstStyle/>
          <a:p>
            <a:r>
              <a:rPr lang="zh-CN" altLang="en-US" sz="1599" dirty="0"/>
              <a:t>随着业务流量的增加，对网络进行扩容，增加网络设备、添加链路。</a:t>
            </a:r>
            <a:endParaRPr lang="zh-CN" altLang="en-US" sz="1799" dirty="0"/>
          </a:p>
        </p:txBody>
      </p:sp>
      <p:sp>
        <p:nvSpPr>
          <p:cNvPr id="3" name="标题 2"/>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割接常见场景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圆角矩形 75"/>
          <p:cNvSpPr/>
          <p:nvPr/>
        </p:nvSpPr>
        <p:spPr bwMode="gray">
          <a:xfrm>
            <a:off x="453277" y="1598136"/>
            <a:ext cx="5571790"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网络扩容</a:t>
            </a:r>
          </a:p>
        </p:txBody>
      </p:sp>
      <p:sp>
        <p:nvSpPr>
          <p:cNvPr id="6" name="圆角矩形 75"/>
          <p:cNvSpPr/>
          <p:nvPr/>
        </p:nvSpPr>
        <p:spPr bwMode="gray">
          <a:xfrm>
            <a:off x="453277" y="2029472"/>
            <a:ext cx="5571790" cy="3899377"/>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a:lnSpc>
                <a:spcPts val="2599"/>
              </a:lnSpc>
              <a:spcAft>
                <a:spcPts val="600"/>
              </a:spcAft>
            </a:pPr>
            <a:endParaRPr lang="en-US" altLang="zh-CN" sz="1599" dirty="0">
              <a:solidFill>
                <a:prstClr val="black"/>
              </a:solidFill>
            </a:endParaRPr>
          </a:p>
        </p:txBody>
      </p:sp>
      <p:sp>
        <p:nvSpPr>
          <p:cNvPr id="8" name="圆角矩形 75"/>
          <p:cNvSpPr/>
          <p:nvPr/>
        </p:nvSpPr>
        <p:spPr bwMode="gray">
          <a:xfrm>
            <a:off x="6093620" y="1598136"/>
            <a:ext cx="5571790"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网络改造</a:t>
            </a:r>
          </a:p>
        </p:txBody>
      </p:sp>
      <p:sp>
        <p:nvSpPr>
          <p:cNvPr id="9" name="圆角矩形 75"/>
          <p:cNvSpPr/>
          <p:nvPr/>
        </p:nvSpPr>
        <p:spPr bwMode="gray">
          <a:xfrm>
            <a:off x="6093620" y="2029472"/>
            <a:ext cx="5571790" cy="3899377"/>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b" anchorCtr="0">
            <a:noAutofit/>
          </a:bodyPr>
          <a:lstStyle/>
          <a:p>
            <a:pPr marL="285750" indent="-285750">
              <a:buFont typeface="Arial" panose="020B0604020202020204" pitchFamily="34" charset="0"/>
              <a:buChar char="•"/>
            </a:pPr>
            <a:r>
              <a:rPr lang="zh-CN" altLang="en-US" sz="1599" dirty="0">
                <a:solidFill>
                  <a:schemeClr val="tx1"/>
                </a:solidFill>
              </a:rPr>
              <a:t>涉及对网络结构的调整，包括物理结构、逻辑结构。</a:t>
            </a:r>
          </a:p>
        </p:txBody>
      </p:sp>
      <p:cxnSp>
        <p:nvCxnSpPr>
          <p:cNvPr id="10" name="直接连接符 9"/>
          <p:cNvCxnSpPr>
            <a:stCxn id="15" idx="0"/>
            <a:endCxn id="16" idx="2"/>
          </p:cNvCxnSpPr>
          <p:nvPr/>
        </p:nvCxnSpPr>
        <p:spPr bwMode="gray">
          <a:xfrm flipV="1">
            <a:off x="2342394" y="2973150"/>
            <a:ext cx="542713" cy="601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15" idx="0"/>
            <a:endCxn id="17" idx="2"/>
          </p:cNvCxnSpPr>
          <p:nvPr/>
        </p:nvCxnSpPr>
        <p:spPr bwMode="gray">
          <a:xfrm flipV="1">
            <a:off x="2342393" y="2973150"/>
            <a:ext cx="1352022" cy="601933"/>
          </a:xfrm>
          <a:prstGeom prst="line">
            <a:avLst/>
          </a:prstGeom>
          <a:ln w="19050">
            <a:solidFill>
              <a:srgbClr val="EC706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18" idx="0"/>
            <a:endCxn id="16" idx="2"/>
          </p:cNvCxnSpPr>
          <p:nvPr/>
        </p:nvCxnSpPr>
        <p:spPr bwMode="gray">
          <a:xfrm flipH="1" flipV="1">
            <a:off x="2885107" y="2973150"/>
            <a:ext cx="1304415" cy="601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18" idx="0"/>
            <a:endCxn id="17" idx="2"/>
          </p:cNvCxnSpPr>
          <p:nvPr/>
        </p:nvCxnSpPr>
        <p:spPr bwMode="gray">
          <a:xfrm flipH="1" flipV="1">
            <a:off x="3694415" y="2973150"/>
            <a:ext cx="495107" cy="601933"/>
          </a:xfrm>
          <a:prstGeom prst="line">
            <a:avLst/>
          </a:prstGeom>
          <a:ln w="19050">
            <a:solidFill>
              <a:srgbClr val="EC7061"/>
            </a:solidFill>
          </a:ln>
        </p:spPr>
        <p:style>
          <a:lnRef idx="1">
            <a:schemeClr val="accent1"/>
          </a:lnRef>
          <a:fillRef idx="0">
            <a:schemeClr val="accent1"/>
          </a:fillRef>
          <a:effectRef idx="0">
            <a:schemeClr val="accent1"/>
          </a:effectRef>
          <a:fontRef idx="minor">
            <a:schemeClr val="tx1"/>
          </a:fontRef>
        </p:style>
      </p:cxnSp>
      <p:pic>
        <p:nvPicPr>
          <p:cNvPr id="14" name="图片 13"/>
          <p:cNvPicPr>
            <a:picLocks/>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1099741" y="4611290"/>
            <a:ext cx="529602" cy="434273"/>
          </a:xfrm>
          <a:prstGeom prst="rect">
            <a:avLst/>
          </a:prstGeom>
        </p:spPr>
      </p:pic>
      <p:pic>
        <p:nvPicPr>
          <p:cNvPr id="15" name="图片 14"/>
          <p:cNvPicPr>
            <a:picLocks/>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2077592" y="3575083"/>
            <a:ext cx="529602" cy="434273"/>
          </a:xfrm>
          <a:prstGeom prst="rect">
            <a:avLst/>
          </a:prstGeom>
        </p:spPr>
      </p:pic>
      <p:pic>
        <p:nvPicPr>
          <p:cNvPr id="16" name="图片 15"/>
          <p:cNvPicPr>
            <a:picLocks/>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2620305" y="2538877"/>
            <a:ext cx="529602" cy="434273"/>
          </a:xfrm>
          <a:prstGeom prst="rect">
            <a:avLst/>
          </a:prstGeom>
        </p:spPr>
      </p:pic>
      <p:pic>
        <p:nvPicPr>
          <p:cNvPr id="17" name="图片 16"/>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3429614" y="2538877"/>
            <a:ext cx="529602" cy="434273"/>
          </a:xfrm>
          <a:prstGeom prst="rect">
            <a:avLst/>
          </a:prstGeom>
        </p:spPr>
      </p:pic>
      <p:pic>
        <p:nvPicPr>
          <p:cNvPr id="18" name="图片 1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924721" y="3575083"/>
            <a:ext cx="529602" cy="434273"/>
          </a:xfrm>
          <a:prstGeom prst="rect">
            <a:avLst/>
          </a:prstGeom>
        </p:spPr>
      </p:pic>
      <p:pic>
        <p:nvPicPr>
          <p:cNvPr id="19" name="图片 18"/>
          <p:cNvPicPr>
            <a:picLocks/>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2349495" y="4611290"/>
            <a:ext cx="529602" cy="434273"/>
          </a:xfrm>
          <a:prstGeom prst="rect">
            <a:avLst/>
          </a:prstGeom>
        </p:spPr>
      </p:pic>
      <p:pic>
        <p:nvPicPr>
          <p:cNvPr id="20" name="图片 19"/>
          <p:cNvPicPr>
            <a:picLocks/>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3599249" y="4611290"/>
            <a:ext cx="529602" cy="434273"/>
          </a:xfrm>
          <a:prstGeom prst="rect">
            <a:avLst/>
          </a:prstGeom>
        </p:spPr>
      </p:pic>
      <p:pic>
        <p:nvPicPr>
          <p:cNvPr id="21" name="图片 20"/>
          <p:cNvPicPr>
            <a:picLocks/>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4849003" y="4611290"/>
            <a:ext cx="529602" cy="434273"/>
          </a:xfrm>
          <a:prstGeom prst="rect">
            <a:avLst/>
          </a:prstGeom>
        </p:spPr>
      </p:pic>
      <p:cxnSp>
        <p:nvCxnSpPr>
          <p:cNvPr id="22" name="直接连接符 21"/>
          <p:cNvCxnSpPr>
            <a:stCxn id="14" idx="0"/>
            <a:endCxn id="15" idx="2"/>
          </p:cNvCxnSpPr>
          <p:nvPr/>
        </p:nvCxnSpPr>
        <p:spPr bwMode="gray">
          <a:xfrm flipV="1">
            <a:off x="1364543" y="4009356"/>
            <a:ext cx="977851" cy="601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4" idx="0"/>
            <a:endCxn id="18" idx="2"/>
          </p:cNvCxnSpPr>
          <p:nvPr/>
        </p:nvCxnSpPr>
        <p:spPr bwMode="gray">
          <a:xfrm flipV="1">
            <a:off x="1364543" y="4009356"/>
            <a:ext cx="2824979" cy="601933"/>
          </a:xfrm>
          <a:prstGeom prst="line">
            <a:avLst/>
          </a:prstGeom>
          <a:ln w="19050">
            <a:solidFill>
              <a:srgbClr val="EC706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19" idx="0"/>
            <a:endCxn id="18" idx="2"/>
          </p:cNvCxnSpPr>
          <p:nvPr/>
        </p:nvCxnSpPr>
        <p:spPr bwMode="gray">
          <a:xfrm flipV="1">
            <a:off x="2614296" y="4009356"/>
            <a:ext cx="1575226" cy="601933"/>
          </a:xfrm>
          <a:prstGeom prst="line">
            <a:avLst/>
          </a:prstGeom>
          <a:ln w="19050">
            <a:solidFill>
              <a:srgbClr val="EC706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9" idx="0"/>
            <a:endCxn id="15" idx="2"/>
          </p:cNvCxnSpPr>
          <p:nvPr/>
        </p:nvCxnSpPr>
        <p:spPr bwMode="gray">
          <a:xfrm flipH="1" flipV="1">
            <a:off x="2342394" y="4009356"/>
            <a:ext cx="271903" cy="601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20" idx="0"/>
            <a:endCxn id="18" idx="2"/>
          </p:cNvCxnSpPr>
          <p:nvPr/>
        </p:nvCxnSpPr>
        <p:spPr bwMode="gray">
          <a:xfrm flipV="1">
            <a:off x="3864050" y="4009356"/>
            <a:ext cx="325472" cy="601933"/>
          </a:xfrm>
          <a:prstGeom prst="line">
            <a:avLst/>
          </a:prstGeom>
          <a:ln w="19050">
            <a:solidFill>
              <a:srgbClr val="EC706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20" idx="0"/>
            <a:endCxn id="15" idx="2"/>
          </p:cNvCxnSpPr>
          <p:nvPr/>
        </p:nvCxnSpPr>
        <p:spPr bwMode="gray">
          <a:xfrm flipH="1" flipV="1">
            <a:off x="2342394" y="4009356"/>
            <a:ext cx="1521657" cy="601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21" idx="0"/>
            <a:endCxn id="18" idx="2"/>
          </p:cNvCxnSpPr>
          <p:nvPr/>
        </p:nvCxnSpPr>
        <p:spPr bwMode="gray">
          <a:xfrm flipH="1" flipV="1">
            <a:off x="4189522" y="4009356"/>
            <a:ext cx="924282" cy="601933"/>
          </a:xfrm>
          <a:prstGeom prst="line">
            <a:avLst/>
          </a:prstGeom>
          <a:ln w="19050">
            <a:solidFill>
              <a:srgbClr val="EC706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21" idx="0"/>
            <a:endCxn id="15" idx="2"/>
          </p:cNvCxnSpPr>
          <p:nvPr/>
        </p:nvCxnSpPr>
        <p:spPr bwMode="gray">
          <a:xfrm flipH="1" flipV="1">
            <a:off x="2342394" y="4009356"/>
            <a:ext cx="2771410" cy="601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圆角矩形 37"/>
          <p:cNvSpPr/>
          <p:nvPr/>
        </p:nvSpPr>
        <p:spPr bwMode="gray">
          <a:xfrm>
            <a:off x="3880067" y="2316761"/>
            <a:ext cx="667356" cy="359859"/>
          </a:xfrm>
          <a:prstGeom prst="roundRect">
            <a:avLst>
              <a:gd name="adj" fmla="val 15000"/>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r>
              <a:rPr lang="zh-CN" altLang="en-US" sz="1599" kern="0" dirty="0">
                <a:solidFill>
                  <a:srgbClr val="1D1D1A"/>
                </a:solidFill>
                <a:sym typeface="Huawei Sans" panose="020C0503030203020204" pitchFamily="34" charset="0"/>
              </a:rPr>
              <a:t>新增</a:t>
            </a:r>
          </a:p>
        </p:txBody>
      </p:sp>
      <p:sp>
        <p:nvSpPr>
          <p:cNvPr id="39" name="圆角矩形 38"/>
          <p:cNvSpPr/>
          <p:nvPr/>
        </p:nvSpPr>
        <p:spPr bwMode="gray">
          <a:xfrm>
            <a:off x="4312667" y="3348530"/>
            <a:ext cx="667356" cy="359859"/>
          </a:xfrm>
          <a:prstGeom prst="roundRect">
            <a:avLst>
              <a:gd name="adj" fmla="val 15000"/>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r>
              <a:rPr lang="zh-CN" altLang="en-US" sz="1599" kern="0" dirty="0">
                <a:solidFill>
                  <a:srgbClr val="1D1D1A"/>
                </a:solidFill>
                <a:sym typeface="Huawei Sans" panose="020C0503030203020204" pitchFamily="34" charset="0"/>
              </a:rPr>
              <a:t>新增</a:t>
            </a:r>
          </a:p>
        </p:txBody>
      </p:sp>
      <p:grpSp>
        <p:nvGrpSpPr>
          <p:cNvPr id="70" name="组合 69"/>
          <p:cNvGrpSpPr/>
          <p:nvPr/>
        </p:nvGrpSpPr>
        <p:grpSpPr bwMode="gray">
          <a:xfrm>
            <a:off x="7176668" y="2130669"/>
            <a:ext cx="3489834" cy="1030562"/>
            <a:chOff x="7179471" y="2138765"/>
            <a:chExt cx="3491197" cy="1030965"/>
          </a:xfrm>
        </p:grpSpPr>
        <p:sp>
          <p:nvSpPr>
            <p:cNvPr id="67" name="矩形 66"/>
            <p:cNvSpPr/>
            <p:nvPr/>
          </p:nvSpPr>
          <p:spPr bwMode="gray">
            <a:xfrm>
              <a:off x="7179471" y="2138765"/>
              <a:ext cx="3491197" cy="1030965"/>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endParaRPr lang="en-US" altLang="zh-CN" sz="1599" kern="0" dirty="0">
                <a:solidFill>
                  <a:srgbClr val="1D1D1A"/>
                </a:solidFill>
                <a:sym typeface="Huawei Sans" panose="020C0503030203020204" pitchFamily="34" charset="0"/>
              </a:endParaRPr>
            </a:p>
          </p:txBody>
        </p:sp>
        <p:grpSp>
          <p:nvGrpSpPr>
            <p:cNvPr id="69" name="组合 68"/>
            <p:cNvGrpSpPr/>
            <p:nvPr/>
          </p:nvGrpSpPr>
          <p:grpSpPr bwMode="gray">
            <a:xfrm>
              <a:off x="7378922" y="2297599"/>
              <a:ext cx="3092295" cy="713296"/>
              <a:chOff x="7388890" y="2425108"/>
              <a:chExt cx="3092295" cy="713296"/>
            </a:xfrm>
          </p:grpSpPr>
          <p:cxnSp>
            <p:nvCxnSpPr>
              <p:cNvPr id="46" name="直接连接符 45"/>
              <p:cNvCxnSpPr>
                <a:stCxn id="44" idx="3"/>
              </p:cNvCxnSpPr>
              <p:nvPr/>
            </p:nvCxnSpPr>
            <p:spPr bwMode="gray">
              <a:xfrm>
                <a:off x="7940455" y="2646017"/>
                <a:ext cx="19692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1" name="组合 40"/>
              <p:cNvGrpSpPr/>
              <p:nvPr/>
            </p:nvGrpSpPr>
            <p:grpSpPr bwMode="gray">
              <a:xfrm>
                <a:off x="9729547" y="2436782"/>
                <a:ext cx="751638" cy="418471"/>
                <a:chOff x="8133063" y="1699504"/>
                <a:chExt cx="751638" cy="418471"/>
              </a:xfrm>
            </p:grpSpPr>
            <p:sp>
              <p:nvSpPr>
                <p:cNvPr id="42" name="Freeform 159"/>
                <p:cNvSpPr/>
                <p:nvPr/>
              </p:nvSpPr>
              <p:spPr bwMode="gray">
                <a:xfrm flipH="1">
                  <a:off x="8133063" y="1699504"/>
                  <a:ext cx="751638" cy="3929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799" dirty="0"/>
                </a:p>
              </p:txBody>
            </p:sp>
            <p:sp>
              <p:nvSpPr>
                <p:cNvPr id="43" name="矩形 42"/>
                <p:cNvSpPr/>
                <p:nvPr/>
              </p:nvSpPr>
              <p:spPr bwMode="gray">
                <a:xfrm>
                  <a:off x="8255912" y="1810198"/>
                  <a:ext cx="535724" cy="307777"/>
                </a:xfrm>
                <a:prstGeom prst="rect">
                  <a:avLst/>
                </a:prstGeom>
              </p:spPr>
              <p:txBody>
                <a:bodyPr wrap="none">
                  <a:spAutoFit/>
                </a:bodyPr>
                <a:lstStyle/>
                <a:p>
                  <a:pPr algn="ctr"/>
                  <a:r>
                    <a:rPr lang="en-US" sz="1399" dirty="0">
                      <a:latin typeface="+mj-lt"/>
                    </a:rPr>
                    <a:t>ISP1</a:t>
                  </a:r>
                </a:p>
              </p:txBody>
            </p:sp>
          </p:grpSp>
          <p:pic>
            <p:nvPicPr>
              <p:cNvPr id="44"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6" cstate="print">
                <a:duotone>
                  <a:schemeClr val="bg2">
                    <a:shade val="45000"/>
                    <a:satMod val="135000"/>
                  </a:schemeClr>
                  <a:prstClr val="white"/>
                </a:duotone>
              </a:blip>
              <a:srcRect/>
              <a:stretch>
                <a:fillRect/>
              </a:stretch>
            </p:blipFill>
            <p:spPr bwMode="gray">
              <a:xfrm>
                <a:off x="7400455" y="2425108"/>
                <a:ext cx="540000" cy="441818"/>
              </a:xfrm>
              <a:prstGeom prst="rect">
                <a:avLst/>
              </a:prstGeom>
              <a:noFill/>
            </p:spPr>
          </p:pic>
          <p:sp>
            <p:nvSpPr>
              <p:cNvPr id="45" name="文本框 44"/>
              <p:cNvSpPr txBox="1"/>
              <p:nvPr/>
            </p:nvSpPr>
            <p:spPr bwMode="gray">
              <a:xfrm>
                <a:off x="7388890" y="2830627"/>
                <a:ext cx="543739" cy="307777"/>
              </a:xfrm>
              <a:prstGeom prst="rect">
                <a:avLst/>
              </a:prstGeom>
              <a:noFill/>
            </p:spPr>
            <p:txBody>
              <a:bodyPr wrap="none" rtlCol="0">
                <a:spAutoFit/>
              </a:bodyPr>
              <a:lstStyle/>
              <a:p>
                <a:pPr algn="ctr"/>
                <a:r>
                  <a:rPr lang="zh-CN" altLang="en-US" sz="1399" dirty="0">
                    <a:latin typeface="+mn-ea"/>
                  </a:rPr>
                  <a:t>出口</a:t>
                </a:r>
                <a:endParaRPr lang="en-US" sz="1399" dirty="0">
                  <a:latin typeface="+mn-ea"/>
                </a:endParaRPr>
              </a:p>
            </p:txBody>
          </p:sp>
        </p:grpSp>
      </p:grpSp>
      <p:grpSp>
        <p:nvGrpSpPr>
          <p:cNvPr id="72" name="组合 71"/>
          <p:cNvGrpSpPr/>
          <p:nvPr/>
        </p:nvGrpSpPr>
        <p:grpSpPr bwMode="gray">
          <a:xfrm>
            <a:off x="7176668" y="3976750"/>
            <a:ext cx="3489834" cy="1563597"/>
            <a:chOff x="7277662" y="3985568"/>
            <a:chExt cx="3491197" cy="1564208"/>
          </a:xfrm>
        </p:grpSpPr>
        <p:sp>
          <p:nvSpPr>
            <p:cNvPr id="68" name="矩形 67"/>
            <p:cNvSpPr/>
            <p:nvPr/>
          </p:nvSpPr>
          <p:spPr bwMode="gray">
            <a:xfrm>
              <a:off x="7277662" y="3985568"/>
              <a:ext cx="3491197" cy="1564208"/>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endParaRPr lang="en-US" altLang="zh-CN" sz="1599" kern="0" dirty="0">
                <a:solidFill>
                  <a:srgbClr val="1D1D1A"/>
                </a:solidFill>
                <a:sym typeface="Huawei Sans" panose="020C0503030203020204" pitchFamily="34" charset="0"/>
              </a:endParaRPr>
            </a:p>
          </p:txBody>
        </p:sp>
        <p:grpSp>
          <p:nvGrpSpPr>
            <p:cNvPr id="71" name="组合 70"/>
            <p:cNvGrpSpPr/>
            <p:nvPr/>
          </p:nvGrpSpPr>
          <p:grpSpPr bwMode="gray">
            <a:xfrm>
              <a:off x="7477113" y="4092756"/>
              <a:ext cx="3092295" cy="1349833"/>
              <a:chOff x="7388890" y="4120827"/>
              <a:chExt cx="3092295" cy="1349833"/>
            </a:xfrm>
          </p:grpSpPr>
          <p:cxnSp>
            <p:nvCxnSpPr>
              <p:cNvPr id="51" name="直接连接符 50"/>
              <p:cNvCxnSpPr>
                <a:stCxn id="55" idx="3"/>
                <a:endCxn id="58" idx="21"/>
              </p:cNvCxnSpPr>
              <p:nvPr/>
            </p:nvCxnSpPr>
            <p:spPr bwMode="gray">
              <a:xfrm flipV="1">
                <a:off x="7940455" y="4396290"/>
                <a:ext cx="1789092" cy="3994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2" name="组合 51"/>
              <p:cNvGrpSpPr/>
              <p:nvPr/>
            </p:nvGrpSpPr>
            <p:grpSpPr bwMode="gray">
              <a:xfrm>
                <a:off x="9729547" y="5052189"/>
                <a:ext cx="751638" cy="418471"/>
                <a:chOff x="8133063" y="1699504"/>
                <a:chExt cx="751638" cy="418471"/>
              </a:xfrm>
            </p:grpSpPr>
            <p:sp>
              <p:nvSpPr>
                <p:cNvPr id="53" name="Freeform 159"/>
                <p:cNvSpPr/>
                <p:nvPr/>
              </p:nvSpPr>
              <p:spPr bwMode="gray">
                <a:xfrm flipH="1">
                  <a:off x="8133063" y="1699504"/>
                  <a:ext cx="751638" cy="3929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799" dirty="0"/>
                </a:p>
              </p:txBody>
            </p:sp>
            <p:sp>
              <p:nvSpPr>
                <p:cNvPr id="54" name="矩形 53"/>
                <p:cNvSpPr/>
                <p:nvPr/>
              </p:nvSpPr>
              <p:spPr bwMode="gray">
                <a:xfrm>
                  <a:off x="8255912" y="1810198"/>
                  <a:ext cx="535724" cy="307777"/>
                </a:xfrm>
                <a:prstGeom prst="rect">
                  <a:avLst/>
                </a:prstGeom>
              </p:spPr>
              <p:txBody>
                <a:bodyPr wrap="none">
                  <a:spAutoFit/>
                </a:bodyPr>
                <a:lstStyle/>
                <a:p>
                  <a:pPr algn="ctr"/>
                  <a:r>
                    <a:rPr lang="en-US" sz="1399" dirty="0">
                      <a:latin typeface="+mj-lt"/>
                    </a:rPr>
                    <a:t>ISP</a:t>
                  </a:r>
                  <a:r>
                    <a:rPr lang="en-US" altLang="zh-CN" sz="1399" dirty="0">
                      <a:latin typeface="+mj-lt"/>
                    </a:rPr>
                    <a:t>2</a:t>
                  </a:r>
                  <a:endParaRPr lang="en-US" sz="1399" dirty="0">
                    <a:latin typeface="+mj-lt"/>
                  </a:endParaRPr>
                </a:p>
              </p:txBody>
            </p:sp>
          </p:grpSp>
          <p:pic>
            <p:nvPicPr>
              <p:cNvPr id="55"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6" cstate="print">
                <a:duotone>
                  <a:schemeClr val="bg2">
                    <a:shade val="45000"/>
                    <a:satMod val="135000"/>
                  </a:schemeClr>
                  <a:prstClr val="white"/>
                </a:duotone>
              </a:blip>
              <a:srcRect/>
              <a:stretch>
                <a:fillRect/>
              </a:stretch>
            </p:blipFill>
            <p:spPr bwMode="gray">
              <a:xfrm>
                <a:off x="7400455" y="4574835"/>
                <a:ext cx="540000" cy="441818"/>
              </a:xfrm>
              <a:prstGeom prst="rect">
                <a:avLst/>
              </a:prstGeom>
              <a:noFill/>
            </p:spPr>
          </p:pic>
          <p:sp>
            <p:nvSpPr>
              <p:cNvPr id="56" name="文本框 55"/>
              <p:cNvSpPr txBox="1"/>
              <p:nvPr/>
            </p:nvSpPr>
            <p:spPr bwMode="gray">
              <a:xfrm>
                <a:off x="7388890" y="4996381"/>
                <a:ext cx="543739" cy="307777"/>
              </a:xfrm>
              <a:prstGeom prst="rect">
                <a:avLst/>
              </a:prstGeom>
              <a:noFill/>
            </p:spPr>
            <p:txBody>
              <a:bodyPr wrap="none" rtlCol="0">
                <a:spAutoFit/>
              </a:bodyPr>
              <a:lstStyle/>
              <a:p>
                <a:pPr algn="ctr"/>
                <a:r>
                  <a:rPr lang="zh-CN" altLang="en-US" sz="1399" dirty="0">
                    <a:latin typeface="+mn-ea"/>
                  </a:rPr>
                  <a:t>出口</a:t>
                </a:r>
                <a:endParaRPr lang="en-US" sz="1399" dirty="0">
                  <a:latin typeface="+mn-ea"/>
                </a:endParaRPr>
              </a:p>
            </p:txBody>
          </p:sp>
          <p:grpSp>
            <p:nvGrpSpPr>
              <p:cNvPr id="57" name="组合 56"/>
              <p:cNvGrpSpPr/>
              <p:nvPr/>
            </p:nvGrpSpPr>
            <p:grpSpPr bwMode="gray">
              <a:xfrm>
                <a:off x="9729547" y="4120827"/>
                <a:ext cx="751638" cy="418471"/>
                <a:chOff x="8133063" y="1699504"/>
                <a:chExt cx="751638" cy="418471"/>
              </a:xfrm>
            </p:grpSpPr>
            <p:sp>
              <p:nvSpPr>
                <p:cNvPr id="58" name="Freeform 159"/>
                <p:cNvSpPr/>
                <p:nvPr/>
              </p:nvSpPr>
              <p:spPr bwMode="gray">
                <a:xfrm flipH="1">
                  <a:off x="8133063" y="1699504"/>
                  <a:ext cx="751638" cy="3929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799" dirty="0"/>
                </a:p>
              </p:txBody>
            </p:sp>
            <p:sp>
              <p:nvSpPr>
                <p:cNvPr id="59" name="矩形 58"/>
                <p:cNvSpPr/>
                <p:nvPr/>
              </p:nvSpPr>
              <p:spPr bwMode="gray">
                <a:xfrm>
                  <a:off x="8255912" y="1810198"/>
                  <a:ext cx="535724" cy="307777"/>
                </a:xfrm>
                <a:prstGeom prst="rect">
                  <a:avLst/>
                </a:prstGeom>
              </p:spPr>
              <p:txBody>
                <a:bodyPr wrap="none">
                  <a:spAutoFit/>
                </a:bodyPr>
                <a:lstStyle/>
                <a:p>
                  <a:pPr algn="ctr"/>
                  <a:r>
                    <a:rPr lang="en-US" sz="1399" dirty="0">
                      <a:latin typeface="+mj-lt"/>
                    </a:rPr>
                    <a:t>ISP1</a:t>
                  </a:r>
                </a:p>
              </p:txBody>
            </p:sp>
          </p:grpSp>
          <p:cxnSp>
            <p:nvCxnSpPr>
              <p:cNvPr id="61" name="直接连接符 60"/>
              <p:cNvCxnSpPr>
                <a:stCxn id="55" idx="3"/>
                <a:endCxn id="53" idx="21"/>
              </p:cNvCxnSpPr>
              <p:nvPr/>
            </p:nvCxnSpPr>
            <p:spPr bwMode="gray">
              <a:xfrm>
                <a:off x="7940455" y="4795744"/>
                <a:ext cx="1789092" cy="531908"/>
              </a:xfrm>
              <a:prstGeom prst="line">
                <a:avLst/>
              </a:prstGeom>
              <a:ln w="19050">
                <a:solidFill>
                  <a:srgbClr val="EC7061"/>
                </a:solidFill>
              </a:ln>
            </p:spPr>
            <p:style>
              <a:lnRef idx="1">
                <a:schemeClr val="accent1"/>
              </a:lnRef>
              <a:fillRef idx="0">
                <a:schemeClr val="accent1"/>
              </a:fillRef>
              <a:effectRef idx="0">
                <a:schemeClr val="accent1"/>
              </a:effectRef>
              <a:fontRef idx="minor">
                <a:schemeClr val="tx1"/>
              </a:fontRef>
            </p:style>
          </p:cxnSp>
        </p:grpSp>
      </p:grpSp>
      <p:sp>
        <p:nvSpPr>
          <p:cNvPr id="66" name="下箭头 63"/>
          <p:cNvSpPr/>
          <p:nvPr/>
        </p:nvSpPr>
        <p:spPr bwMode="gray">
          <a:xfrm rot="10800000" flipV="1">
            <a:off x="8506868" y="3190416"/>
            <a:ext cx="829435" cy="773278"/>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FFF2CC"/>
              </a:gs>
              <a:gs pos="100000">
                <a:sysClr val="window" lastClr="FFFFFF">
                  <a:alpha val="0"/>
                </a:sysClr>
              </a:gs>
            </a:gsLst>
            <a:lin ang="16200000" scaled="1"/>
            <a:tileRect/>
          </a:gradFill>
          <a:ln w="19050" cap="flat" cmpd="sng" algn="ctr">
            <a:gradFill flip="none" rotWithShape="1">
              <a:gsLst>
                <a:gs pos="100000">
                  <a:sysClr val="window" lastClr="FFFFFF">
                    <a:lumMod val="100000"/>
                    <a:alpha val="0"/>
                  </a:sysClr>
                </a:gs>
                <a:gs pos="31000">
                  <a:srgbClr val="FFD17D"/>
                </a:gs>
              </a:gsLst>
              <a:lin ang="16200000" scaled="1"/>
              <a:tileRect/>
            </a:gradFill>
            <a:prstDash val="solid"/>
            <a:miter lim="800000"/>
          </a:ln>
          <a:effectLst/>
        </p:spPr>
        <p:txBody>
          <a:bodyPr rtlCol="0" anchor="ctr"/>
          <a:lstStyle/>
          <a:p>
            <a:pPr algn="ctr" defTabSz="914034">
              <a:defRPr/>
            </a:pPr>
            <a:endParaRPr lang="zh-CN" altLang="en-US" sz="1799" kern="0">
              <a:solidFill>
                <a:prstClr val="white"/>
              </a:solidFill>
              <a:latin typeface="Huawei Sans"/>
              <a:ea typeface="方正兰亭黑简体"/>
              <a:sym typeface="Huawei Sans" panose="020C0503030203020204" pitchFamily="34" charset="0"/>
            </a:endParaRPr>
          </a:p>
        </p:txBody>
      </p:sp>
    </p:spTree>
    <p:extLst>
      <p:ext uri="{BB962C8B-B14F-4D97-AF65-F5344CB8AC3E}">
        <p14:creationId xmlns:p14="http://schemas.microsoft.com/office/powerpoint/2010/main" val="4181273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矩形 81"/>
          <p:cNvSpPr/>
          <p:nvPr/>
        </p:nvSpPr>
        <p:spPr bwMode="gray">
          <a:xfrm>
            <a:off x="7228729" y="2649036"/>
            <a:ext cx="3543920" cy="2466556"/>
          </a:xfrm>
          <a:prstGeom prst="rect">
            <a:avLst/>
          </a:prstGeom>
          <a:solidFill>
            <a:srgbClr val="FFFFFF"/>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endParaRPr lang="en-US" altLang="zh-CN" sz="1599" kern="0" dirty="0">
              <a:solidFill>
                <a:srgbClr val="1D1D1A"/>
              </a:solidFill>
              <a:sym typeface="Huawei Sans" panose="020C0503030203020204" pitchFamily="34" charset="0"/>
            </a:endParaRPr>
          </a:p>
        </p:txBody>
      </p:sp>
      <p:sp>
        <p:nvSpPr>
          <p:cNvPr id="3" name="标题 2"/>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割接常见场景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文本占位符 2"/>
          <p:cNvSpPr>
            <a:spLocks noGrp="1"/>
          </p:cNvSpPr>
          <p:nvPr>
            <p:ph type="body" sz="quarter" idx="10"/>
          </p:nvPr>
        </p:nvSpPr>
        <p:spPr bwMode="gray"/>
        <p:txBody>
          <a:bodyPr/>
          <a:lstStyle/>
          <a:p>
            <a:r>
              <a:rPr lang="zh-CN" altLang="en-US" sz="1599" dirty="0"/>
              <a:t>将原有老旧设备升级替换为新设备，或者更换为其他厂家设备，或者使用其他类型设备代替。</a:t>
            </a:r>
            <a:endParaRPr lang="zh-CN" altLang="en-US" sz="1799" dirty="0"/>
          </a:p>
        </p:txBody>
      </p:sp>
      <p:sp>
        <p:nvSpPr>
          <p:cNvPr id="9" name="圆角矩形 75"/>
          <p:cNvSpPr/>
          <p:nvPr/>
        </p:nvSpPr>
        <p:spPr bwMode="gray">
          <a:xfrm>
            <a:off x="453277" y="1657133"/>
            <a:ext cx="5571790"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设备替换</a:t>
            </a:r>
          </a:p>
        </p:txBody>
      </p:sp>
      <p:sp>
        <p:nvSpPr>
          <p:cNvPr id="10" name="圆角矩形 75"/>
          <p:cNvSpPr/>
          <p:nvPr/>
        </p:nvSpPr>
        <p:spPr bwMode="gray">
          <a:xfrm>
            <a:off x="453277" y="2088469"/>
            <a:ext cx="5571790" cy="3868020"/>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a:lnSpc>
                <a:spcPts val="2599"/>
              </a:lnSpc>
              <a:spcAft>
                <a:spcPts val="600"/>
              </a:spcAft>
            </a:pPr>
            <a:endParaRPr lang="en-US" altLang="zh-CN" sz="1599" dirty="0">
              <a:solidFill>
                <a:prstClr val="black"/>
              </a:solidFill>
            </a:endParaRPr>
          </a:p>
        </p:txBody>
      </p:sp>
      <p:sp>
        <p:nvSpPr>
          <p:cNvPr id="11" name="圆角矩形 75"/>
          <p:cNvSpPr/>
          <p:nvPr/>
        </p:nvSpPr>
        <p:spPr bwMode="gray">
          <a:xfrm>
            <a:off x="6093620" y="1657133"/>
            <a:ext cx="5571790"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配置变更</a:t>
            </a:r>
          </a:p>
        </p:txBody>
      </p:sp>
      <p:sp>
        <p:nvSpPr>
          <p:cNvPr id="12" name="圆角矩形 75"/>
          <p:cNvSpPr/>
          <p:nvPr/>
        </p:nvSpPr>
        <p:spPr bwMode="gray">
          <a:xfrm>
            <a:off x="6093620" y="2080496"/>
            <a:ext cx="5571790" cy="3868020"/>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b" anchorCtr="0">
            <a:noAutofit/>
          </a:bodyPr>
          <a:lstStyle/>
          <a:p>
            <a:pPr marL="285750" indent="-285750" algn="just">
              <a:lnSpc>
                <a:spcPts val="2599"/>
              </a:lnSpc>
              <a:spcAft>
                <a:spcPts val="600"/>
              </a:spcAft>
              <a:buFont typeface="Arial" panose="020B0604020202020204" pitchFamily="34" charset="0"/>
              <a:buChar char="•"/>
            </a:pPr>
            <a:r>
              <a:rPr lang="zh-CN" altLang="en-US" sz="1599" dirty="0">
                <a:solidFill>
                  <a:schemeClr val="tx1"/>
                </a:solidFill>
              </a:rPr>
              <a:t>在不改变物理拓扑结构的情况下，对设备配置进行变更，对正在运行的业务可能会产生影响。</a:t>
            </a:r>
            <a:endParaRPr lang="en-US" altLang="zh-CN" sz="1599" dirty="0">
              <a:solidFill>
                <a:prstClr val="black"/>
              </a:solidFill>
            </a:endParaRPr>
          </a:p>
        </p:txBody>
      </p:sp>
      <p:pic>
        <p:nvPicPr>
          <p:cNvPr id="13"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Lst>
          </a:blip>
          <a:srcRect/>
          <a:stretch>
            <a:fillRect/>
          </a:stretch>
        </p:blipFill>
        <p:spPr bwMode="gray">
          <a:xfrm>
            <a:off x="2826777" y="3735653"/>
            <a:ext cx="539789" cy="441645"/>
          </a:xfrm>
          <a:prstGeom prst="rect">
            <a:avLst/>
          </a:prstGeom>
          <a:noFill/>
        </p:spPr>
      </p:pic>
      <p:cxnSp>
        <p:nvCxnSpPr>
          <p:cNvPr id="16" name="Straight Connector 52"/>
          <p:cNvCxnSpPr>
            <a:stCxn id="13" idx="1"/>
            <a:endCxn id="37" idx="0"/>
          </p:cNvCxnSpPr>
          <p:nvPr/>
        </p:nvCxnSpPr>
        <p:spPr bwMode="gray">
          <a:xfrm flipH="1">
            <a:off x="1849683" y="3956475"/>
            <a:ext cx="977094" cy="6329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52"/>
          <p:cNvCxnSpPr>
            <a:stCxn id="13" idx="3"/>
            <a:endCxn id="38" idx="0"/>
          </p:cNvCxnSpPr>
          <p:nvPr/>
        </p:nvCxnSpPr>
        <p:spPr bwMode="gray">
          <a:xfrm>
            <a:off x="3366566" y="3956475"/>
            <a:ext cx="977094" cy="6329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Freeform 159"/>
          <p:cNvSpPr/>
          <p:nvPr/>
        </p:nvSpPr>
        <p:spPr bwMode="gray">
          <a:xfrm flipH="1">
            <a:off x="2636949" y="2571680"/>
            <a:ext cx="878700" cy="47484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b="1" dirty="0">
              <a:solidFill>
                <a:schemeClr val="tx1"/>
              </a:solidFill>
            </a:endParaRPr>
          </a:p>
        </p:txBody>
      </p:sp>
      <p:cxnSp>
        <p:nvCxnSpPr>
          <p:cNvPr id="32" name="直接连接符 31"/>
          <p:cNvCxnSpPr/>
          <p:nvPr/>
        </p:nvCxnSpPr>
        <p:spPr bwMode="gray">
          <a:xfrm flipV="1">
            <a:off x="3075696" y="3037909"/>
            <a:ext cx="603" cy="705977"/>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bwMode="gray">
          <a:xfrm>
            <a:off x="2630474" y="2711517"/>
            <a:ext cx="888038" cy="307657"/>
          </a:xfrm>
          <a:prstGeom prst="rect">
            <a:avLst/>
          </a:prstGeom>
        </p:spPr>
        <p:txBody>
          <a:bodyPr wrap="none">
            <a:spAutoFit/>
          </a:bodyPr>
          <a:lstStyle/>
          <a:p>
            <a:pPr lvl="0" algn="ctr"/>
            <a:r>
              <a:rPr lang="en-US" altLang="zh-CN" sz="1399" b="1" dirty="0">
                <a:solidFill>
                  <a:prstClr val="black"/>
                </a:solidFill>
              </a:rPr>
              <a:t>Internet</a:t>
            </a:r>
          </a:p>
        </p:txBody>
      </p:sp>
      <p:pic>
        <p:nvPicPr>
          <p:cNvPr id="37" name="图片 36"/>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1584882" y="4589381"/>
            <a:ext cx="529602" cy="434273"/>
          </a:xfrm>
          <a:prstGeom prst="rect">
            <a:avLst/>
          </a:prstGeom>
        </p:spPr>
      </p:pic>
      <p:pic>
        <p:nvPicPr>
          <p:cNvPr id="38" name="图片 37"/>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4078860" y="4589381"/>
            <a:ext cx="529602" cy="434273"/>
          </a:xfrm>
          <a:prstGeom prst="rect">
            <a:avLst/>
          </a:prstGeom>
        </p:spPr>
      </p:pic>
      <p:pic>
        <p:nvPicPr>
          <p:cNvPr id="41" name="图片 4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4089953" y="3240727"/>
            <a:ext cx="539789" cy="442001"/>
          </a:xfrm>
          <a:prstGeom prst="rect">
            <a:avLst/>
          </a:prstGeom>
        </p:spPr>
      </p:pic>
      <p:cxnSp>
        <p:nvCxnSpPr>
          <p:cNvPr id="43" name="直接连接符 42"/>
          <p:cNvCxnSpPr>
            <a:endCxn id="41" idx="1"/>
          </p:cNvCxnSpPr>
          <p:nvPr/>
        </p:nvCxnSpPr>
        <p:spPr bwMode="gray">
          <a:xfrm flipV="1">
            <a:off x="3364288" y="3461728"/>
            <a:ext cx="725665" cy="329198"/>
          </a:xfrm>
          <a:prstGeom prst="line">
            <a:avLst/>
          </a:prstGeom>
          <a:ln w="19050">
            <a:solidFill>
              <a:srgbClr val="56C4D2"/>
            </a:solidFill>
            <a:prstDash val="solid"/>
            <a:headEnd type="arrow" w="med" len="med"/>
            <a:tailEnd type="none" w="med" len="med"/>
          </a:ln>
        </p:spPr>
        <p:style>
          <a:lnRef idx="1">
            <a:schemeClr val="accent1"/>
          </a:lnRef>
          <a:fillRef idx="0">
            <a:schemeClr val="accent1"/>
          </a:fillRef>
          <a:effectRef idx="0">
            <a:schemeClr val="accent1"/>
          </a:effectRef>
          <a:fontRef idx="minor">
            <a:schemeClr val="tx1"/>
          </a:fontRef>
        </p:style>
      </p:cxnSp>
      <p:pic>
        <p:nvPicPr>
          <p:cNvPr id="52" name="图片 51"/>
          <p:cNvPicPr>
            <a:picLocks/>
          </p:cNvPicPr>
          <p:nvPr/>
        </p:nvPicPr>
        <p:blipFill>
          <a:blip r:embed="rId7" cstate="print">
            <a:extLst>
              <a:ext uri="{28A0092B-C50C-407E-A947-70E740481C1C}">
                <a14:useLocalDpi xmlns:a14="http://schemas.microsoft.com/office/drawing/2010/main" val="0"/>
              </a:ext>
            </a:extLst>
          </a:blip>
          <a:stretch>
            <a:fillRect/>
          </a:stretch>
        </p:blipFill>
        <p:spPr bwMode="gray">
          <a:xfrm>
            <a:off x="7432284" y="3204621"/>
            <a:ext cx="539789" cy="442627"/>
          </a:xfrm>
          <a:prstGeom prst="rect">
            <a:avLst/>
          </a:prstGeom>
          <a:noFill/>
          <a:ln>
            <a:noFill/>
          </a:ln>
        </p:spPr>
      </p:pic>
      <p:pic>
        <p:nvPicPr>
          <p:cNvPr id="54" name="图片 53"/>
          <p:cNvPicPr>
            <a:picLocks/>
          </p:cNvPicPr>
          <p:nvPr/>
        </p:nvPicPr>
        <p:blipFill>
          <a:blip r:embed="rId7" cstate="print">
            <a:extLst>
              <a:ext uri="{28A0092B-C50C-407E-A947-70E740481C1C}">
                <a14:useLocalDpi xmlns:a14="http://schemas.microsoft.com/office/drawing/2010/main" val="0"/>
              </a:ext>
            </a:extLst>
          </a:blip>
          <a:stretch>
            <a:fillRect/>
          </a:stretch>
        </p:blipFill>
        <p:spPr bwMode="gray">
          <a:xfrm>
            <a:off x="10052139" y="3204621"/>
            <a:ext cx="539789" cy="442627"/>
          </a:xfrm>
          <a:prstGeom prst="rect">
            <a:avLst/>
          </a:prstGeom>
          <a:noFill/>
          <a:ln>
            <a:noFill/>
          </a:ln>
        </p:spPr>
      </p:pic>
      <p:cxnSp>
        <p:nvCxnSpPr>
          <p:cNvPr id="56" name="直接连接符 55"/>
          <p:cNvCxnSpPr>
            <a:stCxn id="52" idx="2"/>
            <a:endCxn id="58" idx="1"/>
          </p:cNvCxnSpPr>
          <p:nvPr/>
        </p:nvCxnSpPr>
        <p:spPr bwMode="gray">
          <a:xfrm>
            <a:off x="7702179" y="3647248"/>
            <a:ext cx="1083556" cy="10568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a:stCxn id="54" idx="2"/>
            <a:endCxn id="58" idx="3"/>
          </p:cNvCxnSpPr>
          <p:nvPr/>
        </p:nvCxnSpPr>
        <p:spPr bwMode="gray">
          <a:xfrm flipH="1">
            <a:off x="9325524" y="3647248"/>
            <a:ext cx="996510" cy="10568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8" name="图片 57"/>
          <p:cNvPicPr>
            <a:picLocks/>
          </p:cNvPicPr>
          <p:nvPr/>
        </p:nvPicPr>
        <p:blipFill>
          <a:blip r:embed="rId7" cstate="print">
            <a:extLst>
              <a:ext uri="{28A0092B-C50C-407E-A947-70E740481C1C}">
                <a14:useLocalDpi xmlns:a14="http://schemas.microsoft.com/office/drawing/2010/main" val="0"/>
              </a:ext>
            </a:extLst>
          </a:blip>
          <a:stretch>
            <a:fillRect/>
          </a:stretch>
        </p:blipFill>
        <p:spPr bwMode="gray">
          <a:xfrm>
            <a:off x="8785734" y="4482797"/>
            <a:ext cx="539789" cy="442627"/>
          </a:xfrm>
          <a:prstGeom prst="rect">
            <a:avLst/>
          </a:prstGeom>
          <a:noFill/>
          <a:ln>
            <a:noFill/>
          </a:ln>
        </p:spPr>
      </p:pic>
      <p:sp>
        <p:nvSpPr>
          <p:cNvPr id="69" name="圆角矩形 68"/>
          <p:cNvSpPr/>
          <p:nvPr/>
        </p:nvSpPr>
        <p:spPr bwMode="gray">
          <a:xfrm>
            <a:off x="8052110" y="2812383"/>
            <a:ext cx="780515" cy="267620"/>
          </a:xfrm>
          <a:prstGeom prst="roundRect">
            <a:avLst>
              <a:gd name="adj" fmla="val 15000"/>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r>
              <a:rPr lang="en-US" altLang="zh-CN" sz="1599" kern="0" dirty="0">
                <a:solidFill>
                  <a:srgbClr val="1D1D1A"/>
                </a:solidFill>
                <a:sym typeface="Huawei Sans" panose="020C0503030203020204" pitchFamily="34" charset="0"/>
              </a:rPr>
              <a:t>RSTP</a:t>
            </a:r>
            <a:endParaRPr lang="zh-CN" altLang="en-US" sz="1599" kern="0" dirty="0">
              <a:solidFill>
                <a:srgbClr val="1D1D1A"/>
              </a:solidFill>
              <a:sym typeface="Huawei Sans" panose="020C0503030203020204" pitchFamily="34" charset="0"/>
            </a:endParaRPr>
          </a:p>
        </p:txBody>
      </p:sp>
      <p:cxnSp>
        <p:nvCxnSpPr>
          <p:cNvPr id="70" name="直接连接符 69"/>
          <p:cNvCxnSpPr>
            <a:stCxn id="52" idx="3"/>
            <a:endCxn id="54" idx="1"/>
          </p:cNvCxnSpPr>
          <p:nvPr/>
        </p:nvCxnSpPr>
        <p:spPr bwMode="gray">
          <a:xfrm>
            <a:off x="7972073" y="3425934"/>
            <a:ext cx="208006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圆角矩形 72"/>
          <p:cNvSpPr/>
          <p:nvPr/>
        </p:nvSpPr>
        <p:spPr bwMode="gray">
          <a:xfrm>
            <a:off x="9224734" y="2812383"/>
            <a:ext cx="780515" cy="267620"/>
          </a:xfrm>
          <a:prstGeom prst="roundRect">
            <a:avLst>
              <a:gd name="adj" fmla="val 15000"/>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r>
              <a:rPr lang="en-US" altLang="zh-CN" sz="1599" kern="0" dirty="0">
                <a:solidFill>
                  <a:srgbClr val="1D1D1A"/>
                </a:solidFill>
                <a:sym typeface="Huawei Sans" panose="020C0503030203020204" pitchFamily="34" charset="0"/>
              </a:rPr>
              <a:t>MSTP</a:t>
            </a:r>
            <a:endParaRPr lang="zh-CN" altLang="en-US" sz="1599" kern="0" dirty="0">
              <a:solidFill>
                <a:srgbClr val="1D1D1A"/>
              </a:solidFill>
              <a:sym typeface="Huawei Sans" panose="020C0503030203020204" pitchFamily="34" charset="0"/>
            </a:endParaRPr>
          </a:p>
        </p:txBody>
      </p:sp>
      <p:cxnSp>
        <p:nvCxnSpPr>
          <p:cNvPr id="74" name="直接连接符 73"/>
          <p:cNvCxnSpPr>
            <a:stCxn id="69" idx="3"/>
            <a:endCxn id="73" idx="1"/>
          </p:cNvCxnSpPr>
          <p:nvPr/>
        </p:nvCxnSpPr>
        <p:spPr bwMode="gray">
          <a:xfrm>
            <a:off x="8832625" y="2946193"/>
            <a:ext cx="392109" cy="0"/>
          </a:xfrm>
          <a:prstGeom prst="line">
            <a:avLst/>
          </a:prstGeom>
          <a:ln w="19050">
            <a:solidFill>
              <a:srgbClr val="56C4D2"/>
            </a:solidFill>
            <a:prstDash val="solid"/>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9027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割接流程</a:t>
            </a:r>
          </a:p>
        </p:txBody>
      </p:sp>
      <p:sp>
        <p:nvSpPr>
          <p:cNvPr id="4" name="圆角矩形 3"/>
          <p:cNvSpPr/>
          <p:nvPr/>
        </p:nvSpPr>
        <p:spPr bwMode="gray">
          <a:xfrm>
            <a:off x="1737088" y="1774794"/>
            <a:ext cx="2463160" cy="578972"/>
          </a:xfrm>
          <a:prstGeom prst="roundRect">
            <a:avLst/>
          </a:prstGeom>
          <a:solidFill>
            <a:srgbClr val="56C4D2"/>
          </a:solidFill>
          <a:ln>
            <a:solidFill>
              <a:srgbClr val="30B5C5"/>
            </a:solidFill>
          </a:ln>
        </p:spPr>
        <p:txBody>
          <a:bodyPr wrap="square" rtlCol="0" anchor="ctr" anchorCtr="0">
            <a:noAutofit/>
          </a:bodyPr>
          <a:lstStyle/>
          <a:p>
            <a:pPr algn="ctr"/>
            <a:r>
              <a:rPr lang="zh-CN" altLang="en-US" sz="1600" b="1" dirty="0">
                <a:solidFill>
                  <a:prstClr val="white"/>
                </a:solidFill>
                <a:latin typeface="Huawei Sans" panose="020C0503030203020204" pitchFamily="34" charset="0"/>
                <a:ea typeface="方正兰亭黑简体" panose="02000000000000000000" pitchFamily="2" charset="-122"/>
              </a:rPr>
              <a:t>前期准备阶段</a:t>
            </a:r>
          </a:p>
        </p:txBody>
      </p:sp>
      <p:sp>
        <p:nvSpPr>
          <p:cNvPr id="5" name="圆角矩形 4"/>
          <p:cNvSpPr/>
          <p:nvPr/>
        </p:nvSpPr>
        <p:spPr bwMode="gray">
          <a:xfrm>
            <a:off x="4864420" y="1774794"/>
            <a:ext cx="2463160" cy="578972"/>
          </a:xfrm>
          <a:prstGeom prst="roundRect">
            <a:avLst/>
          </a:prstGeom>
          <a:solidFill>
            <a:srgbClr val="56C4D2"/>
          </a:solidFill>
          <a:ln>
            <a:solidFill>
              <a:srgbClr val="30B5C5"/>
            </a:solidFill>
          </a:ln>
        </p:spPr>
        <p:txBody>
          <a:bodyPr wrap="square" rtlCol="0" anchor="ctr" anchorCtr="0">
            <a:noAutofit/>
          </a:bodyPr>
          <a:lstStyle/>
          <a:p>
            <a:pPr algn="ctr"/>
            <a:r>
              <a:rPr lang="zh-CN" altLang="en-US" sz="1600" b="1" dirty="0">
                <a:solidFill>
                  <a:prstClr val="white"/>
                </a:solidFill>
                <a:latin typeface="Huawei Sans" panose="020C0503030203020204" pitchFamily="34" charset="0"/>
                <a:ea typeface="方正兰亭黑简体" panose="02000000000000000000" pitchFamily="2" charset="-122"/>
              </a:rPr>
              <a:t>中期实施阶段</a:t>
            </a:r>
          </a:p>
        </p:txBody>
      </p:sp>
      <p:sp>
        <p:nvSpPr>
          <p:cNvPr id="6" name="圆角矩形 5"/>
          <p:cNvSpPr/>
          <p:nvPr/>
        </p:nvSpPr>
        <p:spPr bwMode="gray">
          <a:xfrm>
            <a:off x="7991753" y="1774794"/>
            <a:ext cx="2463160" cy="578972"/>
          </a:xfrm>
          <a:prstGeom prst="roundRect">
            <a:avLst/>
          </a:prstGeom>
          <a:solidFill>
            <a:srgbClr val="56C4D2"/>
          </a:solidFill>
          <a:ln>
            <a:solidFill>
              <a:srgbClr val="30B5C5"/>
            </a:solidFill>
          </a:ln>
        </p:spPr>
        <p:txBody>
          <a:bodyPr wrap="square" rtlCol="0" anchor="ctr" anchorCtr="0">
            <a:noAutofit/>
          </a:bodyPr>
          <a:lstStyle/>
          <a:p>
            <a:pPr algn="ctr"/>
            <a:r>
              <a:rPr lang="zh-CN" altLang="en-US" sz="1600" b="1" dirty="0">
                <a:solidFill>
                  <a:prstClr val="white"/>
                </a:solidFill>
                <a:latin typeface="Huawei Sans" panose="020C0503030203020204" pitchFamily="34" charset="0"/>
                <a:ea typeface="方正兰亭黑简体" panose="02000000000000000000" pitchFamily="2" charset="-122"/>
              </a:rPr>
              <a:t>后期收尾阶段</a:t>
            </a:r>
          </a:p>
        </p:txBody>
      </p:sp>
      <p:cxnSp>
        <p:nvCxnSpPr>
          <p:cNvPr id="8" name="直接箭头连接符 7"/>
          <p:cNvCxnSpPr>
            <a:stCxn id="4" idx="3"/>
            <a:endCxn id="5" idx="1"/>
          </p:cNvCxnSpPr>
          <p:nvPr/>
        </p:nvCxnSpPr>
        <p:spPr bwMode="gray">
          <a:xfrm>
            <a:off x="4200247" y="2064280"/>
            <a:ext cx="664173" cy="0"/>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stCxn id="5" idx="3"/>
            <a:endCxn id="6" idx="1"/>
          </p:cNvCxnSpPr>
          <p:nvPr/>
        </p:nvCxnSpPr>
        <p:spPr bwMode="gray">
          <a:xfrm>
            <a:off x="7327581" y="2064280"/>
            <a:ext cx="664173" cy="0"/>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11" name="圆角矩形 10"/>
          <p:cNvSpPr/>
          <p:nvPr/>
        </p:nvSpPr>
        <p:spPr bwMode="gray">
          <a:xfrm>
            <a:off x="1737088" y="2512193"/>
            <a:ext cx="2463160" cy="2571014"/>
          </a:xfrm>
          <a:prstGeom prst="roundRect">
            <a:avLst>
              <a:gd name="adj" fmla="val 3013"/>
            </a:avLst>
          </a:prstGeom>
          <a:gradFill>
            <a:gsLst>
              <a:gs pos="0">
                <a:srgbClr val="F3FBFE"/>
              </a:gs>
              <a:gs pos="100000">
                <a:schemeClr val="bg1"/>
              </a:gs>
            </a:gsLst>
            <a:lin ang="5400000" scaled="1"/>
          </a:gradFill>
          <a:ln w="12700">
            <a:gradFill flip="none" rotWithShape="1">
              <a:gsLst>
                <a:gs pos="0">
                  <a:schemeClr val="bg1"/>
                </a:gs>
                <a:gs pos="100000">
                  <a:schemeClr val="bg1">
                    <a:lumMod val="75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35986" tIns="35986" rIns="35986" bIns="35986" rtlCol="0" anchor="t" anchorCtr="0"/>
          <a:lstStyle/>
          <a:p>
            <a:pPr marL="342763" indent="-342763">
              <a:lnSpc>
                <a:spcPts val="2399"/>
              </a:lnSpc>
              <a:buFont typeface="+mj-lt"/>
              <a:buAutoNum type="arabicPeriod"/>
            </a:pPr>
            <a:r>
              <a:rPr lang="zh-CN" altLang="en-US" sz="1599" dirty="0">
                <a:solidFill>
                  <a:schemeClr val="tx1"/>
                </a:solidFill>
              </a:rPr>
              <a:t>项目调研</a:t>
            </a:r>
            <a:endParaRPr lang="en-US" altLang="zh-CN" sz="1599" dirty="0">
              <a:solidFill>
                <a:schemeClr val="tx1"/>
              </a:solidFill>
            </a:endParaRPr>
          </a:p>
          <a:p>
            <a:pPr marL="342763" indent="-342763">
              <a:lnSpc>
                <a:spcPts val="2399"/>
              </a:lnSpc>
              <a:buFont typeface="+mj-lt"/>
              <a:buAutoNum type="arabicPeriod"/>
            </a:pPr>
            <a:r>
              <a:rPr lang="zh-CN" altLang="en-US" sz="1599" dirty="0">
                <a:solidFill>
                  <a:schemeClr val="tx1"/>
                </a:solidFill>
              </a:rPr>
              <a:t>项目分析</a:t>
            </a:r>
            <a:endParaRPr lang="en-US" altLang="zh-CN" sz="1599" dirty="0">
              <a:solidFill>
                <a:schemeClr val="tx1"/>
              </a:solidFill>
            </a:endParaRPr>
          </a:p>
          <a:p>
            <a:pPr marL="342763" indent="-342763">
              <a:lnSpc>
                <a:spcPts val="2399"/>
              </a:lnSpc>
              <a:buFont typeface="+mj-lt"/>
              <a:buAutoNum type="arabicPeriod"/>
            </a:pPr>
            <a:r>
              <a:rPr lang="zh-CN" altLang="en-US" sz="1599" dirty="0">
                <a:solidFill>
                  <a:schemeClr val="tx1"/>
                </a:solidFill>
              </a:rPr>
              <a:t>风险评估</a:t>
            </a:r>
            <a:endParaRPr lang="en-US" altLang="zh-CN" sz="1599" dirty="0">
              <a:solidFill>
                <a:schemeClr val="tx1"/>
              </a:solidFill>
            </a:endParaRPr>
          </a:p>
          <a:p>
            <a:pPr marL="342763" indent="-342763">
              <a:lnSpc>
                <a:spcPts val="2399"/>
              </a:lnSpc>
              <a:buFont typeface="+mj-lt"/>
              <a:buAutoNum type="arabicPeriod"/>
            </a:pPr>
            <a:r>
              <a:rPr lang="zh-CN" altLang="en-US" sz="1599" dirty="0">
                <a:solidFill>
                  <a:schemeClr val="tx1"/>
                </a:solidFill>
              </a:rPr>
              <a:t>输出割接方案</a:t>
            </a:r>
            <a:endParaRPr lang="en-US" altLang="zh-CN" sz="1599" dirty="0">
              <a:solidFill>
                <a:schemeClr val="tx1"/>
              </a:solidFill>
            </a:endParaRPr>
          </a:p>
          <a:p>
            <a:pPr marL="342763" indent="-342763">
              <a:lnSpc>
                <a:spcPts val="2399"/>
              </a:lnSpc>
              <a:buFont typeface="+mj-lt"/>
              <a:buAutoNum type="arabicPeriod"/>
            </a:pPr>
            <a:r>
              <a:rPr lang="zh-CN" altLang="en-US" sz="1599" dirty="0">
                <a:solidFill>
                  <a:schemeClr val="tx1"/>
                </a:solidFill>
              </a:rPr>
              <a:t>方案验证、评审</a:t>
            </a:r>
            <a:endParaRPr lang="en-US" altLang="zh-CN" sz="1599" dirty="0">
              <a:solidFill>
                <a:schemeClr val="tx1"/>
              </a:solidFill>
            </a:endParaRPr>
          </a:p>
          <a:p>
            <a:pPr marL="342763" indent="-342763">
              <a:lnSpc>
                <a:spcPts val="2399"/>
              </a:lnSpc>
              <a:buFont typeface="+mj-lt"/>
              <a:buAutoNum type="arabicPeriod"/>
            </a:pPr>
            <a:r>
              <a:rPr lang="zh-CN" altLang="en-US" sz="1599" dirty="0">
                <a:solidFill>
                  <a:schemeClr val="tx1"/>
                </a:solidFill>
              </a:rPr>
              <a:t>割接准备</a:t>
            </a:r>
            <a:endParaRPr lang="en-US" altLang="zh-CN" sz="1599" dirty="0">
              <a:solidFill>
                <a:schemeClr val="tx1"/>
              </a:solidFill>
            </a:endParaRPr>
          </a:p>
        </p:txBody>
      </p:sp>
      <p:sp>
        <p:nvSpPr>
          <p:cNvPr id="12" name="圆角矩形 11"/>
          <p:cNvSpPr/>
          <p:nvPr/>
        </p:nvSpPr>
        <p:spPr bwMode="gray">
          <a:xfrm>
            <a:off x="4864419" y="2512193"/>
            <a:ext cx="2463160" cy="2571014"/>
          </a:xfrm>
          <a:prstGeom prst="roundRect">
            <a:avLst>
              <a:gd name="adj" fmla="val 3013"/>
            </a:avLst>
          </a:prstGeom>
          <a:gradFill>
            <a:gsLst>
              <a:gs pos="0">
                <a:srgbClr val="F3FBFE"/>
              </a:gs>
              <a:gs pos="100000">
                <a:schemeClr val="bg1"/>
              </a:gs>
            </a:gsLst>
            <a:lin ang="5400000" scaled="1"/>
          </a:gradFill>
          <a:ln w="12700">
            <a:gradFill flip="none" rotWithShape="1">
              <a:gsLst>
                <a:gs pos="0">
                  <a:schemeClr val="bg1"/>
                </a:gs>
                <a:gs pos="100000">
                  <a:schemeClr val="bg1">
                    <a:lumMod val="75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35986" tIns="35986" rIns="35986" bIns="35986" rtlCol="0" anchor="t" anchorCtr="0"/>
          <a:lstStyle/>
          <a:p>
            <a:pPr marL="342763" indent="-342763">
              <a:lnSpc>
                <a:spcPts val="2399"/>
              </a:lnSpc>
              <a:buFont typeface="+mj-lt"/>
              <a:buAutoNum type="arabicPeriod"/>
            </a:pPr>
            <a:r>
              <a:rPr lang="zh-CN" altLang="en-US" sz="1599" dirty="0">
                <a:solidFill>
                  <a:schemeClr val="tx1"/>
                </a:solidFill>
              </a:rPr>
              <a:t>割接前快照</a:t>
            </a:r>
            <a:endParaRPr lang="en-US" altLang="zh-CN" sz="1599" dirty="0">
              <a:solidFill>
                <a:schemeClr val="tx1"/>
              </a:solidFill>
            </a:endParaRPr>
          </a:p>
          <a:p>
            <a:pPr marL="342763" indent="-342763">
              <a:lnSpc>
                <a:spcPts val="2399"/>
              </a:lnSpc>
              <a:buFont typeface="+mj-lt"/>
              <a:buAutoNum type="arabicPeriod"/>
            </a:pPr>
            <a:r>
              <a:rPr lang="zh-CN" altLang="en-US" sz="1599" dirty="0">
                <a:solidFill>
                  <a:schemeClr val="tx1"/>
                </a:solidFill>
              </a:rPr>
              <a:t>割接执行</a:t>
            </a:r>
            <a:endParaRPr lang="en-US" altLang="zh-CN" sz="1599" dirty="0">
              <a:solidFill>
                <a:schemeClr val="tx1"/>
              </a:solidFill>
            </a:endParaRPr>
          </a:p>
          <a:p>
            <a:pPr marL="342763" indent="-342763">
              <a:lnSpc>
                <a:spcPts val="2399"/>
              </a:lnSpc>
              <a:buFont typeface="+mj-lt"/>
              <a:buAutoNum type="arabicPeriod"/>
            </a:pPr>
            <a:r>
              <a:rPr lang="zh-CN" altLang="en-US" sz="1599" dirty="0">
                <a:solidFill>
                  <a:schemeClr val="tx1"/>
                </a:solidFill>
              </a:rPr>
              <a:t>割接回退</a:t>
            </a:r>
            <a:endParaRPr lang="en-US" altLang="zh-CN" sz="1599" dirty="0">
              <a:solidFill>
                <a:schemeClr val="tx1"/>
              </a:solidFill>
            </a:endParaRPr>
          </a:p>
          <a:p>
            <a:pPr marL="342763" indent="-342763">
              <a:lnSpc>
                <a:spcPts val="2399"/>
              </a:lnSpc>
              <a:buFont typeface="+mj-lt"/>
              <a:buAutoNum type="arabicPeriod"/>
            </a:pPr>
            <a:r>
              <a:rPr lang="zh-CN" altLang="en-US" sz="1599" dirty="0">
                <a:solidFill>
                  <a:schemeClr val="tx1"/>
                </a:solidFill>
              </a:rPr>
              <a:t>割接测试、检查</a:t>
            </a:r>
            <a:endParaRPr lang="en-US" altLang="zh-CN" sz="1599" dirty="0">
              <a:solidFill>
                <a:schemeClr val="tx1"/>
              </a:solidFill>
            </a:endParaRPr>
          </a:p>
          <a:p>
            <a:pPr marL="342763" indent="-342763">
              <a:lnSpc>
                <a:spcPts val="2399"/>
              </a:lnSpc>
              <a:buFont typeface="+mj-lt"/>
              <a:buAutoNum type="arabicPeriod"/>
            </a:pPr>
            <a:endParaRPr lang="en-US" altLang="zh-CN" sz="1599" dirty="0">
              <a:solidFill>
                <a:schemeClr val="tx1"/>
              </a:solidFill>
            </a:endParaRPr>
          </a:p>
        </p:txBody>
      </p:sp>
      <p:sp>
        <p:nvSpPr>
          <p:cNvPr id="13" name="圆角矩形 12"/>
          <p:cNvSpPr/>
          <p:nvPr/>
        </p:nvSpPr>
        <p:spPr bwMode="gray">
          <a:xfrm>
            <a:off x="7986366" y="2512193"/>
            <a:ext cx="2463160" cy="2571014"/>
          </a:xfrm>
          <a:prstGeom prst="roundRect">
            <a:avLst>
              <a:gd name="adj" fmla="val 3013"/>
            </a:avLst>
          </a:prstGeom>
          <a:gradFill>
            <a:gsLst>
              <a:gs pos="0">
                <a:srgbClr val="F3FBFE"/>
              </a:gs>
              <a:gs pos="100000">
                <a:schemeClr val="bg1"/>
              </a:gs>
            </a:gsLst>
            <a:lin ang="5400000" scaled="1"/>
          </a:gradFill>
          <a:ln w="12700">
            <a:gradFill flip="none" rotWithShape="1">
              <a:gsLst>
                <a:gs pos="0">
                  <a:schemeClr val="bg1"/>
                </a:gs>
                <a:gs pos="100000">
                  <a:schemeClr val="bg1">
                    <a:lumMod val="75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35986" tIns="35986" rIns="35986" bIns="35986" rtlCol="0" anchor="t" anchorCtr="0"/>
          <a:lstStyle/>
          <a:p>
            <a:pPr marL="342763" indent="-342763">
              <a:lnSpc>
                <a:spcPts val="2399"/>
              </a:lnSpc>
              <a:buFont typeface="+mj-lt"/>
              <a:buAutoNum type="arabicPeriod"/>
            </a:pPr>
            <a:r>
              <a:rPr lang="zh-CN" altLang="en-US" sz="1599" dirty="0">
                <a:solidFill>
                  <a:schemeClr val="tx1"/>
                </a:solidFill>
              </a:rPr>
              <a:t>守局</a:t>
            </a:r>
            <a:endParaRPr lang="en-US" altLang="zh-CN" sz="1599" dirty="0">
              <a:solidFill>
                <a:schemeClr val="tx1"/>
              </a:solidFill>
            </a:endParaRPr>
          </a:p>
          <a:p>
            <a:pPr marL="342763" indent="-342763">
              <a:lnSpc>
                <a:spcPts val="2399"/>
              </a:lnSpc>
              <a:buFont typeface="+mj-lt"/>
              <a:buAutoNum type="arabicPeriod"/>
            </a:pPr>
            <a:r>
              <a:rPr lang="zh-CN" altLang="en-US" sz="1599" dirty="0">
                <a:solidFill>
                  <a:schemeClr val="tx1"/>
                </a:solidFill>
              </a:rPr>
              <a:t>割接验收</a:t>
            </a:r>
            <a:endParaRPr lang="en-US" altLang="zh-CN" sz="1599" dirty="0">
              <a:solidFill>
                <a:schemeClr val="tx1"/>
              </a:solidFill>
            </a:endParaRPr>
          </a:p>
          <a:p>
            <a:pPr>
              <a:lnSpc>
                <a:spcPts val="2399"/>
              </a:lnSpc>
            </a:pPr>
            <a:endParaRPr lang="en-US" altLang="zh-CN" sz="1599" dirty="0">
              <a:solidFill>
                <a:schemeClr val="tx1"/>
              </a:solidFill>
            </a:endParaRPr>
          </a:p>
        </p:txBody>
      </p:sp>
    </p:spTree>
    <p:extLst>
      <p:ext uri="{BB962C8B-B14F-4D97-AF65-F5344CB8AC3E}">
        <p14:creationId xmlns:p14="http://schemas.microsoft.com/office/powerpoint/2010/main" val="30963626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pPr marL="456834" indent="-456834"/>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割接基本概念</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割接操作流程</a:t>
            </a:r>
            <a:endParaRPr lang="en-US" altLang="zh-CN" b="1"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割接案例实践</a:t>
            </a:r>
          </a:p>
        </p:txBody>
      </p:sp>
    </p:spTree>
    <p:extLst>
      <p:ext uri="{BB962C8B-B14F-4D97-AF65-F5344CB8AC3E}">
        <p14:creationId xmlns:p14="http://schemas.microsoft.com/office/powerpoint/2010/main" val="218425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项目调研</a:t>
            </a:r>
          </a:p>
        </p:txBody>
      </p:sp>
      <p:sp>
        <p:nvSpPr>
          <p:cNvPr id="4" name="文本占位符 3"/>
          <p:cNvSpPr>
            <a:spLocks noGrp="1"/>
          </p:cNvSpPr>
          <p:nvPr>
            <p:ph type="body" sz="quarter" idx="10"/>
          </p:nvPr>
        </p:nvSpPr>
        <p:spPr bwMode="gray">
          <a:xfrm>
            <a:off x="2163097" y="1047750"/>
            <a:ext cx="9585990" cy="4879805"/>
          </a:xfrm>
        </p:spPr>
        <p:txBody>
          <a:bodyPr/>
          <a:lstStyle/>
          <a:p>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在割接开始前需要与客户网络信息负责人、一线维护工程师、</a:t>
            </a:r>
            <a:r>
              <a:rPr lang="en-US" altLang="zh-CN" sz="1799" dirty="0">
                <a:latin typeface="Huawei Sans" panose="020C0503030203020204" pitchFamily="34" charset="0"/>
                <a:ea typeface="方正兰亭黑简体" panose="02000000000000000000" pitchFamily="2" charset="-122"/>
                <a:sym typeface="Huawei Sans" panose="020C0503030203020204" pitchFamily="34" charset="0"/>
              </a:rPr>
              <a:t>ISP</a:t>
            </a:r>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的技术接口人以及设备厂家代表等多方进行沟通，同时进行客户网络信息的收集。</a:t>
            </a:r>
          </a:p>
        </p:txBody>
      </p:sp>
      <p:sp>
        <p:nvSpPr>
          <p:cNvPr id="111" name="isḻïḑe">
            <a:extLst>
              <a:ext uri="{FF2B5EF4-FFF2-40B4-BE49-F238E27FC236}">
                <a16:creationId xmlns:a16="http://schemas.microsoft.com/office/drawing/2014/main" id="{24CBC826-002E-4B71-8291-B729E4BED0E3}"/>
              </a:ext>
            </a:extLst>
          </p:cNvPr>
          <p:cNvSpPr txBox="1"/>
          <p:nvPr/>
        </p:nvSpPr>
        <p:spPr bwMode="gray">
          <a:xfrm>
            <a:off x="836816" y="1587659"/>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pPr algn="l"/>
            <a:r>
              <a:rPr lang="zh-CN" altLang="en-US" sz="1399" dirty="0"/>
              <a:t>项目调研</a:t>
            </a:r>
            <a:endParaRPr lang="en-US" altLang="zh-CN" sz="1399" dirty="0"/>
          </a:p>
        </p:txBody>
      </p:sp>
      <p:sp>
        <p:nvSpPr>
          <p:cNvPr id="112" name="ïšļïďe">
            <a:extLst>
              <a:ext uri="{FF2B5EF4-FFF2-40B4-BE49-F238E27FC236}">
                <a16:creationId xmlns:a16="http://schemas.microsoft.com/office/drawing/2014/main" id="{FB41FAD4-0BA5-4580-B72E-A6BFF22F8784}"/>
              </a:ext>
            </a:extLst>
          </p:cNvPr>
          <p:cNvSpPr txBox="1"/>
          <p:nvPr/>
        </p:nvSpPr>
        <p:spPr bwMode="gray">
          <a:xfrm>
            <a:off x="836816" y="2542190"/>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pPr algn="l"/>
            <a:r>
              <a:rPr lang="zh-CN" altLang="en-US" sz="1399" dirty="0"/>
              <a:t>项目分析</a:t>
            </a:r>
            <a:endParaRPr lang="en-US" altLang="zh-CN" sz="1399" dirty="0"/>
          </a:p>
        </p:txBody>
      </p:sp>
      <p:sp>
        <p:nvSpPr>
          <p:cNvPr id="113" name="ïṧļíḍê">
            <a:extLst>
              <a:ext uri="{FF2B5EF4-FFF2-40B4-BE49-F238E27FC236}">
                <a16:creationId xmlns:a16="http://schemas.microsoft.com/office/drawing/2014/main" id="{D1BCCD92-D45A-41F7-960F-30FC35568CBF}"/>
              </a:ext>
            </a:extLst>
          </p:cNvPr>
          <p:cNvSpPr txBox="1"/>
          <p:nvPr/>
        </p:nvSpPr>
        <p:spPr bwMode="gray">
          <a:xfrm>
            <a:off x="836816" y="3496721"/>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lnSpc>
                <a:spcPct val="100000"/>
              </a:lnSpc>
              <a:spcBef>
                <a:spcPct val="0"/>
              </a:spcBef>
            </a:pPr>
            <a:r>
              <a:rPr lang="zh-CN" altLang="en-US" sz="1399" dirty="0">
                <a:solidFill>
                  <a:schemeClr val="bg1">
                    <a:lumMod val="65000"/>
                  </a:schemeClr>
                </a:solidFill>
              </a:rPr>
              <a:t>风险评估</a:t>
            </a:r>
            <a:endParaRPr lang="en-US" altLang="zh-CN" sz="1399" dirty="0">
              <a:solidFill>
                <a:schemeClr val="bg1">
                  <a:lumMod val="65000"/>
                </a:schemeClr>
              </a:solidFill>
            </a:endParaRPr>
          </a:p>
        </p:txBody>
      </p:sp>
      <p:sp>
        <p:nvSpPr>
          <p:cNvPr id="114" name="îş1iḍê">
            <a:extLst>
              <a:ext uri="{FF2B5EF4-FFF2-40B4-BE49-F238E27FC236}">
                <a16:creationId xmlns:a16="http://schemas.microsoft.com/office/drawing/2014/main" id="{F0B068A5-560A-4DB9-9ABC-E179FB4B53B1}"/>
              </a:ext>
            </a:extLst>
          </p:cNvPr>
          <p:cNvSpPr txBox="1"/>
          <p:nvPr/>
        </p:nvSpPr>
        <p:spPr bwMode="gray">
          <a:xfrm>
            <a:off x="836816" y="4451252"/>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lnSpc>
                <a:spcPct val="100000"/>
              </a:lnSpc>
              <a:spcBef>
                <a:spcPct val="0"/>
              </a:spcBef>
            </a:pPr>
            <a:r>
              <a:rPr lang="zh-CN" altLang="en-US" sz="1399" dirty="0">
                <a:solidFill>
                  <a:schemeClr val="bg1">
                    <a:lumMod val="65000"/>
                  </a:schemeClr>
                </a:solidFill>
              </a:rPr>
              <a:t>输出割接方案</a:t>
            </a:r>
            <a:endParaRPr lang="en-US" altLang="zh-CN" sz="1399" dirty="0">
              <a:solidFill>
                <a:schemeClr val="bg1">
                  <a:lumMod val="65000"/>
                </a:schemeClr>
              </a:solidFill>
            </a:endParaRPr>
          </a:p>
        </p:txBody>
      </p:sp>
      <p:sp>
        <p:nvSpPr>
          <p:cNvPr id="115" name="íşḻïďe">
            <a:extLst>
              <a:ext uri="{FF2B5EF4-FFF2-40B4-BE49-F238E27FC236}">
                <a16:creationId xmlns:a16="http://schemas.microsoft.com/office/drawing/2014/main" id="{05246D82-A4F5-42F2-854D-C3D348D160CE}"/>
              </a:ext>
            </a:extLst>
          </p:cNvPr>
          <p:cNvSpPr txBox="1"/>
          <p:nvPr/>
        </p:nvSpPr>
        <p:spPr bwMode="gray">
          <a:xfrm>
            <a:off x="836816" y="5405783"/>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lnSpc>
                <a:spcPct val="100000"/>
              </a:lnSpc>
              <a:spcBef>
                <a:spcPct val="0"/>
              </a:spcBef>
            </a:pPr>
            <a:r>
              <a:rPr lang="zh-CN" altLang="en-US" sz="1399" dirty="0">
                <a:solidFill>
                  <a:schemeClr val="bg1">
                    <a:lumMod val="65000"/>
                  </a:schemeClr>
                </a:solidFill>
              </a:rPr>
              <a:t>方案验证、评审</a:t>
            </a:r>
            <a:endParaRPr lang="en-US" altLang="zh-CN" sz="1399" dirty="0">
              <a:solidFill>
                <a:schemeClr val="bg1">
                  <a:lumMod val="65000"/>
                </a:schemeClr>
              </a:solidFill>
            </a:endParaRPr>
          </a:p>
        </p:txBody>
      </p:sp>
      <p:cxnSp>
        <p:nvCxnSpPr>
          <p:cNvPr id="117" name="直接连接符 116">
            <a:extLst>
              <a:ext uri="{FF2B5EF4-FFF2-40B4-BE49-F238E27FC236}">
                <a16:creationId xmlns:a16="http://schemas.microsoft.com/office/drawing/2014/main" id="{4AA622A8-8183-4782-A4A5-6DF01B92BB53}"/>
              </a:ext>
            </a:extLst>
          </p:cNvPr>
          <p:cNvCxnSpPr/>
          <p:nvPr/>
        </p:nvCxnSpPr>
        <p:spPr bwMode="gray">
          <a:xfrm>
            <a:off x="665266" y="1435263"/>
            <a:ext cx="0" cy="4689414"/>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26" name="iṩ1îdè">
            <a:extLst>
              <a:ext uri="{FF2B5EF4-FFF2-40B4-BE49-F238E27FC236}">
                <a16:creationId xmlns:a16="http://schemas.microsoft.com/office/drawing/2014/main" id="{7F2033B8-3D85-4EBC-B06A-35DC8DC5989D}"/>
              </a:ext>
            </a:extLst>
          </p:cNvPr>
          <p:cNvSpPr/>
          <p:nvPr/>
        </p:nvSpPr>
        <p:spPr bwMode="gray">
          <a:xfrm rot="10800000" flipV="1">
            <a:off x="485337" y="3536319"/>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377" rtl="0" eaLnBrk="1" latinLnBrk="0" hangingPunct="1">
              <a:defRPr sz="1800" kern="1200">
                <a:solidFill>
                  <a:schemeClr val="lt1"/>
                </a:solidFill>
              </a:defRPr>
            </a:lvl1pPr>
            <a:lvl2pPr marL="457189" algn="l" defTabSz="914377" rtl="0" eaLnBrk="1" latinLnBrk="0" hangingPunct="1">
              <a:defRPr sz="1800" kern="1200">
                <a:solidFill>
                  <a:schemeClr val="lt1"/>
                </a:solidFill>
              </a:defRPr>
            </a:lvl2pPr>
            <a:lvl3pPr marL="914377" algn="l" defTabSz="914377" rtl="0" eaLnBrk="1" latinLnBrk="0" hangingPunct="1">
              <a:defRPr sz="1800" kern="1200">
                <a:solidFill>
                  <a:schemeClr val="lt1"/>
                </a:solidFill>
              </a:defRPr>
            </a:lvl3pPr>
            <a:lvl4pPr marL="1371566" algn="l" defTabSz="914377" rtl="0" eaLnBrk="1" latinLnBrk="0" hangingPunct="1">
              <a:defRPr sz="1800" kern="1200">
                <a:solidFill>
                  <a:schemeClr val="lt1"/>
                </a:solidFill>
              </a:defRPr>
            </a:lvl4pPr>
            <a:lvl5pPr marL="1828754" algn="l" defTabSz="914377" rtl="0" eaLnBrk="1" latinLnBrk="0" hangingPunct="1">
              <a:defRPr sz="1800" kern="1200">
                <a:solidFill>
                  <a:schemeClr val="lt1"/>
                </a:solidFill>
              </a:defRPr>
            </a:lvl5pPr>
            <a:lvl6pPr marL="2285943" algn="l" defTabSz="914377" rtl="0" eaLnBrk="1" latinLnBrk="0" hangingPunct="1">
              <a:defRPr sz="1800" kern="1200">
                <a:solidFill>
                  <a:schemeClr val="lt1"/>
                </a:solidFill>
              </a:defRPr>
            </a:lvl6pPr>
            <a:lvl7pPr marL="2743131" algn="l" defTabSz="914377" rtl="0" eaLnBrk="1" latinLnBrk="0" hangingPunct="1">
              <a:defRPr sz="1800" kern="1200">
                <a:solidFill>
                  <a:schemeClr val="lt1"/>
                </a:solidFill>
              </a:defRPr>
            </a:lvl7pPr>
            <a:lvl8pPr marL="3200320" algn="l" defTabSz="914377" rtl="0" eaLnBrk="1" latinLnBrk="0" hangingPunct="1">
              <a:defRPr sz="1800" kern="1200">
                <a:solidFill>
                  <a:schemeClr val="lt1"/>
                </a:solidFill>
              </a:defRPr>
            </a:lvl8pPr>
            <a:lvl9pPr marL="3657509" algn="l" defTabSz="914377" rtl="0" eaLnBrk="1" latinLnBrk="0" hangingPunct="1">
              <a:defRPr sz="1800" kern="1200">
                <a:solidFill>
                  <a:schemeClr val="lt1"/>
                </a:solidFill>
              </a:defRPr>
            </a:lvl9pPr>
          </a:lstStyle>
          <a:p>
            <a:pPr algn="ctr"/>
            <a:endParaRPr sz="1799"/>
          </a:p>
        </p:txBody>
      </p:sp>
      <p:sp>
        <p:nvSpPr>
          <p:cNvPr id="131" name="íŝlíďé">
            <a:extLst>
              <a:ext uri="{FF2B5EF4-FFF2-40B4-BE49-F238E27FC236}">
                <a16:creationId xmlns:a16="http://schemas.microsoft.com/office/drawing/2014/main" id="{E7C05249-EC6B-4A31-B592-1B7DA1FC1C4D}"/>
              </a:ext>
            </a:extLst>
          </p:cNvPr>
          <p:cNvSpPr/>
          <p:nvPr/>
        </p:nvSpPr>
        <p:spPr bwMode="gray">
          <a:xfrm rot="10800000" flipV="1">
            <a:off x="485337" y="4491496"/>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377" rtl="0" eaLnBrk="1" latinLnBrk="0" hangingPunct="1">
              <a:defRPr sz="1800" kern="1200">
                <a:solidFill>
                  <a:schemeClr val="lt1"/>
                </a:solidFill>
              </a:defRPr>
            </a:lvl1pPr>
            <a:lvl2pPr marL="457189" algn="l" defTabSz="914377" rtl="0" eaLnBrk="1" latinLnBrk="0" hangingPunct="1">
              <a:defRPr sz="1800" kern="1200">
                <a:solidFill>
                  <a:schemeClr val="lt1"/>
                </a:solidFill>
              </a:defRPr>
            </a:lvl2pPr>
            <a:lvl3pPr marL="914377" algn="l" defTabSz="914377" rtl="0" eaLnBrk="1" latinLnBrk="0" hangingPunct="1">
              <a:defRPr sz="1800" kern="1200">
                <a:solidFill>
                  <a:schemeClr val="lt1"/>
                </a:solidFill>
              </a:defRPr>
            </a:lvl3pPr>
            <a:lvl4pPr marL="1371566" algn="l" defTabSz="914377" rtl="0" eaLnBrk="1" latinLnBrk="0" hangingPunct="1">
              <a:defRPr sz="1800" kern="1200">
                <a:solidFill>
                  <a:schemeClr val="lt1"/>
                </a:solidFill>
              </a:defRPr>
            </a:lvl4pPr>
            <a:lvl5pPr marL="1828754" algn="l" defTabSz="914377" rtl="0" eaLnBrk="1" latinLnBrk="0" hangingPunct="1">
              <a:defRPr sz="1800" kern="1200">
                <a:solidFill>
                  <a:schemeClr val="lt1"/>
                </a:solidFill>
              </a:defRPr>
            </a:lvl5pPr>
            <a:lvl6pPr marL="2285943" algn="l" defTabSz="914377" rtl="0" eaLnBrk="1" latinLnBrk="0" hangingPunct="1">
              <a:defRPr sz="1800" kern="1200">
                <a:solidFill>
                  <a:schemeClr val="lt1"/>
                </a:solidFill>
              </a:defRPr>
            </a:lvl6pPr>
            <a:lvl7pPr marL="2743131" algn="l" defTabSz="914377" rtl="0" eaLnBrk="1" latinLnBrk="0" hangingPunct="1">
              <a:defRPr sz="1800" kern="1200">
                <a:solidFill>
                  <a:schemeClr val="lt1"/>
                </a:solidFill>
              </a:defRPr>
            </a:lvl7pPr>
            <a:lvl8pPr marL="3200320" algn="l" defTabSz="914377" rtl="0" eaLnBrk="1" latinLnBrk="0" hangingPunct="1">
              <a:defRPr sz="1800" kern="1200">
                <a:solidFill>
                  <a:schemeClr val="lt1"/>
                </a:solidFill>
              </a:defRPr>
            </a:lvl8pPr>
            <a:lvl9pPr marL="3657509" algn="l" defTabSz="914377" rtl="0" eaLnBrk="1" latinLnBrk="0" hangingPunct="1">
              <a:defRPr sz="1800" kern="1200">
                <a:solidFill>
                  <a:schemeClr val="lt1"/>
                </a:solidFill>
              </a:defRPr>
            </a:lvl9pPr>
          </a:lstStyle>
          <a:p>
            <a:pPr algn="ctr"/>
            <a:endParaRPr sz="1799"/>
          </a:p>
        </p:txBody>
      </p:sp>
      <p:grpSp>
        <p:nvGrpSpPr>
          <p:cNvPr id="133" name="组合 132"/>
          <p:cNvGrpSpPr/>
          <p:nvPr/>
        </p:nvGrpSpPr>
        <p:grpSpPr bwMode="gray">
          <a:xfrm>
            <a:off x="485337" y="5446671"/>
            <a:ext cx="359859" cy="359859"/>
            <a:chOff x="8645353" y="1253075"/>
            <a:chExt cx="532084" cy="532082"/>
          </a:xfrm>
        </p:grpSpPr>
        <p:sp>
          <p:nvSpPr>
            <p:cNvPr id="134" name="íṡ1íḋê">
              <a:extLst>
                <a:ext uri="{FF2B5EF4-FFF2-40B4-BE49-F238E27FC236}">
                  <a16:creationId xmlns:a16="http://schemas.microsoft.com/office/drawing/2014/main" id="{87A1502E-FF5A-402F-AE9A-604F51135206}"/>
                </a:ext>
              </a:extLst>
            </p:cNvPr>
            <p:cNvSpPr/>
            <p:nvPr/>
          </p:nvSpPr>
          <p:spPr bwMode="gray">
            <a:xfrm rot="10800000" flipV="1">
              <a:off x="8645353" y="1253075"/>
              <a:ext cx="532084" cy="532082"/>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377" rtl="0" eaLnBrk="1" latinLnBrk="0" hangingPunct="1">
                <a:defRPr sz="1800" kern="1200">
                  <a:solidFill>
                    <a:schemeClr val="lt1"/>
                  </a:solidFill>
                </a:defRPr>
              </a:lvl1pPr>
              <a:lvl2pPr marL="457189" algn="l" defTabSz="914377" rtl="0" eaLnBrk="1" latinLnBrk="0" hangingPunct="1">
                <a:defRPr sz="1800" kern="1200">
                  <a:solidFill>
                    <a:schemeClr val="lt1"/>
                  </a:solidFill>
                </a:defRPr>
              </a:lvl2pPr>
              <a:lvl3pPr marL="914377" algn="l" defTabSz="914377" rtl="0" eaLnBrk="1" latinLnBrk="0" hangingPunct="1">
                <a:defRPr sz="1800" kern="1200">
                  <a:solidFill>
                    <a:schemeClr val="lt1"/>
                  </a:solidFill>
                </a:defRPr>
              </a:lvl3pPr>
              <a:lvl4pPr marL="1371566" algn="l" defTabSz="914377" rtl="0" eaLnBrk="1" latinLnBrk="0" hangingPunct="1">
                <a:defRPr sz="1800" kern="1200">
                  <a:solidFill>
                    <a:schemeClr val="lt1"/>
                  </a:solidFill>
                </a:defRPr>
              </a:lvl4pPr>
              <a:lvl5pPr marL="1828754" algn="l" defTabSz="914377" rtl="0" eaLnBrk="1" latinLnBrk="0" hangingPunct="1">
                <a:defRPr sz="1800" kern="1200">
                  <a:solidFill>
                    <a:schemeClr val="lt1"/>
                  </a:solidFill>
                </a:defRPr>
              </a:lvl5pPr>
              <a:lvl6pPr marL="2285943" algn="l" defTabSz="914377" rtl="0" eaLnBrk="1" latinLnBrk="0" hangingPunct="1">
                <a:defRPr sz="1800" kern="1200">
                  <a:solidFill>
                    <a:schemeClr val="lt1"/>
                  </a:solidFill>
                </a:defRPr>
              </a:lvl6pPr>
              <a:lvl7pPr marL="2743131" algn="l" defTabSz="914377" rtl="0" eaLnBrk="1" latinLnBrk="0" hangingPunct="1">
                <a:defRPr sz="1800" kern="1200">
                  <a:solidFill>
                    <a:schemeClr val="lt1"/>
                  </a:solidFill>
                </a:defRPr>
              </a:lvl7pPr>
              <a:lvl8pPr marL="3200320" algn="l" defTabSz="914377" rtl="0" eaLnBrk="1" latinLnBrk="0" hangingPunct="1">
                <a:defRPr sz="1800" kern="1200">
                  <a:solidFill>
                    <a:schemeClr val="lt1"/>
                  </a:solidFill>
                </a:defRPr>
              </a:lvl8pPr>
              <a:lvl9pPr marL="3657509" algn="l" defTabSz="914377" rtl="0" eaLnBrk="1" latinLnBrk="0" hangingPunct="1">
                <a:defRPr sz="1800" kern="1200">
                  <a:solidFill>
                    <a:schemeClr val="lt1"/>
                  </a:solidFill>
                </a:defRPr>
              </a:lvl9pPr>
            </a:lstStyle>
            <a:p>
              <a:pPr algn="ctr"/>
              <a:endParaRPr sz="1799"/>
            </a:p>
          </p:txBody>
        </p:sp>
        <p:sp>
          <p:nvSpPr>
            <p:cNvPr id="136" name="iṡļidè">
              <a:extLst>
                <a:ext uri="{FF2B5EF4-FFF2-40B4-BE49-F238E27FC236}">
                  <a16:creationId xmlns:a16="http://schemas.microsoft.com/office/drawing/2014/main" id="{D2F2F0A0-455D-459F-90E5-A8674554530D}"/>
                </a:ext>
              </a:extLst>
            </p:cNvPr>
            <p:cNvSpPr/>
            <p:nvPr/>
          </p:nvSpPr>
          <p:spPr bwMode="gray">
            <a:xfrm>
              <a:off x="8806407" y="1420044"/>
              <a:ext cx="235733" cy="198142"/>
            </a:xfrm>
            <a:custGeom>
              <a:avLst/>
              <a:gdLst>
                <a:gd name="connsiteX0" fmla="*/ 536415 w 607227"/>
                <a:gd name="connsiteY0" fmla="*/ 12631 h 510399"/>
                <a:gd name="connsiteX1" fmla="*/ 557192 w 607227"/>
                <a:gd name="connsiteY1" fmla="*/ 21221 h 510399"/>
                <a:gd name="connsiteX2" fmla="*/ 598584 w 607227"/>
                <a:gd name="connsiteY2" fmla="*/ 62633 h 510399"/>
                <a:gd name="connsiteX3" fmla="*/ 598584 w 607227"/>
                <a:gd name="connsiteY3" fmla="*/ 104044 h 510399"/>
                <a:gd name="connsiteX4" fmla="*/ 511175 w 607227"/>
                <a:gd name="connsiteY4" fmla="*/ 191324 h 510399"/>
                <a:gd name="connsiteX5" fmla="*/ 444948 w 607227"/>
                <a:gd name="connsiteY5" fmla="*/ 257453 h 510399"/>
                <a:gd name="connsiteX6" fmla="*/ 339441 w 607227"/>
                <a:gd name="connsiteY6" fmla="*/ 362805 h 510399"/>
                <a:gd name="connsiteX7" fmla="*/ 297968 w 607227"/>
                <a:gd name="connsiteY7" fmla="*/ 404217 h 510399"/>
                <a:gd name="connsiteX8" fmla="*/ 277191 w 607227"/>
                <a:gd name="connsiteY8" fmla="*/ 412807 h 510399"/>
                <a:gd name="connsiteX9" fmla="*/ 256495 w 607227"/>
                <a:gd name="connsiteY9" fmla="*/ 404217 h 510399"/>
                <a:gd name="connsiteX10" fmla="*/ 215023 w 607227"/>
                <a:gd name="connsiteY10" fmla="*/ 362805 h 510399"/>
                <a:gd name="connsiteX11" fmla="*/ 138814 w 607227"/>
                <a:gd name="connsiteY11" fmla="*/ 286790 h 510399"/>
                <a:gd name="connsiteX12" fmla="*/ 138814 w 607227"/>
                <a:gd name="connsiteY12" fmla="*/ 245378 h 510399"/>
                <a:gd name="connsiteX13" fmla="*/ 180286 w 607227"/>
                <a:gd name="connsiteY13" fmla="*/ 203967 h 510399"/>
                <a:gd name="connsiteX14" fmla="*/ 201063 w 607227"/>
                <a:gd name="connsiteY14" fmla="*/ 195376 h 510399"/>
                <a:gd name="connsiteX15" fmla="*/ 221759 w 607227"/>
                <a:gd name="connsiteY15" fmla="*/ 203967 h 510399"/>
                <a:gd name="connsiteX16" fmla="*/ 277191 w 607227"/>
                <a:gd name="connsiteY16" fmla="*/ 259317 h 510399"/>
                <a:gd name="connsiteX17" fmla="*/ 444948 w 607227"/>
                <a:gd name="connsiteY17" fmla="*/ 91807 h 510399"/>
                <a:gd name="connsiteX18" fmla="*/ 503951 w 607227"/>
                <a:gd name="connsiteY18" fmla="*/ 32891 h 510399"/>
                <a:gd name="connsiteX19" fmla="*/ 515719 w 607227"/>
                <a:gd name="connsiteY19" fmla="*/ 21221 h 510399"/>
                <a:gd name="connsiteX20" fmla="*/ 536415 w 607227"/>
                <a:gd name="connsiteY20" fmla="*/ 12631 h 510399"/>
                <a:gd name="connsiteX21" fmla="*/ 61847 w 607227"/>
                <a:gd name="connsiteY21" fmla="*/ 0 h 510399"/>
                <a:gd name="connsiteX22" fmla="*/ 449328 w 607227"/>
                <a:gd name="connsiteY22" fmla="*/ 0 h 510399"/>
                <a:gd name="connsiteX23" fmla="*/ 491858 w 607227"/>
                <a:gd name="connsiteY23" fmla="*/ 17019 h 510399"/>
                <a:gd name="connsiteX24" fmla="*/ 442591 w 607227"/>
                <a:gd name="connsiteY24" fmla="*/ 66130 h 510399"/>
                <a:gd name="connsiteX25" fmla="*/ 66230 w 607227"/>
                <a:gd name="connsiteY25" fmla="*/ 66130 h 510399"/>
                <a:gd name="connsiteX26" fmla="*/ 66230 w 607227"/>
                <a:gd name="connsiteY26" fmla="*/ 444269 h 510399"/>
                <a:gd name="connsiteX27" fmla="*/ 444945 w 607227"/>
                <a:gd name="connsiteY27" fmla="*/ 444269 h 510399"/>
                <a:gd name="connsiteX28" fmla="*/ 444945 w 607227"/>
                <a:gd name="connsiteY28" fmla="*/ 285590 h 510399"/>
                <a:gd name="connsiteX29" fmla="*/ 511175 w 607227"/>
                <a:gd name="connsiteY29" fmla="*/ 219460 h 510399"/>
                <a:gd name="connsiteX30" fmla="*/ 511175 w 607227"/>
                <a:gd name="connsiteY30" fmla="*/ 448645 h 510399"/>
                <a:gd name="connsiteX31" fmla="*/ 449328 w 607227"/>
                <a:gd name="connsiteY31" fmla="*/ 510399 h 510399"/>
                <a:gd name="connsiteX32" fmla="*/ 61847 w 607227"/>
                <a:gd name="connsiteY32" fmla="*/ 510399 h 510399"/>
                <a:gd name="connsiteX33" fmla="*/ 0 w 607227"/>
                <a:gd name="connsiteY33" fmla="*/ 448645 h 510399"/>
                <a:gd name="connsiteX34" fmla="*/ 0 w 607227"/>
                <a:gd name="connsiteY34" fmla="*/ 61673 h 510399"/>
                <a:gd name="connsiteX35" fmla="*/ 61847 w 607227"/>
                <a:gd name="connsiteY35" fmla="*/ 0 h 51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7227" h="510399">
                  <a:moveTo>
                    <a:pt x="536415" y="12631"/>
                  </a:moveTo>
                  <a:cubicBezTo>
                    <a:pt x="543882" y="12631"/>
                    <a:pt x="551430" y="15467"/>
                    <a:pt x="557192" y="21221"/>
                  </a:cubicBezTo>
                  <a:lnTo>
                    <a:pt x="598584" y="62633"/>
                  </a:lnTo>
                  <a:cubicBezTo>
                    <a:pt x="610108" y="74059"/>
                    <a:pt x="610108" y="92618"/>
                    <a:pt x="598584" y="104044"/>
                  </a:cubicBezTo>
                  <a:lnTo>
                    <a:pt x="511175" y="191324"/>
                  </a:lnTo>
                  <a:lnTo>
                    <a:pt x="444948" y="257453"/>
                  </a:lnTo>
                  <a:lnTo>
                    <a:pt x="339441" y="362805"/>
                  </a:lnTo>
                  <a:lnTo>
                    <a:pt x="297968" y="404217"/>
                  </a:lnTo>
                  <a:cubicBezTo>
                    <a:pt x="292206" y="409971"/>
                    <a:pt x="284739" y="412807"/>
                    <a:pt x="277191" y="412807"/>
                  </a:cubicBezTo>
                  <a:cubicBezTo>
                    <a:pt x="269724" y="412807"/>
                    <a:pt x="262177" y="409971"/>
                    <a:pt x="256495" y="404217"/>
                  </a:cubicBezTo>
                  <a:lnTo>
                    <a:pt x="215023" y="362805"/>
                  </a:lnTo>
                  <a:lnTo>
                    <a:pt x="138814" y="286790"/>
                  </a:lnTo>
                  <a:cubicBezTo>
                    <a:pt x="127370" y="275363"/>
                    <a:pt x="127370" y="256805"/>
                    <a:pt x="138814" y="245378"/>
                  </a:cubicBezTo>
                  <a:lnTo>
                    <a:pt x="180286" y="203967"/>
                  </a:lnTo>
                  <a:cubicBezTo>
                    <a:pt x="186049" y="198213"/>
                    <a:pt x="193515" y="195376"/>
                    <a:pt x="201063" y="195376"/>
                  </a:cubicBezTo>
                  <a:cubicBezTo>
                    <a:pt x="208530" y="195376"/>
                    <a:pt x="215997" y="198213"/>
                    <a:pt x="221759" y="203967"/>
                  </a:cubicBezTo>
                  <a:lnTo>
                    <a:pt x="277191" y="259317"/>
                  </a:lnTo>
                  <a:lnTo>
                    <a:pt x="444948" y="91807"/>
                  </a:lnTo>
                  <a:lnTo>
                    <a:pt x="503951" y="32891"/>
                  </a:lnTo>
                  <a:lnTo>
                    <a:pt x="515719" y="21221"/>
                  </a:lnTo>
                  <a:cubicBezTo>
                    <a:pt x="521401" y="15467"/>
                    <a:pt x="528949" y="12631"/>
                    <a:pt x="536415" y="12631"/>
                  </a:cubicBezTo>
                  <a:close/>
                  <a:moveTo>
                    <a:pt x="61847" y="0"/>
                  </a:moveTo>
                  <a:lnTo>
                    <a:pt x="449328" y="0"/>
                  </a:lnTo>
                  <a:cubicBezTo>
                    <a:pt x="465804" y="0"/>
                    <a:pt x="480738" y="6483"/>
                    <a:pt x="491858" y="17019"/>
                  </a:cubicBezTo>
                  <a:lnTo>
                    <a:pt x="442591" y="66130"/>
                  </a:lnTo>
                  <a:lnTo>
                    <a:pt x="66230" y="66130"/>
                  </a:lnTo>
                  <a:lnTo>
                    <a:pt x="66230" y="444269"/>
                  </a:lnTo>
                  <a:lnTo>
                    <a:pt x="444945" y="444269"/>
                  </a:lnTo>
                  <a:lnTo>
                    <a:pt x="444945" y="285590"/>
                  </a:lnTo>
                  <a:lnTo>
                    <a:pt x="511175" y="219460"/>
                  </a:lnTo>
                  <a:lnTo>
                    <a:pt x="511175" y="448645"/>
                  </a:lnTo>
                  <a:cubicBezTo>
                    <a:pt x="511175" y="482683"/>
                    <a:pt x="483417" y="510399"/>
                    <a:pt x="449328" y="510399"/>
                  </a:cubicBezTo>
                  <a:lnTo>
                    <a:pt x="61847" y="510399"/>
                  </a:lnTo>
                  <a:cubicBezTo>
                    <a:pt x="27758" y="510399"/>
                    <a:pt x="0" y="482683"/>
                    <a:pt x="0" y="448645"/>
                  </a:cubicBezTo>
                  <a:lnTo>
                    <a:pt x="0" y="61673"/>
                  </a:lnTo>
                  <a:cubicBezTo>
                    <a:pt x="0" y="27635"/>
                    <a:pt x="27758" y="0"/>
                    <a:pt x="61847" y="0"/>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sz="1799"/>
            </a:p>
          </p:txBody>
        </p:sp>
      </p:grpSp>
      <p:sp>
        <p:nvSpPr>
          <p:cNvPr id="140" name="cloud-computing_161788"/>
          <p:cNvSpPr>
            <a:spLocks noChangeAspect="1"/>
          </p:cNvSpPr>
          <p:nvPr/>
        </p:nvSpPr>
        <p:spPr bwMode="gray">
          <a:xfrm>
            <a:off x="566012" y="1706799"/>
            <a:ext cx="198513" cy="198190"/>
          </a:xfrm>
          <a:custGeom>
            <a:avLst/>
            <a:gdLst>
              <a:gd name="connsiteX0" fmla="*/ 46142 w 606580"/>
              <a:gd name="connsiteY0" fmla="*/ 341782 h 605592"/>
              <a:gd name="connsiteX1" fmla="*/ 46142 w 606580"/>
              <a:gd name="connsiteY1" fmla="*/ 468218 h 605592"/>
              <a:gd name="connsiteX2" fmla="*/ 251785 w 606580"/>
              <a:gd name="connsiteY2" fmla="*/ 468218 h 605592"/>
              <a:gd name="connsiteX3" fmla="*/ 251785 w 606580"/>
              <a:gd name="connsiteY3" fmla="*/ 341782 h 605592"/>
              <a:gd name="connsiteX4" fmla="*/ 0 w 606580"/>
              <a:gd name="connsiteY4" fmla="*/ 297010 h 605592"/>
              <a:gd name="connsiteX5" fmla="*/ 297927 w 606580"/>
              <a:gd name="connsiteY5" fmla="*/ 297010 h 605592"/>
              <a:gd name="connsiteX6" fmla="*/ 297927 w 606580"/>
              <a:gd name="connsiteY6" fmla="*/ 512433 h 605592"/>
              <a:gd name="connsiteX7" fmla="*/ 197844 w 606580"/>
              <a:gd name="connsiteY7" fmla="*/ 512433 h 605592"/>
              <a:gd name="connsiteX8" fmla="*/ 207128 w 606580"/>
              <a:gd name="connsiteY8" fmla="*/ 562860 h 605592"/>
              <a:gd name="connsiteX9" fmla="*/ 237766 w 606580"/>
              <a:gd name="connsiteY9" fmla="*/ 562860 h 605592"/>
              <a:gd name="connsiteX10" fmla="*/ 237766 w 606580"/>
              <a:gd name="connsiteY10" fmla="*/ 605592 h 605592"/>
              <a:gd name="connsiteX11" fmla="*/ 60625 w 606580"/>
              <a:gd name="connsiteY11" fmla="*/ 605592 h 605592"/>
              <a:gd name="connsiteX12" fmla="*/ 60625 w 606580"/>
              <a:gd name="connsiteY12" fmla="*/ 562860 h 605592"/>
              <a:gd name="connsiteX13" fmla="*/ 90891 w 606580"/>
              <a:gd name="connsiteY13" fmla="*/ 562860 h 605592"/>
              <a:gd name="connsiteX14" fmla="*/ 100176 w 606580"/>
              <a:gd name="connsiteY14" fmla="*/ 512433 h 605592"/>
              <a:gd name="connsiteX15" fmla="*/ 0 w 606580"/>
              <a:gd name="connsiteY15" fmla="*/ 512433 h 605592"/>
              <a:gd name="connsiteX16" fmla="*/ 440020 w 606580"/>
              <a:gd name="connsiteY16" fmla="*/ 278733 h 605592"/>
              <a:gd name="connsiteX17" fmla="*/ 453483 w 606580"/>
              <a:gd name="connsiteY17" fmla="*/ 292178 h 605592"/>
              <a:gd name="connsiteX18" fmla="*/ 453483 w 606580"/>
              <a:gd name="connsiteY18" fmla="*/ 415781 h 605592"/>
              <a:gd name="connsiteX19" fmla="*/ 440484 w 606580"/>
              <a:gd name="connsiteY19" fmla="*/ 429319 h 605592"/>
              <a:gd name="connsiteX20" fmla="*/ 354788 w 606580"/>
              <a:gd name="connsiteY20" fmla="*/ 429319 h 605592"/>
              <a:gd name="connsiteX21" fmla="*/ 341325 w 606580"/>
              <a:gd name="connsiteY21" fmla="*/ 415781 h 605592"/>
              <a:gd name="connsiteX22" fmla="*/ 354788 w 606580"/>
              <a:gd name="connsiteY22" fmla="*/ 402336 h 605592"/>
              <a:gd name="connsiteX23" fmla="*/ 426465 w 606580"/>
              <a:gd name="connsiteY23" fmla="*/ 402336 h 605592"/>
              <a:gd name="connsiteX24" fmla="*/ 426465 w 606580"/>
              <a:gd name="connsiteY24" fmla="*/ 292178 h 605592"/>
              <a:gd name="connsiteX25" fmla="*/ 440020 w 606580"/>
              <a:gd name="connsiteY25" fmla="*/ 278733 h 605592"/>
              <a:gd name="connsiteX26" fmla="*/ 410109 w 606580"/>
              <a:gd name="connsiteY26" fmla="*/ 0 h 605592"/>
              <a:gd name="connsiteX27" fmla="*/ 485782 w 606580"/>
              <a:gd name="connsiteY27" fmla="*/ 36057 h 605592"/>
              <a:gd name="connsiteX28" fmla="*/ 542328 w 606580"/>
              <a:gd name="connsiteY28" fmla="*/ 52185 h 605592"/>
              <a:gd name="connsiteX29" fmla="*/ 562291 w 606580"/>
              <a:gd name="connsiteY29" fmla="*/ 103350 h 605592"/>
              <a:gd name="connsiteX30" fmla="*/ 606580 w 606580"/>
              <a:gd name="connsiteY30" fmla="*/ 168697 h 605592"/>
              <a:gd name="connsiteX31" fmla="*/ 536293 w 606580"/>
              <a:gd name="connsiteY31" fmla="*/ 238864 h 605592"/>
              <a:gd name="connsiteX32" fmla="*/ 311502 w 606580"/>
              <a:gd name="connsiteY32" fmla="*/ 238864 h 605592"/>
              <a:gd name="connsiteX33" fmla="*/ 241122 w 606580"/>
              <a:gd name="connsiteY33" fmla="*/ 168697 h 605592"/>
              <a:gd name="connsiteX34" fmla="*/ 311502 w 606580"/>
              <a:gd name="connsiteY34" fmla="*/ 98530 h 605592"/>
              <a:gd name="connsiteX35" fmla="*/ 410109 w 606580"/>
              <a:gd name="connsiteY35"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6580" h="605592">
                <a:moveTo>
                  <a:pt x="46142" y="341782"/>
                </a:moveTo>
                <a:lnTo>
                  <a:pt x="46142" y="468218"/>
                </a:lnTo>
                <a:lnTo>
                  <a:pt x="251785" y="468218"/>
                </a:lnTo>
                <a:lnTo>
                  <a:pt x="251785" y="341782"/>
                </a:lnTo>
                <a:close/>
                <a:moveTo>
                  <a:pt x="0" y="297010"/>
                </a:moveTo>
                <a:lnTo>
                  <a:pt x="297927" y="297010"/>
                </a:lnTo>
                <a:lnTo>
                  <a:pt x="297927" y="512433"/>
                </a:lnTo>
                <a:lnTo>
                  <a:pt x="197844" y="512433"/>
                </a:lnTo>
                <a:lnTo>
                  <a:pt x="207128" y="562860"/>
                </a:lnTo>
                <a:lnTo>
                  <a:pt x="237766" y="562860"/>
                </a:lnTo>
                <a:lnTo>
                  <a:pt x="237766" y="605592"/>
                </a:lnTo>
                <a:lnTo>
                  <a:pt x="60625" y="605592"/>
                </a:lnTo>
                <a:lnTo>
                  <a:pt x="60625" y="562860"/>
                </a:lnTo>
                <a:lnTo>
                  <a:pt x="90891" y="562860"/>
                </a:lnTo>
                <a:lnTo>
                  <a:pt x="100176" y="512433"/>
                </a:lnTo>
                <a:lnTo>
                  <a:pt x="0" y="512433"/>
                </a:lnTo>
                <a:close/>
                <a:moveTo>
                  <a:pt x="440020" y="278733"/>
                </a:moveTo>
                <a:cubicBezTo>
                  <a:pt x="447634" y="278733"/>
                  <a:pt x="453483" y="285038"/>
                  <a:pt x="453483" y="292178"/>
                </a:cubicBezTo>
                <a:lnTo>
                  <a:pt x="453483" y="415781"/>
                </a:lnTo>
                <a:cubicBezTo>
                  <a:pt x="453947" y="423477"/>
                  <a:pt x="447634" y="429319"/>
                  <a:pt x="440484" y="429319"/>
                </a:cubicBezTo>
                <a:lnTo>
                  <a:pt x="354788" y="429319"/>
                </a:lnTo>
                <a:cubicBezTo>
                  <a:pt x="347174" y="429319"/>
                  <a:pt x="341325" y="423014"/>
                  <a:pt x="341325" y="415781"/>
                </a:cubicBezTo>
                <a:cubicBezTo>
                  <a:pt x="341325" y="408641"/>
                  <a:pt x="347639" y="402336"/>
                  <a:pt x="354788" y="402336"/>
                </a:cubicBezTo>
                <a:lnTo>
                  <a:pt x="426465" y="402336"/>
                </a:lnTo>
                <a:lnTo>
                  <a:pt x="426465" y="292178"/>
                </a:lnTo>
                <a:cubicBezTo>
                  <a:pt x="426465" y="284482"/>
                  <a:pt x="432778" y="278733"/>
                  <a:pt x="440020" y="278733"/>
                </a:cubicBezTo>
                <a:close/>
                <a:moveTo>
                  <a:pt x="410109" y="0"/>
                </a:moveTo>
                <a:cubicBezTo>
                  <a:pt x="440935" y="0"/>
                  <a:pt x="468419" y="13996"/>
                  <a:pt x="485782" y="36057"/>
                </a:cubicBezTo>
                <a:cubicBezTo>
                  <a:pt x="508530" y="30495"/>
                  <a:pt x="531000" y="41247"/>
                  <a:pt x="542328" y="52185"/>
                </a:cubicBezTo>
                <a:cubicBezTo>
                  <a:pt x="554584" y="63771"/>
                  <a:pt x="562940" y="81197"/>
                  <a:pt x="562291" y="103350"/>
                </a:cubicBezTo>
                <a:cubicBezTo>
                  <a:pt x="588289" y="113917"/>
                  <a:pt x="606580" y="138943"/>
                  <a:pt x="606580" y="168697"/>
                </a:cubicBezTo>
                <a:cubicBezTo>
                  <a:pt x="606580" y="207627"/>
                  <a:pt x="574825" y="238864"/>
                  <a:pt x="536293" y="238864"/>
                </a:cubicBezTo>
                <a:lnTo>
                  <a:pt x="311502" y="238864"/>
                </a:lnTo>
                <a:cubicBezTo>
                  <a:pt x="272505" y="238864"/>
                  <a:pt x="241122" y="207627"/>
                  <a:pt x="241122" y="168697"/>
                </a:cubicBezTo>
                <a:cubicBezTo>
                  <a:pt x="241122" y="129767"/>
                  <a:pt x="272970" y="98530"/>
                  <a:pt x="311502" y="98530"/>
                </a:cubicBezTo>
                <a:cubicBezTo>
                  <a:pt x="311502" y="44213"/>
                  <a:pt x="355792" y="0"/>
                  <a:pt x="410109" y="0"/>
                </a:cubicBezTo>
                <a:close/>
              </a:path>
            </a:pathLst>
          </a:custGeom>
          <a:solidFill>
            <a:schemeClr val="bg1"/>
          </a:solidFill>
          <a:ln>
            <a:noFill/>
          </a:ln>
        </p:spPr>
      </p:sp>
      <p:sp>
        <p:nvSpPr>
          <p:cNvPr id="143" name="iṡ1ïdé">
            <a:extLst>
              <a:ext uri="{FF2B5EF4-FFF2-40B4-BE49-F238E27FC236}">
                <a16:creationId xmlns:a16="http://schemas.microsoft.com/office/drawing/2014/main" id="{3FC487D0-A815-4107-8A36-7C156E98B5FA}"/>
              </a:ext>
            </a:extLst>
          </p:cNvPr>
          <p:cNvSpPr/>
          <p:nvPr/>
        </p:nvSpPr>
        <p:spPr bwMode="gray">
          <a:xfrm rot="10800000" flipV="1">
            <a:off x="485337" y="2581142"/>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grpSp>
        <p:nvGrpSpPr>
          <p:cNvPr id="2" name="组合 1"/>
          <p:cNvGrpSpPr/>
          <p:nvPr/>
        </p:nvGrpSpPr>
        <p:grpSpPr bwMode="gray">
          <a:xfrm>
            <a:off x="485336" y="1597402"/>
            <a:ext cx="359859" cy="359859"/>
            <a:chOff x="2491530" y="2773952"/>
            <a:chExt cx="360000" cy="360000"/>
          </a:xfrm>
        </p:grpSpPr>
        <p:sp>
          <p:nvSpPr>
            <p:cNvPr id="146" name="íṩlíḓê">
              <a:extLst>
                <a:ext uri="{FF2B5EF4-FFF2-40B4-BE49-F238E27FC236}">
                  <a16:creationId xmlns:a16="http://schemas.microsoft.com/office/drawing/2014/main" id="{FBC6DF09-FCD2-4E57-B557-9F103A335C85}"/>
                </a:ext>
              </a:extLst>
            </p:cNvPr>
            <p:cNvSpPr/>
            <p:nvPr/>
          </p:nvSpPr>
          <p:spPr bwMode="gray">
            <a:xfrm rot="10800000" flipV="1">
              <a:off x="2491530" y="2773952"/>
              <a:ext cx="360000" cy="3600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rgbClr val="56C4D2"/>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799"/>
            </a:p>
          </p:txBody>
        </p:sp>
        <p:sp>
          <p:nvSpPr>
            <p:cNvPr id="145" name="stack-of-books-and-a-magnifier_67996"/>
            <p:cNvSpPr>
              <a:spLocks noChangeAspect="1"/>
            </p:cNvSpPr>
            <p:nvPr/>
          </p:nvSpPr>
          <p:spPr bwMode="gray">
            <a:xfrm>
              <a:off x="2556515" y="2843865"/>
              <a:ext cx="230028" cy="234756"/>
            </a:xfrm>
            <a:custGeom>
              <a:avLst/>
              <a:gdLst>
                <a:gd name="connsiteX0" fmla="*/ 359573 w 594302"/>
                <a:gd name="connsiteY0" fmla="*/ 276018 h 606516"/>
                <a:gd name="connsiteX1" fmla="*/ 291512 w 594302"/>
                <a:gd name="connsiteY1" fmla="*/ 304169 h 606516"/>
                <a:gd name="connsiteX2" fmla="*/ 291512 w 594302"/>
                <a:gd name="connsiteY2" fmla="*/ 440091 h 606516"/>
                <a:gd name="connsiteX3" fmla="*/ 427633 w 594302"/>
                <a:gd name="connsiteY3" fmla="*/ 440091 h 606516"/>
                <a:gd name="connsiteX4" fmla="*/ 427633 w 594302"/>
                <a:gd name="connsiteY4" fmla="*/ 304169 h 606516"/>
                <a:gd name="connsiteX5" fmla="*/ 359573 w 594302"/>
                <a:gd name="connsiteY5" fmla="*/ 276018 h 606516"/>
                <a:gd name="connsiteX6" fmla="*/ 359573 w 594302"/>
                <a:gd name="connsiteY6" fmla="*/ 238356 h 606516"/>
                <a:gd name="connsiteX7" fmla="*/ 454366 w 594302"/>
                <a:gd name="connsiteY7" fmla="*/ 277476 h 606516"/>
                <a:gd name="connsiteX8" fmla="*/ 476080 w 594302"/>
                <a:gd name="connsiteY8" fmla="*/ 438353 h 606516"/>
                <a:gd name="connsiteX9" fmla="*/ 583932 w 594302"/>
                <a:gd name="connsiteY9" fmla="*/ 546047 h 606516"/>
                <a:gd name="connsiteX10" fmla="*/ 583932 w 594302"/>
                <a:gd name="connsiteY10" fmla="*/ 596161 h 606516"/>
                <a:gd name="connsiteX11" fmla="*/ 533847 w 594302"/>
                <a:gd name="connsiteY11" fmla="*/ 596161 h 606516"/>
                <a:gd name="connsiteX12" fmla="*/ 425892 w 594302"/>
                <a:gd name="connsiteY12" fmla="*/ 488364 h 606516"/>
                <a:gd name="connsiteX13" fmla="*/ 264779 w 594302"/>
                <a:gd name="connsiteY13" fmla="*/ 466785 h 606516"/>
                <a:gd name="connsiteX14" fmla="*/ 264779 w 594302"/>
                <a:gd name="connsiteY14" fmla="*/ 277476 h 606516"/>
                <a:gd name="connsiteX15" fmla="*/ 359573 w 594302"/>
                <a:gd name="connsiteY15" fmla="*/ 238356 h 606516"/>
                <a:gd name="connsiteX16" fmla="*/ 139917 w 594302"/>
                <a:gd name="connsiteY16" fmla="*/ 43060 h 606516"/>
                <a:gd name="connsiteX17" fmla="*/ 114822 w 594302"/>
                <a:gd name="connsiteY17" fmla="*/ 68017 h 606516"/>
                <a:gd name="connsiteX18" fmla="*/ 114822 w 594302"/>
                <a:gd name="connsiteY18" fmla="*/ 145137 h 606516"/>
                <a:gd name="connsiteX19" fmla="*/ 139917 w 594302"/>
                <a:gd name="connsiteY19" fmla="*/ 170094 h 606516"/>
                <a:gd name="connsiteX20" fmla="*/ 461952 w 594302"/>
                <a:gd name="connsiteY20" fmla="*/ 170094 h 606516"/>
                <a:gd name="connsiteX21" fmla="*/ 461952 w 594302"/>
                <a:gd name="connsiteY21" fmla="*/ 128056 h 606516"/>
                <a:gd name="connsiteX22" fmla="*/ 322957 w 594302"/>
                <a:gd name="connsiteY22" fmla="*/ 128056 h 606516"/>
                <a:gd name="connsiteX23" fmla="*/ 301344 w 594302"/>
                <a:gd name="connsiteY23" fmla="*/ 106577 h 606516"/>
                <a:gd name="connsiteX24" fmla="*/ 322957 w 594302"/>
                <a:gd name="connsiteY24" fmla="*/ 85098 h 606516"/>
                <a:gd name="connsiteX25" fmla="*/ 461952 w 594302"/>
                <a:gd name="connsiteY25" fmla="*/ 85098 h 606516"/>
                <a:gd name="connsiteX26" fmla="*/ 461952 w 594302"/>
                <a:gd name="connsiteY26" fmla="*/ 43060 h 606516"/>
                <a:gd name="connsiteX27" fmla="*/ 139917 w 594302"/>
                <a:gd name="connsiteY27" fmla="*/ 0 h 606516"/>
                <a:gd name="connsiteX28" fmla="*/ 511117 w 594302"/>
                <a:gd name="connsiteY28" fmla="*/ 0 h 606516"/>
                <a:gd name="connsiteX29" fmla="*/ 532627 w 594302"/>
                <a:gd name="connsiteY29" fmla="*/ 21479 h 606516"/>
                <a:gd name="connsiteX30" fmla="*/ 511117 w 594302"/>
                <a:gd name="connsiteY30" fmla="*/ 43060 h 606516"/>
                <a:gd name="connsiteX31" fmla="*/ 505074 w 594302"/>
                <a:gd name="connsiteY31" fmla="*/ 43060 h 606516"/>
                <a:gd name="connsiteX32" fmla="*/ 505074 w 594302"/>
                <a:gd name="connsiteY32" fmla="*/ 170094 h 606516"/>
                <a:gd name="connsiteX33" fmla="*/ 511117 w 594302"/>
                <a:gd name="connsiteY33" fmla="*/ 170094 h 606516"/>
                <a:gd name="connsiteX34" fmla="*/ 532627 w 594302"/>
                <a:gd name="connsiteY34" fmla="*/ 191675 h 606516"/>
                <a:gd name="connsiteX35" fmla="*/ 511117 w 594302"/>
                <a:gd name="connsiteY35" fmla="*/ 213155 h 606516"/>
                <a:gd name="connsiteX36" fmla="*/ 456011 w 594302"/>
                <a:gd name="connsiteY36" fmla="*/ 213155 h 606516"/>
                <a:gd name="connsiteX37" fmla="*/ 460825 w 594302"/>
                <a:gd name="connsiteY37" fmla="*/ 238111 h 606516"/>
                <a:gd name="connsiteX38" fmla="*/ 460825 w 594302"/>
                <a:gd name="connsiteY38" fmla="*/ 256829 h 606516"/>
                <a:gd name="connsiteX39" fmla="*/ 416576 w 594302"/>
                <a:gd name="connsiteY39" fmla="*/ 230645 h 606516"/>
                <a:gd name="connsiteX40" fmla="*/ 392710 w 594302"/>
                <a:gd name="connsiteY40" fmla="*/ 213155 h 606516"/>
                <a:gd name="connsiteX41" fmla="*/ 139917 w 594302"/>
                <a:gd name="connsiteY41" fmla="*/ 213155 h 606516"/>
                <a:gd name="connsiteX42" fmla="*/ 70675 w 594302"/>
                <a:gd name="connsiteY42" fmla="*/ 213155 h 606516"/>
                <a:gd name="connsiteX43" fmla="*/ 70675 w 594302"/>
                <a:gd name="connsiteY43" fmla="*/ 255192 h 606516"/>
                <a:gd name="connsiteX44" fmla="*/ 209670 w 594302"/>
                <a:gd name="connsiteY44" fmla="*/ 255192 h 606516"/>
                <a:gd name="connsiteX45" fmla="*/ 231181 w 594302"/>
                <a:gd name="connsiteY45" fmla="*/ 276671 h 606516"/>
                <a:gd name="connsiteX46" fmla="*/ 209670 w 594302"/>
                <a:gd name="connsiteY46" fmla="*/ 298253 h 606516"/>
                <a:gd name="connsiteX47" fmla="*/ 70675 w 594302"/>
                <a:gd name="connsiteY47" fmla="*/ 298253 h 606516"/>
                <a:gd name="connsiteX48" fmla="*/ 70675 w 594302"/>
                <a:gd name="connsiteY48" fmla="*/ 340291 h 606516"/>
                <a:gd name="connsiteX49" fmla="*/ 211207 w 594302"/>
                <a:gd name="connsiteY49" fmla="*/ 340291 h 606516"/>
                <a:gd name="connsiteX50" fmla="*/ 207519 w 594302"/>
                <a:gd name="connsiteY50" fmla="*/ 374146 h 606516"/>
                <a:gd name="connsiteX51" fmla="*/ 207827 w 594302"/>
                <a:gd name="connsiteY51" fmla="*/ 383249 h 606516"/>
                <a:gd name="connsiteX52" fmla="*/ 139917 w 594302"/>
                <a:gd name="connsiteY52" fmla="*/ 383249 h 606516"/>
                <a:gd name="connsiteX53" fmla="*/ 114822 w 594302"/>
                <a:gd name="connsiteY53" fmla="*/ 408308 h 606516"/>
                <a:gd name="connsiteX54" fmla="*/ 114822 w 594302"/>
                <a:gd name="connsiteY54" fmla="*/ 485428 h 606516"/>
                <a:gd name="connsiteX55" fmla="*/ 139917 w 594302"/>
                <a:gd name="connsiteY55" fmla="*/ 510385 h 606516"/>
                <a:gd name="connsiteX56" fmla="*/ 290180 w 594302"/>
                <a:gd name="connsiteY56" fmla="*/ 510385 h 606516"/>
                <a:gd name="connsiteX57" fmla="*/ 361367 w 594302"/>
                <a:gd name="connsiteY57" fmla="*/ 527670 h 606516"/>
                <a:gd name="connsiteX58" fmla="*/ 413093 w 594302"/>
                <a:gd name="connsiteY58" fmla="*/ 518772 h 606516"/>
                <a:gd name="connsiteX59" fmla="*/ 447817 w 594302"/>
                <a:gd name="connsiteY59" fmla="*/ 553445 h 606516"/>
                <a:gd name="connsiteX60" fmla="*/ 139917 w 594302"/>
                <a:gd name="connsiteY60" fmla="*/ 553445 h 606516"/>
                <a:gd name="connsiteX61" fmla="*/ 71802 w 594302"/>
                <a:gd name="connsiteY61" fmla="*/ 485428 h 606516"/>
                <a:gd name="connsiteX62" fmla="*/ 71802 w 594302"/>
                <a:gd name="connsiteY62" fmla="*/ 408205 h 606516"/>
                <a:gd name="connsiteX63" fmla="*/ 76514 w 594302"/>
                <a:gd name="connsiteY63" fmla="*/ 383249 h 606516"/>
                <a:gd name="connsiteX64" fmla="*/ 21510 w 594302"/>
                <a:gd name="connsiteY64" fmla="*/ 383249 h 606516"/>
                <a:gd name="connsiteX65" fmla="*/ 0 w 594302"/>
                <a:gd name="connsiteY65" fmla="*/ 361770 h 606516"/>
                <a:gd name="connsiteX66" fmla="*/ 21510 w 594302"/>
                <a:gd name="connsiteY66" fmla="*/ 340291 h 606516"/>
                <a:gd name="connsiteX67" fmla="*/ 27553 w 594302"/>
                <a:gd name="connsiteY67" fmla="*/ 340291 h 606516"/>
                <a:gd name="connsiteX68" fmla="*/ 27553 w 594302"/>
                <a:gd name="connsiteY68" fmla="*/ 213155 h 606516"/>
                <a:gd name="connsiteX69" fmla="*/ 21510 w 594302"/>
                <a:gd name="connsiteY69" fmla="*/ 213155 h 606516"/>
                <a:gd name="connsiteX70" fmla="*/ 0 w 594302"/>
                <a:gd name="connsiteY70" fmla="*/ 191675 h 606516"/>
                <a:gd name="connsiteX71" fmla="*/ 21510 w 594302"/>
                <a:gd name="connsiteY71" fmla="*/ 170094 h 606516"/>
                <a:gd name="connsiteX72" fmla="*/ 76514 w 594302"/>
                <a:gd name="connsiteY72" fmla="*/ 170094 h 606516"/>
                <a:gd name="connsiteX73" fmla="*/ 71802 w 594302"/>
                <a:gd name="connsiteY73" fmla="*/ 145137 h 606516"/>
                <a:gd name="connsiteX74" fmla="*/ 71802 w 594302"/>
                <a:gd name="connsiteY74" fmla="*/ 68017 h 606516"/>
                <a:gd name="connsiteX75" fmla="*/ 139917 w 594302"/>
                <a:gd name="connsiteY75" fmla="*/ 0 h 60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94302" h="606516">
                  <a:moveTo>
                    <a:pt x="359573" y="276018"/>
                  </a:moveTo>
                  <a:cubicBezTo>
                    <a:pt x="334914" y="276018"/>
                    <a:pt x="310256" y="285402"/>
                    <a:pt x="291512" y="304169"/>
                  </a:cubicBezTo>
                  <a:cubicBezTo>
                    <a:pt x="253922" y="341601"/>
                    <a:pt x="253922" y="402659"/>
                    <a:pt x="291512" y="440091"/>
                  </a:cubicBezTo>
                  <a:cubicBezTo>
                    <a:pt x="328999" y="477523"/>
                    <a:pt x="390146" y="477523"/>
                    <a:pt x="427633" y="440091"/>
                  </a:cubicBezTo>
                  <a:cubicBezTo>
                    <a:pt x="465223" y="402659"/>
                    <a:pt x="465223" y="341601"/>
                    <a:pt x="427633" y="304169"/>
                  </a:cubicBezTo>
                  <a:cubicBezTo>
                    <a:pt x="408890" y="285402"/>
                    <a:pt x="384231" y="276018"/>
                    <a:pt x="359573" y="276018"/>
                  </a:cubicBezTo>
                  <a:close/>
                  <a:moveTo>
                    <a:pt x="359573" y="238356"/>
                  </a:moveTo>
                  <a:cubicBezTo>
                    <a:pt x="393910" y="238356"/>
                    <a:pt x="428248" y="251396"/>
                    <a:pt x="454366" y="277476"/>
                  </a:cubicBezTo>
                  <a:cubicBezTo>
                    <a:pt x="497896" y="321044"/>
                    <a:pt x="505168" y="387216"/>
                    <a:pt x="476080" y="438353"/>
                  </a:cubicBezTo>
                  <a:lnTo>
                    <a:pt x="583932" y="546047"/>
                  </a:lnTo>
                  <a:cubicBezTo>
                    <a:pt x="597759" y="559956"/>
                    <a:pt x="597759" y="582354"/>
                    <a:pt x="583932" y="596161"/>
                  </a:cubicBezTo>
                  <a:cubicBezTo>
                    <a:pt x="570105" y="609968"/>
                    <a:pt x="547674" y="609968"/>
                    <a:pt x="533847" y="596161"/>
                  </a:cubicBezTo>
                  <a:lnTo>
                    <a:pt x="425892" y="488364"/>
                  </a:lnTo>
                  <a:cubicBezTo>
                    <a:pt x="374783" y="517513"/>
                    <a:pt x="308412" y="510251"/>
                    <a:pt x="264779" y="466785"/>
                  </a:cubicBezTo>
                  <a:cubicBezTo>
                    <a:pt x="212543" y="414523"/>
                    <a:pt x="212543" y="329635"/>
                    <a:pt x="264779" y="277476"/>
                  </a:cubicBezTo>
                  <a:cubicBezTo>
                    <a:pt x="290898" y="251396"/>
                    <a:pt x="325235" y="238356"/>
                    <a:pt x="359573" y="238356"/>
                  </a:cubicBezTo>
                  <a:close/>
                  <a:moveTo>
                    <a:pt x="139917" y="43060"/>
                  </a:moveTo>
                  <a:cubicBezTo>
                    <a:pt x="126089" y="43060"/>
                    <a:pt x="114822" y="54209"/>
                    <a:pt x="114822" y="68017"/>
                  </a:cubicBezTo>
                  <a:lnTo>
                    <a:pt x="114822" y="145137"/>
                  </a:lnTo>
                  <a:cubicBezTo>
                    <a:pt x="114822" y="158945"/>
                    <a:pt x="126089" y="170094"/>
                    <a:pt x="139917" y="170094"/>
                  </a:cubicBezTo>
                  <a:lnTo>
                    <a:pt x="461952" y="170094"/>
                  </a:lnTo>
                  <a:lnTo>
                    <a:pt x="461952" y="128056"/>
                  </a:lnTo>
                  <a:lnTo>
                    <a:pt x="322957" y="128056"/>
                  </a:lnTo>
                  <a:cubicBezTo>
                    <a:pt x="311075" y="128056"/>
                    <a:pt x="301344" y="118442"/>
                    <a:pt x="301344" y="106577"/>
                  </a:cubicBezTo>
                  <a:cubicBezTo>
                    <a:pt x="301344" y="94713"/>
                    <a:pt x="311075" y="85098"/>
                    <a:pt x="322957" y="85098"/>
                  </a:cubicBezTo>
                  <a:lnTo>
                    <a:pt x="461952" y="85098"/>
                  </a:lnTo>
                  <a:lnTo>
                    <a:pt x="461952" y="43060"/>
                  </a:lnTo>
                  <a:close/>
                  <a:moveTo>
                    <a:pt x="139917" y="0"/>
                  </a:moveTo>
                  <a:lnTo>
                    <a:pt x="511117" y="0"/>
                  </a:lnTo>
                  <a:cubicBezTo>
                    <a:pt x="522999" y="0"/>
                    <a:pt x="532627" y="9614"/>
                    <a:pt x="532627" y="21479"/>
                  </a:cubicBezTo>
                  <a:cubicBezTo>
                    <a:pt x="532627" y="33344"/>
                    <a:pt x="522999" y="43060"/>
                    <a:pt x="511117" y="43060"/>
                  </a:cubicBezTo>
                  <a:lnTo>
                    <a:pt x="505074" y="43060"/>
                  </a:lnTo>
                  <a:lnTo>
                    <a:pt x="505074" y="170094"/>
                  </a:lnTo>
                  <a:lnTo>
                    <a:pt x="511117" y="170094"/>
                  </a:lnTo>
                  <a:cubicBezTo>
                    <a:pt x="522999" y="170094"/>
                    <a:pt x="532627" y="179811"/>
                    <a:pt x="532627" y="191675"/>
                  </a:cubicBezTo>
                  <a:cubicBezTo>
                    <a:pt x="532627" y="203540"/>
                    <a:pt x="522999" y="213155"/>
                    <a:pt x="511117" y="213155"/>
                  </a:cubicBezTo>
                  <a:lnTo>
                    <a:pt x="456011" y="213155"/>
                  </a:lnTo>
                  <a:cubicBezTo>
                    <a:pt x="459084" y="220928"/>
                    <a:pt x="460825" y="229315"/>
                    <a:pt x="460825" y="238111"/>
                  </a:cubicBezTo>
                  <a:lnTo>
                    <a:pt x="460825" y="256829"/>
                  </a:lnTo>
                  <a:cubicBezTo>
                    <a:pt x="447509" y="245578"/>
                    <a:pt x="432555" y="236782"/>
                    <a:pt x="416576" y="230645"/>
                  </a:cubicBezTo>
                  <a:cubicBezTo>
                    <a:pt x="413401" y="220519"/>
                    <a:pt x="403875" y="213155"/>
                    <a:pt x="392710" y="213155"/>
                  </a:cubicBezTo>
                  <a:lnTo>
                    <a:pt x="139917" y="213155"/>
                  </a:lnTo>
                  <a:lnTo>
                    <a:pt x="70675" y="213155"/>
                  </a:lnTo>
                  <a:lnTo>
                    <a:pt x="70675" y="255192"/>
                  </a:lnTo>
                  <a:lnTo>
                    <a:pt x="209670" y="255192"/>
                  </a:lnTo>
                  <a:cubicBezTo>
                    <a:pt x="221553" y="255192"/>
                    <a:pt x="231181" y="264807"/>
                    <a:pt x="231181" y="276671"/>
                  </a:cubicBezTo>
                  <a:cubicBezTo>
                    <a:pt x="231181" y="288638"/>
                    <a:pt x="221553" y="298253"/>
                    <a:pt x="209670" y="298253"/>
                  </a:cubicBezTo>
                  <a:lnTo>
                    <a:pt x="70675" y="298253"/>
                  </a:lnTo>
                  <a:lnTo>
                    <a:pt x="70675" y="340291"/>
                  </a:lnTo>
                  <a:lnTo>
                    <a:pt x="211207" y="340291"/>
                  </a:lnTo>
                  <a:cubicBezTo>
                    <a:pt x="208749" y="351235"/>
                    <a:pt x="207519" y="362588"/>
                    <a:pt x="207519" y="374146"/>
                  </a:cubicBezTo>
                  <a:cubicBezTo>
                    <a:pt x="207519" y="377214"/>
                    <a:pt x="207622" y="380283"/>
                    <a:pt x="207827" y="383249"/>
                  </a:cubicBezTo>
                  <a:lnTo>
                    <a:pt x="139917" y="383249"/>
                  </a:lnTo>
                  <a:cubicBezTo>
                    <a:pt x="126089" y="383249"/>
                    <a:pt x="114822" y="394500"/>
                    <a:pt x="114822" y="408308"/>
                  </a:cubicBezTo>
                  <a:lnTo>
                    <a:pt x="114822" y="485428"/>
                  </a:lnTo>
                  <a:cubicBezTo>
                    <a:pt x="114822" y="499134"/>
                    <a:pt x="126089" y="510385"/>
                    <a:pt x="139917" y="510385"/>
                  </a:cubicBezTo>
                  <a:lnTo>
                    <a:pt x="290180" y="510385"/>
                  </a:lnTo>
                  <a:cubicBezTo>
                    <a:pt x="311894" y="521738"/>
                    <a:pt x="336170" y="527670"/>
                    <a:pt x="361367" y="527670"/>
                  </a:cubicBezTo>
                  <a:cubicBezTo>
                    <a:pt x="379087" y="527670"/>
                    <a:pt x="396500" y="524704"/>
                    <a:pt x="413093" y="518772"/>
                  </a:cubicBezTo>
                  <a:lnTo>
                    <a:pt x="447817" y="553445"/>
                  </a:lnTo>
                  <a:lnTo>
                    <a:pt x="139917" y="553445"/>
                  </a:lnTo>
                  <a:cubicBezTo>
                    <a:pt x="102326" y="553445"/>
                    <a:pt x="71802" y="522863"/>
                    <a:pt x="71802" y="485428"/>
                  </a:cubicBezTo>
                  <a:lnTo>
                    <a:pt x="71802" y="408205"/>
                  </a:lnTo>
                  <a:cubicBezTo>
                    <a:pt x="71802" y="399409"/>
                    <a:pt x="73441" y="391022"/>
                    <a:pt x="76514" y="383249"/>
                  </a:cubicBezTo>
                  <a:lnTo>
                    <a:pt x="21510" y="383249"/>
                  </a:lnTo>
                  <a:cubicBezTo>
                    <a:pt x="9628" y="383249"/>
                    <a:pt x="0" y="373634"/>
                    <a:pt x="0" y="361770"/>
                  </a:cubicBezTo>
                  <a:cubicBezTo>
                    <a:pt x="0" y="349905"/>
                    <a:pt x="9628" y="340291"/>
                    <a:pt x="21510" y="340291"/>
                  </a:cubicBezTo>
                  <a:lnTo>
                    <a:pt x="27553" y="340291"/>
                  </a:lnTo>
                  <a:lnTo>
                    <a:pt x="27553" y="213155"/>
                  </a:lnTo>
                  <a:lnTo>
                    <a:pt x="21510" y="213155"/>
                  </a:lnTo>
                  <a:cubicBezTo>
                    <a:pt x="9628" y="213155"/>
                    <a:pt x="0" y="203540"/>
                    <a:pt x="0" y="191675"/>
                  </a:cubicBezTo>
                  <a:cubicBezTo>
                    <a:pt x="0" y="179708"/>
                    <a:pt x="9628" y="170094"/>
                    <a:pt x="21510" y="170094"/>
                  </a:cubicBezTo>
                  <a:lnTo>
                    <a:pt x="76514" y="170094"/>
                  </a:lnTo>
                  <a:cubicBezTo>
                    <a:pt x="73441" y="162423"/>
                    <a:pt x="71802" y="153934"/>
                    <a:pt x="71802" y="145137"/>
                  </a:cubicBezTo>
                  <a:lnTo>
                    <a:pt x="71802" y="68017"/>
                  </a:lnTo>
                  <a:cubicBezTo>
                    <a:pt x="71802" y="30480"/>
                    <a:pt x="102326" y="0"/>
                    <a:pt x="139917" y="0"/>
                  </a:cubicBezTo>
                  <a:close/>
                </a:path>
              </a:pathLst>
            </a:custGeom>
            <a:noFill/>
            <a:ln>
              <a:solidFill>
                <a:schemeClr val="bg1"/>
              </a:solidFill>
            </a:ln>
          </p:spPr>
        </p:sp>
      </p:grpSp>
      <p:sp>
        <p:nvSpPr>
          <p:cNvPr id="148" name="stocks-graphic-on-laptop-monitor_38809"/>
          <p:cNvSpPr>
            <a:spLocks/>
          </p:cNvSpPr>
          <p:nvPr/>
        </p:nvSpPr>
        <p:spPr bwMode="gray">
          <a:xfrm>
            <a:off x="556372" y="2700203"/>
            <a:ext cx="229749" cy="121738"/>
          </a:xfrm>
          <a:custGeom>
            <a:avLst/>
            <a:gdLst>
              <a:gd name="connsiteX0" fmla="*/ 5942 w 596753"/>
              <a:gd name="connsiteY0" fmla="*/ 342878 h 372092"/>
              <a:gd name="connsiteX1" fmla="*/ 591159 w 596753"/>
              <a:gd name="connsiteY1" fmla="*/ 342878 h 372092"/>
              <a:gd name="connsiteX2" fmla="*/ 596753 w 596753"/>
              <a:gd name="connsiteY2" fmla="*/ 348034 h 372092"/>
              <a:gd name="connsiteX3" fmla="*/ 594602 w 596753"/>
              <a:gd name="connsiteY3" fmla="*/ 354048 h 372092"/>
              <a:gd name="connsiteX4" fmla="*/ 295109 w 596753"/>
              <a:gd name="connsiteY4" fmla="*/ 372092 h 372092"/>
              <a:gd name="connsiteX5" fmla="*/ 99750 w 596753"/>
              <a:gd name="connsiteY5" fmla="*/ 367796 h 372092"/>
              <a:gd name="connsiteX6" fmla="*/ 1209 w 596753"/>
              <a:gd name="connsiteY6" fmla="*/ 353189 h 372092"/>
              <a:gd name="connsiteX7" fmla="*/ 779 w 596753"/>
              <a:gd name="connsiteY7" fmla="*/ 346315 h 372092"/>
              <a:gd name="connsiteX8" fmla="*/ 5942 w 596753"/>
              <a:gd name="connsiteY8" fmla="*/ 342878 h 372092"/>
              <a:gd name="connsiteX9" fmla="*/ 287321 w 596753"/>
              <a:gd name="connsiteY9" fmla="*/ 199380 h 372092"/>
              <a:gd name="connsiteX10" fmla="*/ 277855 w 596753"/>
              <a:gd name="connsiteY10" fmla="*/ 208402 h 372092"/>
              <a:gd name="connsiteX11" fmla="*/ 287321 w 596753"/>
              <a:gd name="connsiteY11" fmla="*/ 217853 h 372092"/>
              <a:gd name="connsiteX12" fmla="*/ 296358 w 596753"/>
              <a:gd name="connsiteY12" fmla="*/ 208402 h 372092"/>
              <a:gd name="connsiteX13" fmla="*/ 287321 w 596753"/>
              <a:gd name="connsiteY13" fmla="*/ 199380 h 372092"/>
              <a:gd name="connsiteX14" fmla="*/ 428891 w 596753"/>
              <a:gd name="connsiteY14" fmla="*/ 174464 h 372092"/>
              <a:gd name="connsiteX15" fmla="*/ 419855 w 596753"/>
              <a:gd name="connsiteY15" fmla="*/ 183485 h 372092"/>
              <a:gd name="connsiteX16" fmla="*/ 428891 w 596753"/>
              <a:gd name="connsiteY16" fmla="*/ 192936 h 372092"/>
              <a:gd name="connsiteX17" fmla="*/ 438358 w 596753"/>
              <a:gd name="connsiteY17" fmla="*/ 183485 h 372092"/>
              <a:gd name="connsiteX18" fmla="*/ 428891 w 596753"/>
              <a:gd name="connsiteY18" fmla="*/ 174464 h 372092"/>
              <a:gd name="connsiteX19" fmla="*/ 355309 w 596753"/>
              <a:gd name="connsiteY19" fmla="*/ 140096 h 372092"/>
              <a:gd name="connsiteX20" fmla="*/ 346273 w 596753"/>
              <a:gd name="connsiteY20" fmla="*/ 149117 h 372092"/>
              <a:gd name="connsiteX21" fmla="*/ 355309 w 596753"/>
              <a:gd name="connsiteY21" fmla="*/ 158569 h 372092"/>
              <a:gd name="connsiteX22" fmla="*/ 364776 w 596753"/>
              <a:gd name="connsiteY22" fmla="*/ 149117 h 372092"/>
              <a:gd name="connsiteX23" fmla="*/ 355309 w 596753"/>
              <a:gd name="connsiteY23" fmla="*/ 140096 h 372092"/>
              <a:gd name="connsiteX24" fmla="*/ 107455 w 596753"/>
              <a:gd name="connsiteY24" fmla="*/ 137948 h 372092"/>
              <a:gd name="connsiteX25" fmla="*/ 98418 w 596753"/>
              <a:gd name="connsiteY25" fmla="*/ 146969 h 372092"/>
              <a:gd name="connsiteX26" fmla="*/ 107455 w 596753"/>
              <a:gd name="connsiteY26" fmla="*/ 156421 h 372092"/>
              <a:gd name="connsiteX27" fmla="*/ 116921 w 596753"/>
              <a:gd name="connsiteY27" fmla="*/ 146969 h 372092"/>
              <a:gd name="connsiteX28" fmla="*/ 107455 w 596753"/>
              <a:gd name="connsiteY28" fmla="*/ 137948 h 372092"/>
              <a:gd name="connsiteX29" fmla="*/ 207715 w 596753"/>
              <a:gd name="connsiteY29" fmla="*/ 130645 h 372092"/>
              <a:gd name="connsiteX30" fmla="*/ 198679 w 596753"/>
              <a:gd name="connsiteY30" fmla="*/ 140096 h 372092"/>
              <a:gd name="connsiteX31" fmla="*/ 207715 w 596753"/>
              <a:gd name="connsiteY31" fmla="*/ 149117 h 372092"/>
              <a:gd name="connsiteX32" fmla="*/ 217182 w 596753"/>
              <a:gd name="connsiteY32" fmla="*/ 140096 h 372092"/>
              <a:gd name="connsiteX33" fmla="*/ 207715 w 596753"/>
              <a:gd name="connsiteY33" fmla="*/ 130645 h 372092"/>
              <a:gd name="connsiteX34" fmla="*/ 489134 w 596753"/>
              <a:gd name="connsiteY34" fmla="*/ 103150 h 372092"/>
              <a:gd name="connsiteX35" fmla="*/ 479667 w 596753"/>
              <a:gd name="connsiteY35" fmla="*/ 112172 h 372092"/>
              <a:gd name="connsiteX36" fmla="*/ 489134 w 596753"/>
              <a:gd name="connsiteY36" fmla="*/ 121623 h 372092"/>
              <a:gd name="connsiteX37" fmla="*/ 498600 w 596753"/>
              <a:gd name="connsiteY37" fmla="*/ 112172 h 372092"/>
              <a:gd name="connsiteX38" fmla="*/ 489134 w 596753"/>
              <a:gd name="connsiteY38" fmla="*/ 103150 h 372092"/>
              <a:gd name="connsiteX39" fmla="*/ 489134 w 596753"/>
              <a:gd name="connsiteY39" fmla="*/ 94558 h 372092"/>
              <a:gd name="connsiteX40" fmla="*/ 507206 w 596753"/>
              <a:gd name="connsiteY40" fmla="*/ 112172 h 372092"/>
              <a:gd name="connsiteX41" fmla="*/ 489134 w 596753"/>
              <a:gd name="connsiteY41" fmla="*/ 130215 h 372092"/>
              <a:gd name="connsiteX42" fmla="*/ 485261 w 596753"/>
              <a:gd name="connsiteY42" fmla="*/ 129785 h 372092"/>
              <a:gd name="connsiteX43" fmla="*/ 445673 w 596753"/>
              <a:gd name="connsiteY43" fmla="*/ 177471 h 372092"/>
              <a:gd name="connsiteX44" fmla="*/ 446964 w 596753"/>
              <a:gd name="connsiteY44" fmla="*/ 183485 h 372092"/>
              <a:gd name="connsiteX45" fmla="*/ 428891 w 596753"/>
              <a:gd name="connsiteY45" fmla="*/ 201528 h 372092"/>
              <a:gd name="connsiteX46" fmla="*/ 411249 w 596753"/>
              <a:gd name="connsiteY46" fmla="*/ 185633 h 372092"/>
              <a:gd name="connsiteX47" fmla="*/ 366497 w 596753"/>
              <a:gd name="connsiteY47" fmla="*/ 163294 h 372092"/>
              <a:gd name="connsiteX48" fmla="*/ 355309 w 596753"/>
              <a:gd name="connsiteY48" fmla="*/ 167161 h 372092"/>
              <a:gd name="connsiteX49" fmla="*/ 348855 w 596753"/>
              <a:gd name="connsiteY49" fmla="*/ 165872 h 372092"/>
              <a:gd name="connsiteX50" fmla="*/ 304964 w 596753"/>
              <a:gd name="connsiteY50" fmla="*/ 205824 h 372092"/>
              <a:gd name="connsiteX51" fmla="*/ 304964 w 596753"/>
              <a:gd name="connsiteY51" fmla="*/ 208402 h 372092"/>
              <a:gd name="connsiteX52" fmla="*/ 287321 w 596753"/>
              <a:gd name="connsiteY52" fmla="*/ 226445 h 372092"/>
              <a:gd name="connsiteX53" fmla="*/ 269249 w 596753"/>
              <a:gd name="connsiteY53" fmla="*/ 208402 h 372092"/>
              <a:gd name="connsiteX54" fmla="*/ 269679 w 596753"/>
              <a:gd name="connsiteY54" fmla="*/ 206254 h 372092"/>
              <a:gd name="connsiteX55" fmla="*/ 214600 w 596753"/>
              <a:gd name="connsiteY55" fmla="*/ 156421 h 372092"/>
              <a:gd name="connsiteX56" fmla="*/ 207715 w 596753"/>
              <a:gd name="connsiteY56" fmla="*/ 157709 h 372092"/>
              <a:gd name="connsiteX57" fmla="*/ 192655 w 596753"/>
              <a:gd name="connsiteY57" fmla="*/ 149547 h 372092"/>
              <a:gd name="connsiteX58" fmla="*/ 123376 w 596753"/>
              <a:gd name="connsiteY58" fmla="*/ 154702 h 372092"/>
              <a:gd name="connsiteX59" fmla="*/ 107455 w 596753"/>
              <a:gd name="connsiteY59" fmla="*/ 165013 h 372092"/>
              <a:gd name="connsiteX60" fmla="*/ 89812 w 596753"/>
              <a:gd name="connsiteY60" fmla="*/ 146969 h 372092"/>
              <a:gd name="connsiteX61" fmla="*/ 107455 w 596753"/>
              <a:gd name="connsiteY61" fmla="*/ 129356 h 372092"/>
              <a:gd name="connsiteX62" fmla="*/ 122515 w 596753"/>
              <a:gd name="connsiteY62" fmla="*/ 137518 h 372092"/>
              <a:gd name="connsiteX63" fmla="*/ 191794 w 596753"/>
              <a:gd name="connsiteY63" fmla="*/ 132363 h 372092"/>
              <a:gd name="connsiteX64" fmla="*/ 207715 w 596753"/>
              <a:gd name="connsiteY64" fmla="*/ 122053 h 372092"/>
              <a:gd name="connsiteX65" fmla="*/ 225788 w 596753"/>
              <a:gd name="connsiteY65" fmla="*/ 140096 h 372092"/>
              <a:gd name="connsiteX66" fmla="*/ 225358 w 596753"/>
              <a:gd name="connsiteY66" fmla="*/ 143103 h 372092"/>
              <a:gd name="connsiteX67" fmla="*/ 279576 w 596753"/>
              <a:gd name="connsiteY67" fmla="*/ 192507 h 372092"/>
              <a:gd name="connsiteX68" fmla="*/ 287321 w 596753"/>
              <a:gd name="connsiteY68" fmla="*/ 190789 h 372092"/>
              <a:gd name="connsiteX69" fmla="*/ 294206 w 596753"/>
              <a:gd name="connsiteY69" fmla="*/ 192077 h 372092"/>
              <a:gd name="connsiteX70" fmla="*/ 337667 w 596753"/>
              <a:gd name="connsiteY70" fmla="*/ 152554 h 372092"/>
              <a:gd name="connsiteX71" fmla="*/ 337667 w 596753"/>
              <a:gd name="connsiteY71" fmla="*/ 149117 h 372092"/>
              <a:gd name="connsiteX72" fmla="*/ 355309 w 596753"/>
              <a:gd name="connsiteY72" fmla="*/ 131504 h 372092"/>
              <a:gd name="connsiteX73" fmla="*/ 372952 w 596753"/>
              <a:gd name="connsiteY73" fmla="*/ 146969 h 372092"/>
              <a:gd name="connsiteX74" fmla="*/ 418133 w 596753"/>
              <a:gd name="connsiteY74" fmla="*/ 169738 h 372092"/>
              <a:gd name="connsiteX75" fmla="*/ 428891 w 596753"/>
              <a:gd name="connsiteY75" fmla="*/ 165872 h 372092"/>
              <a:gd name="connsiteX76" fmla="*/ 432764 w 596753"/>
              <a:gd name="connsiteY76" fmla="*/ 166301 h 372092"/>
              <a:gd name="connsiteX77" fmla="*/ 472352 w 596753"/>
              <a:gd name="connsiteY77" fmla="*/ 118186 h 372092"/>
              <a:gd name="connsiteX78" fmla="*/ 471061 w 596753"/>
              <a:gd name="connsiteY78" fmla="*/ 112172 h 372092"/>
              <a:gd name="connsiteX79" fmla="*/ 489134 w 596753"/>
              <a:gd name="connsiteY79" fmla="*/ 94558 h 372092"/>
              <a:gd name="connsiteX80" fmla="*/ 53702 w 596753"/>
              <a:gd name="connsiteY80" fmla="*/ 22772 h 372092"/>
              <a:gd name="connsiteX81" fmla="*/ 53702 w 596753"/>
              <a:gd name="connsiteY81" fmla="*/ 305917 h 372092"/>
              <a:gd name="connsiteX82" fmla="*/ 542962 w 596753"/>
              <a:gd name="connsiteY82" fmla="*/ 305917 h 372092"/>
              <a:gd name="connsiteX83" fmla="*/ 542962 w 596753"/>
              <a:gd name="connsiteY83" fmla="*/ 22772 h 372092"/>
              <a:gd name="connsiteX84" fmla="*/ 53702 w 596753"/>
              <a:gd name="connsiteY84" fmla="*/ 0 h 372092"/>
              <a:gd name="connsiteX85" fmla="*/ 542962 w 596753"/>
              <a:gd name="connsiteY85" fmla="*/ 0 h 372092"/>
              <a:gd name="connsiteX86" fmla="*/ 566198 w 596753"/>
              <a:gd name="connsiteY86" fmla="*/ 22772 h 372092"/>
              <a:gd name="connsiteX87" fmla="*/ 566198 w 596753"/>
              <a:gd name="connsiteY87" fmla="*/ 305917 h 372092"/>
              <a:gd name="connsiteX88" fmla="*/ 542962 w 596753"/>
              <a:gd name="connsiteY88" fmla="*/ 329118 h 372092"/>
              <a:gd name="connsiteX89" fmla="*/ 53702 w 596753"/>
              <a:gd name="connsiteY89" fmla="*/ 329118 h 372092"/>
              <a:gd name="connsiteX90" fmla="*/ 30466 w 596753"/>
              <a:gd name="connsiteY90" fmla="*/ 305917 h 372092"/>
              <a:gd name="connsiteX91" fmla="*/ 30466 w 596753"/>
              <a:gd name="connsiteY91" fmla="*/ 22772 h 372092"/>
              <a:gd name="connsiteX92" fmla="*/ 53702 w 596753"/>
              <a:gd name="connsiteY92" fmla="*/ 0 h 37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753" h="372092">
                <a:moveTo>
                  <a:pt x="5942" y="342878"/>
                </a:moveTo>
                <a:lnTo>
                  <a:pt x="591159" y="342878"/>
                </a:lnTo>
                <a:cubicBezTo>
                  <a:pt x="594171" y="342878"/>
                  <a:pt x="596323" y="345026"/>
                  <a:pt x="596753" y="348034"/>
                </a:cubicBezTo>
                <a:cubicBezTo>
                  <a:pt x="596753" y="350182"/>
                  <a:pt x="596323" y="352330"/>
                  <a:pt x="594602" y="354048"/>
                </a:cubicBezTo>
                <a:cubicBezTo>
                  <a:pt x="579541" y="370374"/>
                  <a:pt x="361376" y="372092"/>
                  <a:pt x="295109" y="372092"/>
                </a:cubicBezTo>
                <a:cubicBezTo>
                  <a:pt x="221096" y="372092"/>
                  <a:pt x="151817" y="370374"/>
                  <a:pt x="99750" y="367796"/>
                </a:cubicBezTo>
                <a:cubicBezTo>
                  <a:pt x="7664" y="363500"/>
                  <a:pt x="3361" y="357056"/>
                  <a:pt x="1209" y="353189"/>
                </a:cubicBezTo>
                <a:cubicBezTo>
                  <a:pt x="-82" y="351041"/>
                  <a:pt x="-512" y="348463"/>
                  <a:pt x="779" y="346315"/>
                </a:cubicBezTo>
                <a:cubicBezTo>
                  <a:pt x="1639" y="344167"/>
                  <a:pt x="3791" y="342878"/>
                  <a:pt x="5942" y="342878"/>
                </a:cubicBezTo>
                <a:close/>
                <a:moveTo>
                  <a:pt x="287321" y="199380"/>
                </a:moveTo>
                <a:cubicBezTo>
                  <a:pt x="282158" y="199380"/>
                  <a:pt x="277855" y="203247"/>
                  <a:pt x="277855" y="208402"/>
                </a:cubicBezTo>
                <a:cubicBezTo>
                  <a:pt x="277855" y="213557"/>
                  <a:pt x="282158" y="217853"/>
                  <a:pt x="287321" y="217853"/>
                </a:cubicBezTo>
                <a:cubicBezTo>
                  <a:pt x="292485" y="217853"/>
                  <a:pt x="296358" y="213557"/>
                  <a:pt x="296358" y="208402"/>
                </a:cubicBezTo>
                <a:cubicBezTo>
                  <a:pt x="296358" y="203247"/>
                  <a:pt x="292485" y="199380"/>
                  <a:pt x="287321" y="199380"/>
                </a:cubicBezTo>
                <a:close/>
                <a:moveTo>
                  <a:pt x="428891" y="174464"/>
                </a:moveTo>
                <a:cubicBezTo>
                  <a:pt x="423727" y="174464"/>
                  <a:pt x="419855" y="178330"/>
                  <a:pt x="419855" y="183485"/>
                </a:cubicBezTo>
                <a:cubicBezTo>
                  <a:pt x="419855" y="188641"/>
                  <a:pt x="423727" y="192936"/>
                  <a:pt x="428891" y="192936"/>
                </a:cubicBezTo>
                <a:cubicBezTo>
                  <a:pt x="434055" y="192936"/>
                  <a:pt x="438358" y="188641"/>
                  <a:pt x="438358" y="183485"/>
                </a:cubicBezTo>
                <a:cubicBezTo>
                  <a:pt x="438358" y="178330"/>
                  <a:pt x="434055" y="174464"/>
                  <a:pt x="428891" y="174464"/>
                </a:cubicBezTo>
                <a:close/>
                <a:moveTo>
                  <a:pt x="355309" y="140096"/>
                </a:moveTo>
                <a:cubicBezTo>
                  <a:pt x="350146" y="140096"/>
                  <a:pt x="346273" y="143962"/>
                  <a:pt x="346273" y="149117"/>
                </a:cubicBezTo>
                <a:cubicBezTo>
                  <a:pt x="346273" y="154273"/>
                  <a:pt x="350146" y="158569"/>
                  <a:pt x="355309" y="158569"/>
                </a:cubicBezTo>
                <a:cubicBezTo>
                  <a:pt x="360473" y="158569"/>
                  <a:pt x="364776" y="154273"/>
                  <a:pt x="364776" y="149117"/>
                </a:cubicBezTo>
                <a:cubicBezTo>
                  <a:pt x="364776" y="143962"/>
                  <a:pt x="360473" y="140096"/>
                  <a:pt x="355309" y="140096"/>
                </a:cubicBezTo>
                <a:close/>
                <a:moveTo>
                  <a:pt x="107455" y="137948"/>
                </a:moveTo>
                <a:cubicBezTo>
                  <a:pt x="102291" y="137948"/>
                  <a:pt x="98418" y="142244"/>
                  <a:pt x="98418" y="146969"/>
                </a:cubicBezTo>
                <a:cubicBezTo>
                  <a:pt x="98418" y="152125"/>
                  <a:pt x="102291" y="156421"/>
                  <a:pt x="107455" y="156421"/>
                </a:cubicBezTo>
                <a:cubicBezTo>
                  <a:pt x="112618" y="156421"/>
                  <a:pt x="116921" y="152125"/>
                  <a:pt x="116921" y="146969"/>
                </a:cubicBezTo>
                <a:cubicBezTo>
                  <a:pt x="116921" y="142244"/>
                  <a:pt x="112618" y="137948"/>
                  <a:pt x="107455" y="137948"/>
                </a:cubicBezTo>
                <a:close/>
                <a:moveTo>
                  <a:pt x="207715" y="130645"/>
                </a:moveTo>
                <a:cubicBezTo>
                  <a:pt x="202982" y="130645"/>
                  <a:pt x="198679" y="134941"/>
                  <a:pt x="198679" y="140096"/>
                </a:cubicBezTo>
                <a:cubicBezTo>
                  <a:pt x="198679" y="145251"/>
                  <a:pt x="202982" y="149117"/>
                  <a:pt x="207715" y="149117"/>
                </a:cubicBezTo>
                <a:cubicBezTo>
                  <a:pt x="212879" y="149117"/>
                  <a:pt x="217182" y="145251"/>
                  <a:pt x="217182" y="140096"/>
                </a:cubicBezTo>
                <a:cubicBezTo>
                  <a:pt x="217182" y="134941"/>
                  <a:pt x="212879" y="130645"/>
                  <a:pt x="207715" y="130645"/>
                </a:cubicBezTo>
                <a:close/>
                <a:moveTo>
                  <a:pt x="489134" y="103150"/>
                </a:moveTo>
                <a:cubicBezTo>
                  <a:pt x="483970" y="103150"/>
                  <a:pt x="479667" y="107017"/>
                  <a:pt x="479667" y="112172"/>
                </a:cubicBezTo>
                <a:cubicBezTo>
                  <a:pt x="479667" y="117327"/>
                  <a:pt x="483970" y="121623"/>
                  <a:pt x="489134" y="121623"/>
                </a:cubicBezTo>
                <a:cubicBezTo>
                  <a:pt x="494297" y="121623"/>
                  <a:pt x="498600" y="117327"/>
                  <a:pt x="498600" y="112172"/>
                </a:cubicBezTo>
                <a:cubicBezTo>
                  <a:pt x="498600" y="107017"/>
                  <a:pt x="494297" y="103150"/>
                  <a:pt x="489134" y="103150"/>
                </a:cubicBezTo>
                <a:close/>
                <a:moveTo>
                  <a:pt x="489134" y="94558"/>
                </a:moveTo>
                <a:cubicBezTo>
                  <a:pt x="499030" y="94558"/>
                  <a:pt x="507206" y="102291"/>
                  <a:pt x="507206" y="112172"/>
                </a:cubicBezTo>
                <a:cubicBezTo>
                  <a:pt x="507206" y="122053"/>
                  <a:pt x="499030" y="130215"/>
                  <a:pt x="489134" y="130215"/>
                </a:cubicBezTo>
                <a:cubicBezTo>
                  <a:pt x="487843" y="130215"/>
                  <a:pt x="486552" y="129785"/>
                  <a:pt x="485261" y="129785"/>
                </a:cubicBezTo>
                <a:lnTo>
                  <a:pt x="445673" y="177471"/>
                </a:lnTo>
                <a:cubicBezTo>
                  <a:pt x="446533" y="179619"/>
                  <a:pt x="446964" y="181337"/>
                  <a:pt x="446964" y="183485"/>
                </a:cubicBezTo>
                <a:cubicBezTo>
                  <a:pt x="446964" y="193366"/>
                  <a:pt x="438788" y="201528"/>
                  <a:pt x="428891" y="201528"/>
                </a:cubicBezTo>
                <a:cubicBezTo>
                  <a:pt x="419855" y="201528"/>
                  <a:pt x="412109" y="194225"/>
                  <a:pt x="411249" y="185633"/>
                </a:cubicBezTo>
                <a:lnTo>
                  <a:pt x="366497" y="163294"/>
                </a:lnTo>
                <a:cubicBezTo>
                  <a:pt x="363485" y="165442"/>
                  <a:pt x="359612" y="167161"/>
                  <a:pt x="355309" y="167161"/>
                </a:cubicBezTo>
                <a:cubicBezTo>
                  <a:pt x="353158" y="167161"/>
                  <a:pt x="351006" y="166731"/>
                  <a:pt x="348855" y="165872"/>
                </a:cubicBezTo>
                <a:lnTo>
                  <a:pt x="304964" y="205824"/>
                </a:lnTo>
                <a:cubicBezTo>
                  <a:pt x="304964" y="206684"/>
                  <a:pt x="304964" y="207543"/>
                  <a:pt x="304964" y="208402"/>
                </a:cubicBezTo>
                <a:cubicBezTo>
                  <a:pt x="304964" y="218283"/>
                  <a:pt x="297218" y="226445"/>
                  <a:pt x="287321" y="226445"/>
                </a:cubicBezTo>
                <a:cubicBezTo>
                  <a:pt x="277424" y="226445"/>
                  <a:pt x="269249" y="218283"/>
                  <a:pt x="269249" y="208402"/>
                </a:cubicBezTo>
                <a:cubicBezTo>
                  <a:pt x="269249" y="207972"/>
                  <a:pt x="269679" y="207113"/>
                  <a:pt x="269679" y="206254"/>
                </a:cubicBezTo>
                <a:lnTo>
                  <a:pt x="214600" y="156421"/>
                </a:lnTo>
                <a:cubicBezTo>
                  <a:pt x="212449" y="157280"/>
                  <a:pt x="210297" y="157709"/>
                  <a:pt x="207715" y="157709"/>
                </a:cubicBezTo>
                <a:cubicBezTo>
                  <a:pt x="201691" y="157709"/>
                  <a:pt x="196097" y="154273"/>
                  <a:pt x="192655" y="149547"/>
                </a:cubicBezTo>
                <a:lnTo>
                  <a:pt x="123376" y="154702"/>
                </a:lnTo>
                <a:cubicBezTo>
                  <a:pt x="120794" y="160717"/>
                  <a:pt x="114770" y="165013"/>
                  <a:pt x="107455" y="165013"/>
                </a:cubicBezTo>
                <a:cubicBezTo>
                  <a:pt x="97558" y="165013"/>
                  <a:pt x="89812" y="156850"/>
                  <a:pt x="89812" y="146969"/>
                </a:cubicBezTo>
                <a:cubicBezTo>
                  <a:pt x="89812" y="137518"/>
                  <a:pt x="97558" y="129356"/>
                  <a:pt x="107455" y="129356"/>
                </a:cubicBezTo>
                <a:cubicBezTo>
                  <a:pt x="113909" y="129356"/>
                  <a:pt x="119503" y="132793"/>
                  <a:pt x="122515" y="137518"/>
                </a:cubicBezTo>
                <a:lnTo>
                  <a:pt x="191794" y="132363"/>
                </a:lnTo>
                <a:cubicBezTo>
                  <a:pt x="194806" y="126349"/>
                  <a:pt x="200830" y="122053"/>
                  <a:pt x="207715" y="122053"/>
                </a:cubicBezTo>
                <a:cubicBezTo>
                  <a:pt x="217612" y="122053"/>
                  <a:pt x="225788" y="130215"/>
                  <a:pt x="225788" y="140096"/>
                </a:cubicBezTo>
                <a:cubicBezTo>
                  <a:pt x="225788" y="140955"/>
                  <a:pt x="225788" y="142244"/>
                  <a:pt x="225358" y="143103"/>
                </a:cubicBezTo>
                <a:lnTo>
                  <a:pt x="279576" y="192507"/>
                </a:lnTo>
                <a:cubicBezTo>
                  <a:pt x="282158" y="191218"/>
                  <a:pt x="284740" y="190789"/>
                  <a:pt x="287321" y="190789"/>
                </a:cubicBezTo>
                <a:cubicBezTo>
                  <a:pt x="289903" y="190789"/>
                  <a:pt x="292055" y="191218"/>
                  <a:pt x="294206" y="192077"/>
                </a:cubicBezTo>
                <a:lnTo>
                  <a:pt x="337667" y="152554"/>
                </a:lnTo>
                <a:cubicBezTo>
                  <a:pt x="337667" y="151695"/>
                  <a:pt x="337667" y="150406"/>
                  <a:pt x="337667" y="149117"/>
                </a:cubicBezTo>
                <a:cubicBezTo>
                  <a:pt x="337667" y="139237"/>
                  <a:pt x="345412" y="131504"/>
                  <a:pt x="355309" y="131504"/>
                </a:cubicBezTo>
                <a:cubicBezTo>
                  <a:pt x="364346" y="131504"/>
                  <a:pt x="372091" y="138377"/>
                  <a:pt x="372952" y="146969"/>
                </a:cubicBezTo>
                <a:lnTo>
                  <a:pt x="418133" y="169738"/>
                </a:lnTo>
                <a:cubicBezTo>
                  <a:pt x="421146" y="167161"/>
                  <a:pt x="425018" y="165872"/>
                  <a:pt x="428891" y="165872"/>
                </a:cubicBezTo>
                <a:cubicBezTo>
                  <a:pt x="430182" y="165872"/>
                  <a:pt x="431473" y="165872"/>
                  <a:pt x="432764" y="166301"/>
                </a:cubicBezTo>
                <a:lnTo>
                  <a:pt x="472352" y="118186"/>
                </a:lnTo>
                <a:cubicBezTo>
                  <a:pt x="471921" y="116468"/>
                  <a:pt x="471061" y="114320"/>
                  <a:pt x="471061" y="112172"/>
                </a:cubicBezTo>
                <a:cubicBezTo>
                  <a:pt x="471061" y="102291"/>
                  <a:pt x="479237" y="94558"/>
                  <a:pt x="489134" y="94558"/>
                </a:cubicBezTo>
                <a:close/>
                <a:moveTo>
                  <a:pt x="53702" y="22772"/>
                </a:moveTo>
                <a:lnTo>
                  <a:pt x="53702" y="305917"/>
                </a:lnTo>
                <a:lnTo>
                  <a:pt x="542962" y="305917"/>
                </a:lnTo>
                <a:lnTo>
                  <a:pt x="542962" y="22772"/>
                </a:lnTo>
                <a:close/>
                <a:moveTo>
                  <a:pt x="53702" y="0"/>
                </a:moveTo>
                <a:lnTo>
                  <a:pt x="542962" y="0"/>
                </a:lnTo>
                <a:cubicBezTo>
                  <a:pt x="555871" y="0"/>
                  <a:pt x="566198" y="9882"/>
                  <a:pt x="566198" y="22772"/>
                </a:cubicBezTo>
                <a:lnTo>
                  <a:pt x="566198" y="305917"/>
                </a:lnTo>
                <a:cubicBezTo>
                  <a:pt x="566198" y="318806"/>
                  <a:pt x="555871" y="329118"/>
                  <a:pt x="542962" y="329118"/>
                </a:cubicBezTo>
                <a:lnTo>
                  <a:pt x="53702" y="329118"/>
                </a:lnTo>
                <a:cubicBezTo>
                  <a:pt x="40793" y="329118"/>
                  <a:pt x="30466" y="318806"/>
                  <a:pt x="30466" y="305917"/>
                </a:cubicBezTo>
                <a:lnTo>
                  <a:pt x="30466" y="22772"/>
                </a:lnTo>
                <a:cubicBezTo>
                  <a:pt x="30466" y="9882"/>
                  <a:pt x="40793" y="0"/>
                  <a:pt x="53702" y="0"/>
                </a:cubicBezTo>
                <a:close/>
              </a:path>
            </a:pathLst>
          </a:custGeom>
          <a:solidFill>
            <a:schemeClr val="bg1"/>
          </a:solidFill>
          <a:ln>
            <a:noFill/>
          </a:ln>
        </p:spPr>
      </p:sp>
      <p:sp>
        <p:nvSpPr>
          <p:cNvPr id="151" name="warning_94911"/>
          <p:cNvSpPr>
            <a:spLocks/>
          </p:cNvSpPr>
          <p:nvPr/>
        </p:nvSpPr>
        <p:spPr bwMode="gray">
          <a:xfrm>
            <a:off x="563783" y="3609618"/>
            <a:ext cx="202967" cy="202673"/>
          </a:xfrm>
          <a:custGeom>
            <a:avLst/>
            <a:gdLst>
              <a:gd name="T0" fmla="*/ 4733 w 4773"/>
              <a:gd name="T1" fmla="*/ 4096 h 4367"/>
              <a:gd name="T2" fmla="*/ 2541 w 4773"/>
              <a:gd name="T3" fmla="*/ 107 h 4367"/>
              <a:gd name="T4" fmla="*/ 2387 w 4773"/>
              <a:gd name="T5" fmla="*/ 0 h 4367"/>
              <a:gd name="T6" fmla="*/ 2232 w 4773"/>
              <a:gd name="T7" fmla="*/ 107 h 4367"/>
              <a:gd name="T8" fmla="*/ 40 w 4773"/>
              <a:gd name="T9" fmla="*/ 4096 h 4367"/>
              <a:gd name="T10" fmla="*/ 31 w 4773"/>
              <a:gd name="T11" fmla="*/ 4283 h 4367"/>
              <a:gd name="T12" fmla="*/ 202 w 4773"/>
              <a:gd name="T13" fmla="*/ 4367 h 4367"/>
              <a:gd name="T14" fmla="*/ 4571 w 4773"/>
              <a:gd name="T15" fmla="*/ 4367 h 4367"/>
              <a:gd name="T16" fmla="*/ 4742 w 4773"/>
              <a:gd name="T17" fmla="*/ 4283 h 4367"/>
              <a:gd name="T18" fmla="*/ 4733 w 4773"/>
              <a:gd name="T19" fmla="*/ 4096 h 4367"/>
              <a:gd name="T20" fmla="*/ 2064 w 4773"/>
              <a:gd name="T21" fmla="*/ 1055 h 4367"/>
              <a:gd name="T22" fmla="*/ 2111 w 4773"/>
              <a:gd name="T23" fmla="*/ 1034 h 4367"/>
              <a:gd name="T24" fmla="*/ 2656 w 4773"/>
              <a:gd name="T25" fmla="*/ 1034 h 4367"/>
              <a:gd name="T26" fmla="*/ 2703 w 4773"/>
              <a:gd name="T27" fmla="*/ 1055 h 4367"/>
              <a:gd name="T28" fmla="*/ 2721 w 4773"/>
              <a:gd name="T29" fmla="*/ 1104 h 4367"/>
              <a:gd name="T30" fmla="*/ 2652 w 4773"/>
              <a:gd name="T31" fmla="*/ 2965 h 4367"/>
              <a:gd name="T32" fmla="*/ 2583 w 4773"/>
              <a:gd name="T33" fmla="*/ 3034 h 4367"/>
              <a:gd name="T34" fmla="*/ 2179 w 4773"/>
              <a:gd name="T35" fmla="*/ 3034 h 4367"/>
              <a:gd name="T36" fmla="*/ 2111 w 4773"/>
              <a:gd name="T37" fmla="*/ 2966 h 4367"/>
              <a:gd name="T38" fmla="*/ 2046 w 4773"/>
              <a:gd name="T39" fmla="*/ 1105 h 4367"/>
              <a:gd name="T40" fmla="*/ 2064 w 4773"/>
              <a:gd name="T41" fmla="*/ 1055 h 4367"/>
              <a:gd name="T42" fmla="*/ 2386 w 4773"/>
              <a:gd name="T43" fmla="*/ 4013 h 4367"/>
              <a:gd name="T44" fmla="*/ 2026 w 4773"/>
              <a:gd name="T45" fmla="*/ 3635 h 4367"/>
              <a:gd name="T46" fmla="*/ 2381 w 4773"/>
              <a:gd name="T47" fmla="*/ 3252 h 4367"/>
              <a:gd name="T48" fmla="*/ 2737 w 4773"/>
              <a:gd name="T49" fmla="*/ 3635 h 4367"/>
              <a:gd name="T50" fmla="*/ 2386 w 4773"/>
              <a:gd name="T51" fmla="*/ 4013 h 4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73" h="4367">
                <a:moveTo>
                  <a:pt x="4733" y="4096"/>
                </a:moveTo>
                <a:lnTo>
                  <a:pt x="2541" y="107"/>
                </a:lnTo>
                <a:cubicBezTo>
                  <a:pt x="2504" y="39"/>
                  <a:pt x="2448" y="0"/>
                  <a:pt x="2387" y="0"/>
                </a:cubicBezTo>
                <a:cubicBezTo>
                  <a:pt x="2326" y="0"/>
                  <a:pt x="2269" y="39"/>
                  <a:pt x="2232" y="107"/>
                </a:cubicBezTo>
                <a:lnTo>
                  <a:pt x="40" y="4096"/>
                </a:lnTo>
                <a:cubicBezTo>
                  <a:pt x="3" y="4162"/>
                  <a:pt x="0" y="4231"/>
                  <a:pt x="31" y="4283"/>
                </a:cubicBezTo>
                <a:cubicBezTo>
                  <a:pt x="63" y="4337"/>
                  <a:pt x="125" y="4367"/>
                  <a:pt x="202" y="4367"/>
                </a:cubicBezTo>
                <a:lnTo>
                  <a:pt x="4571" y="4367"/>
                </a:lnTo>
                <a:cubicBezTo>
                  <a:pt x="4648" y="4367"/>
                  <a:pt x="4710" y="4337"/>
                  <a:pt x="4742" y="4283"/>
                </a:cubicBezTo>
                <a:cubicBezTo>
                  <a:pt x="4773" y="4231"/>
                  <a:pt x="4770" y="4162"/>
                  <a:pt x="4733" y="4096"/>
                </a:cubicBezTo>
                <a:close/>
                <a:moveTo>
                  <a:pt x="2064" y="1055"/>
                </a:moveTo>
                <a:cubicBezTo>
                  <a:pt x="2076" y="1043"/>
                  <a:pt x="2093" y="1034"/>
                  <a:pt x="2111" y="1034"/>
                </a:cubicBezTo>
                <a:lnTo>
                  <a:pt x="2656" y="1034"/>
                </a:lnTo>
                <a:cubicBezTo>
                  <a:pt x="2674" y="1034"/>
                  <a:pt x="2691" y="1043"/>
                  <a:pt x="2703" y="1055"/>
                </a:cubicBezTo>
                <a:cubicBezTo>
                  <a:pt x="2715" y="1068"/>
                  <a:pt x="2722" y="1086"/>
                  <a:pt x="2721" y="1104"/>
                </a:cubicBezTo>
                <a:lnTo>
                  <a:pt x="2652" y="2965"/>
                </a:lnTo>
                <a:cubicBezTo>
                  <a:pt x="2651" y="3002"/>
                  <a:pt x="2620" y="3034"/>
                  <a:pt x="2583" y="3034"/>
                </a:cubicBezTo>
                <a:lnTo>
                  <a:pt x="2179" y="3034"/>
                </a:lnTo>
                <a:cubicBezTo>
                  <a:pt x="2143" y="3034"/>
                  <a:pt x="2112" y="3002"/>
                  <a:pt x="2111" y="2966"/>
                </a:cubicBezTo>
                <a:lnTo>
                  <a:pt x="2046" y="1105"/>
                </a:lnTo>
                <a:cubicBezTo>
                  <a:pt x="2045" y="1087"/>
                  <a:pt x="2052" y="1068"/>
                  <a:pt x="2064" y="1055"/>
                </a:cubicBezTo>
                <a:close/>
                <a:moveTo>
                  <a:pt x="2386" y="4013"/>
                </a:moveTo>
                <a:cubicBezTo>
                  <a:pt x="2181" y="4013"/>
                  <a:pt x="2026" y="3850"/>
                  <a:pt x="2026" y="3635"/>
                </a:cubicBezTo>
                <a:cubicBezTo>
                  <a:pt x="2026" y="3417"/>
                  <a:pt x="2179" y="3252"/>
                  <a:pt x="2381" y="3252"/>
                </a:cubicBezTo>
                <a:cubicBezTo>
                  <a:pt x="2590" y="3252"/>
                  <a:pt x="2737" y="3409"/>
                  <a:pt x="2737" y="3635"/>
                </a:cubicBezTo>
                <a:cubicBezTo>
                  <a:pt x="2737" y="3857"/>
                  <a:pt x="2592" y="4013"/>
                  <a:pt x="2386" y="4013"/>
                </a:cubicBezTo>
                <a:close/>
              </a:path>
            </a:pathLst>
          </a:custGeom>
          <a:solidFill>
            <a:schemeClr val="bg1"/>
          </a:solidFill>
          <a:ln>
            <a:noFill/>
          </a:ln>
        </p:spPr>
      </p:sp>
      <p:sp>
        <p:nvSpPr>
          <p:cNvPr id="152" name="school-book_74303"/>
          <p:cNvSpPr>
            <a:spLocks/>
          </p:cNvSpPr>
          <p:nvPr/>
        </p:nvSpPr>
        <p:spPr bwMode="gray">
          <a:xfrm>
            <a:off x="585754" y="4574466"/>
            <a:ext cx="159024" cy="193920"/>
          </a:xfrm>
          <a:custGeom>
            <a:avLst/>
            <a:gdLst>
              <a:gd name="T0" fmla="*/ 532 w 3373"/>
              <a:gd name="T1" fmla="*/ 381 h 4441"/>
              <a:gd name="T2" fmla="*/ 3373 w 3373"/>
              <a:gd name="T3" fmla="*/ 381 h 4441"/>
              <a:gd name="T4" fmla="*/ 3373 w 3373"/>
              <a:gd name="T5" fmla="*/ 0 h 4441"/>
              <a:gd name="T6" fmla="*/ 532 w 3373"/>
              <a:gd name="T7" fmla="*/ 0 h 4441"/>
              <a:gd name="T8" fmla="*/ 0 w 3373"/>
              <a:gd name="T9" fmla="*/ 532 h 4441"/>
              <a:gd name="T10" fmla="*/ 0 w 3373"/>
              <a:gd name="T11" fmla="*/ 4012 h 4441"/>
              <a:gd name="T12" fmla="*/ 429 w 3373"/>
              <a:gd name="T13" fmla="*/ 4441 h 4441"/>
              <a:gd name="T14" fmla="*/ 3373 w 3373"/>
              <a:gd name="T15" fmla="*/ 4441 h 4441"/>
              <a:gd name="T16" fmla="*/ 3373 w 3373"/>
              <a:gd name="T17" fmla="*/ 683 h 4441"/>
              <a:gd name="T18" fmla="*/ 532 w 3373"/>
              <a:gd name="T19" fmla="*/ 683 h 4441"/>
              <a:gd name="T20" fmla="*/ 381 w 3373"/>
              <a:gd name="T21" fmla="*/ 532 h 4441"/>
              <a:gd name="T22" fmla="*/ 532 w 3373"/>
              <a:gd name="T23" fmla="*/ 381 h 4441"/>
              <a:gd name="T24" fmla="*/ 1397 w 3373"/>
              <a:gd name="T25" fmla="*/ 3011 h 4441"/>
              <a:gd name="T26" fmla="*/ 2854 w 3373"/>
              <a:gd name="T27" fmla="*/ 3011 h 4441"/>
              <a:gd name="T28" fmla="*/ 2854 w 3373"/>
              <a:gd name="T29" fmla="*/ 3794 h 4441"/>
              <a:gd name="T30" fmla="*/ 1397 w 3373"/>
              <a:gd name="T31" fmla="*/ 3794 h 4441"/>
              <a:gd name="T32" fmla="*/ 1397 w 3373"/>
              <a:gd name="T33" fmla="*/ 3011 h 4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373" h="4441">
                <a:moveTo>
                  <a:pt x="532" y="381"/>
                </a:moveTo>
                <a:lnTo>
                  <a:pt x="3373" y="381"/>
                </a:lnTo>
                <a:lnTo>
                  <a:pt x="3373" y="0"/>
                </a:lnTo>
                <a:lnTo>
                  <a:pt x="532" y="0"/>
                </a:lnTo>
                <a:cubicBezTo>
                  <a:pt x="239" y="0"/>
                  <a:pt x="0" y="239"/>
                  <a:pt x="0" y="532"/>
                </a:cubicBezTo>
                <a:lnTo>
                  <a:pt x="0" y="4012"/>
                </a:lnTo>
                <a:cubicBezTo>
                  <a:pt x="0" y="4248"/>
                  <a:pt x="192" y="4441"/>
                  <a:pt x="429" y="4441"/>
                </a:cubicBezTo>
                <a:lnTo>
                  <a:pt x="3373" y="4441"/>
                </a:lnTo>
                <a:lnTo>
                  <a:pt x="3373" y="683"/>
                </a:lnTo>
                <a:lnTo>
                  <a:pt x="532" y="683"/>
                </a:lnTo>
                <a:cubicBezTo>
                  <a:pt x="449" y="683"/>
                  <a:pt x="381" y="616"/>
                  <a:pt x="381" y="532"/>
                </a:cubicBezTo>
                <a:cubicBezTo>
                  <a:pt x="381" y="449"/>
                  <a:pt x="449" y="381"/>
                  <a:pt x="532" y="381"/>
                </a:cubicBezTo>
                <a:close/>
                <a:moveTo>
                  <a:pt x="1397" y="3011"/>
                </a:moveTo>
                <a:lnTo>
                  <a:pt x="2854" y="3011"/>
                </a:lnTo>
                <a:lnTo>
                  <a:pt x="2854" y="3794"/>
                </a:lnTo>
                <a:lnTo>
                  <a:pt x="1397" y="3794"/>
                </a:lnTo>
                <a:lnTo>
                  <a:pt x="1397" y="3011"/>
                </a:lnTo>
                <a:close/>
              </a:path>
            </a:pathLst>
          </a:custGeom>
          <a:solidFill>
            <a:schemeClr val="bg1"/>
          </a:solidFill>
          <a:ln>
            <a:noFill/>
          </a:ln>
        </p:spPr>
      </p:sp>
      <p:sp>
        <p:nvSpPr>
          <p:cNvPr id="154" name="五边形 153"/>
          <p:cNvSpPr/>
          <p:nvPr/>
        </p:nvSpPr>
        <p:spPr bwMode="gray">
          <a:xfrm>
            <a:off x="8150785" y="113221"/>
            <a:ext cx="1259508" cy="213037"/>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准备阶段</a:t>
            </a:r>
          </a:p>
        </p:txBody>
      </p:sp>
      <p:sp>
        <p:nvSpPr>
          <p:cNvPr id="155" name="燕尾形 154"/>
          <p:cNvSpPr/>
          <p:nvPr/>
        </p:nvSpPr>
        <p:spPr bwMode="gray">
          <a:xfrm>
            <a:off x="9320182"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实施阶段</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6" name="燕尾形 155"/>
          <p:cNvSpPr/>
          <p:nvPr/>
        </p:nvSpPr>
        <p:spPr bwMode="gray">
          <a:xfrm>
            <a:off x="10489579"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收尾阶段</a:t>
            </a:r>
          </a:p>
        </p:txBody>
      </p:sp>
      <p:grpSp>
        <p:nvGrpSpPr>
          <p:cNvPr id="6" name="组合 5"/>
          <p:cNvGrpSpPr/>
          <p:nvPr/>
        </p:nvGrpSpPr>
        <p:grpSpPr bwMode="gray">
          <a:xfrm>
            <a:off x="4158777" y="3509126"/>
            <a:ext cx="2351756" cy="467685"/>
            <a:chOff x="3981449" y="2487238"/>
            <a:chExt cx="2352675" cy="467868"/>
          </a:xfrm>
        </p:grpSpPr>
        <p:sp>
          <p:nvSpPr>
            <p:cNvPr id="164" name="圆角矩形 163"/>
            <p:cNvSpPr>
              <a:spLocks/>
            </p:cNvSpPr>
            <p:nvPr/>
          </p:nvSpPr>
          <p:spPr bwMode="gray">
            <a:xfrm>
              <a:off x="3981449" y="2487238"/>
              <a:ext cx="2352675" cy="467868"/>
            </a:xfrm>
            <a:prstGeom prst="roundRect">
              <a:avLst>
                <a:gd name="adj" fmla="val 4839"/>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5" name="矩形 164"/>
            <p:cNvSpPr/>
            <p:nvPr/>
          </p:nvSpPr>
          <p:spPr bwMode="gray">
            <a:xfrm flipH="1">
              <a:off x="4223396" y="2551895"/>
              <a:ext cx="1868781" cy="338554"/>
            </a:xfrm>
            <a:prstGeom prst="rect">
              <a:avLst/>
            </a:prstGeom>
          </p:spPr>
          <p:txBody>
            <a:bodyPr wrap="square">
              <a:spAutoFit/>
            </a:bodyPr>
            <a:lstStyle/>
            <a:p>
              <a:pPr algn="ctr" defTabSz="914034">
                <a:defRPr/>
              </a:pPr>
              <a:r>
                <a:rPr lang="zh-CN" altLang="en-US" sz="1599" kern="0" dirty="0">
                  <a:sym typeface="Huawei Sans" panose="020C0503030203020204" pitchFamily="34" charset="0"/>
                </a:rPr>
                <a:t>静态信息采集分析</a:t>
              </a:r>
            </a:p>
          </p:txBody>
        </p:sp>
      </p:grpSp>
      <p:grpSp>
        <p:nvGrpSpPr>
          <p:cNvPr id="173" name="组合 172"/>
          <p:cNvGrpSpPr/>
          <p:nvPr/>
        </p:nvGrpSpPr>
        <p:grpSpPr bwMode="gray">
          <a:xfrm>
            <a:off x="6924972" y="3509126"/>
            <a:ext cx="2351756" cy="467685"/>
            <a:chOff x="3981449" y="2487238"/>
            <a:chExt cx="2352675" cy="467868"/>
          </a:xfrm>
        </p:grpSpPr>
        <p:sp>
          <p:nvSpPr>
            <p:cNvPr id="174" name="圆角矩形 173"/>
            <p:cNvSpPr>
              <a:spLocks/>
            </p:cNvSpPr>
            <p:nvPr/>
          </p:nvSpPr>
          <p:spPr bwMode="gray">
            <a:xfrm>
              <a:off x="3981449" y="2487238"/>
              <a:ext cx="2352675" cy="467868"/>
            </a:xfrm>
            <a:prstGeom prst="roundRect">
              <a:avLst>
                <a:gd name="adj" fmla="val 4839"/>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5" name="矩形 174"/>
            <p:cNvSpPr/>
            <p:nvPr/>
          </p:nvSpPr>
          <p:spPr bwMode="gray">
            <a:xfrm flipH="1">
              <a:off x="4223396" y="2551895"/>
              <a:ext cx="1868781" cy="338554"/>
            </a:xfrm>
            <a:prstGeom prst="rect">
              <a:avLst/>
            </a:prstGeom>
          </p:spPr>
          <p:txBody>
            <a:bodyPr wrap="square">
              <a:spAutoFit/>
            </a:bodyPr>
            <a:lstStyle/>
            <a:p>
              <a:pPr algn="ctr" defTabSz="914034">
                <a:defRPr/>
              </a:pPr>
              <a:r>
                <a:rPr lang="zh-CN" altLang="en-US" sz="1599" kern="0" dirty="0">
                  <a:sym typeface="Huawei Sans" panose="020C0503030203020204" pitchFamily="34" charset="0"/>
                </a:rPr>
                <a:t>动态信息分析</a:t>
              </a:r>
            </a:p>
          </p:txBody>
        </p:sp>
      </p:grpSp>
      <p:grpSp>
        <p:nvGrpSpPr>
          <p:cNvPr id="179" name="组合 178"/>
          <p:cNvGrpSpPr/>
          <p:nvPr/>
        </p:nvGrpSpPr>
        <p:grpSpPr bwMode="gray">
          <a:xfrm>
            <a:off x="6924972" y="4506477"/>
            <a:ext cx="2351756" cy="467685"/>
            <a:chOff x="3981449" y="2487238"/>
            <a:chExt cx="2352675" cy="467868"/>
          </a:xfrm>
        </p:grpSpPr>
        <p:sp>
          <p:nvSpPr>
            <p:cNvPr id="180" name="圆角矩形 179"/>
            <p:cNvSpPr>
              <a:spLocks/>
            </p:cNvSpPr>
            <p:nvPr/>
          </p:nvSpPr>
          <p:spPr bwMode="gray">
            <a:xfrm>
              <a:off x="3981449" y="2487238"/>
              <a:ext cx="2352675" cy="467868"/>
            </a:xfrm>
            <a:prstGeom prst="roundRect">
              <a:avLst>
                <a:gd name="adj" fmla="val 4839"/>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1" name="矩形 180"/>
            <p:cNvSpPr/>
            <p:nvPr/>
          </p:nvSpPr>
          <p:spPr bwMode="gray">
            <a:xfrm flipH="1">
              <a:off x="4223396" y="2551895"/>
              <a:ext cx="1868781" cy="338554"/>
            </a:xfrm>
            <a:prstGeom prst="rect">
              <a:avLst/>
            </a:prstGeom>
          </p:spPr>
          <p:txBody>
            <a:bodyPr wrap="square">
              <a:spAutoFit/>
            </a:bodyPr>
            <a:lstStyle/>
            <a:p>
              <a:pPr algn="ctr" defTabSz="914034">
                <a:defRPr/>
              </a:pPr>
              <a:r>
                <a:rPr lang="zh-CN" altLang="en-US" sz="1599" kern="0" dirty="0">
                  <a:sym typeface="Huawei Sans" panose="020C0503030203020204" pitchFamily="34" charset="0"/>
                </a:rPr>
                <a:t>现网硬件环境勘察</a:t>
              </a:r>
            </a:p>
          </p:txBody>
        </p:sp>
      </p:grpSp>
      <p:grpSp>
        <p:nvGrpSpPr>
          <p:cNvPr id="182" name="组合 181"/>
          <p:cNvGrpSpPr/>
          <p:nvPr/>
        </p:nvGrpSpPr>
        <p:grpSpPr bwMode="gray">
          <a:xfrm>
            <a:off x="4158776" y="4506477"/>
            <a:ext cx="2351756" cy="467685"/>
            <a:chOff x="3981449" y="2487238"/>
            <a:chExt cx="2352675" cy="467868"/>
          </a:xfrm>
        </p:grpSpPr>
        <p:sp>
          <p:nvSpPr>
            <p:cNvPr id="183" name="圆角矩形 182"/>
            <p:cNvSpPr>
              <a:spLocks/>
            </p:cNvSpPr>
            <p:nvPr/>
          </p:nvSpPr>
          <p:spPr bwMode="gray">
            <a:xfrm>
              <a:off x="3981449" y="2487238"/>
              <a:ext cx="2352675" cy="467868"/>
            </a:xfrm>
            <a:prstGeom prst="roundRect">
              <a:avLst>
                <a:gd name="adj" fmla="val 4839"/>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4" name="矩形 183"/>
            <p:cNvSpPr/>
            <p:nvPr/>
          </p:nvSpPr>
          <p:spPr bwMode="gray">
            <a:xfrm flipH="1">
              <a:off x="4223396" y="2551895"/>
              <a:ext cx="1868781" cy="338554"/>
            </a:xfrm>
            <a:prstGeom prst="rect">
              <a:avLst/>
            </a:prstGeom>
          </p:spPr>
          <p:txBody>
            <a:bodyPr wrap="square">
              <a:spAutoFit/>
            </a:bodyPr>
            <a:lstStyle/>
            <a:p>
              <a:pPr algn="ctr" defTabSz="914034">
                <a:defRPr/>
              </a:pPr>
              <a:r>
                <a:rPr lang="zh-CN" altLang="en-US" sz="1599" kern="0" dirty="0">
                  <a:sym typeface="Huawei Sans" panose="020C0503030203020204" pitchFamily="34" charset="0"/>
                </a:rPr>
                <a:t>业务模型分析</a:t>
              </a:r>
            </a:p>
          </p:txBody>
        </p:sp>
      </p:grpSp>
    </p:spTree>
    <p:custDataLst>
      <p:tags r:id="rId1"/>
    </p:custDataLst>
    <p:extLst>
      <p:ext uri="{BB962C8B-B14F-4D97-AF65-F5344CB8AC3E}">
        <p14:creationId xmlns:p14="http://schemas.microsoft.com/office/powerpoint/2010/main" val="4036643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信息采集分析</a:t>
            </a:r>
          </a:p>
        </p:txBody>
      </p:sp>
      <p:sp>
        <p:nvSpPr>
          <p:cNvPr id="60" name="文本占位符 3"/>
          <p:cNvSpPr>
            <a:spLocks noGrp="1"/>
          </p:cNvSpPr>
          <p:nvPr>
            <p:ph type="body" sz="quarter" idx="10"/>
          </p:nvPr>
        </p:nvSpPr>
        <p:spPr bwMode="gray">
          <a:xfrm>
            <a:off x="2163097" y="1047750"/>
            <a:ext cx="9585990" cy="4879805"/>
          </a:xfrm>
        </p:spPr>
        <p:txBody>
          <a:bodyPr/>
          <a:lstStyle/>
          <a:p>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现网的静态、动态信息用于分析网络情况以及割接前后网络情况进行对比分析，判断割接前后业务量是否正常。</a:t>
            </a:r>
          </a:p>
        </p:txBody>
      </p:sp>
      <p:sp>
        <p:nvSpPr>
          <p:cNvPr id="111" name="isḻïḑe">
            <a:extLst>
              <a:ext uri="{FF2B5EF4-FFF2-40B4-BE49-F238E27FC236}">
                <a16:creationId xmlns:a16="http://schemas.microsoft.com/office/drawing/2014/main" id="{24CBC826-002E-4B71-8291-B729E4BED0E3}"/>
              </a:ext>
            </a:extLst>
          </p:cNvPr>
          <p:cNvSpPr txBox="1"/>
          <p:nvPr/>
        </p:nvSpPr>
        <p:spPr bwMode="gray">
          <a:xfrm>
            <a:off x="836816" y="1587659"/>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pPr algn="l"/>
            <a:r>
              <a:rPr lang="zh-CN" altLang="en-US" sz="1399" dirty="0"/>
              <a:t>项目调研</a:t>
            </a:r>
            <a:endParaRPr lang="en-US" altLang="zh-CN" sz="1399" dirty="0"/>
          </a:p>
        </p:txBody>
      </p:sp>
      <p:sp>
        <p:nvSpPr>
          <p:cNvPr id="112" name="ïšļïďe">
            <a:extLst>
              <a:ext uri="{FF2B5EF4-FFF2-40B4-BE49-F238E27FC236}">
                <a16:creationId xmlns:a16="http://schemas.microsoft.com/office/drawing/2014/main" id="{FB41FAD4-0BA5-4580-B72E-A6BFF22F8784}"/>
              </a:ext>
            </a:extLst>
          </p:cNvPr>
          <p:cNvSpPr txBox="1"/>
          <p:nvPr/>
        </p:nvSpPr>
        <p:spPr bwMode="gray">
          <a:xfrm>
            <a:off x="836816" y="2542190"/>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pPr algn="l"/>
            <a:r>
              <a:rPr lang="zh-CN" altLang="en-US" sz="1399" dirty="0"/>
              <a:t>项目分析</a:t>
            </a:r>
            <a:endParaRPr lang="en-US" altLang="zh-CN" sz="1399" dirty="0"/>
          </a:p>
        </p:txBody>
      </p:sp>
      <p:sp>
        <p:nvSpPr>
          <p:cNvPr id="113" name="ïṧļíḍê">
            <a:extLst>
              <a:ext uri="{FF2B5EF4-FFF2-40B4-BE49-F238E27FC236}">
                <a16:creationId xmlns:a16="http://schemas.microsoft.com/office/drawing/2014/main" id="{D1BCCD92-D45A-41F7-960F-30FC35568CBF}"/>
              </a:ext>
            </a:extLst>
          </p:cNvPr>
          <p:cNvSpPr txBox="1"/>
          <p:nvPr/>
        </p:nvSpPr>
        <p:spPr bwMode="gray">
          <a:xfrm>
            <a:off x="836816" y="3496721"/>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lnSpc>
                <a:spcPct val="100000"/>
              </a:lnSpc>
              <a:spcBef>
                <a:spcPct val="0"/>
              </a:spcBef>
            </a:pPr>
            <a:r>
              <a:rPr lang="zh-CN" altLang="en-US" sz="1399" dirty="0">
                <a:solidFill>
                  <a:schemeClr val="bg1">
                    <a:lumMod val="65000"/>
                  </a:schemeClr>
                </a:solidFill>
              </a:rPr>
              <a:t>风险评估</a:t>
            </a:r>
            <a:endParaRPr lang="en-US" altLang="zh-CN" sz="1399" dirty="0">
              <a:solidFill>
                <a:schemeClr val="bg1">
                  <a:lumMod val="65000"/>
                </a:schemeClr>
              </a:solidFill>
            </a:endParaRPr>
          </a:p>
        </p:txBody>
      </p:sp>
      <p:sp>
        <p:nvSpPr>
          <p:cNvPr id="114" name="îş1iḍê">
            <a:extLst>
              <a:ext uri="{FF2B5EF4-FFF2-40B4-BE49-F238E27FC236}">
                <a16:creationId xmlns:a16="http://schemas.microsoft.com/office/drawing/2014/main" id="{F0B068A5-560A-4DB9-9ABC-E179FB4B53B1}"/>
              </a:ext>
            </a:extLst>
          </p:cNvPr>
          <p:cNvSpPr txBox="1"/>
          <p:nvPr/>
        </p:nvSpPr>
        <p:spPr bwMode="gray">
          <a:xfrm>
            <a:off x="836816" y="4451252"/>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lnSpc>
                <a:spcPct val="100000"/>
              </a:lnSpc>
              <a:spcBef>
                <a:spcPct val="0"/>
              </a:spcBef>
            </a:pPr>
            <a:r>
              <a:rPr lang="zh-CN" altLang="en-US" sz="1399" dirty="0">
                <a:solidFill>
                  <a:schemeClr val="bg1">
                    <a:lumMod val="65000"/>
                  </a:schemeClr>
                </a:solidFill>
              </a:rPr>
              <a:t>输出割接方案</a:t>
            </a:r>
            <a:endParaRPr lang="en-US" altLang="zh-CN" sz="1399" dirty="0">
              <a:solidFill>
                <a:schemeClr val="bg1">
                  <a:lumMod val="65000"/>
                </a:schemeClr>
              </a:solidFill>
            </a:endParaRPr>
          </a:p>
        </p:txBody>
      </p:sp>
      <p:sp>
        <p:nvSpPr>
          <p:cNvPr id="115" name="íşḻïďe">
            <a:extLst>
              <a:ext uri="{FF2B5EF4-FFF2-40B4-BE49-F238E27FC236}">
                <a16:creationId xmlns:a16="http://schemas.microsoft.com/office/drawing/2014/main" id="{05246D82-A4F5-42F2-854D-C3D348D160CE}"/>
              </a:ext>
            </a:extLst>
          </p:cNvPr>
          <p:cNvSpPr txBox="1"/>
          <p:nvPr/>
        </p:nvSpPr>
        <p:spPr bwMode="gray">
          <a:xfrm>
            <a:off x="836816" y="5405783"/>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lnSpc>
                <a:spcPct val="100000"/>
              </a:lnSpc>
              <a:spcBef>
                <a:spcPct val="0"/>
              </a:spcBef>
            </a:pPr>
            <a:r>
              <a:rPr lang="zh-CN" altLang="en-US" sz="1399" dirty="0">
                <a:solidFill>
                  <a:schemeClr val="bg1">
                    <a:lumMod val="65000"/>
                  </a:schemeClr>
                </a:solidFill>
              </a:rPr>
              <a:t>方案验证、评审</a:t>
            </a:r>
            <a:endParaRPr lang="en-US" altLang="zh-CN" sz="1399" dirty="0">
              <a:solidFill>
                <a:schemeClr val="bg1">
                  <a:lumMod val="65000"/>
                </a:schemeClr>
              </a:solidFill>
            </a:endParaRPr>
          </a:p>
        </p:txBody>
      </p:sp>
      <p:cxnSp>
        <p:nvCxnSpPr>
          <p:cNvPr id="117" name="直接连接符 116">
            <a:extLst>
              <a:ext uri="{FF2B5EF4-FFF2-40B4-BE49-F238E27FC236}">
                <a16:creationId xmlns:a16="http://schemas.microsoft.com/office/drawing/2014/main" id="{4AA622A8-8183-4782-A4A5-6DF01B92BB53}"/>
              </a:ext>
            </a:extLst>
          </p:cNvPr>
          <p:cNvCxnSpPr/>
          <p:nvPr/>
        </p:nvCxnSpPr>
        <p:spPr bwMode="gray">
          <a:xfrm>
            <a:off x="665266" y="1435263"/>
            <a:ext cx="0" cy="4689414"/>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26" name="iṩ1îdè">
            <a:extLst>
              <a:ext uri="{FF2B5EF4-FFF2-40B4-BE49-F238E27FC236}">
                <a16:creationId xmlns:a16="http://schemas.microsoft.com/office/drawing/2014/main" id="{7F2033B8-3D85-4EBC-B06A-35DC8DC5989D}"/>
              </a:ext>
            </a:extLst>
          </p:cNvPr>
          <p:cNvSpPr/>
          <p:nvPr/>
        </p:nvSpPr>
        <p:spPr bwMode="gray">
          <a:xfrm rot="10800000" flipV="1">
            <a:off x="485337" y="3536319"/>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377" rtl="0" eaLnBrk="1" latinLnBrk="0" hangingPunct="1">
              <a:defRPr sz="1800" kern="1200">
                <a:solidFill>
                  <a:schemeClr val="lt1"/>
                </a:solidFill>
              </a:defRPr>
            </a:lvl1pPr>
            <a:lvl2pPr marL="457189" algn="l" defTabSz="914377" rtl="0" eaLnBrk="1" latinLnBrk="0" hangingPunct="1">
              <a:defRPr sz="1800" kern="1200">
                <a:solidFill>
                  <a:schemeClr val="lt1"/>
                </a:solidFill>
              </a:defRPr>
            </a:lvl2pPr>
            <a:lvl3pPr marL="914377" algn="l" defTabSz="914377" rtl="0" eaLnBrk="1" latinLnBrk="0" hangingPunct="1">
              <a:defRPr sz="1800" kern="1200">
                <a:solidFill>
                  <a:schemeClr val="lt1"/>
                </a:solidFill>
              </a:defRPr>
            </a:lvl3pPr>
            <a:lvl4pPr marL="1371566" algn="l" defTabSz="914377" rtl="0" eaLnBrk="1" latinLnBrk="0" hangingPunct="1">
              <a:defRPr sz="1800" kern="1200">
                <a:solidFill>
                  <a:schemeClr val="lt1"/>
                </a:solidFill>
              </a:defRPr>
            </a:lvl4pPr>
            <a:lvl5pPr marL="1828754" algn="l" defTabSz="914377" rtl="0" eaLnBrk="1" latinLnBrk="0" hangingPunct="1">
              <a:defRPr sz="1800" kern="1200">
                <a:solidFill>
                  <a:schemeClr val="lt1"/>
                </a:solidFill>
              </a:defRPr>
            </a:lvl5pPr>
            <a:lvl6pPr marL="2285943" algn="l" defTabSz="914377" rtl="0" eaLnBrk="1" latinLnBrk="0" hangingPunct="1">
              <a:defRPr sz="1800" kern="1200">
                <a:solidFill>
                  <a:schemeClr val="lt1"/>
                </a:solidFill>
              </a:defRPr>
            </a:lvl6pPr>
            <a:lvl7pPr marL="2743131" algn="l" defTabSz="914377" rtl="0" eaLnBrk="1" latinLnBrk="0" hangingPunct="1">
              <a:defRPr sz="1800" kern="1200">
                <a:solidFill>
                  <a:schemeClr val="lt1"/>
                </a:solidFill>
              </a:defRPr>
            </a:lvl7pPr>
            <a:lvl8pPr marL="3200320" algn="l" defTabSz="914377" rtl="0" eaLnBrk="1" latinLnBrk="0" hangingPunct="1">
              <a:defRPr sz="1800" kern="1200">
                <a:solidFill>
                  <a:schemeClr val="lt1"/>
                </a:solidFill>
              </a:defRPr>
            </a:lvl8pPr>
            <a:lvl9pPr marL="3657509" algn="l" defTabSz="914377" rtl="0" eaLnBrk="1" latinLnBrk="0" hangingPunct="1">
              <a:defRPr sz="1800" kern="1200">
                <a:solidFill>
                  <a:schemeClr val="lt1"/>
                </a:solidFill>
              </a:defRPr>
            </a:lvl9pPr>
          </a:lstStyle>
          <a:p>
            <a:pPr algn="ctr"/>
            <a:endParaRPr sz="1799"/>
          </a:p>
        </p:txBody>
      </p:sp>
      <p:sp>
        <p:nvSpPr>
          <p:cNvPr id="131" name="íŝlíďé">
            <a:extLst>
              <a:ext uri="{FF2B5EF4-FFF2-40B4-BE49-F238E27FC236}">
                <a16:creationId xmlns:a16="http://schemas.microsoft.com/office/drawing/2014/main" id="{E7C05249-EC6B-4A31-B592-1B7DA1FC1C4D}"/>
              </a:ext>
            </a:extLst>
          </p:cNvPr>
          <p:cNvSpPr/>
          <p:nvPr/>
        </p:nvSpPr>
        <p:spPr bwMode="gray">
          <a:xfrm rot="10800000" flipV="1">
            <a:off x="485337" y="4491496"/>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377" rtl="0" eaLnBrk="1" latinLnBrk="0" hangingPunct="1">
              <a:defRPr sz="1800" kern="1200">
                <a:solidFill>
                  <a:schemeClr val="lt1"/>
                </a:solidFill>
              </a:defRPr>
            </a:lvl1pPr>
            <a:lvl2pPr marL="457189" algn="l" defTabSz="914377" rtl="0" eaLnBrk="1" latinLnBrk="0" hangingPunct="1">
              <a:defRPr sz="1800" kern="1200">
                <a:solidFill>
                  <a:schemeClr val="lt1"/>
                </a:solidFill>
              </a:defRPr>
            </a:lvl2pPr>
            <a:lvl3pPr marL="914377" algn="l" defTabSz="914377" rtl="0" eaLnBrk="1" latinLnBrk="0" hangingPunct="1">
              <a:defRPr sz="1800" kern="1200">
                <a:solidFill>
                  <a:schemeClr val="lt1"/>
                </a:solidFill>
              </a:defRPr>
            </a:lvl3pPr>
            <a:lvl4pPr marL="1371566" algn="l" defTabSz="914377" rtl="0" eaLnBrk="1" latinLnBrk="0" hangingPunct="1">
              <a:defRPr sz="1800" kern="1200">
                <a:solidFill>
                  <a:schemeClr val="lt1"/>
                </a:solidFill>
              </a:defRPr>
            </a:lvl4pPr>
            <a:lvl5pPr marL="1828754" algn="l" defTabSz="914377" rtl="0" eaLnBrk="1" latinLnBrk="0" hangingPunct="1">
              <a:defRPr sz="1800" kern="1200">
                <a:solidFill>
                  <a:schemeClr val="lt1"/>
                </a:solidFill>
              </a:defRPr>
            </a:lvl5pPr>
            <a:lvl6pPr marL="2285943" algn="l" defTabSz="914377" rtl="0" eaLnBrk="1" latinLnBrk="0" hangingPunct="1">
              <a:defRPr sz="1800" kern="1200">
                <a:solidFill>
                  <a:schemeClr val="lt1"/>
                </a:solidFill>
              </a:defRPr>
            </a:lvl6pPr>
            <a:lvl7pPr marL="2743131" algn="l" defTabSz="914377" rtl="0" eaLnBrk="1" latinLnBrk="0" hangingPunct="1">
              <a:defRPr sz="1800" kern="1200">
                <a:solidFill>
                  <a:schemeClr val="lt1"/>
                </a:solidFill>
              </a:defRPr>
            </a:lvl7pPr>
            <a:lvl8pPr marL="3200320" algn="l" defTabSz="914377" rtl="0" eaLnBrk="1" latinLnBrk="0" hangingPunct="1">
              <a:defRPr sz="1800" kern="1200">
                <a:solidFill>
                  <a:schemeClr val="lt1"/>
                </a:solidFill>
              </a:defRPr>
            </a:lvl8pPr>
            <a:lvl9pPr marL="3657509" algn="l" defTabSz="914377" rtl="0" eaLnBrk="1" latinLnBrk="0" hangingPunct="1">
              <a:defRPr sz="1800" kern="1200">
                <a:solidFill>
                  <a:schemeClr val="lt1"/>
                </a:solidFill>
              </a:defRPr>
            </a:lvl9pPr>
          </a:lstStyle>
          <a:p>
            <a:pPr algn="ctr"/>
            <a:endParaRPr sz="1799"/>
          </a:p>
        </p:txBody>
      </p:sp>
      <p:grpSp>
        <p:nvGrpSpPr>
          <p:cNvPr id="133" name="组合 132"/>
          <p:cNvGrpSpPr/>
          <p:nvPr/>
        </p:nvGrpSpPr>
        <p:grpSpPr bwMode="gray">
          <a:xfrm>
            <a:off x="485337" y="5446671"/>
            <a:ext cx="359859" cy="359859"/>
            <a:chOff x="8645353" y="1253075"/>
            <a:chExt cx="532084" cy="532082"/>
          </a:xfrm>
        </p:grpSpPr>
        <p:sp>
          <p:nvSpPr>
            <p:cNvPr id="134" name="íṡ1íḋê">
              <a:extLst>
                <a:ext uri="{FF2B5EF4-FFF2-40B4-BE49-F238E27FC236}">
                  <a16:creationId xmlns:a16="http://schemas.microsoft.com/office/drawing/2014/main" id="{87A1502E-FF5A-402F-AE9A-604F51135206}"/>
                </a:ext>
              </a:extLst>
            </p:cNvPr>
            <p:cNvSpPr/>
            <p:nvPr/>
          </p:nvSpPr>
          <p:spPr bwMode="gray">
            <a:xfrm rot="10800000" flipV="1">
              <a:off x="8645353" y="1253075"/>
              <a:ext cx="532084" cy="532082"/>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377" rtl="0" eaLnBrk="1" latinLnBrk="0" hangingPunct="1">
                <a:defRPr sz="1800" kern="1200">
                  <a:solidFill>
                    <a:schemeClr val="lt1"/>
                  </a:solidFill>
                </a:defRPr>
              </a:lvl1pPr>
              <a:lvl2pPr marL="457189" algn="l" defTabSz="914377" rtl="0" eaLnBrk="1" latinLnBrk="0" hangingPunct="1">
                <a:defRPr sz="1800" kern="1200">
                  <a:solidFill>
                    <a:schemeClr val="lt1"/>
                  </a:solidFill>
                </a:defRPr>
              </a:lvl2pPr>
              <a:lvl3pPr marL="914377" algn="l" defTabSz="914377" rtl="0" eaLnBrk="1" latinLnBrk="0" hangingPunct="1">
                <a:defRPr sz="1800" kern="1200">
                  <a:solidFill>
                    <a:schemeClr val="lt1"/>
                  </a:solidFill>
                </a:defRPr>
              </a:lvl3pPr>
              <a:lvl4pPr marL="1371566" algn="l" defTabSz="914377" rtl="0" eaLnBrk="1" latinLnBrk="0" hangingPunct="1">
                <a:defRPr sz="1800" kern="1200">
                  <a:solidFill>
                    <a:schemeClr val="lt1"/>
                  </a:solidFill>
                </a:defRPr>
              </a:lvl4pPr>
              <a:lvl5pPr marL="1828754" algn="l" defTabSz="914377" rtl="0" eaLnBrk="1" latinLnBrk="0" hangingPunct="1">
                <a:defRPr sz="1800" kern="1200">
                  <a:solidFill>
                    <a:schemeClr val="lt1"/>
                  </a:solidFill>
                </a:defRPr>
              </a:lvl5pPr>
              <a:lvl6pPr marL="2285943" algn="l" defTabSz="914377" rtl="0" eaLnBrk="1" latinLnBrk="0" hangingPunct="1">
                <a:defRPr sz="1800" kern="1200">
                  <a:solidFill>
                    <a:schemeClr val="lt1"/>
                  </a:solidFill>
                </a:defRPr>
              </a:lvl6pPr>
              <a:lvl7pPr marL="2743131" algn="l" defTabSz="914377" rtl="0" eaLnBrk="1" latinLnBrk="0" hangingPunct="1">
                <a:defRPr sz="1800" kern="1200">
                  <a:solidFill>
                    <a:schemeClr val="lt1"/>
                  </a:solidFill>
                </a:defRPr>
              </a:lvl7pPr>
              <a:lvl8pPr marL="3200320" algn="l" defTabSz="914377" rtl="0" eaLnBrk="1" latinLnBrk="0" hangingPunct="1">
                <a:defRPr sz="1800" kern="1200">
                  <a:solidFill>
                    <a:schemeClr val="lt1"/>
                  </a:solidFill>
                </a:defRPr>
              </a:lvl8pPr>
              <a:lvl9pPr marL="3657509" algn="l" defTabSz="914377" rtl="0" eaLnBrk="1" latinLnBrk="0" hangingPunct="1">
                <a:defRPr sz="1800" kern="1200">
                  <a:solidFill>
                    <a:schemeClr val="lt1"/>
                  </a:solidFill>
                </a:defRPr>
              </a:lvl9pPr>
            </a:lstStyle>
            <a:p>
              <a:pPr algn="ctr"/>
              <a:endParaRPr sz="1799"/>
            </a:p>
          </p:txBody>
        </p:sp>
        <p:sp>
          <p:nvSpPr>
            <p:cNvPr id="136" name="iṡļidè">
              <a:extLst>
                <a:ext uri="{FF2B5EF4-FFF2-40B4-BE49-F238E27FC236}">
                  <a16:creationId xmlns:a16="http://schemas.microsoft.com/office/drawing/2014/main" id="{D2F2F0A0-455D-459F-90E5-A8674554530D}"/>
                </a:ext>
              </a:extLst>
            </p:cNvPr>
            <p:cNvSpPr/>
            <p:nvPr/>
          </p:nvSpPr>
          <p:spPr bwMode="gray">
            <a:xfrm>
              <a:off x="8806407" y="1420044"/>
              <a:ext cx="235733" cy="198142"/>
            </a:xfrm>
            <a:custGeom>
              <a:avLst/>
              <a:gdLst>
                <a:gd name="connsiteX0" fmla="*/ 536415 w 607227"/>
                <a:gd name="connsiteY0" fmla="*/ 12631 h 510399"/>
                <a:gd name="connsiteX1" fmla="*/ 557192 w 607227"/>
                <a:gd name="connsiteY1" fmla="*/ 21221 h 510399"/>
                <a:gd name="connsiteX2" fmla="*/ 598584 w 607227"/>
                <a:gd name="connsiteY2" fmla="*/ 62633 h 510399"/>
                <a:gd name="connsiteX3" fmla="*/ 598584 w 607227"/>
                <a:gd name="connsiteY3" fmla="*/ 104044 h 510399"/>
                <a:gd name="connsiteX4" fmla="*/ 511175 w 607227"/>
                <a:gd name="connsiteY4" fmla="*/ 191324 h 510399"/>
                <a:gd name="connsiteX5" fmla="*/ 444948 w 607227"/>
                <a:gd name="connsiteY5" fmla="*/ 257453 h 510399"/>
                <a:gd name="connsiteX6" fmla="*/ 339441 w 607227"/>
                <a:gd name="connsiteY6" fmla="*/ 362805 h 510399"/>
                <a:gd name="connsiteX7" fmla="*/ 297968 w 607227"/>
                <a:gd name="connsiteY7" fmla="*/ 404217 h 510399"/>
                <a:gd name="connsiteX8" fmla="*/ 277191 w 607227"/>
                <a:gd name="connsiteY8" fmla="*/ 412807 h 510399"/>
                <a:gd name="connsiteX9" fmla="*/ 256495 w 607227"/>
                <a:gd name="connsiteY9" fmla="*/ 404217 h 510399"/>
                <a:gd name="connsiteX10" fmla="*/ 215023 w 607227"/>
                <a:gd name="connsiteY10" fmla="*/ 362805 h 510399"/>
                <a:gd name="connsiteX11" fmla="*/ 138814 w 607227"/>
                <a:gd name="connsiteY11" fmla="*/ 286790 h 510399"/>
                <a:gd name="connsiteX12" fmla="*/ 138814 w 607227"/>
                <a:gd name="connsiteY12" fmla="*/ 245378 h 510399"/>
                <a:gd name="connsiteX13" fmla="*/ 180286 w 607227"/>
                <a:gd name="connsiteY13" fmla="*/ 203967 h 510399"/>
                <a:gd name="connsiteX14" fmla="*/ 201063 w 607227"/>
                <a:gd name="connsiteY14" fmla="*/ 195376 h 510399"/>
                <a:gd name="connsiteX15" fmla="*/ 221759 w 607227"/>
                <a:gd name="connsiteY15" fmla="*/ 203967 h 510399"/>
                <a:gd name="connsiteX16" fmla="*/ 277191 w 607227"/>
                <a:gd name="connsiteY16" fmla="*/ 259317 h 510399"/>
                <a:gd name="connsiteX17" fmla="*/ 444948 w 607227"/>
                <a:gd name="connsiteY17" fmla="*/ 91807 h 510399"/>
                <a:gd name="connsiteX18" fmla="*/ 503951 w 607227"/>
                <a:gd name="connsiteY18" fmla="*/ 32891 h 510399"/>
                <a:gd name="connsiteX19" fmla="*/ 515719 w 607227"/>
                <a:gd name="connsiteY19" fmla="*/ 21221 h 510399"/>
                <a:gd name="connsiteX20" fmla="*/ 536415 w 607227"/>
                <a:gd name="connsiteY20" fmla="*/ 12631 h 510399"/>
                <a:gd name="connsiteX21" fmla="*/ 61847 w 607227"/>
                <a:gd name="connsiteY21" fmla="*/ 0 h 510399"/>
                <a:gd name="connsiteX22" fmla="*/ 449328 w 607227"/>
                <a:gd name="connsiteY22" fmla="*/ 0 h 510399"/>
                <a:gd name="connsiteX23" fmla="*/ 491858 w 607227"/>
                <a:gd name="connsiteY23" fmla="*/ 17019 h 510399"/>
                <a:gd name="connsiteX24" fmla="*/ 442591 w 607227"/>
                <a:gd name="connsiteY24" fmla="*/ 66130 h 510399"/>
                <a:gd name="connsiteX25" fmla="*/ 66230 w 607227"/>
                <a:gd name="connsiteY25" fmla="*/ 66130 h 510399"/>
                <a:gd name="connsiteX26" fmla="*/ 66230 w 607227"/>
                <a:gd name="connsiteY26" fmla="*/ 444269 h 510399"/>
                <a:gd name="connsiteX27" fmla="*/ 444945 w 607227"/>
                <a:gd name="connsiteY27" fmla="*/ 444269 h 510399"/>
                <a:gd name="connsiteX28" fmla="*/ 444945 w 607227"/>
                <a:gd name="connsiteY28" fmla="*/ 285590 h 510399"/>
                <a:gd name="connsiteX29" fmla="*/ 511175 w 607227"/>
                <a:gd name="connsiteY29" fmla="*/ 219460 h 510399"/>
                <a:gd name="connsiteX30" fmla="*/ 511175 w 607227"/>
                <a:gd name="connsiteY30" fmla="*/ 448645 h 510399"/>
                <a:gd name="connsiteX31" fmla="*/ 449328 w 607227"/>
                <a:gd name="connsiteY31" fmla="*/ 510399 h 510399"/>
                <a:gd name="connsiteX32" fmla="*/ 61847 w 607227"/>
                <a:gd name="connsiteY32" fmla="*/ 510399 h 510399"/>
                <a:gd name="connsiteX33" fmla="*/ 0 w 607227"/>
                <a:gd name="connsiteY33" fmla="*/ 448645 h 510399"/>
                <a:gd name="connsiteX34" fmla="*/ 0 w 607227"/>
                <a:gd name="connsiteY34" fmla="*/ 61673 h 510399"/>
                <a:gd name="connsiteX35" fmla="*/ 61847 w 607227"/>
                <a:gd name="connsiteY35" fmla="*/ 0 h 51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7227" h="510399">
                  <a:moveTo>
                    <a:pt x="536415" y="12631"/>
                  </a:moveTo>
                  <a:cubicBezTo>
                    <a:pt x="543882" y="12631"/>
                    <a:pt x="551430" y="15467"/>
                    <a:pt x="557192" y="21221"/>
                  </a:cubicBezTo>
                  <a:lnTo>
                    <a:pt x="598584" y="62633"/>
                  </a:lnTo>
                  <a:cubicBezTo>
                    <a:pt x="610108" y="74059"/>
                    <a:pt x="610108" y="92618"/>
                    <a:pt x="598584" y="104044"/>
                  </a:cubicBezTo>
                  <a:lnTo>
                    <a:pt x="511175" y="191324"/>
                  </a:lnTo>
                  <a:lnTo>
                    <a:pt x="444948" y="257453"/>
                  </a:lnTo>
                  <a:lnTo>
                    <a:pt x="339441" y="362805"/>
                  </a:lnTo>
                  <a:lnTo>
                    <a:pt x="297968" y="404217"/>
                  </a:lnTo>
                  <a:cubicBezTo>
                    <a:pt x="292206" y="409971"/>
                    <a:pt x="284739" y="412807"/>
                    <a:pt x="277191" y="412807"/>
                  </a:cubicBezTo>
                  <a:cubicBezTo>
                    <a:pt x="269724" y="412807"/>
                    <a:pt x="262177" y="409971"/>
                    <a:pt x="256495" y="404217"/>
                  </a:cubicBezTo>
                  <a:lnTo>
                    <a:pt x="215023" y="362805"/>
                  </a:lnTo>
                  <a:lnTo>
                    <a:pt x="138814" y="286790"/>
                  </a:lnTo>
                  <a:cubicBezTo>
                    <a:pt x="127370" y="275363"/>
                    <a:pt x="127370" y="256805"/>
                    <a:pt x="138814" y="245378"/>
                  </a:cubicBezTo>
                  <a:lnTo>
                    <a:pt x="180286" y="203967"/>
                  </a:lnTo>
                  <a:cubicBezTo>
                    <a:pt x="186049" y="198213"/>
                    <a:pt x="193515" y="195376"/>
                    <a:pt x="201063" y="195376"/>
                  </a:cubicBezTo>
                  <a:cubicBezTo>
                    <a:pt x="208530" y="195376"/>
                    <a:pt x="215997" y="198213"/>
                    <a:pt x="221759" y="203967"/>
                  </a:cubicBezTo>
                  <a:lnTo>
                    <a:pt x="277191" y="259317"/>
                  </a:lnTo>
                  <a:lnTo>
                    <a:pt x="444948" y="91807"/>
                  </a:lnTo>
                  <a:lnTo>
                    <a:pt x="503951" y="32891"/>
                  </a:lnTo>
                  <a:lnTo>
                    <a:pt x="515719" y="21221"/>
                  </a:lnTo>
                  <a:cubicBezTo>
                    <a:pt x="521401" y="15467"/>
                    <a:pt x="528949" y="12631"/>
                    <a:pt x="536415" y="12631"/>
                  </a:cubicBezTo>
                  <a:close/>
                  <a:moveTo>
                    <a:pt x="61847" y="0"/>
                  </a:moveTo>
                  <a:lnTo>
                    <a:pt x="449328" y="0"/>
                  </a:lnTo>
                  <a:cubicBezTo>
                    <a:pt x="465804" y="0"/>
                    <a:pt x="480738" y="6483"/>
                    <a:pt x="491858" y="17019"/>
                  </a:cubicBezTo>
                  <a:lnTo>
                    <a:pt x="442591" y="66130"/>
                  </a:lnTo>
                  <a:lnTo>
                    <a:pt x="66230" y="66130"/>
                  </a:lnTo>
                  <a:lnTo>
                    <a:pt x="66230" y="444269"/>
                  </a:lnTo>
                  <a:lnTo>
                    <a:pt x="444945" y="444269"/>
                  </a:lnTo>
                  <a:lnTo>
                    <a:pt x="444945" y="285590"/>
                  </a:lnTo>
                  <a:lnTo>
                    <a:pt x="511175" y="219460"/>
                  </a:lnTo>
                  <a:lnTo>
                    <a:pt x="511175" y="448645"/>
                  </a:lnTo>
                  <a:cubicBezTo>
                    <a:pt x="511175" y="482683"/>
                    <a:pt x="483417" y="510399"/>
                    <a:pt x="449328" y="510399"/>
                  </a:cubicBezTo>
                  <a:lnTo>
                    <a:pt x="61847" y="510399"/>
                  </a:lnTo>
                  <a:cubicBezTo>
                    <a:pt x="27758" y="510399"/>
                    <a:pt x="0" y="482683"/>
                    <a:pt x="0" y="448645"/>
                  </a:cubicBezTo>
                  <a:lnTo>
                    <a:pt x="0" y="61673"/>
                  </a:lnTo>
                  <a:cubicBezTo>
                    <a:pt x="0" y="27635"/>
                    <a:pt x="27758" y="0"/>
                    <a:pt x="61847" y="0"/>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sz="1799"/>
            </a:p>
          </p:txBody>
        </p:sp>
      </p:grpSp>
      <p:sp>
        <p:nvSpPr>
          <p:cNvPr id="140" name="cloud-computing_161788"/>
          <p:cNvSpPr>
            <a:spLocks noChangeAspect="1"/>
          </p:cNvSpPr>
          <p:nvPr/>
        </p:nvSpPr>
        <p:spPr bwMode="gray">
          <a:xfrm>
            <a:off x="566012" y="1706799"/>
            <a:ext cx="198513" cy="198190"/>
          </a:xfrm>
          <a:custGeom>
            <a:avLst/>
            <a:gdLst>
              <a:gd name="connsiteX0" fmla="*/ 46142 w 606580"/>
              <a:gd name="connsiteY0" fmla="*/ 341782 h 605592"/>
              <a:gd name="connsiteX1" fmla="*/ 46142 w 606580"/>
              <a:gd name="connsiteY1" fmla="*/ 468218 h 605592"/>
              <a:gd name="connsiteX2" fmla="*/ 251785 w 606580"/>
              <a:gd name="connsiteY2" fmla="*/ 468218 h 605592"/>
              <a:gd name="connsiteX3" fmla="*/ 251785 w 606580"/>
              <a:gd name="connsiteY3" fmla="*/ 341782 h 605592"/>
              <a:gd name="connsiteX4" fmla="*/ 0 w 606580"/>
              <a:gd name="connsiteY4" fmla="*/ 297010 h 605592"/>
              <a:gd name="connsiteX5" fmla="*/ 297927 w 606580"/>
              <a:gd name="connsiteY5" fmla="*/ 297010 h 605592"/>
              <a:gd name="connsiteX6" fmla="*/ 297927 w 606580"/>
              <a:gd name="connsiteY6" fmla="*/ 512433 h 605592"/>
              <a:gd name="connsiteX7" fmla="*/ 197844 w 606580"/>
              <a:gd name="connsiteY7" fmla="*/ 512433 h 605592"/>
              <a:gd name="connsiteX8" fmla="*/ 207128 w 606580"/>
              <a:gd name="connsiteY8" fmla="*/ 562860 h 605592"/>
              <a:gd name="connsiteX9" fmla="*/ 237766 w 606580"/>
              <a:gd name="connsiteY9" fmla="*/ 562860 h 605592"/>
              <a:gd name="connsiteX10" fmla="*/ 237766 w 606580"/>
              <a:gd name="connsiteY10" fmla="*/ 605592 h 605592"/>
              <a:gd name="connsiteX11" fmla="*/ 60625 w 606580"/>
              <a:gd name="connsiteY11" fmla="*/ 605592 h 605592"/>
              <a:gd name="connsiteX12" fmla="*/ 60625 w 606580"/>
              <a:gd name="connsiteY12" fmla="*/ 562860 h 605592"/>
              <a:gd name="connsiteX13" fmla="*/ 90891 w 606580"/>
              <a:gd name="connsiteY13" fmla="*/ 562860 h 605592"/>
              <a:gd name="connsiteX14" fmla="*/ 100176 w 606580"/>
              <a:gd name="connsiteY14" fmla="*/ 512433 h 605592"/>
              <a:gd name="connsiteX15" fmla="*/ 0 w 606580"/>
              <a:gd name="connsiteY15" fmla="*/ 512433 h 605592"/>
              <a:gd name="connsiteX16" fmla="*/ 440020 w 606580"/>
              <a:gd name="connsiteY16" fmla="*/ 278733 h 605592"/>
              <a:gd name="connsiteX17" fmla="*/ 453483 w 606580"/>
              <a:gd name="connsiteY17" fmla="*/ 292178 h 605592"/>
              <a:gd name="connsiteX18" fmla="*/ 453483 w 606580"/>
              <a:gd name="connsiteY18" fmla="*/ 415781 h 605592"/>
              <a:gd name="connsiteX19" fmla="*/ 440484 w 606580"/>
              <a:gd name="connsiteY19" fmla="*/ 429319 h 605592"/>
              <a:gd name="connsiteX20" fmla="*/ 354788 w 606580"/>
              <a:gd name="connsiteY20" fmla="*/ 429319 h 605592"/>
              <a:gd name="connsiteX21" fmla="*/ 341325 w 606580"/>
              <a:gd name="connsiteY21" fmla="*/ 415781 h 605592"/>
              <a:gd name="connsiteX22" fmla="*/ 354788 w 606580"/>
              <a:gd name="connsiteY22" fmla="*/ 402336 h 605592"/>
              <a:gd name="connsiteX23" fmla="*/ 426465 w 606580"/>
              <a:gd name="connsiteY23" fmla="*/ 402336 h 605592"/>
              <a:gd name="connsiteX24" fmla="*/ 426465 w 606580"/>
              <a:gd name="connsiteY24" fmla="*/ 292178 h 605592"/>
              <a:gd name="connsiteX25" fmla="*/ 440020 w 606580"/>
              <a:gd name="connsiteY25" fmla="*/ 278733 h 605592"/>
              <a:gd name="connsiteX26" fmla="*/ 410109 w 606580"/>
              <a:gd name="connsiteY26" fmla="*/ 0 h 605592"/>
              <a:gd name="connsiteX27" fmla="*/ 485782 w 606580"/>
              <a:gd name="connsiteY27" fmla="*/ 36057 h 605592"/>
              <a:gd name="connsiteX28" fmla="*/ 542328 w 606580"/>
              <a:gd name="connsiteY28" fmla="*/ 52185 h 605592"/>
              <a:gd name="connsiteX29" fmla="*/ 562291 w 606580"/>
              <a:gd name="connsiteY29" fmla="*/ 103350 h 605592"/>
              <a:gd name="connsiteX30" fmla="*/ 606580 w 606580"/>
              <a:gd name="connsiteY30" fmla="*/ 168697 h 605592"/>
              <a:gd name="connsiteX31" fmla="*/ 536293 w 606580"/>
              <a:gd name="connsiteY31" fmla="*/ 238864 h 605592"/>
              <a:gd name="connsiteX32" fmla="*/ 311502 w 606580"/>
              <a:gd name="connsiteY32" fmla="*/ 238864 h 605592"/>
              <a:gd name="connsiteX33" fmla="*/ 241122 w 606580"/>
              <a:gd name="connsiteY33" fmla="*/ 168697 h 605592"/>
              <a:gd name="connsiteX34" fmla="*/ 311502 w 606580"/>
              <a:gd name="connsiteY34" fmla="*/ 98530 h 605592"/>
              <a:gd name="connsiteX35" fmla="*/ 410109 w 606580"/>
              <a:gd name="connsiteY35"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6580" h="605592">
                <a:moveTo>
                  <a:pt x="46142" y="341782"/>
                </a:moveTo>
                <a:lnTo>
                  <a:pt x="46142" y="468218"/>
                </a:lnTo>
                <a:lnTo>
                  <a:pt x="251785" y="468218"/>
                </a:lnTo>
                <a:lnTo>
                  <a:pt x="251785" y="341782"/>
                </a:lnTo>
                <a:close/>
                <a:moveTo>
                  <a:pt x="0" y="297010"/>
                </a:moveTo>
                <a:lnTo>
                  <a:pt x="297927" y="297010"/>
                </a:lnTo>
                <a:lnTo>
                  <a:pt x="297927" y="512433"/>
                </a:lnTo>
                <a:lnTo>
                  <a:pt x="197844" y="512433"/>
                </a:lnTo>
                <a:lnTo>
                  <a:pt x="207128" y="562860"/>
                </a:lnTo>
                <a:lnTo>
                  <a:pt x="237766" y="562860"/>
                </a:lnTo>
                <a:lnTo>
                  <a:pt x="237766" y="605592"/>
                </a:lnTo>
                <a:lnTo>
                  <a:pt x="60625" y="605592"/>
                </a:lnTo>
                <a:lnTo>
                  <a:pt x="60625" y="562860"/>
                </a:lnTo>
                <a:lnTo>
                  <a:pt x="90891" y="562860"/>
                </a:lnTo>
                <a:lnTo>
                  <a:pt x="100176" y="512433"/>
                </a:lnTo>
                <a:lnTo>
                  <a:pt x="0" y="512433"/>
                </a:lnTo>
                <a:close/>
                <a:moveTo>
                  <a:pt x="440020" y="278733"/>
                </a:moveTo>
                <a:cubicBezTo>
                  <a:pt x="447634" y="278733"/>
                  <a:pt x="453483" y="285038"/>
                  <a:pt x="453483" y="292178"/>
                </a:cubicBezTo>
                <a:lnTo>
                  <a:pt x="453483" y="415781"/>
                </a:lnTo>
                <a:cubicBezTo>
                  <a:pt x="453947" y="423477"/>
                  <a:pt x="447634" y="429319"/>
                  <a:pt x="440484" y="429319"/>
                </a:cubicBezTo>
                <a:lnTo>
                  <a:pt x="354788" y="429319"/>
                </a:lnTo>
                <a:cubicBezTo>
                  <a:pt x="347174" y="429319"/>
                  <a:pt x="341325" y="423014"/>
                  <a:pt x="341325" y="415781"/>
                </a:cubicBezTo>
                <a:cubicBezTo>
                  <a:pt x="341325" y="408641"/>
                  <a:pt x="347639" y="402336"/>
                  <a:pt x="354788" y="402336"/>
                </a:cubicBezTo>
                <a:lnTo>
                  <a:pt x="426465" y="402336"/>
                </a:lnTo>
                <a:lnTo>
                  <a:pt x="426465" y="292178"/>
                </a:lnTo>
                <a:cubicBezTo>
                  <a:pt x="426465" y="284482"/>
                  <a:pt x="432778" y="278733"/>
                  <a:pt x="440020" y="278733"/>
                </a:cubicBezTo>
                <a:close/>
                <a:moveTo>
                  <a:pt x="410109" y="0"/>
                </a:moveTo>
                <a:cubicBezTo>
                  <a:pt x="440935" y="0"/>
                  <a:pt x="468419" y="13996"/>
                  <a:pt x="485782" y="36057"/>
                </a:cubicBezTo>
                <a:cubicBezTo>
                  <a:pt x="508530" y="30495"/>
                  <a:pt x="531000" y="41247"/>
                  <a:pt x="542328" y="52185"/>
                </a:cubicBezTo>
                <a:cubicBezTo>
                  <a:pt x="554584" y="63771"/>
                  <a:pt x="562940" y="81197"/>
                  <a:pt x="562291" y="103350"/>
                </a:cubicBezTo>
                <a:cubicBezTo>
                  <a:pt x="588289" y="113917"/>
                  <a:pt x="606580" y="138943"/>
                  <a:pt x="606580" y="168697"/>
                </a:cubicBezTo>
                <a:cubicBezTo>
                  <a:pt x="606580" y="207627"/>
                  <a:pt x="574825" y="238864"/>
                  <a:pt x="536293" y="238864"/>
                </a:cubicBezTo>
                <a:lnTo>
                  <a:pt x="311502" y="238864"/>
                </a:lnTo>
                <a:cubicBezTo>
                  <a:pt x="272505" y="238864"/>
                  <a:pt x="241122" y="207627"/>
                  <a:pt x="241122" y="168697"/>
                </a:cubicBezTo>
                <a:cubicBezTo>
                  <a:pt x="241122" y="129767"/>
                  <a:pt x="272970" y="98530"/>
                  <a:pt x="311502" y="98530"/>
                </a:cubicBezTo>
                <a:cubicBezTo>
                  <a:pt x="311502" y="44213"/>
                  <a:pt x="355792" y="0"/>
                  <a:pt x="410109" y="0"/>
                </a:cubicBezTo>
                <a:close/>
              </a:path>
            </a:pathLst>
          </a:custGeom>
          <a:solidFill>
            <a:schemeClr val="bg1"/>
          </a:solidFill>
          <a:ln>
            <a:noFill/>
          </a:ln>
        </p:spPr>
      </p:sp>
      <p:sp>
        <p:nvSpPr>
          <p:cNvPr id="143" name="iṡ1ïdé">
            <a:extLst>
              <a:ext uri="{FF2B5EF4-FFF2-40B4-BE49-F238E27FC236}">
                <a16:creationId xmlns:a16="http://schemas.microsoft.com/office/drawing/2014/main" id="{3FC487D0-A815-4107-8A36-7C156E98B5FA}"/>
              </a:ext>
            </a:extLst>
          </p:cNvPr>
          <p:cNvSpPr/>
          <p:nvPr/>
        </p:nvSpPr>
        <p:spPr bwMode="gray">
          <a:xfrm rot="10800000" flipV="1">
            <a:off x="485337" y="2581142"/>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grpSp>
        <p:nvGrpSpPr>
          <p:cNvPr id="2" name="组合 1"/>
          <p:cNvGrpSpPr/>
          <p:nvPr/>
        </p:nvGrpSpPr>
        <p:grpSpPr bwMode="gray">
          <a:xfrm>
            <a:off x="485336" y="1597402"/>
            <a:ext cx="359859" cy="359859"/>
            <a:chOff x="2491530" y="2773952"/>
            <a:chExt cx="360000" cy="360000"/>
          </a:xfrm>
        </p:grpSpPr>
        <p:sp>
          <p:nvSpPr>
            <p:cNvPr id="146" name="íṩlíḓê">
              <a:extLst>
                <a:ext uri="{FF2B5EF4-FFF2-40B4-BE49-F238E27FC236}">
                  <a16:creationId xmlns:a16="http://schemas.microsoft.com/office/drawing/2014/main" id="{FBC6DF09-FCD2-4E57-B557-9F103A335C85}"/>
                </a:ext>
              </a:extLst>
            </p:cNvPr>
            <p:cNvSpPr/>
            <p:nvPr/>
          </p:nvSpPr>
          <p:spPr bwMode="gray">
            <a:xfrm rot="10800000" flipV="1">
              <a:off x="2491530" y="2773952"/>
              <a:ext cx="360000" cy="3600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rgbClr val="56C4D2"/>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799"/>
            </a:p>
          </p:txBody>
        </p:sp>
        <p:sp>
          <p:nvSpPr>
            <p:cNvPr id="145" name="stack-of-books-and-a-magnifier_67996"/>
            <p:cNvSpPr>
              <a:spLocks noChangeAspect="1"/>
            </p:cNvSpPr>
            <p:nvPr/>
          </p:nvSpPr>
          <p:spPr bwMode="gray">
            <a:xfrm>
              <a:off x="2556515" y="2843865"/>
              <a:ext cx="230028" cy="234756"/>
            </a:xfrm>
            <a:custGeom>
              <a:avLst/>
              <a:gdLst>
                <a:gd name="connsiteX0" fmla="*/ 359573 w 594302"/>
                <a:gd name="connsiteY0" fmla="*/ 276018 h 606516"/>
                <a:gd name="connsiteX1" fmla="*/ 291512 w 594302"/>
                <a:gd name="connsiteY1" fmla="*/ 304169 h 606516"/>
                <a:gd name="connsiteX2" fmla="*/ 291512 w 594302"/>
                <a:gd name="connsiteY2" fmla="*/ 440091 h 606516"/>
                <a:gd name="connsiteX3" fmla="*/ 427633 w 594302"/>
                <a:gd name="connsiteY3" fmla="*/ 440091 h 606516"/>
                <a:gd name="connsiteX4" fmla="*/ 427633 w 594302"/>
                <a:gd name="connsiteY4" fmla="*/ 304169 h 606516"/>
                <a:gd name="connsiteX5" fmla="*/ 359573 w 594302"/>
                <a:gd name="connsiteY5" fmla="*/ 276018 h 606516"/>
                <a:gd name="connsiteX6" fmla="*/ 359573 w 594302"/>
                <a:gd name="connsiteY6" fmla="*/ 238356 h 606516"/>
                <a:gd name="connsiteX7" fmla="*/ 454366 w 594302"/>
                <a:gd name="connsiteY7" fmla="*/ 277476 h 606516"/>
                <a:gd name="connsiteX8" fmla="*/ 476080 w 594302"/>
                <a:gd name="connsiteY8" fmla="*/ 438353 h 606516"/>
                <a:gd name="connsiteX9" fmla="*/ 583932 w 594302"/>
                <a:gd name="connsiteY9" fmla="*/ 546047 h 606516"/>
                <a:gd name="connsiteX10" fmla="*/ 583932 w 594302"/>
                <a:gd name="connsiteY10" fmla="*/ 596161 h 606516"/>
                <a:gd name="connsiteX11" fmla="*/ 533847 w 594302"/>
                <a:gd name="connsiteY11" fmla="*/ 596161 h 606516"/>
                <a:gd name="connsiteX12" fmla="*/ 425892 w 594302"/>
                <a:gd name="connsiteY12" fmla="*/ 488364 h 606516"/>
                <a:gd name="connsiteX13" fmla="*/ 264779 w 594302"/>
                <a:gd name="connsiteY13" fmla="*/ 466785 h 606516"/>
                <a:gd name="connsiteX14" fmla="*/ 264779 w 594302"/>
                <a:gd name="connsiteY14" fmla="*/ 277476 h 606516"/>
                <a:gd name="connsiteX15" fmla="*/ 359573 w 594302"/>
                <a:gd name="connsiteY15" fmla="*/ 238356 h 606516"/>
                <a:gd name="connsiteX16" fmla="*/ 139917 w 594302"/>
                <a:gd name="connsiteY16" fmla="*/ 43060 h 606516"/>
                <a:gd name="connsiteX17" fmla="*/ 114822 w 594302"/>
                <a:gd name="connsiteY17" fmla="*/ 68017 h 606516"/>
                <a:gd name="connsiteX18" fmla="*/ 114822 w 594302"/>
                <a:gd name="connsiteY18" fmla="*/ 145137 h 606516"/>
                <a:gd name="connsiteX19" fmla="*/ 139917 w 594302"/>
                <a:gd name="connsiteY19" fmla="*/ 170094 h 606516"/>
                <a:gd name="connsiteX20" fmla="*/ 461952 w 594302"/>
                <a:gd name="connsiteY20" fmla="*/ 170094 h 606516"/>
                <a:gd name="connsiteX21" fmla="*/ 461952 w 594302"/>
                <a:gd name="connsiteY21" fmla="*/ 128056 h 606516"/>
                <a:gd name="connsiteX22" fmla="*/ 322957 w 594302"/>
                <a:gd name="connsiteY22" fmla="*/ 128056 h 606516"/>
                <a:gd name="connsiteX23" fmla="*/ 301344 w 594302"/>
                <a:gd name="connsiteY23" fmla="*/ 106577 h 606516"/>
                <a:gd name="connsiteX24" fmla="*/ 322957 w 594302"/>
                <a:gd name="connsiteY24" fmla="*/ 85098 h 606516"/>
                <a:gd name="connsiteX25" fmla="*/ 461952 w 594302"/>
                <a:gd name="connsiteY25" fmla="*/ 85098 h 606516"/>
                <a:gd name="connsiteX26" fmla="*/ 461952 w 594302"/>
                <a:gd name="connsiteY26" fmla="*/ 43060 h 606516"/>
                <a:gd name="connsiteX27" fmla="*/ 139917 w 594302"/>
                <a:gd name="connsiteY27" fmla="*/ 0 h 606516"/>
                <a:gd name="connsiteX28" fmla="*/ 511117 w 594302"/>
                <a:gd name="connsiteY28" fmla="*/ 0 h 606516"/>
                <a:gd name="connsiteX29" fmla="*/ 532627 w 594302"/>
                <a:gd name="connsiteY29" fmla="*/ 21479 h 606516"/>
                <a:gd name="connsiteX30" fmla="*/ 511117 w 594302"/>
                <a:gd name="connsiteY30" fmla="*/ 43060 h 606516"/>
                <a:gd name="connsiteX31" fmla="*/ 505074 w 594302"/>
                <a:gd name="connsiteY31" fmla="*/ 43060 h 606516"/>
                <a:gd name="connsiteX32" fmla="*/ 505074 w 594302"/>
                <a:gd name="connsiteY32" fmla="*/ 170094 h 606516"/>
                <a:gd name="connsiteX33" fmla="*/ 511117 w 594302"/>
                <a:gd name="connsiteY33" fmla="*/ 170094 h 606516"/>
                <a:gd name="connsiteX34" fmla="*/ 532627 w 594302"/>
                <a:gd name="connsiteY34" fmla="*/ 191675 h 606516"/>
                <a:gd name="connsiteX35" fmla="*/ 511117 w 594302"/>
                <a:gd name="connsiteY35" fmla="*/ 213155 h 606516"/>
                <a:gd name="connsiteX36" fmla="*/ 456011 w 594302"/>
                <a:gd name="connsiteY36" fmla="*/ 213155 h 606516"/>
                <a:gd name="connsiteX37" fmla="*/ 460825 w 594302"/>
                <a:gd name="connsiteY37" fmla="*/ 238111 h 606516"/>
                <a:gd name="connsiteX38" fmla="*/ 460825 w 594302"/>
                <a:gd name="connsiteY38" fmla="*/ 256829 h 606516"/>
                <a:gd name="connsiteX39" fmla="*/ 416576 w 594302"/>
                <a:gd name="connsiteY39" fmla="*/ 230645 h 606516"/>
                <a:gd name="connsiteX40" fmla="*/ 392710 w 594302"/>
                <a:gd name="connsiteY40" fmla="*/ 213155 h 606516"/>
                <a:gd name="connsiteX41" fmla="*/ 139917 w 594302"/>
                <a:gd name="connsiteY41" fmla="*/ 213155 h 606516"/>
                <a:gd name="connsiteX42" fmla="*/ 70675 w 594302"/>
                <a:gd name="connsiteY42" fmla="*/ 213155 h 606516"/>
                <a:gd name="connsiteX43" fmla="*/ 70675 w 594302"/>
                <a:gd name="connsiteY43" fmla="*/ 255192 h 606516"/>
                <a:gd name="connsiteX44" fmla="*/ 209670 w 594302"/>
                <a:gd name="connsiteY44" fmla="*/ 255192 h 606516"/>
                <a:gd name="connsiteX45" fmla="*/ 231181 w 594302"/>
                <a:gd name="connsiteY45" fmla="*/ 276671 h 606516"/>
                <a:gd name="connsiteX46" fmla="*/ 209670 w 594302"/>
                <a:gd name="connsiteY46" fmla="*/ 298253 h 606516"/>
                <a:gd name="connsiteX47" fmla="*/ 70675 w 594302"/>
                <a:gd name="connsiteY47" fmla="*/ 298253 h 606516"/>
                <a:gd name="connsiteX48" fmla="*/ 70675 w 594302"/>
                <a:gd name="connsiteY48" fmla="*/ 340291 h 606516"/>
                <a:gd name="connsiteX49" fmla="*/ 211207 w 594302"/>
                <a:gd name="connsiteY49" fmla="*/ 340291 h 606516"/>
                <a:gd name="connsiteX50" fmla="*/ 207519 w 594302"/>
                <a:gd name="connsiteY50" fmla="*/ 374146 h 606516"/>
                <a:gd name="connsiteX51" fmla="*/ 207827 w 594302"/>
                <a:gd name="connsiteY51" fmla="*/ 383249 h 606516"/>
                <a:gd name="connsiteX52" fmla="*/ 139917 w 594302"/>
                <a:gd name="connsiteY52" fmla="*/ 383249 h 606516"/>
                <a:gd name="connsiteX53" fmla="*/ 114822 w 594302"/>
                <a:gd name="connsiteY53" fmla="*/ 408308 h 606516"/>
                <a:gd name="connsiteX54" fmla="*/ 114822 w 594302"/>
                <a:gd name="connsiteY54" fmla="*/ 485428 h 606516"/>
                <a:gd name="connsiteX55" fmla="*/ 139917 w 594302"/>
                <a:gd name="connsiteY55" fmla="*/ 510385 h 606516"/>
                <a:gd name="connsiteX56" fmla="*/ 290180 w 594302"/>
                <a:gd name="connsiteY56" fmla="*/ 510385 h 606516"/>
                <a:gd name="connsiteX57" fmla="*/ 361367 w 594302"/>
                <a:gd name="connsiteY57" fmla="*/ 527670 h 606516"/>
                <a:gd name="connsiteX58" fmla="*/ 413093 w 594302"/>
                <a:gd name="connsiteY58" fmla="*/ 518772 h 606516"/>
                <a:gd name="connsiteX59" fmla="*/ 447817 w 594302"/>
                <a:gd name="connsiteY59" fmla="*/ 553445 h 606516"/>
                <a:gd name="connsiteX60" fmla="*/ 139917 w 594302"/>
                <a:gd name="connsiteY60" fmla="*/ 553445 h 606516"/>
                <a:gd name="connsiteX61" fmla="*/ 71802 w 594302"/>
                <a:gd name="connsiteY61" fmla="*/ 485428 h 606516"/>
                <a:gd name="connsiteX62" fmla="*/ 71802 w 594302"/>
                <a:gd name="connsiteY62" fmla="*/ 408205 h 606516"/>
                <a:gd name="connsiteX63" fmla="*/ 76514 w 594302"/>
                <a:gd name="connsiteY63" fmla="*/ 383249 h 606516"/>
                <a:gd name="connsiteX64" fmla="*/ 21510 w 594302"/>
                <a:gd name="connsiteY64" fmla="*/ 383249 h 606516"/>
                <a:gd name="connsiteX65" fmla="*/ 0 w 594302"/>
                <a:gd name="connsiteY65" fmla="*/ 361770 h 606516"/>
                <a:gd name="connsiteX66" fmla="*/ 21510 w 594302"/>
                <a:gd name="connsiteY66" fmla="*/ 340291 h 606516"/>
                <a:gd name="connsiteX67" fmla="*/ 27553 w 594302"/>
                <a:gd name="connsiteY67" fmla="*/ 340291 h 606516"/>
                <a:gd name="connsiteX68" fmla="*/ 27553 w 594302"/>
                <a:gd name="connsiteY68" fmla="*/ 213155 h 606516"/>
                <a:gd name="connsiteX69" fmla="*/ 21510 w 594302"/>
                <a:gd name="connsiteY69" fmla="*/ 213155 h 606516"/>
                <a:gd name="connsiteX70" fmla="*/ 0 w 594302"/>
                <a:gd name="connsiteY70" fmla="*/ 191675 h 606516"/>
                <a:gd name="connsiteX71" fmla="*/ 21510 w 594302"/>
                <a:gd name="connsiteY71" fmla="*/ 170094 h 606516"/>
                <a:gd name="connsiteX72" fmla="*/ 76514 w 594302"/>
                <a:gd name="connsiteY72" fmla="*/ 170094 h 606516"/>
                <a:gd name="connsiteX73" fmla="*/ 71802 w 594302"/>
                <a:gd name="connsiteY73" fmla="*/ 145137 h 606516"/>
                <a:gd name="connsiteX74" fmla="*/ 71802 w 594302"/>
                <a:gd name="connsiteY74" fmla="*/ 68017 h 606516"/>
                <a:gd name="connsiteX75" fmla="*/ 139917 w 594302"/>
                <a:gd name="connsiteY75" fmla="*/ 0 h 60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94302" h="606516">
                  <a:moveTo>
                    <a:pt x="359573" y="276018"/>
                  </a:moveTo>
                  <a:cubicBezTo>
                    <a:pt x="334914" y="276018"/>
                    <a:pt x="310256" y="285402"/>
                    <a:pt x="291512" y="304169"/>
                  </a:cubicBezTo>
                  <a:cubicBezTo>
                    <a:pt x="253922" y="341601"/>
                    <a:pt x="253922" y="402659"/>
                    <a:pt x="291512" y="440091"/>
                  </a:cubicBezTo>
                  <a:cubicBezTo>
                    <a:pt x="328999" y="477523"/>
                    <a:pt x="390146" y="477523"/>
                    <a:pt x="427633" y="440091"/>
                  </a:cubicBezTo>
                  <a:cubicBezTo>
                    <a:pt x="465223" y="402659"/>
                    <a:pt x="465223" y="341601"/>
                    <a:pt x="427633" y="304169"/>
                  </a:cubicBezTo>
                  <a:cubicBezTo>
                    <a:pt x="408890" y="285402"/>
                    <a:pt x="384231" y="276018"/>
                    <a:pt x="359573" y="276018"/>
                  </a:cubicBezTo>
                  <a:close/>
                  <a:moveTo>
                    <a:pt x="359573" y="238356"/>
                  </a:moveTo>
                  <a:cubicBezTo>
                    <a:pt x="393910" y="238356"/>
                    <a:pt x="428248" y="251396"/>
                    <a:pt x="454366" y="277476"/>
                  </a:cubicBezTo>
                  <a:cubicBezTo>
                    <a:pt x="497896" y="321044"/>
                    <a:pt x="505168" y="387216"/>
                    <a:pt x="476080" y="438353"/>
                  </a:cubicBezTo>
                  <a:lnTo>
                    <a:pt x="583932" y="546047"/>
                  </a:lnTo>
                  <a:cubicBezTo>
                    <a:pt x="597759" y="559956"/>
                    <a:pt x="597759" y="582354"/>
                    <a:pt x="583932" y="596161"/>
                  </a:cubicBezTo>
                  <a:cubicBezTo>
                    <a:pt x="570105" y="609968"/>
                    <a:pt x="547674" y="609968"/>
                    <a:pt x="533847" y="596161"/>
                  </a:cubicBezTo>
                  <a:lnTo>
                    <a:pt x="425892" y="488364"/>
                  </a:lnTo>
                  <a:cubicBezTo>
                    <a:pt x="374783" y="517513"/>
                    <a:pt x="308412" y="510251"/>
                    <a:pt x="264779" y="466785"/>
                  </a:cubicBezTo>
                  <a:cubicBezTo>
                    <a:pt x="212543" y="414523"/>
                    <a:pt x="212543" y="329635"/>
                    <a:pt x="264779" y="277476"/>
                  </a:cubicBezTo>
                  <a:cubicBezTo>
                    <a:pt x="290898" y="251396"/>
                    <a:pt x="325235" y="238356"/>
                    <a:pt x="359573" y="238356"/>
                  </a:cubicBezTo>
                  <a:close/>
                  <a:moveTo>
                    <a:pt x="139917" y="43060"/>
                  </a:moveTo>
                  <a:cubicBezTo>
                    <a:pt x="126089" y="43060"/>
                    <a:pt x="114822" y="54209"/>
                    <a:pt x="114822" y="68017"/>
                  </a:cubicBezTo>
                  <a:lnTo>
                    <a:pt x="114822" y="145137"/>
                  </a:lnTo>
                  <a:cubicBezTo>
                    <a:pt x="114822" y="158945"/>
                    <a:pt x="126089" y="170094"/>
                    <a:pt x="139917" y="170094"/>
                  </a:cubicBezTo>
                  <a:lnTo>
                    <a:pt x="461952" y="170094"/>
                  </a:lnTo>
                  <a:lnTo>
                    <a:pt x="461952" y="128056"/>
                  </a:lnTo>
                  <a:lnTo>
                    <a:pt x="322957" y="128056"/>
                  </a:lnTo>
                  <a:cubicBezTo>
                    <a:pt x="311075" y="128056"/>
                    <a:pt x="301344" y="118442"/>
                    <a:pt x="301344" y="106577"/>
                  </a:cubicBezTo>
                  <a:cubicBezTo>
                    <a:pt x="301344" y="94713"/>
                    <a:pt x="311075" y="85098"/>
                    <a:pt x="322957" y="85098"/>
                  </a:cubicBezTo>
                  <a:lnTo>
                    <a:pt x="461952" y="85098"/>
                  </a:lnTo>
                  <a:lnTo>
                    <a:pt x="461952" y="43060"/>
                  </a:lnTo>
                  <a:close/>
                  <a:moveTo>
                    <a:pt x="139917" y="0"/>
                  </a:moveTo>
                  <a:lnTo>
                    <a:pt x="511117" y="0"/>
                  </a:lnTo>
                  <a:cubicBezTo>
                    <a:pt x="522999" y="0"/>
                    <a:pt x="532627" y="9614"/>
                    <a:pt x="532627" y="21479"/>
                  </a:cubicBezTo>
                  <a:cubicBezTo>
                    <a:pt x="532627" y="33344"/>
                    <a:pt x="522999" y="43060"/>
                    <a:pt x="511117" y="43060"/>
                  </a:cubicBezTo>
                  <a:lnTo>
                    <a:pt x="505074" y="43060"/>
                  </a:lnTo>
                  <a:lnTo>
                    <a:pt x="505074" y="170094"/>
                  </a:lnTo>
                  <a:lnTo>
                    <a:pt x="511117" y="170094"/>
                  </a:lnTo>
                  <a:cubicBezTo>
                    <a:pt x="522999" y="170094"/>
                    <a:pt x="532627" y="179811"/>
                    <a:pt x="532627" y="191675"/>
                  </a:cubicBezTo>
                  <a:cubicBezTo>
                    <a:pt x="532627" y="203540"/>
                    <a:pt x="522999" y="213155"/>
                    <a:pt x="511117" y="213155"/>
                  </a:cubicBezTo>
                  <a:lnTo>
                    <a:pt x="456011" y="213155"/>
                  </a:lnTo>
                  <a:cubicBezTo>
                    <a:pt x="459084" y="220928"/>
                    <a:pt x="460825" y="229315"/>
                    <a:pt x="460825" y="238111"/>
                  </a:cubicBezTo>
                  <a:lnTo>
                    <a:pt x="460825" y="256829"/>
                  </a:lnTo>
                  <a:cubicBezTo>
                    <a:pt x="447509" y="245578"/>
                    <a:pt x="432555" y="236782"/>
                    <a:pt x="416576" y="230645"/>
                  </a:cubicBezTo>
                  <a:cubicBezTo>
                    <a:pt x="413401" y="220519"/>
                    <a:pt x="403875" y="213155"/>
                    <a:pt x="392710" y="213155"/>
                  </a:cubicBezTo>
                  <a:lnTo>
                    <a:pt x="139917" y="213155"/>
                  </a:lnTo>
                  <a:lnTo>
                    <a:pt x="70675" y="213155"/>
                  </a:lnTo>
                  <a:lnTo>
                    <a:pt x="70675" y="255192"/>
                  </a:lnTo>
                  <a:lnTo>
                    <a:pt x="209670" y="255192"/>
                  </a:lnTo>
                  <a:cubicBezTo>
                    <a:pt x="221553" y="255192"/>
                    <a:pt x="231181" y="264807"/>
                    <a:pt x="231181" y="276671"/>
                  </a:cubicBezTo>
                  <a:cubicBezTo>
                    <a:pt x="231181" y="288638"/>
                    <a:pt x="221553" y="298253"/>
                    <a:pt x="209670" y="298253"/>
                  </a:cubicBezTo>
                  <a:lnTo>
                    <a:pt x="70675" y="298253"/>
                  </a:lnTo>
                  <a:lnTo>
                    <a:pt x="70675" y="340291"/>
                  </a:lnTo>
                  <a:lnTo>
                    <a:pt x="211207" y="340291"/>
                  </a:lnTo>
                  <a:cubicBezTo>
                    <a:pt x="208749" y="351235"/>
                    <a:pt x="207519" y="362588"/>
                    <a:pt x="207519" y="374146"/>
                  </a:cubicBezTo>
                  <a:cubicBezTo>
                    <a:pt x="207519" y="377214"/>
                    <a:pt x="207622" y="380283"/>
                    <a:pt x="207827" y="383249"/>
                  </a:cubicBezTo>
                  <a:lnTo>
                    <a:pt x="139917" y="383249"/>
                  </a:lnTo>
                  <a:cubicBezTo>
                    <a:pt x="126089" y="383249"/>
                    <a:pt x="114822" y="394500"/>
                    <a:pt x="114822" y="408308"/>
                  </a:cubicBezTo>
                  <a:lnTo>
                    <a:pt x="114822" y="485428"/>
                  </a:lnTo>
                  <a:cubicBezTo>
                    <a:pt x="114822" y="499134"/>
                    <a:pt x="126089" y="510385"/>
                    <a:pt x="139917" y="510385"/>
                  </a:cubicBezTo>
                  <a:lnTo>
                    <a:pt x="290180" y="510385"/>
                  </a:lnTo>
                  <a:cubicBezTo>
                    <a:pt x="311894" y="521738"/>
                    <a:pt x="336170" y="527670"/>
                    <a:pt x="361367" y="527670"/>
                  </a:cubicBezTo>
                  <a:cubicBezTo>
                    <a:pt x="379087" y="527670"/>
                    <a:pt x="396500" y="524704"/>
                    <a:pt x="413093" y="518772"/>
                  </a:cubicBezTo>
                  <a:lnTo>
                    <a:pt x="447817" y="553445"/>
                  </a:lnTo>
                  <a:lnTo>
                    <a:pt x="139917" y="553445"/>
                  </a:lnTo>
                  <a:cubicBezTo>
                    <a:pt x="102326" y="553445"/>
                    <a:pt x="71802" y="522863"/>
                    <a:pt x="71802" y="485428"/>
                  </a:cubicBezTo>
                  <a:lnTo>
                    <a:pt x="71802" y="408205"/>
                  </a:lnTo>
                  <a:cubicBezTo>
                    <a:pt x="71802" y="399409"/>
                    <a:pt x="73441" y="391022"/>
                    <a:pt x="76514" y="383249"/>
                  </a:cubicBezTo>
                  <a:lnTo>
                    <a:pt x="21510" y="383249"/>
                  </a:lnTo>
                  <a:cubicBezTo>
                    <a:pt x="9628" y="383249"/>
                    <a:pt x="0" y="373634"/>
                    <a:pt x="0" y="361770"/>
                  </a:cubicBezTo>
                  <a:cubicBezTo>
                    <a:pt x="0" y="349905"/>
                    <a:pt x="9628" y="340291"/>
                    <a:pt x="21510" y="340291"/>
                  </a:cubicBezTo>
                  <a:lnTo>
                    <a:pt x="27553" y="340291"/>
                  </a:lnTo>
                  <a:lnTo>
                    <a:pt x="27553" y="213155"/>
                  </a:lnTo>
                  <a:lnTo>
                    <a:pt x="21510" y="213155"/>
                  </a:lnTo>
                  <a:cubicBezTo>
                    <a:pt x="9628" y="213155"/>
                    <a:pt x="0" y="203540"/>
                    <a:pt x="0" y="191675"/>
                  </a:cubicBezTo>
                  <a:cubicBezTo>
                    <a:pt x="0" y="179708"/>
                    <a:pt x="9628" y="170094"/>
                    <a:pt x="21510" y="170094"/>
                  </a:cubicBezTo>
                  <a:lnTo>
                    <a:pt x="76514" y="170094"/>
                  </a:lnTo>
                  <a:cubicBezTo>
                    <a:pt x="73441" y="162423"/>
                    <a:pt x="71802" y="153934"/>
                    <a:pt x="71802" y="145137"/>
                  </a:cubicBezTo>
                  <a:lnTo>
                    <a:pt x="71802" y="68017"/>
                  </a:lnTo>
                  <a:cubicBezTo>
                    <a:pt x="71802" y="30480"/>
                    <a:pt x="102326" y="0"/>
                    <a:pt x="139917" y="0"/>
                  </a:cubicBezTo>
                  <a:close/>
                </a:path>
              </a:pathLst>
            </a:custGeom>
            <a:noFill/>
            <a:ln>
              <a:solidFill>
                <a:schemeClr val="bg1"/>
              </a:solidFill>
            </a:ln>
          </p:spPr>
        </p:sp>
      </p:grpSp>
      <p:sp>
        <p:nvSpPr>
          <p:cNvPr id="148" name="stocks-graphic-on-laptop-monitor_38809"/>
          <p:cNvSpPr>
            <a:spLocks/>
          </p:cNvSpPr>
          <p:nvPr/>
        </p:nvSpPr>
        <p:spPr bwMode="gray">
          <a:xfrm>
            <a:off x="556372" y="2700203"/>
            <a:ext cx="229749" cy="121738"/>
          </a:xfrm>
          <a:custGeom>
            <a:avLst/>
            <a:gdLst>
              <a:gd name="connsiteX0" fmla="*/ 5942 w 596753"/>
              <a:gd name="connsiteY0" fmla="*/ 342878 h 372092"/>
              <a:gd name="connsiteX1" fmla="*/ 591159 w 596753"/>
              <a:gd name="connsiteY1" fmla="*/ 342878 h 372092"/>
              <a:gd name="connsiteX2" fmla="*/ 596753 w 596753"/>
              <a:gd name="connsiteY2" fmla="*/ 348034 h 372092"/>
              <a:gd name="connsiteX3" fmla="*/ 594602 w 596753"/>
              <a:gd name="connsiteY3" fmla="*/ 354048 h 372092"/>
              <a:gd name="connsiteX4" fmla="*/ 295109 w 596753"/>
              <a:gd name="connsiteY4" fmla="*/ 372092 h 372092"/>
              <a:gd name="connsiteX5" fmla="*/ 99750 w 596753"/>
              <a:gd name="connsiteY5" fmla="*/ 367796 h 372092"/>
              <a:gd name="connsiteX6" fmla="*/ 1209 w 596753"/>
              <a:gd name="connsiteY6" fmla="*/ 353189 h 372092"/>
              <a:gd name="connsiteX7" fmla="*/ 779 w 596753"/>
              <a:gd name="connsiteY7" fmla="*/ 346315 h 372092"/>
              <a:gd name="connsiteX8" fmla="*/ 5942 w 596753"/>
              <a:gd name="connsiteY8" fmla="*/ 342878 h 372092"/>
              <a:gd name="connsiteX9" fmla="*/ 287321 w 596753"/>
              <a:gd name="connsiteY9" fmla="*/ 199380 h 372092"/>
              <a:gd name="connsiteX10" fmla="*/ 277855 w 596753"/>
              <a:gd name="connsiteY10" fmla="*/ 208402 h 372092"/>
              <a:gd name="connsiteX11" fmla="*/ 287321 w 596753"/>
              <a:gd name="connsiteY11" fmla="*/ 217853 h 372092"/>
              <a:gd name="connsiteX12" fmla="*/ 296358 w 596753"/>
              <a:gd name="connsiteY12" fmla="*/ 208402 h 372092"/>
              <a:gd name="connsiteX13" fmla="*/ 287321 w 596753"/>
              <a:gd name="connsiteY13" fmla="*/ 199380 h 372092"/>
              <a:gd name="connsiteX14" fmla="*/ 428891 w 596753"/>
              <a:gd name="connsiteY14" fmla="*/ 174464 h 372092"/>
              <a:gd name="connsiteX15" fmla="*/ 419855 w 596753"/>
              <a:gd name="connsiteY15" fmla="*/ 183485 h 372092"/>
              <a:gd name="connsiteX16" fmla="*/ 428891 w 596753"/>
              <a:gd name="connsiteY16" fmla="*/ 192936 h 372092"/>
              <a:gd name="connsiteX17" fmla="*/ 438358 w 596753"/>
              <a:gd name="connsiteY17" fmla="*/ 183485 h 372092"/>
              <a:gd name="connsiteX18" fmla="*/ 428891 w 596753"/>
              <a:gd name="connsiteY18" fmla="*/ 174464 h 372092"/>
              <a:gd name="connsiteX19" fmla="*/ 355309 w 596753"/>
              <a:gd name="connsiteY19" fmla="*/ 140096 h 372092"/>
              <a:gd name="connsiteX20" fmla="*/ 346273 w 596753"/>
              <a:gd name="connsiteY20" fmla="*/ 149117 h 372092"/>
              <a:gd name="connsiteX21" fmla="*/ 355309 w 596753"/>
              <a:gd name="connsiteY21" fmla="*/ 158569 h 372092"/>
              <a:gd name="connsiteX22" fmla="*/ 364776 w 596753"/>
              <a:gd name="connsiteY22" fmla="*/ 149117 h 372092"/>
              <a:gd name="connsiteX23" fmla="*/ 355309 w 596753"/>
              <a:gd name="connsiteY23" fmla="*/ 140096 h 372092"/>
              <a:gd name="connsiteX24" fmla="*/ 107455 w 596753"/>
              <a:gd name="connsiteY24" fmla="*/ 137948 h 372092"/>
              <a:gd name="connsiteX25" fmla="*/ 98418 w 596753"/>
              <a:gd name="connsiteY25" fmla="*/ 146969 h 372092"/>
              <a:gd name="connsiteX26" fmla="*/ 107455 w 596753"/>
              <a:gd name="connsiteY26" fmla="*/ 156421 h 372092"/>
              <a:gd name="connsiteX27" fmla="*/ 116921 w 596753"/>
              <a:gd name="connsiteY27" fmla="*/ 146969 h 372092"/>
              <a:gd name="connsiteX28" fmla="*/ 107455 w 596753"/>
              <a:gd name="connsiteY28" fmla="*/ 137948 h 372092"/>
              <a:gd name="connsiteX29" fmla="*/ 207715 w 596753"/>
              <a:gd name="connsiteY29" fmla="*/ 130645 h 372092"/>
              <a:gd name="connsiteX30" fmla="*/ 198679 w 596753"/>
              <a:gd name="connsiteY30" fmla="*/ 140096 h 372092"/>
              <a:gd name="connsiteX31" fmla="*/ 207715 w 596753"/>
              <a:gd name="connsiteY31" fmla="*/ 149117 h 372092"/>
              <a:gd name="connsiteX32" fmla="*/ 217182 w 596753"/>
              <a:gd name="connsiteY32" fmla="*/ 140096 h 372092"/>
              <a:gd name="connsiteX33" fmla="*/ 207715 w 596753"/>
              <a:gd name="connsiteY33" fmla="*/ 130645 h 372092"/>
              <a:gd name="connsiteX34" fmla="*/ 489134 w 596753"/>
              <a:gd name="connsiteY34" fmla="*/ 103150 h 372092"/>
              <a:gd name="connsiteX35" fmla="*/ 479667 w 596753"/>
              <a:gd name="connsiteY35" fmla="*/ 112172 h 372092"/>
              <a:gd name="connsiteX36" fmla="*/ 489134 w 596753"/>
              <a:gd name="connsiteY36" fmla="*/ 121623 h 372092"/>
              <a:gd name="connsiteX37" fmla="*/ 498600 w 596753"/>
              <a:gd name="connsiteY37" fmla="*/ 112172 h 372092"/>
              <a:gd name="connsiteX38" fmla="*/ 489134 w 596753"/>
              <a:gd name="connsiteY38" fmla="*/ 103150 h 372092"/>
              <a:gd name="connsiteX39" fmla="*/ 489134 w 596753"/>
              <a:gd name="connsiteY39" fmla="*/ 94558 h 372092"/>
              <a:gd name="connsiteX40" fmla="*/ 507206 w 596753"/>
              <a:gd name="connsiteY40" fmla="*/ 112172 h 372092"/>
              <a:gd name="connsiteX41" fmla="*/ 489134 w 596753"/>
              <a:gd name="connsiteY41" fmla="*/ 130215 h 372092"/>
              <a:gd name="connsiteX42" fmla="*/ 485261 w 596753"/>
              <a:gd name="connsiteY42" fmla="*/ 129785 h 372092"/>
              <a:gd name="connsiteX43" fmla="*/ 445673 w 596753"/>
              <a:gd name="connsiteY43" fmla="*/ 177471 h 372092"/>
              <a:gd name="connsiteX44" fmla="*/ 446964 w 596753"/>
              <a:gd name="connsiteY44" fmla="*/ 183485 h 372092"/>
              <a:gd name="connsiteX45" fmla="*/ 428891 w 596753"/>
              <a:gd name="connsiteY45" fmla="*/ 201528 h 372092"/>
              <a:gd name="connsiteX46" fmla="*/ 411249 w 596753"/>
              <a:gd name="connsiteY46" fmla="*/ 185633 h 372092"/>
              <a:gd name="connsiteX47" fmla="*/ 366497 w 596753"/>
              <a:gd name="connsiteY47" fmla="*/ 163294 h 372092"/>
              <a:gd name="connsiteX48" fmla="*/ 355309 w 596753"/>
              <a:gd name="connsiteY48" fmla="*/ 167161 h 372092"/>
              <a:gd name="connsiteX49" fmla="*/ 348855 w 596753"/>
              <a:gd name="connsiteY49" fmla="*/ 165872 h 372092"/>
              <a:gd name="connsiteX50" fmla="*/ 304964 w 596753"/>
              <a:gd name="connsiteY50" fmla="*/ 205824 h 372092"/>
              <a:gd name="connsiteX51" fmla="*/ 304964 w 596753"/>
              <a:gd name="connsiteY51" fmla="*/ 208402 h 372092"/>
              <a:gd name="connsiteX52" fmla="*/ 287321 w 596753"/>
              <a:gd name="connsiteY52" fmla="*/ 226445 h 372092"/>
              <a:gd name="connsiteX53" fmla="*/ 269249 w 596753"/>
              <a:gd name="connsiteY53" fmla="*/ 208402 h 372092"/>
              <a:gd name="connsiteX54" fmla="*/ 269679 w 596753"/>
              <a:gd name="connsiteY54" fmla="*/ 206254 h 372092"/>
              <a:gd name="connsiteX55" fmla="*/ 214600 w 596753"/>
              <a:gd name="connsiteY55" fmla="*/ 156421 h 372092"/>
              <a:gd name="connsiteX56" fmla="*/ 207715 w 596753"/>
              <a:gd name="connsiteY56" fmla="*/ 157709 h 372092"/>
              <a:gd name="connsiteX57" fmla="*/ 192655 w 596753"/>
              <a:gd name="connsiteY57" fmla="*/ 149547 h 372092"/>
              <a:gd name="connsiteX58" fmla="*/ 123376 w 596753"/>
              <a:gd name="connsiteY58" fmla="*/ 154702 h 372092"/>
              <a:gd name="connsiteX59" fmla="*/ 107455 w 596753"/>
              <a:gd name="connsiteY59" fmla="*/ 165013 h 372092"/>
              <a:gd name="connsiteX60" fmla="*/ 89812 w 596753"/>
              <a:gd name="connsiteY60" fmla="*/ 146969 h 372092"/>
              <a:gd name="connsiteX61" fmla="*/ 107455 w 596753"/>
              <a:gd name="connsiteY61" fmla="*/ 129356 h 372092"/>
              <a:gd name="connsiteX62" fmla="*/ 122515 w 596753"/>
              <a:gd name="connsiteY62" fmla="*/ 137518 h 372092"/>
              <a:gd name="connsiteX63" fmla="*/ 191794 w 596753"/>
              <a:gd name="connsiteY63" fmla="*/ 132363 h 372092"/>
              <a:gd name="connsiteX64" fmla="*/ 207715 w 596753"/>
              <a:gd name="connsiteY64" fmla="*/ 122053 h 372092"/>
              <a:gd name="connsiteX65" fmla="*/ 225788 w 596753"/>
              <a:gd name="connsiteY65" fmla="*/ 140096 h 372092"/>
              <a:gd name="connsiteX66" fmla="*/ 225358 w 596753"/>
              <a:gd name="connsiteY66" fmla="*/ 143103 h 372092"/>
              <a:gd name="connsiteX67" fmla="*/ 279576 w 596753"/>
              <a:gd name="connsiteY67" fmla="*/ 192507 h 372092"/>
              <a:gd name="connsiteX68" fmla="*/ 287321 w 596753"/>
              <a:gd name="connsiteY68" fmla="*/ 190789 h 372092"/>
              <a:gd name="connsiteX69" fmla="*/ 294206 w 596753"/>
              <a:gd name="connsiteY69" fmla="*/ 192077 h 372092"/>
              <a:gd name="connsiteX70" fmla="*/ 337667 w 596753"/>
              <a:gd name="connsiteY70" fmla="*/ 152554 h 372092"/>
              <a:gd name="connsiteX71" fmla="*/ 337667 w 596753"/>
              <a:gd name="connsiteY71" fmla="*/ 149117 h 372092"/>
              <a:gd name="connsiteX72" fmla="*/ 355309 w 596753"/>
              <a:gd name="connsiteY72" fmla="*/ 131504 h 372092"/>
              <a:gd name="connsiteX73" fmla="*/ 372952 w 596753"/>
              <a:gd name="connsiteY73" fmla="*/ 146969 h 372092"/>
              <a:gd name="connsiteX74" fmla="*/ 418133 w 596753"/>
              <a:gd name="connsiteY74" fmla="*/ 169738 h 372092"/>
              <a:gd name="connsiteX75" fmla="*/ 428891 w 596753"/>
              <a:gd name="connsiteY75" fmla="*/ 165872 h 372092"/>
              <a:gd name="connsiteX76" fmla="*/ 432764 w 596753"/>
              <a:gd name="connsiteY76" fmla="*/ 166301 h 372092"/>
              <a:gd name="connsiteX77" fmla="*/ 472352 w 596753"/>
              <a:gd name="connsiteY77" fmla="*/ 118186 h 372092"/>
              <a:gd name="connsiteX78" fmla="*/ 471061 w 596753"/>
              <a:gd name="connsiteY78" fmla="*/ 112172 h 372092"/>
              <a:gd name="connsiteX79" fmla="*/ 489134 w 596753"/>
              <a:gd name="connsiteY79" fmla="*/ 94558 h 372092"/>
              <a:gd name="connsiteX80" fmla="*/ 53702 w 596753"/>
              <a:gd name="connsiteY80" fmla="*/ 22772 h 372092"/>
              <a:gd name="connsiteX81" fmla="*/ 53702 w 596753"/>
              <a:gd name="connsiteY81" fmla="*/ 305917 h 372092"/>
              <a:gd name="connsiteX82" fmla="*/ 542962 w 596753"/>
              <a:gd name="connsiteY82" fmla="*/ 305917 h 372092"/>
              <a:gd name="connsiteX83" fmla="*/ 542962 w 596753"/>
              <a:gd name="connsiteY83" fmla="*/ 22772 h 372092"/>
              <a:gd name="connsiteX84" fmla="*/ 53702 w 596753"/>
              <a:gd name="connsiteY84" fmla="*/ 0 h 372092"/>
              <a:gd name="connsiteX85" fmla="*/ 542962 w 596753"/>
              <a:gd name="connsiteY85" fmla="*/ 0 h 372092"/>
              <a:gd name="connsiteX86" fmla="*/ 566198 w 596753"/>
              <a:gd name="connsiteY86" fmla="*/ 22772 h 372092"/>
              <a:gd name="connsiteX87" fmla="*/ 566198 w 596753"/>
              <a:gd name="connsiteY87" fmla="*/ 305917 h 372092"/>
              <a:gd name="connsiteX88" fmla="*/ 542962 w 596753"/>
              <a:gd name="connsiteY88" fmla="*/ 329118 h 372092"/>
              <a:gd name="connsiteX89" fmla="*/ 53702 w 596753"/>
              <a:gd name="connsiteY89" fmla="*/ 329118 h 372092"/>
              <a:gd name="connsiteX90" fmla="*/ 30466 w 596753"/>
              <a:gd name="connsiteY90" fmla="*/ 305917 h 372092"/>
              <a:gd name="connsiteX91" fmla="*/ 30466 w 596753"/>
              <a:gd name="connsiteY91" fmla="*/ 22772 h 372092"/>
              <a:gd name="connsiteX92" fmla="*/ 53702 w 596753"/>
              <a:gd name="connsiteY92" fmla="*/ 0 h 37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753" h="372092">
                <a:moveTo>
                  <a:pt x="5942" y="342878"/>
                </a:moveTo>
                <a:lnTo>
                  <a:pt x="591159" y="342878"/>
                </a:lnTo>
                <a:cubicBezTo>
                  <a:pt x="594171" y="342878"/>
                  <a:pt x="596323" y="345026"/>
                  <a:pt x="596753" y="348034"/>
                </a:cubicBezTo>
                <a:cubicBezTo>
                  <a:pt x="596753" y="350182"/>
                  <a:pt x="596323" y="352330"/>
                  <a:pt x="594602" y="354048"/>
                </a:cubicBezTo>
                <a:cubicBezTo>
                  <a:pt x="579541" y="370374"/>
                  <a:pt x="361376" y="372092"/>
                  <a:pt x="295109" y="372092"/>
                </a:cubicBezTo>
                <a:cubicBezTo>
                  <a:pt x="221096" y="372092"/>
                  <a:pt x="151817" y="370374"/>
                  <a:pt x="99750" y="367796"/>
                </a:cubicBezTo>
                <a:cubicBezTo>
                  <a:pt x="7664" y="363500"/>
                  <a:pt x="3361" y="357056"/>
                  <a:pt x="1209" y="353189"/>
                </a:cubicBezTo>
                <a:cubicBezTo>
                  <a:pt x="-82" y="351041"/>
                  <a:pt x="-512" y="348463"/>
                  <a:pt x="779" y="346315"/>
                </a:cubicBezTo>
                <a:cubicBezTo>
                  <a:pt x="1639" y="344167"/>
                  <a:pt x="3791" y="342878"/>
                  <a:pt x="5942" y="342878"/>
                </a:cubicBezTo>
                <a:close/>
                <a:moveTo>
                  <a:pt x="287321" y="199380"/>
                </a:moveTo>
                <a:cubicBezTo>
                  <a:pt x="282158" y="199380"/>
                  <a:pt x="277855" y="203247"/>
                  <a:pt x="277855" y="208402"/>
                </a:cubicBezTo>
                <a:cubicBezTo>
                  <a:pt x="277855" y="213557"/>
                  <a:pt x="282158" y="217853"/>
                  <a:pt x="287321" y="217853"/>
                </a:cubicBezTo>
                <a:cubicBezTo>
                  <a:pt x="292485" y="217853"/>
                  <a:pt x="296358" y="213557"/>
                  <a:pt x="296358" y="208402"/>
                </a:cubicBezTo>
                <a:cubicBezTo>
                  <a:pt x="296358" y="203247"/>
                  <a:pt x="292485" y="199380"/>
                  <a:pt x="287321" y="199380"/>
                </a:cubicBezTo>
                <a:close/>
                <a:moveTo>
                  <a:pt x="428891" y="174464"/>
                </a:moveTo>
                <a:cubicBezTo>
                  <a:pt x="423727" y="174464"/>
                  <a:pt x="419855" y="178330"/>
                  <a:pt x="419855" y="183485"/>
                </a:cubicBezTo>
                <a:cubicBezTo>
                  <a:pt x="419855" y="188641"/>
                  <a:pt x="423727" y="192936"/>
                  <a:pt x="428891" y="192936"/>
                </a:cubicBezTo>
                <a:cubicBezTo>
                  <a:pt x="434055" y="192936"/>
                  <a:pt x="438358" y="188641"/>
                  <a:pt x="438358" y="183485"/>
                </a:cubicBezTo>
                <a:cubicBezTo>
                  <a:pt x="438358" y="178330"/>
                  <a:pt x="434055" y="174464"/>
                  <a:pt x="428891" y="174464"/>
                </a:cubicBezTo>
                <a:close/>
                <a:moveTo>
                  <a:pt x="355309" y="140096"/>
                </a:moveTo>
                <a:cubicBezTo>
                  <a:pt x="350146" y="140096"/>
                  <a:pt x="346273" y="143962"/>
                  <a:pt x="346273" y="149117"/>
                </a:cubicBezTo>
                <a:cubicBezTo>
                  <a:pt x="346273" y="154273"/>
                  <a:pt x="350146" y="158569"/>
                  <a:pt x="355309" y="158569"/>
                </a:cubicBezTo>
                <a:cubicBezTo>
                  <a:pt x="360473" y="158569"/>
                  <a:pt x="364776" y="154273"/>
                  <a:pt x="364776" y="149117"/>
                </a:cubicBezTo>
                <a:cubicBezTo>
                  <a:pt x="364776" y="143962"/>
                  <a:pt x="360473" y="140096"/>
                  <a:pt x="355309" y="140096"/>
                </a:cubicBezTo>
                <a:close/>
                <a:moveTo>
                  <a:pt x="107455" y="137948"/>
                </a:moveTo>
                <a:cubicBezTo>
                  <a:pt x="102291" y="137948"/>
                  <a:pt x="98418" y="142244"/>
                  <a:pt x="98418" y="146969"/>
                </a:cubicBezTo>
                <a:cubicBezTo>
                  <a:pt x="98418" y="152125"/>
                  <a:pt x="102291" y="156421"/>
                  <a:pt x="107455" y="156421"/>
                </a:cubicBezTo>
                <a:cubicBezTo>
                  <a:pt x="112618" y="156421"/>
                  <a:pt x="116921" y="152125"/>
                  <a:pt x="116921" y="146969"/>
                </a:cubicBezTo>
                <a:cubicBezTo>
                  <a:pt x="116921" y="142244"/>
                  <a:pt x="112618" y="137948"/>
                  <a:pt x="107455" y="137948"/>
                </a:cubicBezTo>
                <a:close/>
                <a:moveTo>
                  <a:pt x="207715" y="130645"/>
                </a:moveTo>
                <a:cubicBezTo>
                  <a:pt x="202982" y="130645"/>
                  <a:pt x="198679" y="134941"/>
                  <a:pt x="198679" y="140096"/>
                </a:cubicBezTo>
                <a:cubicBezTo>
                  <a:pt x="198679" y="145251"/>
                  <a:pt x="202982" y="149117"/>
                  <a:pt x="207715" y="149117"/>
                </a:cubicBezTo>
                <a:cubicBezTo>
                  <a:pt x="212879" y="149117"/>
                  <a:pt x="217182" y="145251"/>
                  <a:pt x="217182" y="140096"/>
                </a:cubicBezTo>
                <a:cubicBezTo>
                  <a:pt x="217182" y="134941"/>
                  <a:pt x="212879" y="130645"/>
                  <a:pt x="207715" y="130645"/>
                </a:cubicBezTo>
                <a:close/>
                <a:moveTo>
                  <a:pt x="489134" y="103150"/>
                </a:moveTo>
                <a:cubicBezTo>
                  <a:pt x="483970" y="103150"/>
                  <a:pt x="479667" y="107017"/>
                  <a:pt x="479667" y="112172"/>
                </a:cubicBezTo>
                <a:cubicBezTo>
                  <a:pt x="479667" y="117327"/>
                  <a:pt x="483970" y="121623"/>
                  <a:pt x="489134" y="121623"/>
                </a:cubicBezTo>
                <a:cubicBezTo>
                  <a:pt x="494297" y="121623"/>
                  <a:pt x="498600" y="117327"/>
                  <a:pt x="498600" y="112172"/>
                </a:cubicBezTo>
                <a:cubicBezTo>
                  <a:pt x="498600" y="107017"/>
                  <a:pt x="494297" y="103150"/>
                  <a:pt x="489134" y="103150"/>
                </a:cubicBezTo>
                <a:close/>
                <a:moveTo>
                  <a:pt x="489134" y="94558"/>
                </a:moveTo>
                <a:cubicBezTo>
                  <a:pt x="499030" y="94558"/>
                  <a:pt x="507206" y="102291"/>
                  <a:pt x="507206" y="112172"/>
                </a:cubicBezTo>
                <a:cubicBezTo>
                  <a:pt x="507206" y="122053"/>
                  <a:pt x="499030" y="130215"/>
                  <a:pt x="489134" y="130215"/>
                </a:cubicBezTo>
                <a:cubicBezTo>
                  <a:pt x="487843" y="130215"/>
                  <a:pt x="486552" y="129785"/>
                  <a:pt x="485261" y="129785"/>
                </a:cubicBezTo>
                <a:lnTo>
                  <a:pt x="445673" y="177471"/>
                </a:lnTo>
                <a:cubicBezTo>
                  <a:pt x="446533" y="179619"/>
                  <a:pt x="446964" y="181337"/>
                  <a:pt x="446964" y="183485"/>
                </a:cubicBezTo>
                <a:cubicBezTo>
                  <a:pt x="446964" y="193366"/>
                  <a:pt x="438788" y="201528"/>
                  <a:pt x="428891" y="201528"/>
                </a:cubicBezTo>
                <a:cubicBezTo>
                  <a:pt x="419855" y="201528"/>
                  <a:pt x="412109" y="194225"/>
                  <a:pt x="411249" y="185633"/>
                </a:cubicBezTo>
                <a:lnTo>
                  <a:pt x="366497" y="163294"/>
                </a:lnTo>
                <a:cubicBezTo>
                  <a:pt x="363485" y="165442"/>
                  <a:pt x="359612" y="167161"/>
                  <a:pt x="355309" y="167161"/>
                </a:cubicBezTo>
                <a:cubicBezTo>
                  <a:pt x="353158" y="167161"/>
                  <a:pt x="351006" y="166731"/>
                  <a:pt x="348855" y="165872"/>
                </a:cubicBezTo>
                <a:lnTo>
                  <a:pt x="304964" y="205824"/>
                </a:lnTo>
                <a:cubicBezTo>
                  <a:pt x="304964" y="206684"/>
                  <a:pt x="304964" y="207543"/>
                  <a:pt x="304964" y="208402"/>
                </a:cubicBezTo>
                <a:cubicBezTo>
                  <a:pt x="304964" y="218283"/>
                  <a:pt x="297218" y="226445"/>
                  <a:pt x="287321" y="226445"/>
                </a:cubicBezTo>
                <a:cubicBezTo>
                  <a:pt x="277424" y="226445"/>
                  <a:pt x="269249" y="218283"/>
                  <a:pt x="269249" y="208402"/>
                </a:cubicBezTo>
                <a:cubicBezTo>
                  <a:pt x="269249" y="207972"/>
                  <a:pt x="269679" y="207113"/>
                  <a:pt x="269679" y="206254"/>
                </a:cubicBezTo>
                <a:lnTo>
                  <a:pt x="214600" y="156421"/>
                </a:lnTo>
                <a:cubicBezTo>
                  <a:pt x="212449" y="157280"/>
                  <a:pt x="210297" y="157709"/>
                  <a:pt x="207715" y="157709"/>
                </a:cubicBezTo>
                <a:cubicBezTo>
                  <a:pt x="201691" y="157709"/>
                  <a:pt x="196097" y="154273"/>
                  <a:pt x="192655" y="149547"/>
                </a:cubicBezTo>
                <a:lnTo>
                  <a:pt x="123376" y="154702"/>
                </a:lnTo>
                <a:cubicBezTo>
                  <a:pt x="120794" y="160717"/>
                  <a:pt x="114770" y="165013"/>
                  <a:pt x="107455" y="165013"/>
                </a:cubicBezTo>
                <a:cubicBezTo>
                  <a:pt x="97558" y="165013"/>
                  <a:pt x="89812" y="156850"/>
                  <a:pt x="89812" y="146969"/>
                </a:cubicBezTo>
                <a:cubicBezTo>
                  <a:pt x="89812" y="137518"/>
                  <a:pt x="97558" y="129356"/>
                  <a:pt x="107455" y="129356"/>
                </a:cubicBezTo>
                <a:cubicBezTo>
                  <a:pt x="113909" y="129356"/>
                  <a:pt x="119503" y="132793"/>
                  <a:pt x="122515" y="137518"/>
                </a:cubicBezTo>
                <a:lnTo>
                  <a:pt x="191794" y="132363"/>
                </a:lnTo>
                <a:cubicBezTo>
                  <a:pt x="194806" y="126349"/>
                  <a:pt x="200830" y="122053"/>
                  <a:pt x="207715" y="122053"/>
                </a:cubicBezTo>
                <a:cubicBezTo>
                  <a:pt x="217612" y="122053"/>
                  <a:pt x="225788" y="130215"/>
                  <a:pt x="225788" y="140096"/>
                </a:cubicBezTo>
                <a:cubicBezTo>
                  <a:pt x="225788" y="140955"/>
                  <a:pt x="225788" y="142244"/>
                  <a:pt x="225358" y="143103"/>
                </a:cubicBezTo>
                <a:lnTo>
                  <a:pt x="279576" y="192507"/>
                </a:lnTo>
                <a:cubicBezTo>
                  <a:pt x="282158" y="191218"/>
                  <a:pt x="284740" y="190789"/>
                  <a:pt x="287321" y="190789"/>
                </a:cubicBezTo>
                <a:cubicBezTo>
                  <a:pt x="289903" y="190789"/>
                  <a:pt x="292055" y="191218"/>
                  <a:pt x="294206" y="192077"/>
                </a:cubicBezTo>
                <a:lnTo>
                  <a:pt x="337667" y="152554"/>
                </a:lnTo>
                <a:cubicBezTo>
                  <a:pt x="337667" y="151695"/>
                  <a:pt x="337667" y="150406"/>
                  <a:pt x="337667" y="149117"/>
                </a:cubicBezTo>
                <a:cubicBezTo>
                  <a:pt x="337667" y="139237"/>
                  <a:pt x="345412" y="131504"/>
                  <a:pt x="355309" y="131504"/>
                </a:cubicBezTo>
                <a:cubicBezTo>
                  <a:pt x="364346" y="131504"/>
                  <a:pt x="372091" y="138377"/>
                  <a:pt x="372952" y="146969"/>
                </a:cubicBezTo>
                <a:lnTo>
                  <a:pt x="418133" y="169738"/>
                </a:lnTo>
                <a:cubicBezTo>
                  <a:pt x="421146" y="167161"/>
                  <a:pt x="425018" y="165872"/>
                  <a:pt x="428891" y="165872"/>
                </a:cubicBezTo>
                <a:cubicBezTo>
                  <a:pt x="430182" y="165872"/>
                  <a:pt x="431473" y="165872"/>
                  <a:pt x="432764" y="166301"/>
                </a:cubicBezTo>
                <a:lnTo>
                  <a:pt x="472352" y="118186"/>
                </a:lnTo>
                <a:cubicBezTo>
                  <a:pt x="471921" y="116468"/>
                  <a:pt x="471061" y="114320"/>
                  <a:pt x="471061" y="112172"/>
                </a:cubicBezTo>
                <a:cubicBezTo>
                  <a:pt x="471061" y="102291"/>
                  <a:pt x="479237" y="94558"/>
                  <a:pt x="489134" y="94558"/>
                </a:cubicBezTo>
                <a:close/>
                <a:moveTo>
                  <a:pt x="53702" y="22772"/>
                </a:moveTo>
                <a:lnTo>
                  <a:pt x="53702" y="305917"/>
                </a:lnTo>
                <a:lnTo>
                  <a:pt x="542962" y="305917"/>
                </a:lnTo>
                <a:lnTo>
                  <a:pt x="542962" y="22772"/>
                </a:lnTo>
                <a:close/>
                <a:moveTo>
                  <a:pt x="53702" y="0"/>
                </a:moveTo>
                <a:lnTo>
                  <a:pt x="542962" y="0"/>
                </a:lnTo>
                <a:cubicBezTo>
                  <a:pt x="555871" y="0"/>
                  <a:pt x="566198" y="9882"/>
                  <a:pt x="566198" y="22772"/>
                </a:cubicBezTo>
                <a:lnTo>
                  <a:pt x="566198" y="305917"/>
                </a:lnTo>
                <a:cubicBezTo>
                  <a:pt x="566198" y="318806"/>
                  <a:pt x="555871" y="329118"/>
                  <a:pt x="542962" y="329118"/>
                </a:cubicBezTo>
                <a:lnTo>
                  <a:pt x="53702" y="329118"/>
                </a:lnTo>
                <a:cubicBezTo>
                  <a:pt x="40793" y="329118"/>
                  <a:pt x="30466" y="318806"/>
                  <a:pt x="30466" y="305917"/>
                </a:cubicBezTo>
                <a:lnTo>
                  <a:pt x="30466" y="22772"/>
                </a:lnTo>
                <a:cubicBezTo>
                  <a:pt x="30466" y="9882"/>
                  <a:pt x="40793" y="0"/>
                  <a:pt x="53702" y="0"/>
                </a:cubicBezTo>
                <a:close/>
              </a:path>
            </a:pathLst>
          </a:custGeom>
          <a:solidFill>
            <a:schemeClr val="bg1"/>
          </a:solidFill>
          <a:ln>
            <a:noFill/>
          </a:ln>
        </p:spPr>
      </p:sp>
      <p:sp>
        <p:nvSpPr>
          <p:cNvPr id="151" name="warning_94911"/>
          <p:cNvSpPr>
            <a:spLocks/>
          </p:cNvSpPr>
          <p:nvPr/>
        </p:nvSpPr>
        <p:spPr bwMode="gray">
          <a:xfrm>
            <a:off x="563783" y="3609618"/>
            <a:ext cx="202967" cy="202673"/>
          </a:xfrm>
          <a:custGeom>
            <a:avLst/>
            <a:gdLst>
              <a:gd name="T0" fmla="*/ 4733 w 4773"/>
              <a:gd name="T1" fmla="*/ 4096 h 4367"/>
              <a:gd name="T2" fmla="*/ 2541 w 4773"/>
              <a:gd name="T3" fmla="*/ 107 h 4367"/>
              <a:gd name="T4" fmla="*/ 2387 w 4773"/>
              <a:gd name="T5" fmla="*/ 0 h 4367"/>
              <a:gd name="T6" fmla="*/ 2232 w 4773"/>
              <a:gd name="T7" fmla="*/ 107 h 4367"/>
              <a:gd name="T8" fmla="*/ 40 w 4773"/>
              <a:gd name="T9" fmla="*/ 4096 h 4367"/>
              <a:gd name="T10" fmla="*/ 31 w 4773"/>
              <a:gd name="T11" fmla="*/ 4283 h 4367"/>
              <a:gd name="T12" fmla="*/ 202 w 4773"/>
              <a:gd name="T13" fmla="*/ 4367 h 4367"/>
              <a:gd name="T14" fmla="*/ 4571 w 4773"/>
              <a:gd name="T15" fmla="*/ 4367 h 4367"/>
              <a:gd name="T16" fmla="*/ 4742 w 4773"/>
              <a:gd name="T17" fmla="*/ 4283 h 4367"/>
              <a:gd name="T18" fmla="*/ 4733 w 4773"/>
              <a:gd name="T19" fmla="*/ 4096 h 4367"/>
              <a:gd name="T20" fmla="*/ 2064 w 4773"/>
              <a:gd name="T21" fmla="*/ 1055 h 4367"/>
              <a:gd name="T22" fmla="*/ 2111 w 4773"/>
              <a:gd name="T23" fmla="*/ 1034 h 4367"/>
              <a:gd name="T24" fmla="*/ 2656 w 4773"/>
              <a:gd name="T25" fmla="*/ 1034 h 4367"/>
              <a:gd name="T26" fmla="*/ 2703 w 4773"/>
              <a:gd name="T27" fmla="*/ 1055 h 4367"/>
              <a:gd name="T28" fmla="*/ 2721 w 4773"/>
              <a:gd name="T29" fmla="*/ 1104 h 4367"/>
              <a:gd name="T30" fmla="*/ 2652 w 4773"/>
              <a:gd name="T31" fmla="*/ 2965 h 4367"/>
              <a:gd name="T32" fmla="*/ 2583 w 4773"/>
              <a:gd name="T33" fmla="*/ 3034 h 4367"/>
              <a:gd name="T34" fmla="*/ 2179 w 4773"/>
              <a:gd name="T35" fmla="*/ 3034 h 4367"/>
              <a:gd name="T36" fmla="*/ 2111 w 4773"/>
              <a:gd name="T37" fmla="*/ 2966 h 4367"/>
              <a:gd name="T38" fmla="*/ 2046 w 4773"/>
              <a:gd name="T39" fmla="*/ 1105 h 4367"/>
              <a:gd name="T40" fmla="*/ 2064 w 4773"/>
              <a:gd name="T41" fmla="*/ 1055 h 4367"/>
              <a:gd name="T42" fmla="*/ 2386 w 4773"/>
              <a:gd name="T43" fmla="*/ 4013 h 4367"/>
              <a:gd name="T44" fmla="*/ 2026 w 4773"/>
              <a:gd name="T45" fmla="*/ 3635 h 4367"/>
              <a:gd name="T46" fmla="*/ 2381 w 4773"/>
              <a:gd name="T47" fmla="*/ 3252 h 4367"/>
              <a:gd name="T48" fmla="*/ 2737 w 4773"/>
              <a:gd name="T49" fmla="*/ 3635 h 4367"/>
              <a:gd name="T50" fmla="*/ 2386 w 4773"/>
              <a:gd name="T51" fmla="*/ 4013 h 4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73" h="4367">
                <a:moveTo>
                  <a:pt x="4733" y="4096"/>
                </a:moveTo>
                <a:lnTo>
                  <a:pt x="2541" y="107"/>
                </a:lnTo>
                <a:cubicBezTo>
                  <a:pt x="2504" y="39"/>
                  <a:pt x="2448" y="0"/>
                  <a:pt x="2387" y="0"/>
                </a:cubicBezTo>
                <a:cubicBezTo>
                  <a:pt x="2326" y="0"/>
                  <a:pt x="2269" y="39"/>
                  <a:pt x="2232" y="107"/>
                </a:cubicBezTo>
                <a:lnTo>
                  <a:pt x="40" y="4096"/>
                </a:lnTo>
                <a:cubicBezTo>
                  <a:pt x="3" y="4162"/>
                  <a:pt x="0" y="4231"/>
                  <a:pt x="31" y="4283"/>
                </a:cubicBezTo>
                <a:cubicBezTo>
                  <a:pt x="63" y="4337"/>
                  <a:pt x="125" y="4367"/>
                  <a:pt x="202" y="4367"/>
                </a:cubicBezTo>
                <a:lnTo>
                  <a:pt x="4571" y="4367"/>
                </a:lnTo>
                <a:cubicBezTo>
                  <a:pt x="4648" y="4367"/>
                  <a:pt x="4710" y="4337"/>
                  <a:pt x="4742" y="4283"/>
                </a:cubicBezTo>
                <a:cubicBezTo>
                  <a:pt x="4773" y="4231"/>
                  <a:pt x="4770" y="4162"/>
                  <a:pt x="4733" y="4096"/>
                </a:cubicBezTo>
                <a:close/>
                <a:moveTo>
                  <a:pt x="2064" y="1055"/>
                </a:moveTo>
                <a:cubicBezTo>
                  <a:pt x="2076" y="1043"/>
                  <a:pt x="2093" y="1034"/>
                  <a:pt x="2111" y="1034"/>
                </a:cubicBezTo>
                <a:lnTo>
                  <a:pt x="2656" y="1034"/>
                </a:lnTo>
                <a:cubicBezTo>
                  <a:pt x="2674" y="1034"/>
                  <a:pt x="2691" y="1043"/>
                  <a:pt x="2703" y="1055"/>
                </a:cubicBezTo>
                <a:cubicBezTo>
                  <a:pt x="2715" y="1068"/>
                  <a:pt x="2722" y="1086"/>
                  <a:pt x="2721" y="1104"/>
                </a:cubicBezTo>
                <a:lnTo>
                  <a:pt x="2652" y="2965"/>
                </a:lnTo>
                <a:cubicBezTo>
                  <a:pt x="2651" y="3002"/>
                  <a:pt x="2620" y="3034"/>
                  <a:pt x="2583" y="3034"/>
                </a:cubicBezTo>
                <a:lnTo>
                  <a:pt x="2179" y="3034"/>
                </a:lnTo>
                <a:cubicBezTo>
                  <a:pt x="2143" y="3034"/>
                  <a:pt x="2112" y="3002"/>
                  <a:pt x="2111" y="2966"/>
                </a:cubicBezTo>
                <a:lnTo>
                  <a:pt x="2046" y="1105"/>
                </a:lnTo>
                <a:cubicBezTo>
                  <a:pt x="2045" y="1087"/>
                  <a:pt x="2052" y="1068"/>
                  <a:pt x="2064" y="1055"/>
                </a:cubicBezTo>
                <a:close/>
                <a:moveTo>
                  <a:pt x="2386" y="4013"/>
                </a:moveTo>
                <a:cubicBezTo>
                  <a:pt x="2181" y="4013"/>
                  <a:pt x="2026" y="3850"/>
                  <a:pt x="2026" y="3635"/>
                </a:cubicBezTo>
                <a:cubicBezTo>
                  <a:pt x="2026" y="3417"/>
                  <a:pt x="2179" y="3252"/>
                  <a:pt x="2381" y="3252"/>
                </a:cubicBezTo>
                <a:cubicBezTo>
                  <a:pt x="2590" y="3252"/>
                  <a:pt x="2737" y="3409"/>
                  <a:pt x="2737" y="3635"/>
                </a:cubicBezTo>
                <a:cubicBezTo>
                  <a:pt x="2737" y="3857"/>
                  <a:pt x="2592" y="4013"/>
                  <a:pt x="2386" y="4013"/>
                </a:cubicBezTo>
                <a:close/>
              </a:path>
            </a:pathLst>
          </a:custGeom>
          <a:solidFill>
            <a:schemeClr val="bg1"/>
          </a:solidFill>
          <a:ln>
            <a:noFill/>
          </a:ln>
        </p:spPr>
      </p:sp>
      <p:sp>
        <p:nvSpPr>
          <p:cNvPr id="152" name="school-book_74303"/>
          <p:cNvSpPr>
            <a:spLocks/>
          </p:cNvSpPr>
          <p:nvPr/>
        </p:nvSpPr>
        <p:spPr bwMode="gray">
          <a:xfrm>
            <a:off x="585754" y="4574466"/>
            <a:ext cx="159024" cy="193920"/>
          </a:xfrm>
          <a:custGeom>
            <a:avLst/>
            <a:gdLst>
              <a:gd name="T0" fmla="*/ 532 w 3373"/>
              <a:gd name="T1" fmla="*/ 381 h 4441"/>
              <a:gd name="T2" fmla="*/ 3373 w 3373"/>
              <a:gd name="T3" fmla="*/ 381 h 4441"/>
              <a:gd name="T4" fmla="*/ 3373 w 3373"/>
              <a:gd name="T5" fmla="*/ 0 h 4441"/>
              <a:gd name="T6" fmla="*/ 532 w 3373"/>
              <a:gd name="T7" fmla="*/ 0 h 4441"/>
              <a:gd name="T8" fmla="*/ 0 w 3373"/>
              <a:gd name="T9" fmla="*/ 532 h 4441"/>
              <a:gd name="T10" fmla="*/ 0 w 3373"/>
              <a:gd name="T11" fmla="*/ 4012 h 4441"/>
              <a:gd name="T12" fmla="*/ 429 w 3373"/>
              <a:gd name="T13" fmla="*/ 4441 h 4441"/>
              <a:gd name="T14" fmla="*/ 3373 w 3373"/>
              <a:gd name="T15" fmla="*/ 4441 h 4441"/>
              <a:gd name="T16" fmla="*/ 3373 w 3373"/>
              <a:gd name="T17" fmla="*/ 683 h 4441"/>
              <a:gd name="T18" fmla="*/ 532 w 3373"/>
              <a:gd name="T19" fmla="*/ 683 h 4441"/>
              <a:gd name="T20" fmla="*/ 381 w 3373"/>
              <a:gd name="T21" fmla="*/ 532 h 4441"/>
              <a:gd name="T22" fmla="*/ 532 w 3373"/>
              <a:gd name="T23" fmla="*/ 381 h 4441"/>
              <a:gd name="T24" fmla="*/ 1397 w 3373"/>
              <a:gd name="T25" fmla="*/ 3011 h 4441"/>
              <a:gd name="T26" fmla="*/ 2854 w 3373"/>
              <a:gd name="T27" fmla="*/ 3011 h 4441"/>
              <a:gd name="T28" fmla="*/ 2854 w 3373"/>
              <a:gd name="T29" fmla="*/ 3794 h 4441"/>
              <a:gd name="T30" fmla="*/ 1397 w 3373"/>
              <a:gd name="T31" fmla="*/ 3794 h 4441"/>
              <a:gd name="T32" fmla="*/ 1397 w 3373"/>
              <a:gd name="T33" fmla="*/ 3011 h 4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373" h="4441">
                <a:moveTo>
                  <a:pt x="532" y="381"/>
                </a:moveTo>
                <a:lnTo>
                  <a:pt x="3373" y="381"/>
                </a:lnTo>
                <a:lnTo>
                  <a:pt x="3373" y="0"/>
                </a:lnTo>
                <a:lnTo>
                  <a:pt x="532" y="0"/>
                </a:lnTo>
                <a:cubicBezTo>
                  <a:pt x="239" y="0"/>
                  <a:pt x="0" y="239"/>
                  <a:pt x="0" y="532"/>
                </a:cubicBezTo>
                <a:lnTo>
                  <a:pt x="0" y="4012"/>
                </a:lnTo>
                <a:cubicBezTo>
                  <a:pt x="0" y="4248"/>
                  <a:pt x="192" y="4441"/>
                  <a:pt x="429" y="4441"/>
                </a:cubicBezTo>
                <a:lnTo>
                  <a:pt x="3373" y="4441"/>
                </a:lnTo>
                <a:lnTo>
                  <a:pt x="3373" y="683"/>
                </a:lnTo>
                <a:lnTo>
                  <a:pt x="532" y="683"/>
                </a:lnTo>
                <a:cubicBezTo>
                  <a:pt x="449" y="683"/>
                  <a:pt x="381" y="616"/>
                  <a:pt x="381" y="532"/>
                </a:cubicBezTo>
                <a:cubicBezTo>
                  <a:pt x="381" y="449"/>
                  <a:pt x="449" y="381"/>
                  <a:pt x="532" y="381"/>
                </a:cubicBezTo>
                <a:close/>
                <a:moveTo>
                  <a:pt x="1397" y="3011"/>
                </a:moveTo>
                <a:lnTo>
                  <a:pt x="2854" y="3011"/>
                </a:lnTo>
                <a:lnTo>
                  <a:pt x="2854" y="3794"/>
                </a:lnTo>
                <a:lnTo>
                  <a:pt x="1397" y="3794"/>
                </a:lnTo>
                <a:lnTo>
                  <a:pt x="1397" y="3011"/>
                </a:lnTo>
                <a:close/>
              </a:path>
            </a:pathLst>
          </a:custGeom>
          <a:solidFill>
            <a:schemeClr val="bg1"/>
          </a:solidFill>
          <a:ln>
            <a:noFill/>
          </a:ln>
        </p:spPr>
      </p:sp>
      <p:grpSp>
        <p:nvGrpSpPr>
          <p:cNvPr id="40" name="组合 39"/>
          <p:cNvGrpSpPr/>
          <p:nvPr/>
        </p:nvGrpSpPr>
        <p:grpSpPr bwMode="gray">
          <a:xfrm>
            <a:off x="3843408" y="2406790"/>
            <a:ext cx="5409225" cy="1619367"/>
            <a:chOff x="818013" y="2906338"/>
            <a:chExt cx="5411338" cy="1620000"/>
          </a:xfrm>
        </p:grpSpPr>
        <p:sp>
          <p:nvSpPr>
            <p:cNvPr id="41" name="圆角矩形 40"/>
            <p:cNvSpPr>
              <a:spLocks/>
            </p:cNvSpPr>
            <p:nvPr/>
          </p:nvSpPr>
          <p:spPr bwMode="gray">
            <a:xfrm>
              <a:off x="818013" y="2906338"/>
              <a:ext cx="5411338" cy="1620000"/>
            </a:xfrm>
            <a:prstGeom prst="roundRect">
              <a:avLst>
                <a:gd name="adj" fmla="val 4839"/>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bwMode="gray">
            <a:xfrm flipH="1">
              <a:off x="2589292" y="2906338"/>
              <a:ext cx="1868781" cy="338554"/>
            </a:xfrm>
            <a:prstGeom prst="rect">
              <a:avLst/>
            </a:prstGeom>
          </p:spPr>
          <p:txBody>
            <a:bodyPr wrap="square">
              <a:spAutoFit/>
            </a:bodyPr>
            <a:lstStyle/>
            <a:p>
              <a:pPr algn="ctr" defTabSz="914034">
                <a:defRPr/>
              </a:pPr>
              <a:r>
                <a:rPr lang="zh-CN" altLang="en-US" sz="1599" kern="0" dirty="0">
                  <a:sym typeface="Huawei Sans" panose="020C0503030203020204" pitchFamily="34" charset="0"/>
                </a:rPr>
                <a:t>静态信息采集分析</a:t>
              </a:r>
            </a:p>
          </p:txBody>
        </p:sp>
        <p:grpSp>
          <p:nvGrpSpPr>
            <p:cNvPr id="43" name="组合 42"/>
            <p:cNvGrpSpPr/>
            <p:nvPr/>
          </p:nvGrpSpPr>
          <p:grpSpPr bwMode="gray">
            <a:xfrm>
              <a:off x="1243290" y="3392488"/>
              <a:ext cx="4560785" cy="945098"/>
              <a:chOff x="1147886" y="3392488"/>
              <a:chExt cx="4560785" cy="945098"/>
            </a:xfrm>
          </p:grpSpPr>
          <p:sp>
            <p:nvSpPr>
              <p:cNvPr id="44" name="圆角矩形 43"/>
              <p:cNvSpPr/>
              <p:nvPr/>
            </p:nvSpPr>
            <p:spPr bwMode="gray">
              <a:xfrm flipH="1">
                <a:off x="1147886" y="3392488"/>
                <a:ext cx="1416597" cy="360000"/>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详细拓扑信息</a:t>
                </a:r>
              </a:p>
            </p:txBody>
          </p:sp>
          <p:sp>
            <p:nvSpPr>
              <p:cNvPr id="45" name="圆角矩形 44"/>
              <p:cNvSpPr/>
              <p:nvPr/>
            </p:nvSpPr>
            <p:spPr bwMode="gray">
              <a:xfrm flipH="1">
                <a:off x="1147886" y="3977586"/>
                <a:ext cx="1416597" cy="360000"/>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设备配置</a:t>
                </a:r>
              </a:p>
            </p:txBody>
          </p:sp>
          <p:sp>
            <p:nvSpPr>
              <p:cNvPr id="46" name="圆角矩形 45"/>
              <p:cNvSpPr/>
              <p:nvPr/>
            </p:nvSpPr>
            <p:spPr bwMode="gray">
              <a:xfrm flipH="1">
                <a:off x="2719980" y="3392488"/>
                <a:ext cx="1416597" cy="360000"/>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设备类型</a:t>
                </a:r>
              </a:p>
            </p:txBody>
          </p:sp>
          <p:sp>
            <p:nvSpPr>
              <p:cNvPr id="47" name="圆角矩形 46"/>
              <p:cNvSpPr/>
              <p:nvPr/>
            </p:nvSpPr>
            <p:spPr bwMode="gray">
              <a:xfrm flipH="1">
                <a:off x="2719980" y="3977586"/>
                <a:ext cx="1416597" cy="360000"/>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设备版本</a:t>
                </a:r>
              </a:p>
            </p:txBody>
          </p:sp>
          <p:sp>
            <p:nvSpPr>
              <p:cNvPr id="48" name="圆角矩形 47"/>
              <p:cNvSpPr/>
              <p:nvPr/>
            </p:nvSpPr>
            <p:spPr bwMode="gray">
              <a:xfrm flipH="1">
                <a:off x="4292074" y="3392488"/>
                <a:ext cx="1416597" cy="360000"/>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en-US" altLang="zh-CN" sz="1599" kern="0" dirty="0">
                    <a:solidFill>
                      <a:srgbClr val="FFFFFF"/>
                    </a:solidFill>
                    <a:sym typeface="Huawei Sans" panose="020C0503030203020204" pitchFamily="34" charset="0"/>
                  </a:rPr>
                  <a:t>license</a:t>
                </a:r>
                <a:endParaRPr lang="zh-CN" altLang="en-US" sz="1599" kern="0" dirty="0">
                  <a:solidFill>
                    <a:srgbClr val="FFFFFF"/>
                  </a:solidFill>
                  <a:sym typeface="Huawei Sans" panose="020C0503030203020204" pitchFamily="34" charset="0"/>
                </a:endParaRPr>
              </a:p>
            </p:txBody>
          </p:sp>
          <p:sp>
            <p:nvSpPr>
              <p:cNvPr id="49" name="圆角矩形 48"/>
              <p:cNvSpPr/>
              <p:nvPr/>
            </p:nvSpPr>
            <p:spPr bwMode="gray">
              <a:xfrm flipH="1">
                <a:off x="4292074" y="3977586"/>
                <a:ext cx="1416597" cy="360000"/>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接口类型</a:t>
                </a:r>
              </a:p>
            </p:txBody>
          </p:sp>
        </p:grpSp>
      </p:grpSp>
      <p:grpSp>
        <p:nvGrpSpPr>
          <p:cNvPr id="50" name="组合 49"/>
          <p:cNvGrpSpPr/>
          <p:nvPr/>
        </p:nvGrpSpPr>
        <p:grpSpPr bwMode="gray">
          <a:xfrm>
            <a:off x="3843408" y="4532781"/>
            <a:ext cx="5409225" cy="1619367"/>
            <a:chOff x="818013" y="2906338"/>
            <a:chExt cx="5411338" cy="1620000"/>
          </a:xfrm>
        </p:grpSpPr>
        <p:sp>
          <p:nvSpPr>
            <p:cNvPr id="51" name="圆角矩形 50"/>
            <p:cNvSpPr>
              <a:spLocks/>
            </p:cNvSpPr>
            <p:nvPr/>
          </p:nvSpPr>
          <p:spPr bwMode="gray">
            <a:xfrm>
              <a:off x="818013" y="2906338"/>
              <a:ext cx="5411338" cy="1620000"/>
            </a:xfrm>
            <a:prstGeom prst="roundRect">
              <a:avLst>
                <a:gd name="adj" fmla="val 4839"/>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矩形 51"/>
            <p:cNvSpPr/>
            <p:nvPr/>
          </p:nvSpPr>
          <p:spPr bwMode="gray">
            <a:xfrm flipH="1">
              <a:off x="2589292" y="2906338"/>
              <a:ext cx="1868781" cy="338554"/>
            </a:xfrm>
            <a:prstGeom prst="rect">
              <a:avLst/>
            </a:prstGeom>
          </p:spPr>
          <p:txBody>
            <a:bodyPr wrap="square">
              <a:spAutoFit/>
            </a:bodyPr>
            <a:lstStyle/>
            <a:p>
              <a:pPr algn="ctr" defTabSz="914034">
                <a:defRPr/>
              </a:pPr>
              <a:r>
                <a:rPr lang="zh-CN" altLang="en-US" sz="1599" kern="0" dirty="0">
                  <a:sym typeface="Huawei Sans" panose="020C0503030203020204" pitchFamily="34" charset="0"/>
                </a:rPr>
                <a:t>动态信息采集分析</a:t>
              </a:r>
            </a:p>
          </p:txBody>
        </p:sp>
        <p:grpSp>
          <p:nvGrpSpPr>
            <p:cNvPr id="53" name="组合 52"/>
            <p:cNvGrpSpPr/>
            <p:nvPr/>
          </p:nvGrpSpPr>
          <p:grpSpPr bwMode="gray">
            <a:xfrm>
              <a:off x="1243290" y="3392488"/>
              <a:ext cx="4560785" cy="945098"/>
              <a:chOff x="1147886" y="3392488"/>
              <a:chExt cx="4560785" cy="945098"/>
            </a:xfrm>
          </p:grpSpPr>
          <p:sp>
            <p:nvSpPr>
              <p:cNvPr id="54" name="圆角矩形 53"/>
              <p:cNvSpPr/>
              <p:nvPr/>
            </p:nvSpPr>
            <p:spPr bwMode="gray">
              <a:xfrm flipH="1">
                <a:off x="1147886" y="3392488"/>
                <a:ext cx="1416597" cy="360000"/>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网络流量</a:t>
                </a:r>
              </a:p>
            </p:txBody>
          </p:sp>
          <p:sp>
            <p:nvSpPr>
              <p:cNvPr id="55" name="圆角矩形 54"/>
              <p:cNvSpPr/>
              <p:nvPr/>
            </p:nvSpPr>
            <p:spPr bwMode="gray">
              <a:xfrm flipH="1">
                <a:off x="1147886" y="3977586"/>
                <a:ext cx="1416597" cy="360000"/>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协议表项</a:t>
                </a:r>
              </a:p>
            </p:txBody>
          </p:sp>
          <p:sp>
            <p:nvSpPr>
              <p:cNvPr id="56" name="圆角矩形 55"/>
              <p:cNvSpPr/>
              <p:nvPr/>
            </p:nvSpPr>
            <p:spPr bwMode="gray">
              <a:xfrm flipH="1">
                <a:off x="2719980" y="3392488"/>
                <a:ext cx="1416597" cy="360000"/>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带宽信息</a:t>
                </a:r>
              </a:p>
            </p:txBody>
          </p:sp>
          <p:sp>
            <p:nvSpPr>
              <p:cNvPr id="57" name="圆角矩形 56"/>
              <p:cNvSpPr/>
              <p:nvPr/>
            </p:nvSpPr>
            <p:spPr bwMode="gray">
              <a:xfrm flipH="1">
                <a:off x="2719980" y="3977586"/>
                <a:ext cx="1416597" cy="360000"/>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时延、抖动</a:t>
                </a:r>
              </a:p>
            </p:txBody>
          </p:sp>
          <p:sp>
            <p:nvSpPr>
              <p:cNvPr id="58" name="圆角矩形 57"/>
              <p:cNvSpPr/>
              <p:nvPr/>
            </p:nvSpPr>
            <p:spPr bwMode="gray">
              <a:xfrm flipH="1">
                <a:off x="4292074" y="3392488"/>
                <a:ext cx="1416597" cy="360000"/>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协议状态</a:t>
                </a:r>
              </a:p>
            </p:txBody>
          </p:sp>
          <p:sp>
            <p:nvSpPr>
              <p:cNvPr id="59" name="圆角矩形 58"/>
              <p:cNvSpPr/>
              <p:nvPr/>
            </p:nvSpPr>
            <p:spPr bwMode="gray">
              <a:xfrm flipH="1">
                <a:off x="4292074" y="3977586"/>
                <a:ext cx="1416597" cy="360000"/>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丢包率</a:t>
                </a:r>
              </a:p>
            </p:txBody>
          </p:sp>
        </p:grpSp>
      </p:grpSp>
      <p:sp>
        <p:nvSpPr>
          <p:cNvPr id="61" name="五边形 153"/>
          <p:cNvSpPr/>
          <p:nvPr/>
        </p:nvSpPr>
        <p:spPr bwMode="gray">
          <a:xfrm>
            <a:off x="8150785" y="113221"/>
            <a:ext cx="1259508" cy="213037"/>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准备阶段</a:t>
            </a:r>
          </a:p>
        </p:txBody>
      </p:sp>
      <p:sp>
        <p:nvSpPr>
          <p:cNvPr id="62" name="燕尾形 154"/>
          <p:cNvSpPr/>
          <p:nvPr/>
        </p:nvSpPr>
        <p:spPr bwMode="gray">
          <a:xfrm>
            <a:off x="9320182"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实施阶段</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燕尾形 155"/>
          <p:cNvSpPr/>
          <p:nvPr/>
        </p:nvSpPr>
        <p:spPr bwMode="gray">
          <a:xfrm>
            <a:off x="10489579"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收尾阶段</a:t>
            </a:r>
          </a:p>
        </p:txBody>
      </p:sp>
    </p:spTree>
    <p:custDataLst>
      <p:tags r:id="rId1"/>
    </p:custDataLst>
    <p:extLst>
      <p:ext uri="{BB962C8B-B14F-4D97-AF65-F5344CB8AC3E}">
        <p14:creationId xmlns:p14="http://schemas.microsoft.com/office/powerpoint/2010/main" val="13708491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1" name="直接连接符 70"/>
          <p:cNvCxnSpPr>
            <a:stCxn id="68" idx="2"/>
            <a:endCxn id="61" idx="0"/>
          </p:cNvCxnSpPr>
          <p:nvPr/>
        </p:nvCxnSpPr>
        <p:spPr bwMode="gray">
          <a:xfrm>
            <a:off x="5433786" y="3239493"/>
            <a:ext cx="1804" cy="7434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a:stCxn id="70" idx="2"/>
            <a:endCxn id="62" idx="0"/>
          </p:cNvCxnSpPr>
          <p:nvPr/>
        </p:nvCxnSpPr>
        <p:spPr bwMode="gray">
          <a:xfrm>
            <a:off x="8116837" y="3239493"/>
            <a:ext cx="1804" cy="7434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标题 2"/>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业务模型分析</a:t>
            </a:r>
          </a:p>
        </p:txBody>
      </p:sp>
      <p:sp>
        <p:nvSpPr>
          <p:cNvPr id="60" name="文本占位符 3"/>
          <p:cNvSpPr>
            <a:spLocks noGrp="1"/>
          </p:cNvSpPr>
          <p:nvPr>
            <p:ph type="body" sz="quarter" idx="10"/>
          </p:nvPr>
        </p:nvSpPr>
        <p:spPr bwMode="gray">
          <a:xfrm>
            <a:off x="2153265" y="1047750"/>
            <a:ext cx="9595822" cy="4879805"/>
          </a:xfrm>
        </p:spPr>
        <p:txBody>
          <a:bodyPr/>
          <a:lstStyle/>
          <a:p>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在调研阶段还需要对客户的业务流量走向、业务流量大小进行观察，包括流量走向的变化和链路流量大小，可用于割接前后进行对比。</a:t>
            </a:r>
          </a:p>
        </p:txBody>
      </p:sp>
      <p:sp>
        <p:nvSpPr>
          <p:cNvPr id="111" name="isḻïḑe">
            <a:extLst>
              <a:ext uri="{FF2B5EF4-FFF2-40B4-BE49-F238E27FC236}">
                <a16:creationId xmlns:a16="http://schemas.microsoft.com/office/drawing/2014/main" id="{24CBC826-002E-4B71-8291-B729E4BED0E3}"/>
              </a:ext>
            </a:extLst>
          </p:cNvPr>
          <p:cNvSpPr txBox="1"/>
          <p:nvPr/>
        </p:nvSpPr>
        <p:spPr bwMode="gray">
          <a:xfrm>
            <a:off x="836816" y="1587659"/>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pPr algn="l"/>
            <a:r>
              <a:rPr lang="zh-CN" altLang="en-US" sz="1399" dirty="0"/>
              <a:t>项目调研</a:t>
            </a:r>
            <a:endParaRPr lang="en-US" altLang="zh-CN" sz="1399" dirty="0"/>
          </a:p>
        </p:txBody>
      </p:sp>
      <p:sp>
        <p:nvSpPr>
          <p:cNvPr id="112" name="ïšļïďe">
            <a:extLst>
              <a:ext uri="{FF2B5EF4-FFF2-40B4-BE49-F238E27FC236}">
                <a16:creationId xmlns:a16="http://schemas.microsoft.com/office/drawing/2014/main" id="{FB41FAD4-0BA5-4580-B72E-A6BFF22F8784}"/>
              </a:ext>
            </a:extLst>
          </p:cNvPr>
          <p:cNvSpPr txBox="1"/>
          <p:nvPr/>
        </p:nvSpPr>
        <p:spPr bwMode="gray">
          <a:xfrm>
            <a:off x="836816" y="2542190"/>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pPr algn="l"/>
            <a:r>
              <a:rPr lang="zh-CN" altLang="en-US" sz="1399" dirty="0"/>
              <a:t>项目分析</a:t>
            </a:r>
            <a:endParaRPr lang="en-US" altLang="zh-CN" sz="1399" dirty="0"/>
          </a:p>
        </p:txBody>
      </p:sp>
      <p:sp>
        <p:nvSpPr>
          <p:cNvPr id="113" name="ïṧļíḍê">
            <a:extLst>
              <a:ext uri="{FF2B5EF4-FFF2-40B4-BE49-F238E27FC236}">
                <a16:creationId xmlns:a16="http://schemas.microsoft.com/office/drawing/2014/main" id="{D1BCCD92-D45A-41F7-960F-30FC35568CBF}"/>
              </a:ext>
            </a:extLst>
          </p:cNvPr>
          <p:cNvSpPr txBox="1"/>
          <p:nvPr/>
        </p:nvSpPr>
        <p:spPr bwMode="gray">
          <a:xfrm>
            <a:off x="836816" y="3496721"/>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lnSpc>
                <a:spcPct val="100000"/>
              </a:lnSpc>
              <a:spcBef>
                <a:spcPct val="0"/>
              </a:spcBef>
            </a:pPr>
            <a:r>
              <a:rPr lang="zh-CN" altLang="en-US" sz="1399" dirty="0">
                <a:solidFill>
                  <a:schemeClr val="bg1">
                    <a:lumMod val="65000"/>
                  </a:schemeClr>
                </a:solidFill>
              </a:rPr>
              <a:t>风险评估</a:t>
            </a:r>
            <a:endParaRPr lang="en-US" altLang="zh-CN" sz="1399" dirty="0">
              <a:solidFill>
                <a:schemeClr val="bg1">
                  <a:lumMod val="65000"/>
                </a:schemeClr>
              </a:solidFill>
            </a:endParaRPr>
          </a:p>
        </p:txBody>
      </p:sp>
      <p:sp>
        <p:nvSpPr>
          <p:cNvPr id="114" name="îş1iḍê">
            <a:extLst>
              <a:ext uri="{FF2B5EF4-FFF2-40B4-BE49-F238E27FC236}">
                <a16:creationId xmlns:a16="http://schemas.microsoft.com/office/drawing/2014/main" id="{F0B068A5-560A-4DB9-9ABC-E179FB4B53B1}"/>
              </a:ext>
            </a:extLst>
          </p:cNvPr>
          <p:cNvSpPr txBox="1"/>
          <p:nvPr/>
        </p:nvSpPr>
        <p:spPr bwMode="gray">
          <a:xfrm>
            <a:off x="836816" y="4451252"/>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lnSpc>
                <a:spcPct val="100000"/>
              </a:lnSpc>
              <a:spcBef>
                <a:spcPct val="0"/>
              </a:spcBef>
            </a:pPr>
            <a:r>
              <a:rPr lang="zh-CN" altLang="en-US" sz="1399" dirty="0">
                <a:solidFill>
                  <a:schemeClr val="bg1">
                    <a:lumMod val="65000"/>
                  </a:schemeClr>
                </a:solidFill>
              </a:rPr>
              <a:t>输出割接方案</a:t>
            </a:r>
            <a:endParaRPr lang="en-US" altLang="zh-CN" sz="1399" dirty="0">
              <a:solidFill>
                <a:schemeClr val="bg1">
                  <a:lumMod val="65000"/>
                </a:schemeClr>
              </a:solidFill>
            </a:endParaRPr>
          </a:p>
        </p:txBody>
      </p:sp>
      <p:sp>
        <p:nvSpPr>
          <p:cNvPr id="115" name="íşḻïďe">
            <a:extLst>
              <a:ext uri="{FF2B5EF4-FFF2-40B4-BE49-F238E27FC236}">
                <a16:creationId xmlns:a16="http://schemas.microsoft.com/office/drawing/2014/main" id="{05246D82-A4F5-42F2-854D-C3D348D160CE}"/>
              </a:ext>
            </a:extLst>
          </p:cNvPr>
          <p:cNvSpPr txBox="1"/>
          <p:nvPr/>
        </p:nvSpPr>
        <p:spPr bwMode="gray">
          <a:xfrm>
            <a:off x="836816" y="5405783"/>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lnSpc>
                <a:spcPct val="100000"/>
              </a:lnSpc>
              <a:spcBef>
                <a:spcPct val="0"/>
              </a:spcBef>
            </a:pPr>
            <a:r>
              <a:rPr lang="zh-CN" altLang="en-US" sz="1399" dirty="0">
                <a:solidFill>
                  <a:schemeClr val="bg1">
                    <a:lumMod val="65000"/>
                  </a:schemeClr>
                </a:solidFill>
              </a:rPr>
              <a:t>方案验证、评审</a:t>
            </a:r>
            <a:endParaRPr lang="en-US" altLang="zh-CN" sz="1399" dirty="0">
              <a:solidFill>
                <a:schemeClr val="bg1">
                  <a:lumMod val="65000"/>
                </a:schemeClr>
              </a:solidFill>
            </a:endParaRPr>
          </a:p>
        </p:txBody>
      </p:sp>
      <p:cxnSp>
        <p:nvCxnSpPr>
          <p:cNvPr id="117" name="直接连接符 116">
            <a:extLst>
              <a:ext uri="{FF2B5EF4-FFF2-40B4-BE49-F238E27FC236}">
                <a16:creationId xmlns:a16="http://schemas.microsoft.com/office/drawing/2014/main" id="{4AA622A8-8183-4782-A4A5-6DF01B92BB53}"/>
              </a:ext>
            </a:extLst>
          </p:cNvPr>
          <p:cNvCxnSpPr/>
          <p:nvPr/>
        </p:nvCxnSpPr>
        <p:spPr bwMode="gray">
          <a:xfrm>
            <a:off x="665266" y="1435263"/>
            <a:ext cx="0" cy="4689414"/>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26" name="iṩ1îdè">
            <a:extLst>
              <a:ext uri="{FF2B5EF4-FFF2-40B4-BE49-F238E27FC236}">
                <a16:creationId xmlns:a16="http://schemas.microsoft.com/office/drawing/2014/main" id="{7F2033B8-3D85-4EBC-B06A-35DC8DC5989D}"/>
              </a:ext>
            </a:extLst>
          </p:cNvPr>
          <p:cNvSpPr/>
          <p:nvPr/>
        </p:nvSpPr>
        <p:spPr bwMode="gray">
          <a:xfrm rot="10800000" flipV="1">
            <a:off x="485337" y="3536319"/>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377" rtl="0" eaLnBrk="1" latinLnBrk="0" hangingPunct="1">
              <a:defRPr sz="1800" kern="1200">
                <a:solidFill>
                  <a:schemeClr val="lt1"/>
                </a:solidFill>
              </a:defRPr>
            </a:lvl1pPr>
            <a:lvl2pPr marL="457189" algn="l" defTabSz="914377" rtl="0" eaLnBrk="1" latinLnBrk="0" hangingPunct="1">
              <a:defRPr sz="1800" kern="1200">
                <a:solidFill>
                  <a:schemeClr val="lt1"/>
                </a:solidFill>
              </a:defRPr>
            </a:lvl2pPr>
            <a:lvl3pPr marL="914377" algn="l" defTabSz="914377" rtl="0" eaLnBrk="1" latinLnBrk="0" hangingPunct="1">
              <a:defRPr sz="1800" kern="1200">
                <a:solidFill>
                  <a:schemeClr val="lt1"/>
                </a:solidFill>
              </a:defRPr>
            </a:lvl3pPr>
            <a:lvl4pPr marL="1371566" algn="l" defTabSz="914377" rtl="0" eaLnBrk="1" latinLnBrk="0" hangingPunct="1">
              <a:defRPr sz="1800" kern="1200">
                <a:solidFill>
                  <a:schemeClr val="lt1"/>
                </a:solidFill>
              </a:defRPr>
            </a:lvl4pPr>
            <a:lvl5pPr marL="1828754" algn="l" defTabSz="914377" rtl="0" eaLnBrk="1" latinLnBrk="0" hangingPunct="1">
              <a:defRPr sz="1800" kern="1200">
                <a:solidFill>
                  <a:schemeClr val="lt1"/>
                </a:solidFill>
              </a:defRPr>
            </a:lvl5pPr>
            <a:lvl6pPr marL="2285943" algn="l" defTabSz="914377" rtl="0" eaLnBrk="1" latinLnBrk="0" hangingPunct="1">
              <a:defRPr sz="1800" kern="1200">
                <a:solidFill>
                  <a:schemeClr val="lt1"/>
                </a:solidFill>
              </a:defRPr>
            </a:lvl6pPr>
            <a:lvl7pPr marL="2743131" algn="l" defTabSz="914377" rtl="0" eaLnBrk="1" latinLnBrk="0" hangingPunct="1">
              <a:defRPr sz="1800" kern="1200">
                <a:solidFill>
                  <a:schemeClr val="lt1"/>
                </a:solidFill>
              </a:defRPr>
            </a:lvl7pPr>
            <a:lvl8pPr marL="3200320" algn="l" defTabSz="914377" rtl="0" eaLnBrk="1" latinLnBrk="0" hangingPunct="1">
              <a:defRPr sz="1800" kern="1200">
                <a:solidFill>
                  <a:schemeClr val="lt1"/>
                </a:solidFill>
              </a:defRPr>
            </a:lvl8pPr>
            <a:lvl9pPr marL="3657509" algn="l" defTabSz="914377" rtl="0" eaLnBrk="1" latinLnBrk="0" hangingPunct="1">
              <a:defRPr sz="1800" kern="1200">
                <a:solidFill>
                  <a:schemeClr val="lt1"/>
                </a:solidFill>
              </a:defRPr>
            </a:lvl9pPr>
          </a:lstStyle>
          <a:p>
            <a:pPr algn="ctr"/>
            <a:endParaRPr sz="1799"/>
          </a:p>
        </p:txBody>
      </p:sp>
      <p:sp>
        <p:nvSpPr>
          <p:cNvPr id="131" name="íŝlíďé">
            <a:extLst>
              <a:ext uri="{FF2B5EF4-FFF2-40B4-BE49-F238E27FC236}">
                <a16:creationId xmlns:a16="http://schemas.microsoft.com/office/drawing/2014/main" id="{E7C05249-EC6B-4A31-B592-1B7DA1FC1C4D}"/>
              </a:ext>
            </a:extLst>
          </p:cNvPr>
          <p:cNvSpPr/>
          <p:nvPr/>
        </p:nvSpPr>
        <p:spPr bwMode="gray">
          <a:xfrm rot="10800000" flipV="1">
            <a:off x="485337" y="4491496"/>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377" rtl="0" eaLnBrk="1" latinLnBrk="0" hangingPunct="1">
              <a:defRPr sz="1800" kern="1200">
                <a:solidFill>
                  <a:schemeClr val="lt1"/>
                </a:solidFill>
              </a:defRPr>
            </a:lvl1pPr>
            <a:lvl2pPr marL="457189" algn="l" defTabSz="914377" rtl="0" eaLnBrk="1" latinLnBrk="0" hangingPunct="1">
              <a:defRPr sz="1800" kern="1200">
                <a:solidFill>
                  <a:schemeClr val="lt1"/>
                </a:solidFill>
              </a:defRPr>
            </a:lvl2pPr>
            <a:lvl3pPr marL="914377" algn="l" defTabSz="914377" rtl="0" eaLnBrk="1" latinLnBrk="0" hangingPunct="1">
              <a:defRPr sz="1800" kern="1200">
                <a:solidFill>
                  <a:schemeClr val="lt1"/>
                </a:solidFill>
              </a:defRPr>
            </a:lvl3pPr>
            <a:lvl4pPr marL="1371566" algn="l" defTabSz="914377" rtl="0" eaLnBrk="1" latinLnBrk="0" hangingPunct="1">
              <a:defRPr sz="1800" kern="1200">
                <a:solidFill>
                  <a:schemeClr val="lt1"/>
                </a:solidFill>
              </a:defRPr>
            </a:lvl4pPr>
            <a:lvl5pPr marL="1828754" algn="l" defTabSz="914377" rtl="0" eaLnBrk="1" latinLnBrk="0" hangingPunct="1">
              <a:defRPr sz="1800" kern="1200">
                <a:solidFill>
                  <a:schemeClr val="lt1"/>
                </a:solidFill>
              </a:defRPr>
            </a:lvl5pPr>
            <a:lvl6pPr marL="2285943" algn="l" defTabSz="914377" rtl="0" eaLnBrk="1" latinLnBrk="0" hangingPunct="1">
              <a:defRPr sz="1800" kern="1200">
                <a:solidFill>
                  <a:schemeClr val="lt1"/>
                </a:solidFill>
              </a:defRPr>
            </a:lvl6pPr>
            <a:lvl7pPr marL="2743131" algn="l" defTabSz="914377" rtl="0" eaLnBrk="1" latinLnBrk="0" hangingPunct="1">
              <a:defRPr sz="1800" kern="1200">
                <a:solidFill>
                  <a:schemeClr val="lt1"/>
                </a:solidFill>
              </a:defRPr>
            </a:lvl7pPr>
            <a:lvl8pPr marL="3200320" algn="l" defTabSz="914377" rtl="0" eaLnBrk="1" latinLnBrk="0" hangingPunct="1">
              <a:defRPr sz="1800" kern="1200">
                <a:solidFill>
                  <a:schemeClr val="lt1"/>
                </a:solidFill>
              </a:defRPr>
            </a:lvl8pPr>
            <a:lvl9pPr marL="3657509" algn="l" defTabSz="914377" rtl="0" eaLnBrk="1" latinLnBrk="0" hangingPunct="1">
              <a:defRPr sz="1800" kern="1200">
                <a:solidFill>
                  <a:schemeClr val="lt1"/>
                </a:solidFill>
              </a:defRPr>
            </a:lvl9pPr>
          </a:lstStyle>
          <a:p>
            <a:pPr algn="ctr"/>
            <a:endParaRPr sz="1799"/>
          </a:p>
        </p:txBody>
      </p:sp>
      <p:grpSp>
        <p:nvGrpSpPr>
          <p:cNvPr id="133" name="组合 132"/>
          <p:cNvGrpSpPr/>
          <p:nvPr/>
        </p:nvGrpSpPr>
        <p:grpSpPr bwMode="gray">
          <a:xfrm>
            <a:off x="485337" y="5446671"/>
            <a:ext cx="359859" cy="359859"/>
            <a:chOff x="8645353" y="1253075"/>
            <a:chExt cx="532084" cy="532082"/>
          </a:xfrm>
        </p:grpSpPr>
        <p:sp>
          <p:nvSpPr>
            <p:cNvPr id="134" name="íṡ1íḋê">
              <a:extLst>
                <a:ext uri="{FF2B5EF4-FFF2-40B4-BE49-F238E27FC236}">
                  <a16:creationId xmlns:a16="http://schemas.microsoft.com/office/drawing/2014/main" id="{87A1502E-FF5A-402F-AE9A-604F51135206}"/>
                </a:ext>
              </a:extLst>
            </p:cNvPr>
            <p:cNvSpPr/>
            <p:nvPr/>
          </p:nvSpPr>
          <p:spPr bwMode="gray">
            <a:xfrm rot="10800000" flipV="1">
              <a:off x="8645353" y="1253075"/>
              <a:ext cx="532084" cy="532082"/>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377" rtl="0" eaLnBrk="1" latinLnBrk="0" hangingPunct="1">
                <a:defRPr sz="1800" kern="1200">
                  <a:solidFill>
                    <a:schemeClr val="lt1"/>
                  </a:solidFill>
                </a:defRPr>
              </a:lvl1pPr>
              <a:lvl2pPr marL="457189" algn="l" defTabSz="914377" rtl="0" eaLnBrk="1" latinLnBrk="0" hangingPunct="1">
                <a:defRPr sz="1800" kern="1200">
                  <a:solidFill>
                    <a:schemeClr val="lt1"/>
                  </a:solidFill>
                </a:defRPr>
              </a:lvl2pPr>
              <a:lvl3pPr marL="914377" algn="l" defTabSz="914377" rtl="0" eaLnBrk="1" latinLnBrk="0" hangingPunct="1">
                <a:defRPr sz="1800" kern="1200">
                  <a:solidFill>
                    <a:schemeClr val="lt1"/>
                  </a:solidFill>
                </a:defRPr>
              </a:lvl3pPr>
              <a:lvl4pPr marL="1371566" algn="l" defTabSz="914377" rtl="0" eaLnBrk="1" latinLnBrk="0" hangingPunct="1">
                <a:defRPr sz="1800" kern="1200">
                  <a:solidFill>
                    <a:schemeClr val="lt1"/>
                  </a:solidFill>
                </a:defRPr>
              </a:lvl4pPr>
              <a:lvl5pPr marL="1828754" algn="l" defTabSz="914377" rtl="0" eaLnBrk="1" latinLnBrk="0" hangingPunct="1">
                <a:defRPr sz="1800" kern="1200">
                  <a:solidFill>
                    <a:schemeClr val="lt1"/>
                  </a:solidFill>
                </a:defRPr>
              </a:lvl5pPr>
              <a:lvl6pPr marL="2285943" algn="l" defTabSz="914377" rtl="0" eaLnBrk="1" latinLnBrk="0" hangingPunct="1">
                <a:defRPr sz="1800" kern="1200">
                  <a:solidFill>
                    <a:schemeClr val="lt1"/>
                  </a:solidFill>
                </a:defRPr>
              </a:lvl6pPr>
              <a:lvl7pPr marL="2743131" algn="l" defTabSz="914377" rtl="0" eaLnBrk="1" latinLnBrk="0" hangingPunct="1">
                <a:defRPr sz="1800" kern="1200">
                  <a:solidFill>
                    <a:schemeClr val="lt1"/>
                  </a:solidFill>
                </a:defRPr>
              </a:lvl7pPr>
              <a:lvl8pPr marL="3200320" algn="l" defTabSz="914377" rtl="0" eaLnBrk="1" latinLnBrk="0" hangingPunct="1">
                <a:defRPr sz="1800" kern="1200">
                  <a:solidFill>
                    <a:schemeClr val="lt1"/>
                  </a:solidFill>
                </a:defRPr>
              </a:lvl8pPr>
              <a:lvl9pPr marL="3657509" algn="l" defTabSz="914377" rtl="0" eaLnBrk="1" latinLnBrk="0" hangingPunct="1">
                <a:defRPr sz="1800" kern="1200">
                  <a:solidFill>
                    <a:schemeClr val="lt1"/>
                  </a:solidFill>
                </a:defRPr>
              </a:lvl9pPr>
            </a:lstStyle>
            <a:p>
              <a:pPr algn="ctr"/>
              <a:endParaRPr sz="1799"/>
            </a:p>
          </p:txBody>
        </p:sp>
        <p:sp>
          <p:nvSpPr>
            <p:cNvPr id="136" name="iṡļidè">
              <a:extLst>
                <a:ext uri="{FF2B5EF4-FFF2-40B4-BE49-F238E27FC236}">
                  <a16:creationId xmlns:a16="http://schemas.microsoft.com/office/drawing/2014/main" id="{D2F2F0A0-455D-459F-90E5-A8674554530D}"/>
                </a:ext>
              </a:extLst>
            </p:cNvPr>
            <p:cNvSpPr/>
            <p:nvPr/>
          </p:nvSpPr>
          <p:spPr bwMode="gray">
            <a:xfrm>
              <a:off x="8806407" y="1420044"/>
              <a:ext cx="235733" cy="198142"/>
            </a:xfrm>
            <a:custGeom>
              <a:avLst/>
              <a:gdLst>
                <a:gd name="connsiteX0" fmla="*/ 536415 w 607227"/>
                <a:gd name="connsiteY0" fmla="*/ 12631 h 510399"/>
                <a:gd name="connsiteX1" fmla="*/ 557192 w 607227"/>
                <a:gd name="connsiteY1" fmla="*/ 21221 h 510399"/>
                <a:gd name="connsiteX2" fmla="*/ 598584 w 607227"/>
                <a:gd name="connsiteY2" fmla="*/ 62633 h 510399"/>
                <a:gd name="connsiteX3" fmla="*/ 598584 w 607227"/>
                <a:gd name="connsiteY3" fmla="*/ 104044 h 510399"/>
                <a:gd name="connsiteX4" fmla="*/ 511175 w 607227"/>
                <a:gd name="connsiteY4" fmla="*/ 191324 h 510399"/>
                <a:gd name="connsiteX5" fmla="*/ 444948 w 607227"/>
                <a:gd name="connsiteY5" fmla="*/ 257453 h 510399"/>
                <a:gd name="connsiteX6" fmla="*/ 339441 w 607227"/>
                <a:gd name="connsiteY6" fmla="*/ 362805 h 510399"/>
                <a:gd name="connsiteX7" fmla="*/ 297968 w 607227"/>
                <a:gd name="connsiteY7" fmla="*/ 404217 h 510399"/>
                <a:gd name="connsiteX8" fmla="*/ 277191 w 607227"/>
                <a:gd name="connsiteY8" fmla="*/ 412807 h 510399"/>
                <a:gd name="connsiteX9" fmla="*/ 256495 w 607227"/>
                <a:gd name="connsiteY9" fmla="*/ 404217 h 510399"/>
                <a:gd name="connsiteX10" fmla="*/ 215023 w 607227"/>
                <a:gd name="connsiteY10" fmla="*/ 362805 h 510399"/>
                <a:gd name="connsiteX11" fmla="*/ 138814 w 607227"/>
                <a:gd name="connsiteY11" fmla="*/ 286790 h 510399"/>
                <a:gd name="connsiteX12" fmla="*/ 138814 w 607227"/>
                <a:gd name="connsiteY12" fmla="*/ 245378 h 510399"/>
                <a:gd name="connsiteX13" fmla="*/ 180286 w 607227"/>
                <a:gd name="connsiteY13" fmla="*/ 203967 h 510399"/>
                <a:gd name="connsiteX14" fmla="*/ 201063 w 607227"/>
                <a:gd name="connsiteY14" fmla="*/ 195376 h 510399"/>
                <a:gd name="connsiteX15" fmla="*/ 221759 w 607227"/>
                <a:gd name="connsiteY15" fmla="*/ 203967 h 510399"/>
                <a:gd name="connsiteX16" fmla="*/ 277191 w 607227"/>
                <a:gd name="connsiteY16" fmla="*/ 259317 h 510399"/>
                <a:gd name="connsiteX17" fmla="*/ 444948 w 607227"/>
                <a:gd name="connsiteY17" fmla="*/ 91807 h 510399"/>
                <a:gd name="connsiteX18" fmla="*/ 503951 w 607227"/>
                <a:gd name="connsiteY18" fmla="*/ 32891 h 510399"/>
                <a:gd name="connsiteX19" fmla="*/ 515719 w 607227"/>
                <a:gd name="connsiteY19" fmla="*/ 21221 h 510399"/>
                <a:gd name="connsiteX20" fmla="*/ 536415 w 607227"/>
                <a:gd name="connsiteY20" fmla="*/ 12631 h 510399"/>
                <a:gd name="connsiteX21" fmla="*/ 61847 w 607227"/>
                <a:gd name="connsiteY21" fmla="*/ 0 h 510399"/>
                <a:gd name="connsiteX22" fmla="*/ 449328 w 607227"/>
                <a:gd name="connsiteY22" fmla="*/ 0 h 510399"/>
                <a:gd name="connsiteX23" fmla="*/ 491858 w 607227"/>
                <a:gd name="connsiteY23" fmla="*/ 17019 h 510399"/>
                <a:gd name="connsiteX24" fmla="*/ 442591 w 607227"/>
                <a:gd name="connsiteY24" fmla="*/ 66130 h 510399"/>
                <a:gd name="connsiteX25" fmla="*/ 66230 w 607227"/>
                <a:gd name="connsiteY25" fmla="*/ 66130 h 510399"/>
                <a:gd name="connsiteX26" fmla="*/ 66230 w 607227"/>
                <a:gd name="connsiteY26" fmla="*/ 444269 h 510399"/>
                <a:gd name="connsiteX27" fmla="*/ 444945 w 607227"/>
                <a:gd name="connsiteY27" fmla="*/ 444269 h 510399"/>
                <a:gd name="connsiteX28" fmla="*/ 444945 w 607227"/>
                <a:gd name="connsiteY28" fmla="*/ 285590 h 510399"/>
                <a:gd name="connsiteX29" fmla="*/ 511175 w 607227"/>
                <a:gd name="connsiteY29" fmla="*/ 219460 h 510399"/>
                <a:gd name="connsiteX30" fmla="*/ 511175 w 607227"/>
                <a:gd name="connsiteY30" fmla="*/ 448645 h 510399"/>
                <a:gd name="connsiteX31" fmla="*/ 449328 w 607227"/>
                <a:gd name="connsiteY31" fmla="*/ 510399 h 510399"/>
                <a:gd name="connsiteX32" fmla="*/ 61847 w 607227"/>
                <a:gd name="connsiteY32" fmla="*/ 510399 h 510399"/>
                <a:gd name="connsiteX33" fmla="*/ 0 w 607227"/>
                <a:gd name="connsiteY33" fmla="*/ 448645 h 510399"/>
                <a:gd name="connsiteX34" fmla="*/ 0 w 607227"/>
                <a:gd name="connsiteY34" fmla="*/ 61673 h 510399"/>
                <a:gd name="connsiteX35" fmla="*/ 61847 w 607227"/>
                <a:gd name="connsiteY35" fmla="*/ 0 h 51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7227" h="510399">
                  <a:moveTo>
                    <a:pt x="536415" y="12631"/>
                  </a:moveTo>
                  <a:cubicBezTo>
                    <a:pt x="543882" y="12631"/>
                    <a:pt x="551430" y="15467"/>
                    <a:pt x="557192" y="21221"/>
                  </a:cubicBezTo>
                  <a:lnTo>
                    <a:pt x="598584" y="62633"/>
                  </a:lnTo>
                  <a:cubicBezTo>
                    <a:pt x="610108" y="74059"/>
                    <a:pt x="610108" y="92618"/>
                    <a:pt x="598584" y="104044"/>
                  </a:cubicBezTo>
                  <a:lnTo>
                    <a:pt x="511175" y="191324"/>
                  </a:lnTo>
                  <a:lnTo>
                    <a:pt x="444948" y="257453"/>
                  </a:lnTo>
                  <a:lnTo>
                    <a:pt x="339441" y="362805"/>
                  </a:lnTo>
                  <a:lnTo>
                    <a:pt x="297968" y="404217"/>
                  </a:lnTo>
                  <a:cubicBezTo>
                    <a:pt x="292206" y="409971"/>
                    <a:pt x="284739" y="412807"/>
                    <a:pt x="277191" y="412807"/>
                  </a:cubicBezTo>
                  <a:cubicBezTo>
                    <a:pt x="269724" y="412807"/>
                    <a:pt x="262177" y="409971"/>
                    <a:pt x="256495" y="404217"/>
                  </a:cubicBezTo>
                  <a:lnTo>
                    <a:pt x="215023" y="362805"/>
                  </a:lnTo>
                  <a:lnTo>
                    <a:pt x="138814" y="286790"/>
                  </a:lnTo>
                  <a:cubicBezTo>
                    <a:pt x="127370" y="275363"/>
                    <a:pt x="127370" y="256805"/>
                    <a:pt x="138814" y="245378"/>
                  </a:cubicBezTo>
                  <a:lnTo>
                    <a:pt x="180286" y="203967"/>
                  </a:lnTo>
                  <a:cubicBezTo>
                    <a:pt x="186049" y="198213"/>
                    <a:pt x="193515" y="195376"/>
                    <a:pt x="201063" y="195376"/>
                  </a:cubicBezTo>
                  <a:cubicBezTo>
                    <a:pt x="208530" y="195376"/>
                    <a:pt x="215997" y="198213"/>
                    <a:pt x="221759" y="203967"/>
                  </a:cubicBezTo>
                  <a:lnTo>
                    <a:pt x="277191" y="259317"/>
                  </a:lnTo>
                  <a:lnTo>
                    <a:pt x="444948" y="91807"/>
                  </a:lnTo>
                  <a:lnTo>
                    <a:pt x="503951" y="32891"/>
                  </a:lnTo>
                  <a:lnTo>
                    <a:pt x="515719" y="21221"/>
                  </a:lnTo>
                  <a:cubicBezTo>
                    <a:pt x="521401" y="15467"/>
                    <a:pt x="528949" y="12631"/>
                    <a:pt x="536415" y="12631"/>
                  </a:cubicBezTo>
                  <a:close/>
                  <a:moveTo>
                    <a:pt x="61847" y="0"/>
                  </a:moveTo>
                  <a:lnTo>
                    <a:pt x="449328" y="0"/>
                  </a:lnTo>
                  <a:cubicBezTo>
                    <a:pt x="465804" y="0"/>
                    <a:pt x="480738" y="6483"/>
                    <a:pt x="491858" y="17019"/>
                  </a:cubicBezTo>
                  <a:lnTo>
                    <a:pt x="442591" y="66130"/>
                  </a:lnTo>
                  <a:lnTo>
                    <a:pt x="66230" y="66130"/>
                  </a:lnTo>
                  <a:lnTo>
                    <a:pt x="66230" y="444269"/>
                  </a:lnTo>
                  <a:lnTo>
                    <a:pt x="444945" y="444269"/>
                  </a:lnTo>
                  <a:lnTo>
                    <a:pt x="444945" y="285590"/>
                  </a:lnTo>
                  <a:lnTo>
                    <a:pt x="511175" y="219460"/>
                  </a:lnTo>
                  <a:lnTo>
                    <a:pt x="511175" y="448645"/>
                  </a:lnTo>
                  <a:cubicBezTo>
                    <a:pt x="511175" y="482683"/>
                    <a:pt x="483417" y="510399"/>
                    <a:pt x="449328" y="510399"/>
                  </a:cubicBezTo>
                  <a:lnTo>
                    <a:pt x="61847" y="510399"/>
                  </a:lnTo>
                  <a:cubicBezTo>
                    <a:pt x="27758" y="510399"/>
                    <a:pt x="0" y="482683"/>
                    <a:pt x="0" y="448645"/>
                  </a:cubicBezTo>
                  <a:lnTo>
                    <a:pt x="0" y="61673"/>
                  </a:lnTo>
                  <a:cubicBezTo>
                    <a:pt x="0" y="27635"/>
                    <a:pt x="27758" y="0"/>
                    <a:pt x="61847" y="0"/>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sz="1799"/>
            </a:p>
          </p:txBody>
        </p:sp>
      </p:grpSp>
      <p:sp>
        <p:nvSpPr>
          <p:cNvPr id="140" name="cloud-computing_161788"/>
          <p:cNvSpPr>
            <a:spLocks noChangeAspect="1"/>
          </p:cNvSpPr>
          <p:nvPr/>
        </p:nvSpPr>
        <p:spPr bwMode="gray">
          <a:xfrm>
            <a:off x="566012" y="1706799"/>
            <a:ext cx="198513" cy="198190"/>
          </a:xfrm>
          <a:custGeom>
            <a:avLst/>
            <a:gdLst>
              <a:gd name="connsiteX0" fmla="*/ 46142 w 606580"/>
              <a:gd name="connsiteY0" fmla="*/ 341782 h 605592"/>
              <a:gd name="connsiteX1" fmla="*/ 46142 w 606580"/>
              <a:gd name="connsiteY1" fmla="*/ 468218 h 605592"/>
              <a:gd name="connsiteX2" fmla="*/ 251785 w 606580"/>
              <a:gd name="connsiteY2" fmla="*/ 468218 h 605592"/>
              <a:gd name="connsiteX3" fmla="*/ 251785 w 606580"/>
              <a:gd name="connsiteY3" fmla="*/ 341782 h 605592"/>
              <a:gd name="connsiteX4" fmla="*/ 0 w 606580"/>
              <a:gd name="connsiteY4" fmla="*/ 297010 h 605592"/>
              <a:gd name="connsiteX5" fmla="*/ 297927 w 606580"/>
              <a:gd name="connsiteY5" fmla="*/ 297010 h 605592"/>
              <a:gd name="connsiteX6" fmla="*/ 297927 w 606580"/>
              <a:gd name="connsiteY6" fmla="*/ 512433 h 605592"/>
              <a:gd name="connsiteX7" fmla="*/ 197844 w 606580"/>
              <a:gd name="connsiteY7" fmla="*/ 512433 h 605592"/>
              <a:gd name="connsiteX8" fmla="*/ 207128 w 606580"/>
              <a:gd name="connsiteY8" fmla="*/ 562860 h 605592"/>
              <a:gd name="connsiteX9" fmla="*/ 237766 w 606580"/>
              <a:gd name="connsiteY9" fmla="*/ 562860 h 605592"/>
              <a:gd name="connsiteX10" fmla="*/ 237766 w 606580"/>
              <a:gd name="connsiteY10" fmla="*/ 605592 h 605592"/>
              <a:gd name="connsiteX11" fmla="*/ 60625 w 606580"/>
              <a:gd name="connsiteY11" fmla="*/ 605592 h 605592"/>
              <a:gd name="connsiteX12" fmla="*/ 60625 w 606580"/>
              <a:gd name="connsiteY12" fmla="*/ 562860 h 605592"/>
              <a:gd name="connsiteX13" fmla="*/ 90891 w 606580"/>
              <a:gd name="connsiteY13" fmla="*/ 562860 h 605592"/>
              <a:gd name="connsiteX14" fmla="*/ 100176 w 606580"/>
              <a:gd name="connsiteY14" fmla="*/ 512433 h 605592"/>
              <a:gd name="connsiteX15" fmla="*/ 0 w 606580"/>
              <a:gd name="connsiteY15" fmla="*/ 512433 h 605592"/>
              <a:gd name="connsiteX16" fmla="*/ 440020 w 606580"/>
              <a:gd name="connsiteY16" fmla="*/ 278733 h 605592"/>
              <a:gd name="connsiteX17" fmla="*/ 453483 w 606580"/>
              <a:gd name="connsiteY17" fmla="*/ 292178 h 605592"/>
              <a:gd name="connsiteX18" fmla="*/ 453483 w 606580"/>
              <a:gd name="connsiteY18" fmla="*/ 415781 h 605592"/>
              <a:gd name="connsiteX19" fmla="*/ 440484 w 606580"/>
              <a:gd name="connsiteY19" fmla="*/ 429319 h 605592"/>
              <a:gd name="connsiteX20" fmla="*/ 354788 w 606580"/>
              <a:gd name="connsiteY20" fmla="*/ 429319 h 605592"/>
              <a:gd name="connsiteX21" fmla="*/ 341325 w 606580"/>
              <a:gd name="connsiteY21" fmla="*/ 415781 h 605592"/>
              <a:gd name="connsiteX22" fmla="*/ 354788 w 606580"/>
              <a:gd name="connsiteY22" fmla="*/ 402336 h 605592"/>
              <a:gd name="connsiteX23" fmla="*/ 426465 w 606580"/>
              <a:gd name="connsiteY23" fmla="*/ 402336 h 605592"/>
              <a:gd name="connsiteX24" fmla="*/ 426465 w 606580"/>
              <a:gd name="connsiteY24" fmla="*/ 292178 h 605592"/>
              <a:gd name="connsiteX25" fmla="*/ 440020 w 606580"/>
              <a:gd name="connsiteY25" fmla="*/ 278733 h 605592"/>
              <a:gd name="connsiteX26" fmla="*/ 410109 w 606580"/>
              <a:gd name="connsiteY26" fmla="*/ 0 h 605592"/>
              <a:gd name="connsiteX27" fmla="*/ 485782 w 606580"/>
              <a:gd name="connsiteY27" fmla="*/ 36057 h 605592"/>
              <a:gd name="connsiteX28" fmla="*/ 542328 w 606580"/>
              <a:gd name="connsiteY28" fmla="*/ 52185 h 605592"/>
              <a:gd name="connsiteX29" fmla="*/ 562291 w 606580"/>
              <a:gd name="connsiteY29" fmla="*/ 103350 h 605592"/>
              <a:gd name="connsiteX30" fmla="*/ 606580 w 606580"/>
              <a:gd name="connsiteY30" fmla="*/ 168697 h 605592"/>
              <a:gd name="connsiteX31" fmla="*/ 536293 w 606580"/>
              <a:gd name="connsiteY31" fmla="*/ 238864 h 605592"/>
              <a:gd name="connsiteX32" fmla="*/ 311502 w 606580"/>
              <a:gd name="connsiteY32" fmla="*/ 238864 h 605592"/>
              <a:gd name="connsiteX33" fmla="*/ 241122 w 606580"/>
              <a:gd name="connsiteY33" fmla="*/ 168697 h 605592"/>
              <a:gd name="connsiteX34" fmla="*/ 311502 w 606580"/>
              <a:gd name="connsiteY34" fmla="*/ 98530 h 605592"/>
              <a:gd name="connsiteX35" fmla="*/ 410109 w 606580"/>
              <a:gd name="connsiteY35"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6580" h="605592">
                <a:moveTo>
                  <a:pt x="46142" y="341782"/>
                </a:moveTo>
                <a:lnTo>
                  <a:pt x="46142" y="468218"/>
                </a:lnTo>
                <a:lnTo>
                  <a:pt x="251785" y="468218"/>
                </a:lnTo>
                <a:lnTo>
                  <a:pt x="251785" y="341782"/>
                </a:lnTo>
                <a:close/>
                <a:moveTo>
                  <a:pt x="0" y="297010"/>
                </a:moveTo>
                <a:lnTo>
                  <a:pt x="297927" y="297010"/>
                </a:lnTo>
                <a:lnTo>
                  <a:pt x="297927" y="512433"/>
                </a:lnTo>
                <a:lnTo>
                  <a:pt x="197844" y="512433"/>
                </a:lnTo>
                <a:lnTo>
                  <a:pt x="207128" y="562860"/>
                </a:lnTo>
                <a:lnTo>
                  <a:pt x="237766" y="562860"/>
                </a:lnTo>
                <a:lnTo>
                  <a:pt x="237766" y="605592"/>
                </a:lnTo>
                <a:lnTo>
                  <a:pt x="60625" y="605592"/>
                </a:lnTo>
                <a:lnTo>
                  <a:pt x="60625" y="562860"/>
                </a:lnTo>
                <a:lnTo>
                  <a:pt x="90891" y="562860"/>
                </a:lnTo>
                <a:lnTo>
                  <a:pt x="100176" y="512433"/>
                </a:lnTo>
                <a:lnTo>
                  <a:pt x="0" y="512433"/>
                </a:lnTo>
                <a:close/>
                <a:moveTo>
                  <a:pt x="440020" y="278733"/>
                </a:moveTo>
                <a:cubicBezTo>
                  <a:pt x="447634" y="278733"/>
                  <a:pt x="453483" y="285038"/>
                  <a:pt x="453483" y="292178"/>
                </a:cubicBezTo>
                <a:lnTo>
                  <a:pt x="453483" y="415781"/>
                </a:lnTo>
                <a:cubicBezTo>
                  <a:pt x="453947" y="423477"/>
                  <a:pt x="447634" y="429319"/>
                  <a:pt x="440484" y="429319"/>
                </a:cubicBezTo>
                <a:lnTo>
                  <a:pt x="354788" y="429319"/>
                </a:lnTo>
                <a:cubicBezTo>
                  <a:pt x="347174" y="429319"/>
                  <a:pt x="341325" y="423014"/>
                  <a:pt x="341325" y="415781"/>
                </a:cubicBezTo>
                <a:cubicBezTo>
                  <a:pt x="341325" y="408641"/>
                  <a:pt x="347639" y="402336"/>
                  <a:pt x="354788" y="402336"/>
                </a:cubicBezTo>
                <a:lnTo>
                  <a:pt x="426465" y="402336"/>
                </a:lnTo>
                <a:lnTo>
                  <a:pt x="426465" y="292178"/>
                </a:lnTo>
                <a:cubicBezTo>
                  <a:pt x="426465" y="284482"/>
                  <a:pt x="432778" y="278733"/>
                  <a:pt x="440020" y="278733"/>
                </a:cubicBezTo>
                <a:close/>
                <a:moveTo>
                  <a:pt x="410109" y="0"/>
                </a:moveTo>
                <a:cubicBezTo>
                  <a:pt x="440935" y="0"/>
                  <a:pt x="468419" y="13996"/>
                  <a:pt x="485782" y="36057"/>
                </a:cubicBezTo>
                <a:cubicBezTo>
                  <a:pt x="508530" y="30495"/>
                  <a:pt x="531000" y="41247"/>
                  <a:pt x="542328" y="52185"/>
                </a:cubicBezTo>
                <a:cubicBezTo>
                  <a:pt x="554584" y="63771"/>
                  <a:pt x="562940" y="81197"/>
                  <a:pt x="562291" y="103350"/>
                </a:cubicBezTo>
                <a:cubicBezTo>
                  <a:pt x="588289" y="113917"/>
                  <a:pt x="606580" y="138943"/>
                  <a:pt x="606580" y="168697"/>
                </a:cubicBezTo>
                <a:cubicBezTo>
                  <a:pt x="606580" y="207627"/>
                  <a:pt x="574825" y="238864"/>
                  <a:pt x="536293" y="238864"/>
                </a:cubicBezTo>
                <a:lnTo>
                  <a:pt x="311502" y="238864"/>
                </a:lnTo>
                <a:cubicBezTo>
                  <a:pt x="272505" y="238864"/>
                  <a:pt x="241122" y="207627"/>
                  <a:pt x="241122" y="168697"/>
                </a:cubicBezTo>
                <a:cubicBezTo>
                  <a:pt x="241122" y="129767"/>
                  <a:pt x="272970" y="98530"/>
                  <a:pt x="311502" y="98530"/>
                </a:cubicBezTo>
                <a:cubicBezTo>
                  <a:pt x="311502" y="44213"/>
                  <a:pt x="355792" y="0"/>
                  <a:pt x="410109" y="0"/>
                </a:cubicBezTo>
                <a:close/>
              </a:path>
            </a:pathLst>
          </a:custGeom>
          <a:solidFill>
            <a:schemeClr val="bg1"/>
          </a:solidFill>
          <a:ln>
            <a:noFill/>
          </a:ln>
        </p:spPr>
      </p:sp>
      <p:sp>
        <p:nvSpPr>
          <p:cNvPr id="143" name="iṡ1ïdé">
            <a:extLst>
              <a:ext uri="{FF2B5EF4-FFF2-40B4-BE49-F238E27FC236}">
                <a16:creationId xmlns:a16="http://schemas.microsoft.com/office/drawing/2014/main" id="{3FC487D0-A815-4107-8A36-7C156E98B5FA}"/>
              </a:ext>
            </a:extLst>
          </p:cNvPr>
          <p:cNvSpPr/>
          <p:nvPr/>
        </p:nvSpPr>
        <p:spPr bwMode="gray">
          <a:xfrm rot="10800000" flipV="1">
            <a:off x="485337" y="2581142"/>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grpSp>
        <p:nvGrpSpPr>
          <p:cNvPr id="2" name="组合 1"/>
          <p:cNvGrpSpPr/>
          <p:nvPr/>
        </p:nvGrpSpPr>
        <p:grpSpPr bwMode="gray">
          <a:xfrm>
            <a:off x="485336" y="1597402"/>
            <a:ext cx="359859" cy="359859"/>
            <a:chOff x="2491530" y="2773952"/>
            <a:chExt cx="360000" cy="360000"/>
          </a:xfrm>
        </p:grpSpPr>
        <p:sp>
          <p:nvSpPr>
            <p:cNvPr id="146" name="íṩlíḓê">
              <a:extLst>
                <a:ext uri="{FF2B5EF4-FFF2-40B4-BE49-F238E27FC236}">
                  <a16:creationId xmlns:a16="http://schemas.microsoft.com/office/drawing/2014/main" id="{FBC6DF09-FCD2-4E57-B557-9F103A335C85}"/>
                </a:ext>
              </a:extLst>
            </p:cNvPr>
            <p:cNvSpPr/>
            <p:nvPr/>
          </p:nvSpPr>
          <p:spPr bwMode="gray">
            <a:xfrm rot="10800000" flipV="1">
              <a:off x="2491530" y="2773952"/>
              <a:ext cx="360000" cy="3600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rgbClr val="56C4D2"/>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799"/>
            </a:p>
          </p:txBody>
        </p:sp>
        <p:sp>
          <p:nvSpPr>
            <p:cNvPr id="145" name="stack-of-books-and-a-magnifier_67996"/>
            <p:cNvSpPr>
              <a:spLocks noChangeAspect="1"/>
            </p:cNvSpPr>
            <p:nvPr/>
          </p:nvSpPr>
          <p:spPr bwMode="gray">
            <a:xfrm>
              <a:off x="2556515" y="2843865"/>
              <a:ext cx="230028" cy="234756"/>
            </a:xfrm>
            <a:custGeom>
              <a:avLst/>
              <a:gdLst>
                <a:gd name="connsiteX0" fmla="*/ 359573 w 594302"/>
                <a:gd name="connsiteY0" fmla="*/ 276018 h 606516"/>
                <a:gd name="connsiteX1" fmla="*/ 291512 w 594302"/>
                <a:gd name="connsiteY1" fmla="*/ 304169 h 606516"/>
                <a:gd name="connsiteX2" fmla="*/ 291512 w 594302"/>
                <a:gd name="connsiteY2" fmla="*/ 440091 h 606516"/>
                <a:gd name="connsiteX3" fmla="*/ 427633 w 594302"/>
                <a:gd name="connsiteY3" fmla="*/ 440091 h 606516"/>
                <a:gd name="connsiteX4" fmla="*/ 427633 w 594302"/>
                <a:gd name="connsiteY4" fmla="*/ 304169 h 606516"/>
                <a:gd name="connsiteX5" fmla="*/ 359573 w 594302"/>
                <a:gd name="connsiteY5" fmla="*/ 276018 h 606516"/>
                <a:gd name="connsiteX6" fmla="*/ 359573 w 594302"/>
                <a:gd name="connsiteY6" fmla="*/ 238356 h 606516"/>
                <a:gd name="connsiteX7" fmla="*/ 454366 w 594302"/>
                <a:gd name="connsiteY7" fmla="*/ 277476 h 606516"/>
                <a:gd name="connsiteX8" fmla="*/ 476080 w 594302"/>
                <a:gd name="connsiteY8" fmla="*/ 438353 h 606516"/>
                <a:gd name="connsiteX9" fmla="*/ 583932 w 594302"/>
                <a:gd name="connsiteY9" fmla="*/ 546047 h 606516"/>
                <a:gd name="connsiteX10" fmla="*/ 583932 w 594302"/>
                <a:gd name="connsiteY10" fmla="*/ 596161 h 606516"/>
                <a:gd name="connsiteX11" fmla="*/ 533847 w 594302"/>
                <a:gd name="connsiteY11" fmla="*/ 596161 h 606516"/>
                <a:gd name="connsiteX12" fmla="*/ 425892 w 594302"/>
                <a:gd name="connsiteY12" fmla="*/ 488364 h 606516"/>
                <a:gd name="connsiteX13" fmla="*/ 264779 w 594302"/>
                <a:gd name="connsiteY13" fmla="*/ 466785 h 606516"/>
                <a:gd name="connsiteX14" fmla="*/ 264779 w 594302"/>
                <a:gd name="connsiteY14" fmla="*/ 277476 h 606516"/>
                <a:gd name="connsiteX15" fmla="*/ 359573 w 594302"/>
                <a:gd name="connsiteY15" fmla="*/ 238356 h 606516"/>
                <a:gd name="connsiteX16" fmla="*/ 139917 w 594302"/>
                <a:gd name="connsiteY16" fmla="*/ 43060 h 606516"/>
                <a:gd name="connsiteX17" fmla="*/ 114822 w 594302"/>
                <a:gd name="connsiteY17" fmla="*/ 68017 h 606516"/>
                <a:gd name="connsiteX18" fmla="*/ 114822 w 594302"/>
                <a:gd name="connsiteY18" fmla="*/ 145137 h 606516"/>
                <a:gd name="connsiteX19" fmla="*/ 139917 w 594302"/>
                <a:gd name="connsiteY19" fmla="*/ 170094 h 606516"/>
                <a:gd name="connsiteX20" fmla="*/ 461952 w 594302"/>
                <a:gd name="connsiteY20" fmla="*/ 170094 h 606516"/>
                <a:gd name="connsiteX21" fmla="*/ 461952 w 594302"/>
                <a:gd name="connsiteY21" fmla="*/ 128056 h 606516"/>
                <a:gd name="connsiteX22" fmla="*/ 322957 w 594302"/>
                <a:gd name="connsiteY22" fmla="*/ 128056 h 606516"/>
                <a:gd name="connsiteX23" fmla="*/ 301344 w 594302"/>
                <a:gd name="connsiteY23" fmla="*/ 106577 h 606516"/>
                <a:gd name="connsiteX24" fmla="*/ 322957 w 594302"/>
                <a:gd name="connsiteY24" fmla="*/ 85098 h 606516"/>
                <a:gd name="connsiteX25" fmla="*/ 461952 w 594302"/>
                <a:gd name="connsiteY25" fmla="*/ 85098 h 606516"/>
                <a:gd name="connsiteX26" fmla="*/ 461952 w 594302"/>
                <a:gd name="connsiteY26" fmla="*/ 43060 h 606516"/>
                <a:gd name="connsiteX27" fmla="*/ 139917 w 594302"/>
                <a:gd name="connsiteY27" fmla="*/ 0 h 606516"/>
                <a:gd name="connsiteX28" fmla="*/ 511117 w 594302"/>
                <a:gd name="connsiteY28" fmla="*/ 0 h 606516"/>
                <a:gd name="connsiteX29" fmla="*/ 532627 w 594302"/>
                <a:gd name="connsiteY29" fmla="*/ 21479 h 606516"/>
                <a:gd name="connsiteX30" fmla="*/ 511117 w 594302"/>
                <a:gd name="connsiteY30" fmla="*/ 43060 h 606516"/>
                <a:gd name="connsiteX31" fmla="*/ 505074 w 594302"/>
                <a:gd name="connsiteY31" fmla="*/ 43060 h 606516"/>
                <a:gd name="connsiteX32" fmla="*/ 505074 w 594302"/>
                <a:gd name="connsiteY32" fmla="*/ 170094 h 606516"/>
                <a:gd name="connsiteX33" fmla="*/ 511117 w 594302"/>
                <a:gd name="connsiteY33" fmla="*/ 170094 h 606516"/>
                <a:gd name="connsiteX34" fmla="*/ 532627 w 594302"/>
                <a:gd name="connsiteY34" fmla="*/ 191675 h 606516"/>
                <a:gd name="connsiteX35" fmla="*/ 511117 w 594302"/>
                <a:gd name="connsiteY35" fmla="*/ 213155 h 606516"/>
                <a:gd name="connsiteX36" fmla="*/ 456011 w 594302"/>
                <a:gd name="connsiteY36" fmla="*/ 213155 h 606516"/>
                <a:gd name="connsiteX37" fmla="*/ 460825 w 594302"/>
                <a:gd name="connsiteY37" fmla="*/ 238111 h 606516"/>
                <a:gd name="connsiteX38" fmla="*/ 460825 w 594302"/>
                <a:gd name="connsiteY38" fmla="*/ 256829 h 606516"/>
                <a:gd name="connsiteX39" fmla="*/ 416576 w 594302"/>
                <a:gd name="connsiteY39" fmla="*/ 230645 h 606516"/>
                <a:gd name="connsiteX40" fmla="*/ 392710 w 594302"/>
                <a:gd name="connsiteY40" fmla="*/ 213155 h 606516"/>
                <a:gd name="connsiteX41" fmla="*/ 139917 w 594302"/>
                <a:gd name="connsiteY41" fmla="*/ 213155 h 606516"/>
                <a:gd name="connsiteX42" fmla="*/ 70675 w 594302"/>
                <a:gd name="connsiteY42" fmla="*/ 213155 h 606516"/>
                <a:gd name="connsiteX43" fmla="*/ 70675 w 594302"/>
                <a:gd name="connsiteY43" fmla="*/ 255192 h 606516"/>
                <a:gd name="connsiteX44" fmla="*/ 209670 w 594302"/>
                <a:gd name="connsiteY44" fmla="*/ 255192 h 606516"/>
                <a:gd name="connsiteX45" fmla="*/ 231181 w 594302"/>
                <a:gd name="connsiteY45" fmla="*/ 276671 h 606516"/>
                <a:gd name="connsiteX46" fmla="*/ 209670 w 594302"/>
                <a:gd name="connsiteY46" fmla="*/ 298253 h 606516"/>
                <a:gd name="connsiteX47" fmla="*/ 70675 w 594302"/>
                <a:gd name="connsiteY47" fmla="*/ 298253 h 606516"/>
                <a:gd name="connsiteX48" fmla="*/ 70675 w 594302"/>
                <a:gd name="connsiteY48" fmla="*/ 340291 h 606516"/>
                <a:gd name="connsiteX49" fmla="*/ 211207 w 594302"/>
                <a:gd name="connsiteY49" fmla="*/ 340291 h 606516"/>
                <a:gd name="connsiteX50" fmla="*/ 207519 w 594302"/>
                <a:gd name="connsiteY50" fmla="*/ 374146 h 606516"/>
                <a:gd name="connsiteX51" fmla="*/ 207827 w 594302"/>
                <a:gd name="connsiteY51" fmla="*/ 383249 h 606516"/>
                <a:gd name="connsiteX52" fmla="*/ 139917 w 594302"/>
                <a:gd name="connsiteY52" fmla="*/ 383249 h 606516"/>
                <a:gd name="connsiteX53" fmla="*/ 114822 w 594302"/>
                <a:gd name="connsiteY53" fmla="*/ 408308 h 606516"/>
                <a:gd name="connsiteX54" fmla="*/ 114822 w 594302"/>
                <a:gd name="connsiteY54" fmla="*/ 485428 h 606516"/>
                <a:gd name="connsiteX55" fmla="*/ 139917 w 594302"/>
                <a:gd name="connsiteY55" fmla="*/ 510385 h 606516"/>
                <a:gd name="connsiteX56" fmla="*/ 290180 w 594302"/>
                <a:gd name="connsiteY56" fmla="*/ 510385 h 606516"/>
                <a:gd name="connsiteX57" fmla="*/ 361367 w 594302"/>
                <a:gd name="connsiteY57" fmla="*/ 527670 h 606516"/>
                <a:gd name="connsiteX58" fmla="*/ 413093 w 594302"/>
                <a:gd name="connsiteY58" fmla="*/ 518772 h 606516"/>
                <a:gd name="connsiteX59" fmla="*/ 447817 w 594302"/>
                <a:gd name="connsiteY59" fmla="*/ 553445 h 606516"/>
                <a:gd name="connsiteX60" fmla="*/ 139917 w 594302"/>
                <a:gd name="connsiteY60" fmla="*/ 553445 h 606516"/>
                <a:gd name="connsiteX61" fmla="*/ 71802 w 594302"/>
                <a:gd name="connsiteY61" fmla="*/ 485428 h 606516"/>
                <a:gd name="connsiteX62" fmla="*/ 71802 w 594302"/>
                <a:gd name="connsiteY62" fmla="*/ 408205 h 606516"/>
                <a:gd name="connsiteX63" fmla="*/ 76514 w 594302"/>
                <a:gd name="connsiteY63" fmla="*/ 383249 h 606516"/>
                <a:gd name="connsiteX64" fmla="*/ 21510 w 594302"/>
                <a:gd name="connsiteY64" fmla="*/ 383249 h 606516"/>
                <a:gd name="connsiteX65" fmla="*/ 0 w 594302"/>
                <a:gd name="connsiteY65" fmla="*/ 361770 h 606516"/>
                <a:gd name="connsiteX66" fmla="*/ 21510 w 594302"/>
                <a:gd name="connsiteY66" fmla="*/ 340291 h 606516"/>
                <a:gd name="connsiteX67" fmla="*/ 27553 w 594302"/>
                <a:gd name="connsiteY67" fmla="*/ 340291 h 606516"/>
                <a:gd name="connsiteX68" fmla="*/ 27553 w 594302"/>
                <a:gd name="connsiteY68" fmla="*/ 213155 h 606516"/>
                <a:gd name="connsiteX69" fmla="*/ 21510 w 594302"/>
                <a:gd name="connsiteY69" fmla="*/ 213155 h 606516"/>
                <a:gd name="connsiteX70" fmla="*/ 0 w 594302"/>
                <a:gd name="connsiteY70" fmla="*/ 191675 h 606516"/>
                <a:gd name="connsiteX71" fmla="*/ 21510 w 594302"/>
                <a:gd name="connsiteY71" fmla="*/ 170094 h 606516"/>
                <a:gd name="connsiteX72" fmla="*/ 76514 w 594302"/>
                <a:gd name="connsiteY72" fmla="*/ 170094 h 606516"/>
                <a:gd name="connsiteX73" fmla="*/ 71802 w 594302"/>
                <a:gd name="connsiteY73" fmla="*/ 145137 h 606516"/>
                <a:gd name="connsiteX74" fmla="*/ 71802 w 594302"/>
                <a:gd name="connsiteY74" fmla="*/ 68017 h 606516"/>
                <a:gd name="connsiteX75" fmla="*/ 139917 w 594302"/>
                <a:gd name="connsiteY75" fmla="*/ 0 h 60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94302" h="606516">
                  <a:moveTo>
                    <a:pt x="359573" y="276018"/>
                  </a:moveTo>
                  <a:cubicBezTo>
                    <a:pt x="334914" y="276018"/>
                    <a:pt x="310256" y="285402"/>
                    <a:pt x="291512" y="304169"/>
                  </a:cubicBezTo>
                  <a:cubicBezTo>
                    <a:pt x="253922" y="341601"/>
                    <a:pt x="253922" y="402659"/>
                    <a:pt x="291512" y="440091"/>
                  </a:cubicBezTo>
                  <a:cubicBezTo>
                    <a:pt x="328999" y="477523"/>
                    <a:pt x="390146" y="477523"/>
                    <a:pt x="427633" y="440091"/>
                  </a:cubicBezTo>
                  <a:cubicBezTo>
                    <a:pt x="465223" y="402659"/>
                    <a:pt x="465223" y="341601"/>
                    <a:pt x="427633" y="304169"/>
                  </a:cubicBezTo>
                  <a:cubicBezTo>
                    <a:pt x="408890" y="285402"/>
                    <a:pt x="384231" y="276018"/>
                    <a:pt x="359573" y="276018"/>
                  </a:cubicBezTo>
                  <a:close/>
                  <a:moveTo>
                    <a:pt x="359573" y="238356"/>
                  </a:moveTo>
                  <a:cubicBezTo>
                    <a:pt x="393910" y="238356"/>
                    <a:pt x="428248" y="251396"/>
                    <a:pt x="454366" y="277476"/>
                  </a:cubicBezTo>
                  <a:cubicBezTo>
                    <a:pt x="497896" y="321044"/>
                    <a:pt x="505168" y="387216"/>
                    <a:pt x="476080" y="438353"/>
                  </a:cubicBezTo>
                  <a:lnTo>
                    <a:pt x="583932" y="546047"/>
                  </a:lnTo>
                  <a:cubicBezTo>
                    <a:pt x="597759" y="559956"/>
                    <a:pt x="597759" y="582354"/>
                    <a:pt x="583932" y="596161"/>
                  </a:cubicBezTo>
                  <a:cubicBezTo>
                    <a:pt x="570105" y="609968"/>
                    <a:pt x="547674" y="609968"/>
                    <a:pt x="533847" y="596161"/>
                  </a:cubicBezTo>
                  <a:lnTo>
                    <a:pt x="425892" y="488364"/>
                  </a:lnTo>
                  <a:cubicBezTo>
                    <a:pt x="374783" y="517513"/>
                    <a:pt x="308412" y="510251"/>
                    <a:pt x="264779" y="466785"/>
                  </a:cubicBezTo>
                  <a:cubicBezTo>
                    <a:pt x="212543" y="414523"/>
                    <a:pt x="212543" y="329635"/>
                    <a:pt x="264779" y="277476"/>
                  </a:cubicBezTo>
                  <a:cubicBezTo>
                    <a:pt x="290898" y="251396"/>
                    <a:pt x="325235" y="238356"/>
                    <a:pt x="359573" y="238356"/>
                  </a:cubicBezTo>
                  <a:close/>
                  <a:moveTo>
                    <a:pt x="139917" y="43060"/>
                  </a:moveTo>
                  <a:cubicBezTo>
                    <a:pt x="126089" y="43060"/>
                    <a:pt x="114822" y="54209"/>
                    <a:pt x="114822" y="68017"/>
                  </a:cubicBezTo>
                  <a:lnTo>
                    <a:pt x="114822" y="145137"/>
                  </a:lnTo>
                  <a:cubicBezTo>
                    <a:pt x="114822" y="158945"/>
                    <a:pt x="126089" y="170094"/>
                    <a:pt x="139917" y="170094"/>
                  </a:cubicBezTo>
                  <a:lnTo>
                    <a:pt x="461952" y="170094"/>
                  </a:lnTo>
                  <a:lnTo>
                    <a:pt x="461952" y="128056"/>
                  </a:lnTo>
                  <a:lnTo>
                    <a:pt x="322957" y="128056"/>
                  </a:lnTo>
                  <a:cubicBezTo>
                    <a:pt x="311075" y="128056"/>
                    <a:pt x="301344" y="118442"/>
                    <a:pt x="301344" y="106577"/>
                  </a:cubicBezTo>
                  <a:cubicBezTo>
                    <a:pt x="301344" y="94713"/>
                    <a:pt x="311075" y="85098"/>
                    <a:pt x="322957" y="85098"/>
                  </a:cubicBezTo>
                  <a:lnTo>
                    <a:pt x="461952" y="85098"/>
                  </a:lnTo>
                  <a:lnTo>
                    <a:pt x="461952" y="43060"/>
                  </a:lnTo>
                  <a:close/>
                  <a:moveTo>
                    <a:pt x="139917" y="0"/>
                  </a:moveTo>
                  <a:lnTo>
                    <a:pt x="511117" y="0"/>
                  </a:lnTo>
                  <a:cubicBezTo>
                    <a:pt x="522999" y="0"/>
                    <a:pt x="532627" y="9614"/>
                    <a:pt x="532627" y="21479"/>
                  </a:cubicBezTo>
                  <a:cubicBezTo>
                    <a:pt x="532627" y="33344"/>
                    <a:pt x="522999" y="43060"/>
                    <a:pt x="511117" y="43060"/>
                  </a:cubicBezTo>
                  <a:lnTo>
                    <a:pt x="505074" y="43060"/>
                  </a:lnTo>
                  <a:lnTo>
                    <a:pt x="505074" y="170094"/>
                  </a:lnTo>
                  <a:lnTo>
                    <a:pt x="511117" y="170094"/>
                  </a:lnTo>
                  <a:cubicBezTo>
                    <a:pt x="522999" y="170094"/>
                    <a:pt x="532627" y="179811"/>
                    <a:pt x="532627" y="191675"/>
                  </a:cubicBezTo>
                  <a:cubicBezTo>
                    <a:pt x="532627" y="203540"/>
                    <a:pt x="522999" y="213155"/>
                    <a:pt x="511117" y="213155"/>
                  </a:cubicBezTo>
                  <a:lnTo>
                    <a:pt x="456011" y="213155"/>
                  </a:lnTo>
                  <a:cubicBezTo>
                    <a:pt x="459084" y="220928"/>
                    <a:pt x="460825" y="229315"/>
                    <a:pt x="460825" y="238111"/>
                  </a:cubicBezTo>
                  <a:lnTo>
                    <a:pt x="460825" y="256829"/>
                  </a:lnTo>
                  <a:cubicBezTo>
                    <a:pt x="447509" y="245578"/>
                    <a:pt x="432555" y="236782"/>
                    <a:pt x="416576" y="230645"/>
                  </a:cubicBezTo>
                  <a:cubicBezTo>
                    <a:pt x="413401" y="220519"/>
                    <a:pt x="403875" y="213155"/>
                    <a:pt x="392710" y="213155"/>
                  </a:cubicBezTo>
                  <a:lnTo>
                    <a:pt x="139917" y="213155"/>
                  </a:lnTo>
                  <a:lnTo>
                    <a:pt x="70675" y="213155"/>
                  </a:lnTo>
                  <a:lnTo>
                    <a:pt x="70675" y="255192"/>
                  </a:lnTo>
                  <a:lnTo>
                    <a:pt x="209670" y="255192"/>
                  </a:lnTo>
                  <a:cubicBezTo>
                    <a:pt x="221553" y="255192"/>
                    <a:pt x="231181" y="264807"/>
                    <a:pt x="231181" y="276671"/>
                  </a:cubicBezTo>
                  <a:cubicBezTo>
                    <a:pt x="231181" y="288638"/>
                    <a:pt x="221553" y="298253"/>
                    <a:pt x="209670" y="298253"/>
                  </a:cubicBezTo>
                  <a:lnTo>
                    <a:pt x="70675" y="298253"/>
                  </a:lnTo>
                  <a:lnTo>
                    <a:pt x="70675" y="340291"/>
                  </a:lnTo>
                  <a:lnTo>
                    <a:pt x="211207" y="340291"/>
                  </a:lnTo>
                  <a:cubicBezTo>
                    <a:pt x="208749" y="351235"/>
                    <a:pt x="207519" y="362588"/>
                    <a:pt x="207519" y="374146"/>
                  </a:cubicBezTo>
                  <a:cubicBezTo>
                    <a:pt x="207519" y="377214"/>
                    <a:pt x="207622" y="380283"/>
                    <a:pt x="207827" y="383249"/>
                  </a:cubicBezTo>
                  <a:lnTo>
                    <a:pt x="139917" y="383249"/>
                  </a:lnTo>
                  <a:cubicBezTo>
                    <a:pt x="126089" y="383249"/>
                    <a:pt x="114822" y="394500"/>
                    <a:pt x="114822" y="408308"/>
                  </a:cubicBezTo>
                  <a:lnTo>
                    <a:pt x="114822" y="485428"/>
                  </a:lnTo>
                  <a:cubicBezTo>
                    <a:pt x="114822" y="499134"/>
                    <a:pt x="126089" y="510385"/>
                    <a:pt x="139917" y="510385"/>
                  </a:cubicBezTo>
                  <a:lnTo>
                    <a:pt x="290180" y="510385"/>
                  </a:lnTo>
                  <a:cubicBezTo>
                    <a:pt x="311894" y="521738"/>
                    <a:pt x="336170" y="527670"/>
                    <a:pt x="361367" y="527670"/>
                  </a:cubicBezTo>
                  <a:cubicBezTo>
                    <a:pt x="379087" y="527670"/>
                    <a:pt x="396500" y="524704"/>
                    <a:pt x="413093" y="518772"/>
                  </a:cubicBezTo>
                  <a:lnTo>
                    <a:pt x="447817" y="553445"/>
                  </a:lnTo>
                  <a:lnTo>
                    <a:pt x="139917" y="553445"/>
                  </a:lnTo>
                  <a:cubicBezTo>
                    <a:pt x="102326" y="553445"/>
                    <a:pt x="71802" y="522863"/>
                    <a:pt x="71802" y="485428"/>
                  </a:cubicBezTo>
                  <a:lnTo>
                    <a:pt x="71802" y="408205"/>
                  </a:lnTo>
                  <a:cubicBezTo>
                    <a:pt x="71802" y="399409"/>
                    <a:pt x="73441" y="391022"/>
                    <a:pt x="76514" y="383249"/>
                  </a:cubicBezTo>
                  <a:lnTo>
                    <a:pt x="21510" y="383249"/>
                  </a:lnTo>
                  <a:cubicBezTo>
                    <a:pt x="9628" y="383249"/>
                    <a:pt x="0" y="373634"/>
                    <a:pt x="0" y="361770"/>
                  </a:cubicBezTo>
                  <a:cubicBezTo>
                    <a:pt x="0" y="349905"/>
                    <a:pt x="9628" y="340291"/>
                    <a:pt x="21510" y="340291"/>
                  </a:cubicBezTo>
                  <a:lnTo>
                    <a:pt x="27553" y="340291"/>
                  </a:lnTo>
                  <a:lnTo>
                    <a:pt x="27553" y="213155"/>
                  </a:lnTo>
                  <a:lnTo>
                    <a:pt x="21510" y="213155"/>
                  </a:lnTo>
                  <a:cubicBezTo>
                    <a:pt x="9628" y="213155"/>
                    <a:pt x="0" y="203540"/>
                    <a:pt x="0" y="191675"/>
                  </a:cubicBezTo>
                  <a:cubicBezTo>
                    <a:pt x="0" y="179708"/>
                    <a:pt x="9628" y="170094"/>
                    <a:pt x="21510" y="170094"/>
                  </a:cubicBezTo>
                  <a:lnTo>
                    <a:pt x="76514" y="170094"/>
                  </a:lnTo>
                  <a:cubicBezTo>
                    <a:pt x="73441" y="162423"/>
                    <a:pt x="71802" y="153934"/>
                    <a:pt x="71802" y="145137"/>
                  </a:cubicBezTo>
                  <a:lnTo>
                    <a:pt x="71802" y="68017"/>
                  </a:lnTo>
                  <a:cubicBezTo>
                    <a:pt x="71802" y="30480"/>
                    <a:pt x="102326" y="0"/>
                    <a:pt x="139917" y="0"/>
                  </a:cubicBezTo>
                  <a:close/>
                </a:path>
              </a:pathLst>
            </a:custGeom>
            <a:noFill/>
            <a:ln>
              <a:solidFill>
                <a:schemeClr val="bg1"/>
              </a:solidFill>
            </a:ln>
          </p:spPr>
        </p:sp>
      </p:grpSp>
      <p:sp>
        <p:nvSpPr>
          <p:cNvPr id="148" name="stocks-graphic-on-laptop-monitor_38809"/>
          <p:cNvSpPr>
            <a:spLocks/>
          </p:cNvSpPr>
          <p:nvPr/>
        </p:nvSpPr>
        <p:spPr bwMode="gray">
          <a:xfrm>
            <a:off x="556372" y="2700203"/>
            <a:ext cx="229749" cy="121738"/>
          </a:xfrm>
          <a:custGeom>
            <a:avLst/>
            <a:gdLst>
              <a:gd name="connsiteX0" fmla="*/ 5942 w 596753"/>
              <a:gd name="connsiteY0" fmla="*/ 342878 h 372092"/>
              <a:gd name="connsiteX1" fmla="*/ 591159 w 596753"/>
              <a:gd name="connsiteY1" fmla="*/ 342878 h 372092"/>
              <a:gd name="connsiteX2" fmla="*/ 596753 w 596753"/>
              <a:gd name="connsiteY2" fmla="*/ 348034 h 372092"/>
              <a:gd name="connsiteX3" fmla="*/ 594602 w 596753"/>
              <a:gd name="connsiteY3" fmla="*/ 354048 h 372092"/>
              <a:gd name="connsiteX4" fmla="*/ 295109 w 596753"/>
              <a:gd name="connsiteY4" fmla="*/ 372092 h 372092"/>
              <a:gd name="connsiteX5" fmla="*/ 99750 w 596753"/>
              <a:gd name="connsiteY5" fmla="*/ 367796 h 372092"/>
              <a:gd name="connsiteX6" fmla="*/ 1209 w 596753"/>
              <a:gd name="connsiteY6" fmla="*/ 353189 h 372092"/>
              <a:gd name="connsiteX7" fmla="*/ 779 w 596753"/>
              <a:gd name="connsiteY7" fmla="*/ 346315 h 372092"/>
              <a:gd name="connsiteX8" fmla="*/ 5942 w 596753"/>
              <a:gd name="connsiteY8" fmla="*/ 342878 h 372092"/>
              <a:gd name="connsiteX9" fmla="*/ 287321 w 596753"/>
              <a:gd name="connsiteY9" fmla="*/ 199380 h 372092"/>
              <a:gd name="connsiteX10" fmla="*/ 277855 w 596753"/>
              <a:gd name="connsiteY10" fmla="*/ 208402 h 372092"/>
              <a:gd name="connsiteX11" fmla="*/ 287321 w 596753"/>
              <a:gd name="connsiteY11" fmla="*/ 217853 h 372092"/>
              <a:gd name="connsiteX12" fmla="*/ 296358 w 596753"/>
              <a:gd name="connsiteY12" fmla="*/ 208402 h 372092"/>
              <a:gd name="connsiteX13" fmla="*/ 287321 w 596753"/>
              <a:gd name="connsiteY13" fmla="*/ 199380 h 372092"/>
              <a:gd name="connsiteX14" fmla="*/ 428891 w 596753"/>
              <a:gd name="connsiteY14" fmla="*/ 174464 h 372092"/>
              <a:gd name="connsiteX15" fmla="*/ 419855 w 596753"/>
              <a:gd name="connsiteY15" fmla="*/ 183485 h 372092"/>
              <a:gd name="connsiteX16" fmla="*/ 428891 w 596753"/>
              <a:gd name="connsiteY16" fmla="*/ 192936 h 372092"/>
              <a:gd name="connsiteX17" fmla="*/ 438358 w 596753"/>
              <a:gd name="connsiteY17" fmla="*/ 183485 h 372092"/>
              <a:gd name="connsiteX18" fmla="*/ 428891 w 596753"/>
              <a:gd name="connsiteY18" fmla="*/ 174464 h 372092"/>
              <a:gd name="connsiteX19" fmla="*/ 355309 w 596753"/>
              <a:gd name="connsiteY19" fmla="*/ 140096 h 372092"/>
              <a:gd name="connsiteX20" fmla="*/ 346273 w 596753"/>
              <a:gd name="connsiteY20" fmla="*/ 149117 h 372092"/>
              <a:gd name="connsiteX21" fmla="*/ 355309 w 596753"/>
              <a:gd name="connsiteY21" fmla="*/ 158569 h 372092"/>
              <a:gd name="connsiteX22" fmla="*/ 364776 w 596753"/>
              <a:gd name="connsiteY22" fmla="*/ 149117 h 372092"/>
              <a:gd name="connsiteX23" fmla="*/ 355309 w 596753"/>
              <a:gd name="connsiteY23" fmla="*/ 140096 h 372092"/>
              <a:gd name="connsiteX24" fmla="*/ 107455 w 596753"/>
              <a:gd name="connsiteY24" fmla="*/ 137948 h 372092"/>
              <a:gd name="connsiteX25" fmla="*/ 98418 w 596753"/>
              <a:gd name="connsiteY25" fmla="*/ 146969 h 372092"/>
              <a:gd name="connsiteX26" fmla="*/ 107455 w 596753"/>
              <a:gd name="connsiteY26" fmla="*/ 156421 h 372092"/>
              <a:gd name="connsiteX27" fmla="*/ 116921 w 596753"/>
              <a:gd name="connsiteY27" fmla="*/ 146969 h 372092"/>
              <a:gd name="connsiteX28" fmla="*/ 107455 w 596753"/>
              <a:gd name="connsiteY28" fmla="*/ 137948 h 372092"/>
              <a:gd name="connsiteX29" fmla="*/ 207715 w 596753"/>
              <a:gd name="connsiteY29" fmla="*/ 130645 h 372092"/>
              <a:gd name="connsiteX30" fmla="*/ 198679 w 596753"/>
              <a:gd name="connsiteY30" fmla="*/ 140096 h 372092"/>
              <a:gd name="connsiteX31" fmla="*/ 207715 w 596753"/>
              <a:gd name="connsiteY31" fmla="*/ 149117 h 372092"/>
              <a:gd name="connsiteX32" fmla="*/ 217182 w 596753"/>
              <a:gd name="connsiteY32" fmla="*/ 140096 h 372092"/>
              <a:gd name="connsiteX33" fmla="*/ 207715 w 596753"/>
              <a:gd name="connsiteY33" fmla="*/ 130645 h 372092"/>
              <a:gd name="connsiteX34" fmla="*/ 489134 w 596753"/>
              <a:gd name="connsiteY34" fmla="*/ 103150 h 372092"/>
              <a:gd name="connsiteX35" fmla="*/ 479667 w 596753"/>
              <a:gd name="connsiteY35" fmla="*/ 112172 h 372092"/>
              <a:gd name="connsiteX36" fmla="*/ 489134 w 596753"/>
              <a:gd name="connsiteY36" fmla="*/ 121623 h 372092"/>
              <a:gd name="connsiteX37" fmla="*/ 498600 w 596753"/>
              <a:gd name="connsiteY37" fmla="*/ 112172 h 372092"/>
              <a:gd name="connsiteX38" fmla="*/ 489134 w 596753"/>
              <a:gd name="connsiteY38" fmla="*/ 103150 h 372092"/>
              <a:gd name="connsiteX39" fmla="*/ 489134 w 596753"/>
              <a:gd name="connsiteY39" fmla="*/ 94558 h 372092"/>
              <a:gd name="connsiteX40" fmla="*/ 507206 w 596753"/>
              <a:gd name="connsiteY40" fmla="*/ 112172 h 372092"/>
              <a:gd name="connsiteX41" fmla="*/ 489134 w 596753"/>
              <a:gd name="connsiteY41" fmla="*/ 130215 h 372092"/>
              <a:gd name="connsiteX42" fmla="*/ 485261 w 596753"/>
              <a:gd name="connsiteY42" fmla="*/ 129785 h 372092"/>
              <a:gd name="connsiteX43" fmla="*/ 445673 w 596753"/>
              <a:gd name="connsiteY43" fmla="*/ 177471 h 372092"/>
              <a:gd name="connsiteX44" fmla="*/ 446964 w 596753"/>
              <a:gd name="connsiteY44" fmla="*/ 183485 h 372092"/>
              <a:gd name="connsiteX45" fmla="*/ 428891 w 596753"/>
              <a:gd name="connsiteY45" fmla="*/ 201528 h 372092"/>
              <a:gd name="connsiteX46" fmla="*/ 411249 w 596753"/>
              <a:gd name="connsiteY46" fmla="*/ 185633 h 372092"/>
              <a:gd name="connsiteX47" fmla="*/ 366497 w 596753"/>
              <a:gd name="connsiteY47" fmla="*/ 163294 h 372092"/>
              <a:gd name="connsiteX48" fmla="*/ 355309 w 596753"/>
              <a:gd name="connsiteY48" fmla="*/ 167161 h 372092"/>
              <a:gd name="connsiteX49" fmla="*/ 348855 w 596753"/>
              <a:gd name="connsiteY49" fmla="*/ 165872 h 372092"/>
              <a:gd name="connsiteX50" fmla="*/ 304964 w 596753"/>
              <a:gd name="connsiteY50" fmla="*/ 205824 h 372092"/>
              <a:gd name="connsiteX51" fmla="*/ 304964 w 596753"/>
              <a:gd name="connsiteY51" fmla="*/ 208402 h 372092"/>
              <a:gd name="connsiteX52" fmla="*/ 287321 w 596753"/>
              <a:gd name="connsiteY52" fmla="*/ 226445 h 372092"/>
              <a:gd name="connsiteX53" fmla="*/ 269249 w 596753"/>
              <a:gd name="connsiteY53" fmla="*/ 208402 h 372092"/>
              <a:gd name="connsiteX54" fmla="*/ 269679 w 596753"/>
              <a:gd name="connsiteY54" fmla="*/ 206254 h 372092"/>
              <a:gd name="connsiteX55" fmla="*/ 214600 w 596753"/>
              <a:gd name="connsiteY55" fmla="*/ 156421 h 372092"/>
              <a:gd name="connsiteX56" fmla="*/ 207715 w 596753"/>
              <a:gd name="connsiteY56" fmla="*/ 157709 h 372092"/>
              <a:gd name="connsiteX57" fmla="*/ 192655 w 596753"/>
              <a:gd name="connsiteY57" fmla="*/ 149547 h 372092"/>
              <a:gd name="connsiteX58" fmla="*/ 123376 w 596753"/>
              <a:gd name="connsiteY58" fmla="*/ 154702 h 372092"/>
              <a:gd name="connsiteX59" fmla="*/ 107455 w 596753"/>
              <a:gd name="connsiteY59" fmla="*/ 165013 h 372092"/>
              <a:gd name="connsiteX60" fmla="*/ 89812 w 596753"/>
              <a:gd name="connsiteY60" fmla="*/ 146969 h 372092"/>
              <a:gd name="connsiteX61" fmla="*/ 107455 w 596753"/>
              <a:gd name="connsiteY61" fmla="*/ 129356 h 372092"/>
              <a:gd name="connsiteX62" fmla="*/ 122515 w 596753"/>
              <a:gd name="connsiteY62" fmla="*/ 137518 h 372092"/>
              <a:gd name="connsiteX63" fmla="*/ 191794 w 596753"/>
              <a:gd name="connsiteY63" fmla="*/ 132363 h 372092"/>
              <a:gd name="connsiteX64" fmla="*/ 207715 w 596753"/>
              <a:gd name="connsiteY64" fmla="*/ 122053 h 372092"/>
              <a:gd name="connsiteX65" fmla="*/ 225788 w 596753"/>
              <a:gd name="connsiteY65" fmla="*/ 140096 h 372092"/>
              <a:gd name="connsiteX66" fmla="*/ 225358 w 596753"/>
              <a:gd name="connsiteY66" fmla="*/ 143103 h 372092"/>
              <a:gd name="connsiteX67" fmla="*/ 279576 w 596753"/>
              <a:gd name="connsiteY67" fmla="*/ 192507 h 372092"/>
              <a:gd name="connsiteX68" fmla="*/ 287321 w 596753"/>
              <a:gd name="connsiteY68" fmla="*/ 190789 h 372092"/>
              <a:gd name="connsiteX69" fmla="*/ 294206 w 596753"/>
              <a:gd name="connsiteY69" fmla="*/ 192077 h 372092"/>
              <a:gd name="connsiteX70" fmla="*/ 337667 w 596753"/>
              <a:gd name="connsiteY70" fmla="*/ 152554 h 372092"/>
              <a:gd name="connsiteX71" fmla="*/ 337667 w 596753"/>
              <a:gd name="connsiteY71" fmla="*/ 149117 h 372092"/>
              <a:gd name="connsiteX72" fmla="*/ 355309 w 596753"/>
              <a:gd name="connsiteY72" fmla="*/ 131504 h 372092"/>
              <a:gd name="connsiteX73" fmla="*/ 372952 w 596753"/>
              <a:gd name="connsiteY73" fmla="*/ 146969 h 372092"/>
              <a:gd name="connsiteX74" fmla="*/ 418133 w 596753"/>
              <a:gd name="connsiteY74" fmla="*/ 169738 h 372092"/>
              <a:gd name="connsiteX75" fmla="*/ 428891 w 596753"/>
              <a:gd name="connsiteY75" fmla="*/ 165872 h 372092"/>
              <a:gd name="connsiteX76" fmla="*/ 432764 w 596753"/>
              <a:gd name="connsiteY76" fmla="*/ 166301 h 372092"/>
              <a:gd name="connsiteX77" fmla="*/ 472352 w 596753"/>
              <a:gd name="connsiteY77" fmla="*/ 118186 h 372092"/>
              <a:gd name="connsiteX78" fmla="*/ 471061 w 596753"/>
              <a:gd name="connsiteY78" fmla="*/ 112172 h 372092"/>
              <a:gd name="connsiteX79" fmla="*/ 489134 w 596753"/>
              <a:gd name="connsiteY79" fmla="*/ 94558 h 372092"/>
              <a:gd name="connsiteX80" fmla="*/ 53702 w 596753"/>
              <a:gd name="connsiteY80" fmla="*/ 22772 h 372092"/>
              <a:gd name="connsiteX81" fmla="*/ 53702 w 596753"/>
              <a:gd name="connsiteY81" fmla="*/ 305917 h 372092"/>
              <a:gd name="connsiteX82" fmla="*/ 542962 w 596753"/>
              <a:gd name="connsiteY82" fmla="*/ 305917 h 372092"/>
              <a:gd name="connsiteX83" fmla="*/ 542962 w 596753"/>
              <a:gd name="connsiteY83" fmla="*/ 22772 h 372092"/>
              <a:gd name="connsiteX84" fmla="*/ 53702 w 596753"/>
              <a:gd name="connsiteY84" fmla="*/ 0 h 372092"/>
              <a:gd name="connsiteX85" fmla="*/ 542962 w 596753"/>
              <a:gd name="connsiteY85" fmla="*/ 0 h 372092"/>
              <a:gd name="connsiteX86" fmla="*/ 566198 w 596753"/>
              <a:gd name="connsiteY86" fmla="*/ 22772 h 372092"/>
              <a:gd name="connsiteX87" fmla="*/ 566198 w 596753"/>
              <a:gd name="connsiteY87" fmla="*/ 305917 h 372092"/>
              <a:gd name="connsiteX88" fmla="*/ 542962 w 596753"/>
              <a:gd name="connsiteY88" fmla="*/ 329118 h 372092"/>
              <a:gd name="connsiteX89" fmla="*/ 53702 w 596753"/>
              <a:gd name="connsiteY89" fmla="*/ 329118 h 372092"/>
              <a:gd name="connsiteX90" fmla="*/ 30466 w 596753"/>
              <a:gd name="connsiteY90" fmla="*/ 305917 h 372092"/>
              <a:gd name="connsiteX91" fmla="*/ 30466 w 596753"/>
              <a:gd name="connsiteY91" fmla="*/ 22772 h 372092"/>
              <a:gd name="connsiteX92" fmla="*/ 53702 w 596753"/>
              <a:gd name="connsiteY92" fmla="*/ 0 h 37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753" h="372092">
                <a:moveTo>
                  <a:pt x="5942" y="342878"/>
                </a:moveTo>
                <a:lnTo>
                  <a:pt x="591159" y="342878"/>
                </a:lnTo>
                <a:cubicBezTo>
                  <a:pt x="594171" y="342878"/>
                  <a:pt x="596323" y="345026"/>
                  <a:pt x="596753" y="348034"/>
                </a:cubicBezTo>
                <a:cubicBezTo>
                  <a:pt x="596753" y="350182"/>
                  <a:pt x="596323" y="352330"/>
                  <a:pt x="594602" y="354048"/>
                </a:cubicBezTo>
                <a:cubicBezTo>
                  <a:pt x="579541" y="370374"/>
                  <a:pt x="361376" y="372092"/>
                  <a:pt x="295109" y="372092"/>
                </a:cubicBezTo>
                <a:cubicBezTo>
                  <a:pt x="221096" y="372092"/>
                  <a:pt x="151817" y="370374"/>
                  <a:pt x="99750" y="367796"/>
                </a:cubicBezTo>
                <a:cubicBezTo>
                  <a:pt x="7664" y="363500"/>
                  <a:pt x="3361" y="357056"/>
                  <a:pt x="1209" y="353189"/>
                </a:cubicBezTo>
                <a:cubicBezTo>
                  <a:pt x="-82" y="351041"/>
                  <a:pt x="-512" y="348463"/>
                  <a:pt x="779" y="346315"/>
                </a:cubicBezTo>
                <a:cubicBezTo>
                  <a:pt x="1639" y="344167"/>
                  <a:pt x="3791" y="342878"/>
                  <a:pt x="5942" y="342878"/>
                </a:cubicBezTo>
                <a:close/>
                <a:moveTo>
                  <a:pt x="287321" y="199380"/>
                </a:moveTo>
                <a:cubicBezTo>
                  <a:pt x="282158" y="199380"/>
                  <a:pt x="277855" y="203247"/>
                  <a:pt x="277855" y="208402"/>
                </a:cubicBezTo>
                <a:cubicBezTo>
                  <a:pt x="277855" y="213557"/>
                  <a:pt x="282158" y="217853"/>
                  <a:pt x="287321" y="217853"/>
                </a:cubicBezTo>
                <a:cubicBezTo>
                  <a:pt x="292485" y="217853"/>
                  <a:pt x="296358" y="213557"/>
                  <a:pt x="296358" y="208402"/>
                </a:cubicBezTo>
                <a:cubicBezTo>
                  <a:pt x="296358" y="203247"/>
                  <a:pt x="292485" y="199380"/>
                  <a:pt x="287321" y="199380"/>
                </a:cubicBezTo>
                <a:close/>
                <a:moveTo>
                  <a:pt x="428891" y="174464"/>
                </a:moveTo>
                <a:cubicBezTo>
                  <a:pt x="423727" y="174464"/>
                  <a:pt x="419855" y="178330"/>
                  <a:pt x="419855" y="183485"/>
                </a:cubicBezTo>
                <a:cubicBezTo>
                  <a:pt x="419855" y="188641"/>
                  <a:pt x="423727" y="192936"/>
                  <a:pt x="428891" y="192936"/>
                </a:cubicBezTo>
                <a:cubicBezTo>
                  <a:pt x="434055" y="192936"/>
                  <a:pt x="438358" y="188641"/>
                  <a:pt x="438358" y="183485"/>
                </a:cubicBezTo>
                <a:cubicBezTo>
                  <a:pt x="438358" y="178330"/>
                  <a:pt x="434055" y="174464"/>
                  <a:pt x="428891" y="174464"/>
                </a:cubicBezTo>
                <a:close/>
                <a:moveTo>
                  <a:pt x="355309" y="140096"/>
                </a:moveTo>
                <a:cubicBezTo>
                  <a:pt x="350146" y="140096"/>
                  <a:pt x="346273" y="143962"/>
                  <a:pt x="346273" y="149117"/>
                </a:cubicBezTo>
                <a:cubicBezTo>
                  <a:pt x="346273" y="154273"/>
                  <a:pt x="350146" y="158569"/>
                  <a:pt x="355309" y="158569"/>
                </a:cubicBezTo>
                <a:cubicBezTo>
                  <a:pt x="360473" y="158569"/>
                  <a:pt x="364776" y="154273"/>
                  <a:pt x="364776" y="149117"/>
                </a:cubicBezTo>
                <a:cubicBezTo>
                  <a:pt x="364776" y="143962"/>
                  <a:pt x="360473" y="140096"/>
                  <a:pt x="355309" y="140096"/>
                </a:cubicBezTo>
                <a:close/>
                <a:moveTo>
                  <a:pt x="107455" y="137948"/>
                </a:moveTo>
                <a:cubicBezTo>
                  <a:pt x="102291" y="137948"/>
                  <a:pt x="98418" y="142244"/>
                  <a:pt x="98418" y="146969"/>
                </a:cubicBezTo>
                <a:cubicBezTo>
                  <a:pt x="98418" y="152125"/>
                  <a:pt x="102291" y="156421"/>
                  <a:pt x="107455" y="156421"/>
                </a:cubicBezTo>
                <a:cubicBezTo>
                  <a:pt x="112618" y="156421"/>
                  <a:pt x="116921" y="152125"/>
                  <a:pt x="116921" y="146969"/>
                </a:cubicBezTo>
                <a:cubicBezTo>
                  <a:pt x="116921" y="142244"/>
                  <a:pt x="112618" y="137948"/>
                  <a:pt x="107455" y="137948"/>
                </a:cubicBezTo>
                <a:close/>
                <a:moveTo>
                  <a:pt x="207715" y="130645"/>
                </a:moveTo>
                <a:cubicBezTo>
                  <a:pt x="202982" y="130645"/>
                  <a:pt x="198679" y="134941"/>
                  <a:pt x="198679" y="140096"/>
                </a:cubicBezTo>
                <a:cubicBezTo>
                  <a:pt x="198679" y="145251"/>
                  <a:pt x="202982" y="149117"/>
                  <a:pt x="207715" y="149117"/>
                </a:cubicBezTo>
                <a:cubicBezTo>
                  <a:pt x="212879" y="149117"/>
                  <a:pt x="217182" y="145251"/>
                  <a:pt x="217182" y="140096"/>
                </a:cubicBezTo>
                <a:cubicBezTo>
                  <a:pt x="217182" y="134941"/>
                  <a:pt x="212879" y="130645"/>
                  <a:pt x="207715" y="130645"/>
                </a:cubicBezTo>
                <a:close/>
                <a:moveTo>
                  <a:pt x="489134" y="103150"/>
                </a:moveTo>
                <a:cubicBezTo>
                  <a:pt x="483970" y="103150"/>
                  <a:pt x="479667" y="107017"/>
                  <a:pt x="479667" y="112172"/>
                </a:cubicBezTo>
                <a:cubicBezTo>
                  <a:pt x="479667" y="117327"/>
                  <a:pt x="483970" y="121623"/>
                  <a:pt x="489134" y="121623"/>
                </a:cubicBezTo>
                <a:cubicBezTo>
                  <a:pt x="494297" y="121623"/>
                  <a:pt x="498600" y="117327"/>
                  <a:pt x="498600" y="112172"/>
                </a:cubicBezTo>
                <a:cubicBezTo>
                  <a:pt x="498600" y="107017"/>
                  <a:pt x="494297" y="103150"/>
                  <a:pt x="489134" y="103150"/>
                </a:cubicBezTo>
                <a:close/>
                <a:moveTo>
                  <a:pt x="489134" y="94558"/>
                </a:moveTo>
                <a:cubicBezTo>
                  <a:pt x="499030" y="94558"/>
                  <a:pt x="507206" y="102291"/>
                  <a:pt x="507206" y="112172"/>
                </a:cubicBezTo>
                <a:cubicBezTo>
                  <a:pt x="507206" y="122053"/>
                  <a:pt x="499030" y="130215"/>
                  <a:pt x="489134" y="130215"/>
                </a:cubicBezTo>
                <a:cubicBezTo>
                  <a:pt x="487843" y="130215"/>
                  <a:pt x="486552" y="129785"/>
                  <a:pt x="485261" y="129785"/>
                </a:cubicBezTo>
                <a:lnTo>
                  <a:pt x="445673" y="177471"/>
                </a:lnTo>
                <a:cubicBezTo>
                  <a:pt x="446533" y="179619"/>
                  <a:pt x="446964" y="181337"/>
                  <a:pt x="446964" y="183485"/>
                </a:cubicBezTo>
                <a:cubicBezTo>
                  <a:pt x="446964" y="193366"/>
                  <a:pt x="438788" y="201528"/>
                  <a:pt x="428891" y="201528"/>
                </a:cubicBezTo>
                <a:cubicBezTo>
                  <a:pt x="419855" y="201528"/>
                  <a:pt x="412109" y="194225"/>
                  <a:pt x="411249" y="185633"/>
                </a:cubicBezTo>
                <a:lnTo>
                  <a:pt x="366497" y="163294"/>
                </a:lnTo>
                <a:cubicBezTo>
                  <a:pt x="363485" y="165442"/>
                  <a:pt x="359612" y="167161"/>
                  <a:pt x="355309" y="167161"/>
                </a:cubicBezTo>
                <a:cubicBezTo>
                  <a:pt x="353158" y="167161"/>
                  <a:pt x="351006" y="166731"/>
                  <a:pt x="348855" y="165872"/>
                </a:cubicBezTo>
                <a:lnTo>
                  <a:pt x="304964" y="205824"/>
                </a:lnTo>
                <a:cubicBezTo>
                  <a:pt x="304964" y="206684"/>
                  <a:pt x="304964" y="207543"/>
                  <a:pt x="304964" y="208402"/>
                </a:cubicBezTo>
                <a:cubicBezTo>
                  <a:pt x="304964" y="218283"/>
                  <a:pt x="297218" y="226445"/>
                  <a:pt x="287321" y="226445"/>
                </a:cubicBezTo>
                <a:cubicBezTo>
                  <a:pt x="277424" y="226445"/>
                  <a:pt x="269249" y="218283"/>
                  <a:pt x="269249" y="208402"/>
                </a:cubicBezTo>
                <a:cubicBezTo>
                  <a:pt x="269249" y="207972"/>
                  <a:pt x="269679" y="207113"/>
                  <a:pt x="269679" y="206254"/>
                </a:cubicBezTo>
                <a:lnTo>
                  <a:pt x="214600" y="156421"/>
                </a:lnTo>
                <a:cubicBezTo>
                  <a:pt x="212449" y="157280"/>
                  <a:pt x="210297" y="157709"/>
                  <a:pt x="207715" y="157709"/>
                </a:cubicBezTo>
                <a:cubicBezTo>
                  <a:pt x="201691" y="157709"/>
                  <a:pt x="196097" y="154273"/>
                  <a:pt x="192655" y="149547"/>
                </a:cubicBezTo>
                <a:lnTo>
                  <a:pt x="123376" y="154702"/>
                </a:lnTo>
                <a:cubicBezTo>
                  <a:pt x="120794" y="160717"/>
                  <a:pt x="114770" y="165013"/>
                  <a:pt x="107455" y="165013"/>
                </a:cubicBezTo>
                <a:cubicBezTo>
                  <a:pt x="97558" y="165013"/>
                  <a:pt x="89812" y="156850"/>
                  <a:pt x="89812" y="146969"/>
                </a:cubicBezTo>
                <a:cubicBezTo>
                  <a:pt x="89812" y="137518"/>
                  <a:pt x="97558" y="129356"/>
                  <a:pt x="107455" y="129356"/>
                </a:cubicBezTo>
                <a:cubicBezTo>
                  <a:pt x="113909" y="129356"/>
                  <a:pt x="119503" y="132793"/>
                  <a:pt x="122515" y="137518"/>
                </a:cubicBezTo>
                <a:lnTo>
                  <a:pt x="191794" y="132363"/>
                </a:lnTo>
                <a:cubicBezTo>
                  <a:pt x="194806" y="126349"/>
                  <a:pt x="200830" y="122053"/>
                  <a:pt x="207715" y="122053"/>
                </a:cubicBezTo>
                <a:cubicBezTo>
                  <a:pt x="217612" y="122053"/>
                  <a:pt x="225788" y="130215"/>
                  <a:pt x="225788" y="140096"/>
                </a:cubicBezTo>
                <a:cubicBezTo>
                  <a:pt x="225788" y="140955"/>
                  <a:pt x="225788" y="142244"/>
                  <a:pt x="225358" y="143103"/>
                </a:cubicBezTo>
                <a:lnTo>
                  <a:pt x="279576" y="192507"/>
                </a:lnTo>
                <a:cubicBezTo>
                  <a:pt x="282158" y="191218"/>
                  <a:pt x="284740" y="190789"/>
                  <a:pt x="287321" y="190789"/>
                </a:cubicBezTo>
                <a:cubicBezTo>
                  <a:pt x="289903" y="190789"/>
                  <a:pt x="292055" y="191218"/>
                  <a:pt x="294206" y="192077"/>
                </a:cubicBezTo>
                <a:lnTo>
                  <a:pt x="337667" y="152554"/>
                </a:lnTo>
                <a:cubicBezTo>
                  <a:pt x="337667" y="151695"/>
                  <a:pt x="337667" y="150406"/>
                  <a:pt x="337667" y="149117"/>
                </a:cubicBezTo>
                <a:cubicBezTo>
                  <a:pt x="337667" y="139237"/>
                  <a:pt x="345412" y="131504"/>
                  <a:pt x="355309" y="131504"/>
                </a:cubicBezTo>
                <a:cubicBezTo>
                  <a:pt x="364346" y="131504"/>
                  <a:pt x="372091" y="138377"/>
                  <a:pt x="372952" y="146969"/>
                </a:cubicBezTo>
                <a:lnTo>
                  <a:pt x="418133" y="169738"/>
                </a:lnTo>
                <a:cubicBezTo>
                  <a:pt x="421146" y="167161"/>
                  <a:pt x="425018" y="165872"/>
                  <a:pt x="428891" y="165872"/>
                </a:cubicBezTo>
                <a:cubicBezTo>
                  <a:pt x="430182" y="165872"/>
                  <a:pt x="431473" y="165872"/>
                  <a:pt x="432764" y="166301"/>
                </a:cubicBezTo>
                <a:lnTo>
                  <a:pt x="472352" y="118186"/>
                </a:lnTo>
                <a:cubicBezTo>
                  <a:pt x="471921" y="116468"/>
                  <a:pt x="471061" y="114320"/>
                  <a:pt x="471061" y="112172"/>
                </a:cubicBezTo>
                <a:cubicBezTo>
                  <a:pt x="471061" y="102291"/>
                  <a:pt x="479237" y="94558"/>
                  <a:pt x="489134" y="94558"/>
                </a:cubicBezTo>
                <a:close/>
                <a:moveTo>
                  <a:pt x="53702" y="22772"/>
                </a:moveTo>
                <a:lnTo>
                  <a:pt x="53702" y="305917"/>
                </a:lnTo>
                <a:lnTo>
                  <a:pt x="542962" y="305917"/>
                </a:lnTo>
                <a:lnTo>
                  <a:pt x="542962" y="22772"/>
                </a:lnTo>
                <a:close/>
                <a:moveTo>
                  <a:pt x="53702" y="0"/>
                </a:moveTo>
                <a:lnTo>
                  <a:pt x="542962" y="0"/>
                </a:lnTo>
                <a:cubicBezTo>
                  <a:pt x="555871" y="0"/>
                  <a:pt x="566198" y="9882"/>
                  <a:pt x="566198" y="22772"/>
                </a:cubicBezTo>
                <a:lnTo>
                  <a:pt x="566198" y="305917"/>
                </a:lnTo>
                <a:cubicBezTo>
                  <a:pt x="566198" y="318806"/>
                  <a:pt x="555871" y="329118"/>
                  <a:pt x="542962" y="329118"/>
                </a:cubicBezTo>
                <a:lnTo>
                  <a:pt x="53702" y="329118"/>
                </a:lnTo>
                <a:cubicBezTo>
                  <a:pt x="40793" y="329118"/>
                  <a:pt x="30466" y="318806"/>
                  <a:pt x="30466" y="305917"/>
                </a:cubicBezTo>
                <a:lnTo>
                  <a:pt x="30466" y="22772"/>
                </a:lnTo>
                <a:cubicBezTo>
                  <a:pt x="30466" y="9882"/>
                  <a:pt x="40793" y="0"/>
                  <a:pt x="53702" y="0"/>
                </a:cubicBezTo>
                <a:close/>
              </a:path>
            </a:pathLst>
          </a:custGeom>
          <a:solidFill>
            <a:schemeClr val="bg1"/>
          </a:solidFill>
          <a:ln>
            <a:noFill/>
          </a:ln>
        </p:spPr>
      </p:sp>
      <p:sp>
        <p:nvSpPr>
          <p:cNvPr id="151" name="warning_94911"/>
          <p:cNvSpPr>
            <a:spLocks/>
          </p:cNvSpPr>
          <p:nvPr/>
        </p:nvSpPr>
        <p:spPr bwMode="gray">
          <a:xfrm>
            <a:off x="563783" y="3609618"/>
            <a:ext cx="202967" cy="202673"/>
          </a:xfrm>
          <a:custGeom>
            <a:avLst/>
            <a:gdLst>
              <a:gd name="T0" fmla="*/ 4733 w 4773"/>
              <a:gd name="T1" fmla="*/ 4096 h 4367"/>
              <a:gd name="T2" fmla="*/ 2541 w 4773"/>
              <a:gd name="T3" fmla="*/ 107 h 4367"/>
              <a:gd name="T4" fmla="*/ 2387 w 4773"/>
              <a:gd name="T5" fmla="*/ 0 h 4367"/>
              <a:gd name="T6" fmla="*/ 2232 w 4773"/>
              <a:gd name="T7" fmla="*/ 107 h 4367"/>
              <a:gd name="T8" fmla="*/ 40 w 4773"/>
              <a:gd name="T9" fmla="*/ 4096 h 4367"/>
              <a:gd name="T10" fmla="*/ 31 w 4773"/>
              <a:gd name="T11" fmla="*/ 4283 h 4367"/>
              <a:gd name="T12" fmla="*/ 202 w 4773"/>
              <a:gd name="T13" fmla="*/ 4367 h 4367"/>
              <a:gd name="T14" fmla="*/ 4571 w 4773"/>
              <a:gd name="T15" fmla="*/ 4367 h 4367"/>
              <a:gd name="T16" fmla="*/ 4742 w 4773"/>
              <a:gd name="T17" fmla="*/ 4283 h 4367"/>
              <a:gd name="T18" fmla="*/ 4733 w 4773"/>
              <a:gd name="T19" fmla="*/ 4096 h 4367"/>
              <a:gd name="T20" fmla="*/ 2064 w 4773"/>
              <a:gd name="T21" fmla="*/ 1055 h 4367"/>
              <a:gd name="T22" fmla="*/ 2111 w 4773"/>
              <a:gd name="T23" fmla="*/ 1034 h 4367"/>
              <a:gd name="T24" fmla="*/ 2656 w 4773"/>
              <a:gd name="T25" fmla="*/ 1034 h 4367"/>
              <a:gd name="T26" fmla="*/ 2703 w 4773"/>
              <a:gd name="T27" fmla="*/ 1055 h 4367"/>
              <a:gd name="T28" fmla="*/ 2721 w 4773"/>
              <a:gd name="T29" fmla="*/ 1104 h 4367"/>
              <a:gd name="T30" fmla="*/ 2652 w 4773"/>
              <a:gd name="T31" fmla="*/ 2965 h 4367"/>
              <a:gd name="T32" fmla="*/ 2583 w 4773"/>
              <a:gd name="T33" fmla="*/ 3034 h 4367"/>
              <a:gd name="T34" fmla="*/ 2179 w 4773"/>
              <a:gd name="T35" fmla="*/ 3034 h 4367"/>
              <a:gd name="T36" fmla="*/ 2111 w 4773"/>
              <a:gd name="T37" fmla="*/ 2966 h 4367"/>
              <a:gd name="T38" fmla="*/ 2046 w 4773"/>
              <a:gd name="T39" fmla="*/ 1105 h 4367"/>
              <a:gd name="T40" fmla="*/ 2064 w 4773"/>
              <a:gd name="T41" fmla="*/ 1055 h 4367"/>
              <a:gd name="T42" fmla="*/ 2386 w 4773"/>
              <a:gd name="T43" fmla="*/ 4013 h 4367"/>
              <a:gd name="T44" fmla="*/ 2026 w 4773"/>
              <a:gd name="T45" fmla="*/ 3635 h 4367"/>
              <a:gd name="T46" fmla="*/ 2381 w 4773"/>
              <a:gd name="T47" fmla="*/ 3252 h 4367"/>
              <a:gd name="T48" fmla="*/ 2737 w 4773"/>
              <a:gd name="T49" fmla="*/ 3635 h 4367"/>
              <a:gd name="T50" fmla="*/ 2386 w 4773"/>
              <a:gd name="T51" fmla="*/ 4013 h 4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73" h="4367">
                <a:moveTo>
                  <a:pt x="4733" y="4096"/>
                </a:moveTo>
                <a:lnTo>
                  <a:pt x="2541" y="107"/>
                </a:lnTo>
                <a:cubicBezTo>
                  <a:pt x="2504" y="39"/>
                  <a:pt x="2448" y="0"/>
                  <a:pt x="2387" y="0"/>
                </a:cubicBezTo>
                <a:cubicBezTo>
                  <a:pt x="2326" y="0"/>
                  <a:pt x="2269" y="39"/>
                  <a:pt x="2232" y="107"/>
                </a:cubicBezTo>
                <a:lnTo>
                  <a:pt x="40" y="4096"/>
                </a:lnTo>
                <a:cubicBezTo>
                  <a:pt x="3" y="4162"/>
                  <a:pt x="0" y="4231"/>
                  <a:pt x="31" y="4283"/>
                </a:cubicBezTo>
                <a:cubicBezTo>
                  <a:pt x="63" y="4337"/>
                  <a:pt x="125" y="4367"/>
                  <a:pt x="202" y="4367"/>
                </a:cubicBezTo>
                <a:lnTo>
                  <a:pt x="4571" y="4367"/>
                </a:lnTo>
                <a:cubicBezTo>
                  <a:pt x="4648" y="4367"/>
                  <a:pt x="4710" y="4337"/>
                  <a:pt x="4742" y="4283"/>
                </a:cubicBezTo>
                <a:cubicBezTo>
                  <a:pt x="4773" y="4231"/>
                  <a:pt x="4770" y="4162"/>
                  <a:pt x="4733" y="4096"/>
                </a:cubicBezTo>
                <a:close/>
                <a:moveTo>
                  <a:pt x="2064" y="1055"/>
                </a:moveTo>
                <a:cubicBezTo>
                  <a:pt x="2076" y="1043"/>
                  <a:pt x="2093" y="1034"/>
                  <a:pt x="2111" y="1034"/>
                </a:cubicBezTo>
                <a:lnTo>
                  <a:pt x="2656" y="1034"/>
                </a:lnTo>
                <a:cubicBezTo>
                  <a:pt x="2674" y="1034"/>
                  <a:pt x="2691" y="1043"/>
                  <a:pt x="2703" y="1055"/>
                </a:cubicBezTo>
                <a:cubicBezTo>
                  <a:pt x="2715" y="1068"/>
                  <a:pt x="2722" y="1086"/>
                  <a:pt x="2721" y="1104"/>
                </a:cubicBezTo>
                <a:lnTo>
                  <a:pt x="2652" y="2965"/>
                </a:lnTo>
                <a:cubicBezTo>
                  <a:pt x="2651" y="3002"/>
                  <a:pt x="2620" y="3034"/>
                  <a:pt x="2583" y="3034"/>
                </a:cubicBezTo>
                <a:lnTo>
                  <a:pt x="2179" y="3034"/>
                </a:lnTo>
                <a:cubicBezTo>
                  <a:pt x="2143" y="3034"/>
                  <a:pt x="2112" y="3002"/>
                  <a:pt x="2111" y="2966"/>
                </a:cubicBezTo>
                <a:lnTo>
                  <a:pt x="2046" y="1105"/>
                </a:lnTo>
                <a:cubicBezTo>
                  <a:pt x="2045" y="1087"/>
                  <a:pt x="2052" y="1068"/>
                  <a:pt x="2064" y="1055"/>
                </a:cubicBezTo>
                <a:close/>
                <a:moveTo>
                  <a:pt x="2386" y="4013"/>
                </a:moveTo>
                <a:cubicBezTo>
                  <a:pt x="2181" y="4013"/>
                  <a:pt x="2026" y="3850"/>
                  <a:pt x="2026" y="3635"/>
                </a:cubicBezTo>
                <a:cubicBezTo>
                  <a:pt x="2026" y="3417"/>
                  <a:pt x="2179" y="3252"/>
                  <a:pt x="2381" y="3252"/>
                </a:cubicBezTo>
                <a:cubicBezTo>
                  <a:pt x="2590" y="3252"/>
                  <a:pt x="2737" y="3409"/>
                  <a:pt x="2737" y="3635"/>
                </a:cubicBezTo>
                <a:cubicBezTo>
                  <a:pt x="2737" y="3857"/>
                  <a:pt x="2592" y="4013"/>
                  <a:pt x="2386" y="4013"/>
                </a:cubicBezTo>
                <a:close/>
              </a:path>
            </a:pathLst>
          </a:custGeom>
          <a:solidFill>
            <a:schemeClr val="bg1"/>
          </a:solidFill>
          <a:ln>
            <a:noFill/>
          </a:ln>
        </p:spPr>
      </p:sp>
      <p:sp>
        <p:nvSpPr>
          <p:cNvPr id="152" name="school-book_74303"/>
          <p:cNvSpPr>
            <a:spLocks/>
          </p:cNvSpPr>
          <p:nvPr/>
        </p:nvSpPr>
        <p:spPr bwMode="gray">
          <a:xfrm>
            <a:off x="585754" y="4574466"/>
            <a:ext cx="159024" cy="193920"/>
          </a:xfrm>
          <a:custGeom>
            <a:avLst/>
            <a:gdLst>
              <a:gd name="T0" fmla="*/ 532 w 3373"/>
              <a:gd name="T1" fmla="*/ 381 h 4441"/>
              <a:gd name="T2" fmla="*/ 3373 w 3373"/>
              <a:gd name="T3" fmla="*/ 381 h 4441"/>
              <a:gd name="T4" fmla="*/ 3373 w 3373"/>
              <a:gd name="T5" fmla="*/ 0 h 4441"/>
              <a:gd name="T6" fmla="*/ 532 w 3373"/>
              <a:gd name="T7" fmla="*/ 0 h 4441"/>
              <a:gd name="T8" fmla="*/ 0 w 3373"/>
              <a:gd name="T9" fmla="*/ 532 h 4441"/>
              <a:gd name="T10" fmla="*/ 0 w 3373"/>
              <a:gd name="T11" fmla="*/ 4012 h 4441"/>
              <a:gd name="T12" fmla="*/ 429 w 3373"/>
              <a:gd name="T13" fmla="*/ 4441 h 4441"/>
              <a:gd name="T14" fmla="*/ 3373 w 3373"/>
              <a:gd name="T15" fmla="*/ 4441 h 4441"/>
              <a:gd name="T16" fmla="*/ 3373 w 3373"/>
              <a:gd name="T17" fmla="*/ 683 h 4441"/>
              <a:gd name="T18" fmla="*/ 532 w 3373"/>
              <a:gd name="T19" fmla="*/ 683 h 4441"/>
              <a:gd name="T20" fmla="*/ 381 w 3373"/>
              <a:gd name="T21" fmla="*/ 532 h 4441"/>
              <a:gd name="T22" fmla="*/ 532 w 3373"/>
              <a:gd name="T23" fmla="*/ 381 h 4441"/>
              <a:gd name="T24" fmla="*/ 1397 w 3373"/>
              <a:gd name="T25" fmla="*/ 3011 h 4441"/>
              <a:gd name="T26" fmla="*/ 2854 w 3373"/>
              <a:gd name="T27" fmla="*/ 3011 h 4441"/>
              <a:gd name="T28" fmla="*/ 2854 w 3373"/>
              <a:gd name="T29" fmla="*/ 3794 h 4441"/>
              <a:gd name="T30" fmla="*/ 1397 w 3373"/>
              <a:gd name="T31" fmla="*/ 3794 h 4441"/>
              <a:gd name="T32" fmla="*/ 1397 w 3373"/>
              <a:gd name="T33" fmla="*/ 3011 h 4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373" h="4441">
                <a:moveTo>
                  <a:pt x="532" y="381"/>
                </a:moveTo>
                <a:lnTo>
                  <a:pt x="3373" y="381"/>
                </a:lnTo>
                <a:lnTo>
                  <a:pt x="3373" y="0"/>
                </a:lnTo>
                <a:lnTo>
                  <a:pt x="532" y="0"/>
                </a:lnTo>
                <a:cubicBezTo>
                  <a:pt x="239" y="0"/>
                  <a:pt x="0" y="239"/>
                  <a:pt x="0" y="532"/>
                </a:cubicBezTo>
                <a:lnTo>
                  <a:pt x="0" y="4012"/>
                </a:lnTo>
                <a:cubicBezTo>
                  <a:pt x="0" y="4248"/>
                  <a:pt x="192" y="4441"/>
                  <a:pt x="429" y="4441"/>
                </a:cubicBezTo>
                <a:lnTo>
                  <a:pt x="3373" y="4441"/>
                </a:lnTo>
                <a:lnTo>
                  <a:pt x="3373" y="683"/>
                </a:lnTo>
                <a:lnTo>
                  <a:pt x="532" y="683"/>
                </a:lnTo>
                <a:cubicBezTo>
                  <a:pt x="449" y="683"/>
                  <a:pt x="381" y="616"/>
                  <a:pt x="381" y="532"/>
                </a:cubicBezTo>
                <a:cubicBezTo>
                  <a:pt x="381" y="449"/>
                  <a:pt x="449" y="381"/>
                  <a:pt x="532" y="381"/>
                </a:cubicBezTo>
                <a:close/>
                <a:moveTo>
                  <a:pt x="1397" y="3011"/>
                </a:moveTo>
                <a:lnTo>
                  <a:pt x="2854" y="3011"/>
                </a:lnTo>
                <a:lnTo>
                  <a:pt x="2854" y="3794"/>
                </a:lnTo>
                <a:lnTo>
                  <a:pt x="1397" y="3794"/>
                </a:lnTo>
                <a:lnTo>
                  <a:pt x="1397" y="3011"/>
                </a:lnTo>
                <a:close/>
              </a:path>
            </a:pathLst>
          </a:custGeom>
          <a:solidFill>
            <a:schemeClr val="bg1"/>
          </a:solidFill>
          <a:ln>
            <a:noFill/>
          </a:ln>
        </p:spPr>
      </p:sp>
      <p:pic>
        <p:nvPicPr>
          <p:cNvPr id="61" name="图片 60"/>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5165695" y="3982987"/>
            <a:ext cx="539789" cy="442627"/>
          </a:xfrm>
          <a:prstGeom prst="rect">
            <a:avLst/>
          </a:prstGeom>
          <a:noFill/>
          <a:ln>
            <a:noFill/>
          </a:ln>
        </p:spPr>
      </p:pic>
      <p:pic>
        <p:nvPicPr>
          <p:cNvPr id="62" name="图片 61"/>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7848746" y="3982987"/>
            <a:ext cx="539789" cy="442627"/>
          </a:xfrm>
          <a:prstGeom prst="rect">
            <a:avLst/>
          </a:prstGeom>
          <a:noFill/>
          <a:ln>
            <a:noFill/>
          </a:ln>
        </p:spPr>
      </p:pic>
      <p:cxnSp>
        <p:nvCxnSpPr>
          <p:cNvPr id="63" name="直接连接符 62"/>
          <p:cNvCxnSpPr>
            <a:stCxn id="61" idx="2"/>
            <a:endCxn id="65" idx="1"/>
          </p:cNvCxnSpPr>
          <p:nvPr/>
        </p:nvCxnSpPr>
        <p:spPr bwMode="gray">
          <a:xfrm>
            <a:off x="5435591" y="4425614"/>
            <a:ext cx="1071630" cy="10568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stCxn id="62" idx="2"/>
            <a:endCxn id="65" idx="3"/>
          </p:cNvCxnSpPr>
          <p:nvPr/>
        </p:nvCxnSpPr>
        <p:spPr bwMode="gray">
          <a:xfrm flipH="1">
            <a:off x="7047010" y="4425614"/>
            <a:ext cx="1071631" cy="10568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5" name="图片 64"/>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6507220" y="5261162"/>
            <a:ext cx="539789" cy="442627"/>
          </a:xfrm>
          <a:prstGeom prst="rect">
            <a:avLst/>
          </a:prstGeom>
          <a:noFill/>
          <a:ln>
            <a:noFill/>
          </a:ln>
        </p:spPr>
      </p:pic>
      <p:sp>
        <p:nvSpPr>
          <p:cNvPr id="67" name="Freeform 159"/>
          <p:cNvSpPr/>
          <p:nvPr/>
        </p:nvSpPr>
        <p:spPr bwMode="gray">
          <a:xfrm flipH="1">
            <a:off x="4996241" y="2792000"/>
            <a:ext cx="878700" cy="47484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b="1" dirty="0">
              <a:solidFill>
                <a:schemeClr val="tx1"/>
              </a:solidFill>
            </a:endParaRPr>
          </a:p>
        </p:txBody>
      </p:sp>
      <p:sp>
        <p:nvSpPr>
          <p:cNvPr id="68" name="矩形 67"/>
          <p:cNvSpPr/>
          <p:nvPr/>
        </p:nvSpPr>
        <p:spPr bwMode="gray">
          <a:xfrm>
            <a:off x="4962526" y="2931837"/>
            <a:ext cx="942519" cy="307657"/>
          </a:xfrm>
          <a:prstGeom prst="rect">
            <a:avLst/>
          </a:prstGeom>
        </p:spPr>
        <p:txBody>
          <a:bodyPr wrap="none">
            <a:spAutoFit/>
          </a:bodyPr>
          <a:lstStyle/>
          <a:p>
            <a:pPr lvl="0" algn="ctr"/>
            <a:r>
              <a:rPr lang="en-US" altLang="zh-CN" sz="1399" b="1" dirty="0">
                <a:solidFill>
                  <a:prstClr val="black"/>
                </a:solidFill>
              </a:rPr>
              <a:t>Network</a:t>
            </a:r>
          </a:p>
        </p:txBody>
      </p:sp>
      <p:sp>
        <p:nvSpPr>
          <p:cNvPr id="69" name="Freeform 159"/>
          <p:cNvSpPr/>
          <p:nvPr/>
        </p:nvSpPr>
        <p:spPr bwMode="gray">
          <a:xfrm flipH="1">
            <a:off x="7679292" y="2792000"/>
            <a:ext cx="878700" cy="47484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b="1" dirty="0">
              <a:solidFill>
                <a:schemeClr val="tx1"/>
              </a:solidFill>
            </a:endParaRPr>
          </a:p>
        </p:txBody>
      </p:sp>
      <p:sp>
        <p:nvSpPr>
          <p:cNvPr id="70" name="矩形 69"/>
          <p:cNvSpPr/>
          <p:nvPr/>
        </p:nvSpPr>
        <p:spPr bwMode="gray">
          <a:xfrm>
            <a:off x="7645577" y="2931837"/>
            <a:ext cx="942519" cy="307657"/>
          </a:xfrm>
          <a:prstGeom prst="rect">
            <a:avLst/>
          </a:prstGeom>
        </p:spPr>
        <p:txBody>
          <a:bodyPr wrap="none">
            <a:spAutoFit/>
          </a:bodyPr>
          <a:lstStyle/>
          <a:p>
            <a:pPr lvl="0" algn="ctr"/>
            <a:r>
              <a:rPr lang="en-US" altLang="zh-CN" sz="1399" b="1" dirty="0">
                <a:solidFill>
                  <a:prstClr val="black"/>
                </a:solidFill>
              </a:rPr>
              <a:t>Network</a:t>
            </a:r>
          </a:p>
        </p:txBody>
      </p:sp>
      <p:sp>
        <p:nvSpPr>
          <p:cNvPr id="77" name="矩形 76"/>
          <p:cNvSpPr/>
          <p:nvPr/>
        </p:nvSpPr>
        <p:spPr bwMode="gray">
          <a:xfrm>
            <a:off x="6069505" y="3534898"/>
            <a:ext cx="1415219" cy="338422"/>
          </a:xfrm>
          <a:prstGeom prst="rect">
            <a:avLst/>
          </a:prstGeom>
        </p:spPr>
        <p:txBody>
          <a:bodyPr wrap="none">
            <a:spAutoFit/>
          </a:bodyPr>
          <a:lstStyle/>
          <a:p>
            <a:pPr defTabSz="914034">
              <a:defRPr/>
            </a:pPr>
            <a:r>
              <a:rPr lang="zh-CN" altLang="en-US" sz="1599" kern="0" dirty="0">
                <a:solidFill>
                  <a:prstClr val="black"/>
                </a:solidFill>
                <a:sym typeface="Huawei Sans" panose="020C0503030203020204" pitchFamily="34" charset="0"/>
              </a:rPr>
              <a:t>流量大小观察</a:t>
            </a:r>
          </a:p>
        </p:txBody>
      </p:sp>
      <p:cxnSp>
        <p:nvCxnSpPr>
          <p:cNvPr id="78" name="直接箭头连接符 77"/>
          <p:cNvCxnSpPr>
            <a:stCxn id="77" idx="3"/>
            <a:endCxn id="53" idx="1"/>
          </p:cNvCxnSpPr>
          <p:nvPr/>
        </p:nvCxnSpPr>
        <p:spPr bwMode="gray">
          <a:xfrm>
            <a:off x="7484724" y="3704109"/>
            <a:ext cx="575804" cy="222570"/>
          </a:xfrm>
          <a:prstGeom prst="straightConnector1">
            <a:avLst/>
          </a:prstGeom>
          <a:noFill/>
          <a:ln w="12700" cap="flat" cmpd="sng" algn="ctr">
            <a:solidFill>
              <a:sysClr val="window" lastClr="FFFFFF">
                <a:lumMod val="65000"/>
              </a:sysClr>
            </a:solidFill>
            <a:prstDash val="solid"/>
            <a:miter lim="800000"/>
            <a:tailEnd type="triangle"/>
          </a:ln>
          <a:effectLst/>
        </p:spPr>
      </p:cxnSp>
      <p:cxnSp>
        <p:nvCxnSpPr>
          <p:cNvPr id="79" name="直接箭头连接符 78"/>
          <p:cNvCxnSpPr>
            <a:stCxn id="77" idx="2"/>
            <a:endCxn id="52" idx="7"/>
          </p:cNvCxnSpPr>
          <p:nvPr/>
        </p:nvCxnSpPr>
        <p:spPr bwMode="gray">
          <a:xfrm>
            <a:off x="6777115" y="3873320"/>
            <a:ext cx="309999" cy="1567800"/>
          </a:xfrm>
          <a:prstGeom prst="straightConnector1">
            <a:avLst/>
          </a:prstGeom>
          <a:noFill/>
          <a:ln w="12700" cap="flat" cmpd="sng" algn="ctr">
            <a:solidFill>
              <a:sysClr val="window" lastClr="FFFFFF">
                <a:lumMod val="65000"/>
              </a:sysClr>
            </a:solidFill>
            <a:prstDash val="solid"/>
            <a:miter lim="800000"/>
            <a:tailEnd type="triangle"/>
          </a:ln>
          <a:effectLst/>
        </p:spPr>
      </p:cxnSp>
      <p:cxnSp>
        <p:nvCxnSpPr>
          <p:cNvPr id="80" name="直接箭头连接符 79"/>
          <p:cNvCxnSpPr>
            <a:stCxn id="77" idx="2"/>
            <a:endCxn id="51" idx="1"/>
          </p:cNvCxnSpPr>
          <p:nvPr/>
        </p:nvCxnSpPr>
        <p:spPr bwMode="gray">
          <a:xfrm flipH="1">
            <a:off x="6466354" y="3873320"/>
            <a:ext cx="310761" cy="1567801"/>
          </a:xfrm>
          <a:prstGeom prst="straightConnector1">
            <a:avLst/>
          </a:prstGeom>
          <a:noFill/>
          <a:ln w="12700" cap="flat" cmpd="sng" algn="ctr">
            <a:solidFill>
              <a:sysClr val="window" lastClr="FFFFFF">
                <a:lumMod val="65000"/>
              </a:sysClr>
            </a:solidFill>
            <a:prstDash val="solid"/>
            <a:miter lim="800000"/>
            <a:tailEnd type="triangle"/>
          </a:ln>
          <a:effectLst/>
        </p:spPr>
      </p:cxnSp>
      <p:cxnSp>
        <p:nvCxnSpPr>
          <p:cNvPr id="81" name="直接箭头连接符 80"/>
          <p:cNvCxnSpPr>
            <a:stCxn id="77" idx="1"/>
            <a:endCxn id="50" idx="7"/>
          </p:cNvCxnSpPr>
          <p:nvPr/>
        </p:nvCxnSpPr>
        <p:spPr bwMode="gray">
          <a:xfrm flipH="1">
            <a:off x="5490093" y="3704109"/>
            <a:ext cx="579412" cy="226693"/>
          </a:xfrm>
          <a:prstGeom prst="straightConnector1">
            <a:avLst/>
          </a:prstGeom>
          <a:noFill/>
          <a:ln w="12700" cap="flat" cmpd="sng" algn="ctr">
            <a:solidFill>
              <a:sysClr val="window" lastClr="FFFFFF">
                <a:lumMod val="65000"/>
              </a:sysClr>
            </a:solidFill>
            <a:prstDash val="solid"/>
            <a:miter lim="800000"/>
            <a:tailEnd type="triangle"/>
          </a:ln>
          <a:effectLst/>
        </p:spPr>
      </p:cxnSp>
      <p:sp>
        <p:nvSpPr>
          <p:cNvPr id="47" name="五边形 153"/>
          <p:cNvSpPr/>
          <p:nvPr/>
        </p:nvSpPr>
        <p:spPr bwMode="gray">
          <a:xfrm>
            <a:off x="8150785" y="113221"/>
            <a:ext cx="1259508" cy="213037"/>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准备阶段</a:t>
            </a:r>
          </a:p>
        </p:txBody>
      </p:sp>
      <p:sp>
        <p:nvSpPr>
          <p:cNvPr id="48" name="燕尾形 154"/>
          <p:cNvSpPr/>
          <p:nvPr/>
        </p:nvSpPr>
        <p:spPr bwMode="gray">
          <a:xfrm>
            <a:off x="9320182"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实施阶段</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155"/>
          <p:cNvSpPr/>
          <p:nvPr/>
        </p:nvSpPr>
        <p:spPr bwMode="gray">
          <a:xfrm>
            <a:off x="10489579"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收尾阶段</a:t>
            </a:r>
          </a:p>
        </p:txBody>
      </p:sp>
      <p:sp>
        <p:nvSpPr>
          <p:cNvPr id="50" name="Oval 41">
            <a:extLst>
              <a:ext uri="{FF2B5EF4-FFF2-40B4-BE49-F238E27FC236}">
                <a16:creationId xmlns:a16="http://schemas.microsoft.com/office/drawing/2014/main" id="{21F6D396-50E1-4F14-BD8E-FC253F7E8575}"/>
              </a:ext>
            </a:extLst>
          </p:cNvPr>
          <p:cNvSpPr>
            <a:spLocks noChangeAspect="1"/>
          </p:cNvSpPr>
          <p:nvPr/>
        </p:nvSpPr>
        <p:spPr bwMode="gray">
          <a:xfrm>
            <a:off x="5354155" y="3907479"/>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51" name="Oval 41">
            <a:extLst>
              <a:ext uri="{FF2B5EF4-FFF2-40B4-BE49-F238E27FC236}">
                <a16:creationId xmlns:a16="http://schemas.microsoft.com/office/drawing/2014/main" id="{21F6D396-50E1-4F14-BD8E-FC253F7E8575}"/>
              </a:ext>
            </a:extLst>
          </p:cNvPr>
          <p:cNvSpPr>
            <a:spLocks noChangeAspect="1"/>
          </p:cNvSpPr>
          <p:nvPr/>
        </p:nvSpPr>
        <p:spPr bwMode="gray">
          <a:xfrm>
            <a:off x="6443031" y="5417798"/>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52" name="Oval 41">
            <a:extLst>
              <a:ext uri="{FF2B5EF4-FFF2-40B4-BE49-F238E27FC236}">
                <a16:creationId xmlns:a16="http://schemas.microsoft.com/office/drawing/2014/main" id="{21F6D396-50E1-4F14-BD8E-FC253F7E8575}"/>
              </a:ext>
            </a:extLst>
          </p:cNvPr>
          <p:cNvSpPr>
            <a:spLocks noChangeAspect="1"/>
          </p:cNvSpPr>
          <p:nvPr/>
        </p:nvSpPr>
        <p:spPr bwMode="gray">
          <a:xfrm>
            <a:off x="6951176" y="5417797"/>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53" name="Oval 41">
            <a:extLst>
              <a:ext uri="{FF2B5EF4-FFF2-40B4-BE49-F238E27FC236}">
                <a16:creationId xmlns:a16="http://schemas.microsoft.com/office/drawing/2014/main" id="{21F6D396-50E1-4F14-BD8E-FC253F7E8575}"/>
              </a:ext>
            </a:extLst>
          </p:cNvPr>
          <p:cNvSpPr>
            <a:spLocks noChangeAspect="1"/>
          </p:cNvSpPr>
          <p:nvPr/>
        </p:nvSpPr>
        <p:spPr bwMode="gray">
          <a:xfrm>
            <a:off x="8037205" y="3903356"/>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Tree>
    <p:custDataLst>
      <p:tags r:id="rId1"/>
    </p:custDataLst>
    <p:extLst>
      <p:ext uri="{BB962C8B-B14F-4D97-AF65-F5344CB8AC3E}">
        <p14:creationId xmlns:p14="http://schemas.microsoft.com/office/powerpoint/2010/main" val="23616455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现网硬件环境观察</a:t>
            </a:r>
          </a:p>
        </p:txBody>
      </p:sp>
      <p:sp>
        <p:nvSpPr>
          <p:cNvPr id="60" name="文本占位符 3"/>
          <p:cNvSpPr>
            <a:spLocks noGrp="1"/>
          </p:cNvSpPr>
          <p:nvPr>
            <p:ph type="body" sz="quarter" idx="10"/>
          </p:nvPr>
        </p:nvSpPr>
        <p:spPr bwMode="gray">
          <a:xfrm>
            <a:off x="2153265" y="1047750"/>
            <a:ext cx="9595822" cy="4879805"/>
          </a:xfrm>
        </p:spPr>
        <p:txBody>
          <a:bodyPr/>
          <a:lstStyle/>
          <a:p>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在调研的最后阶段还需要对网络的现场环境进行观察，主要包括以下内容：</a:t>
            </a:r>
            <a:endParaRPr lang="en-US" altLang="zh-CN" sz="1799"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599" dirty="0">
                <a:sym typeface="Huawei Sans" panose="020C0503030203020204" pitchFamily="34" charset="0"/>
              </a:rPr>
              <a:t>光纤接口对应关系</a:t>
            </a:r>
            <a:endParaRPr lang="en-US" altLang="zh-CN" sz="1599" dirty="0">
              <a:sym typeface="Huawei Sans" panose="020C0503030203020204" pitchFamily="34" charset="0"/>
            </a:endParaRPr>
          </a:p>
          <a:p>
            <a:pPr lvl="1"/>
            <a:r>
              <a:rPr lang="en-US" altLang="zh-CN" sz="1599" dirty="0">
                <a:sym typeface="Huawei Sans" panose="020C0503030203020204" pitchFamily="34" charset="0"/>
              </a:rPr>
              <a:t>ODF</a:t>
            </a:r>
            <a:r>
              <a:rPr lang="zh-CN" altLang="en-US" sz="1599" dirty="0">
                <a:sym typeface="Huawei Sans" panose="020C0503030203020204" pitchFamily="34" charset="0"/>
              </a:rPr>
              <a:t>位置</a:t>
            </a:r>
            <a:endParaRPr lang="en-US" altLang="zh-CN" sz="1599" dirty="0">
              <a:sym typeface="Huawei Sans" panose="020C0503030203020204" pitchFamily="34" charset="0"/>
            </a:endParaRPr>
          </a:p>
          <a:p>
            <a:pPr lvl="1"/>
            <a:r>
              <a:rPr lang="zh-CN" altLang="en-US" sz="1599" dirty="0">
                <a:sym typeface="Huawei Sans" panose="020C0503030203020204" pitchFamily="34" charset="0"/>
              </a:rPr>
              <a:t>接口标识</a:t>
            </a:r>
            <a:endParaRPr lang="en-US" altLang="zh-CN" sz="1599" dirty="0">
              <a:sym typeface="Huawei Sans" panose="020C0503030203020204" pitchFamily="34" charset="0"/>
            </a:endParaRPr>
          </a:p>
          <a:p>
            <a:pPr marL="335996" indent="-285636"/>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对现网环境的观察便于割接时操作，同时相应的接口对应关系要进行记录，涉及到设备替换、线缆替换等割接操作便于割接完进行检查。</a:t>
            </a:r>
          </a:p>
        </p:txBody>
      </p:sp>
      <p:sp>
        <p:nvSpPr>
          <p:cNvPr id="111" name="isḻïḑe">
            <a:extLst>
              <a:ext uri="{FF2B5EF4-FFF2-40B4-BE49-F238E27FC236}">
                <a16:creationId xmlns:a16="http://schemas.microsoft.com/office/drawing/2014/main" id="{24CBC826-002E-4B71-8291-B729E4BED0E3}"/>
              </a:ext>
            </a:extLst>
          </p:cNvPr>
          <p:cNvSpPr txBox="1"/>
          <p:nvPr/>
        </p:nvSpPr>
        <p:spPr bwMode="gray">
          <a:xfrm>
            <a:off x="836816" y="1587659"/>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pPr algn="l"/>
            <a:r>
              <a:rPr lang="zh-CN" altLang="en-US" sz="1399" dirty="0"/>
              <a:t>项目调研</a:t>
            </a:r>
            <a:endParaRPr lang="en-US" altLang="zh-CN" sz="1399" dirty="0"/>
          </a:p>
        </p:txBody>
      </p:sp>
      <p:sp>
        <p:nvSpPr>
          <p:cNvPr id="112" name="ïšļïďe">
            <a:extLst>
              <a:ext uri="{FF2B5EF4-FFF2-40B4-BE49-F238E27FC236}">
                <a16:creationId xmlns:a16="http://schemas.microsoft.com/office/drawing/2014/main" id="{FB41FAD4-0BA5-4580-B72E-A6BFF22F8784}"/>
              </a:ext>
            </a:extLst>
          </p:cNvPr>
          <p:cNvSpPr txBox="1"/>
          <p:nvPr/>
        </p:nvSpPr>
        <p:spPr bwMode="gray">
          <a:xfrm>
            <a:off x="836816" y="2542190"/>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pPr algn="l"/>
            <a:r>
              <a:rPr lang="zh-CN" altLang="en-US" sz="1399" dirty="0"/>
              <a:t>项目分析</a:t>
            </a:r>
            <a:endParaRPr lang="en-US" altLang="zh-CN" sz="1399" dirty="0"/>
          </a:p>
        </p:txBody>
      </p:sp>
      <p:sp>
        <p:nvSpPr>
          <p:cNvPr id="113" name="ïṧļíḍê">
            <a:extLst>
              <a:ext uri="{FF2B5EF4-FFF2-40B4-BE49-F238E27FC236}">
                <a16:creationId xmlns:a16="http://schemas.microsoft.com/office/drawing/2014/main" id="{D1BCCD92-D45A-41F7-960F-30FC35568CBF}"/>
              </a:ext>
            </a:extLst>
          </p:cNvPr>
          <p:cNvSpPr txBox="1"/>
          <p:nvPr/>
        </p:nvSpPr>
        <p:spPr bwMode="gray">
          <a:xfrm>
            <a:off x="836816" y="3496721"/>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lnSpc>
                <a:spcPct val="100000"/>
              </a:lnSpc>
              <a:spcBef>
                <a:spcPct val="0"/>
              </a:spcBef>
            </a:pPr>
            <a:r>
              <a:rPr lang="zh-CN" altLang="en-US" sz="1399" dirty="0">
                <a:solidFill>
                  <a:schemeClr val="bg1">
                    <a:lumMod val="65000"/>
                  </a:schemeClr>
                </a:solidFill>
              </a:rPr>
              <a:t>风险评估</a:t>
            </a:r>
            <a:endParaRPr lang="en-US" altLang="zh-CN" sz="1399" dirty="0">
              <a:solidFill>
                <a:schemeClr val="bg1">
                  <a:lumMod val="65000"/>
                </a:schemeClr>
              </a:solidFill>
            </a:endParaRPr>
          </a:p>
        </p:txBody>
      </p:sp>
      <p:sp>
        <p:nvSpPr>
          <p:cNvPr id="114" name="îş1iḍê">
            <a:extLst>
              <a:ext uri="{FF2B5EF4-FFF2-40B4-BE49-F238E27FC236}">
                <a16:creationId xmlns:a16="http://schemas.microsoft.com/office/drawing/2014/main" id="{F0B068A5-560A-4DB9-9ABC-E179FB4B53B1}"/>
              </a:ext>
            </a:extLst>
          </p:cNvPr>
          <p:cNvSpPr txBox="1"/>
          <p:nvPr/>
        </p:nvSpPr>
        <p:spPr bwMode="gray">
          <a:xfrm>
            <a:off x="836816" y="4451252"/>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lnSpc>
                <a:spcPct val="100000"/>
              </a:lnSpc>
              <a:spcBef>
                <a:spcPct val="0"/>
              </a:spcBef>
            </a:pPr>
            <a:r>
              <a:rPr lang="zh-CN" altLang="en-US" sz="1399" dirty="0">
                <a:solidFill>
                  <a:schemeClr val="bg1">
                    <a:lumMod val="65000"/>
                  </a:schemeClr>
                </a:solidFill>
              </a:rPr>
              <a:t>输出割接方案</a:t>
            </a:r>
            <a:endParaRPr lang="en-US" altLang="zh-CN" sz="1399" dirty="0">
              <a:solidFill>
                <a:schemeClr val="bg1">
                  <a:lumMod val="65000"/>
                </a:schemeClr>
              </a:solidFill>
            </a:endParaRPr>
          </a:p>
        </p:txBody>
      </p:sp>
      <p:sp>
        <p:nvSpPr>
          <p:cNvPr id="115" name="íşḻïďe">
            <a:extLst>
              <a:ext uri="{FF2B5EF4-FFF2-40B4-BE49-F238E27FC236}">
                <a16:creationId xmlns:a16="http://schemas.microsoft.com/office/drawing/2014/main" id="{05246D82-A4F5-42F2-854D-C3D348D160CE}"/>
              </a:ext>
            </a:extLst>
          </p:cNvPr>
          <p:cNvSpPr txBox="1"/>
          <p:nvPr/>
        </p:nvSpPr>
        <p:spPr bwMode="gray">
          <a:xfrm>
            <a:off x="836816" y="5405783"/>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lnSpc>
                <a:spcPct val="100000"/>
              </a:lnSpc>
              <a:spcBef>
                <a:spcPct val="0"/>
              </a:spcBef>
            </a:pPr>
            <a:r>
              <a:rPr lang="zh-CN" altLang="en-US" sz="1399" dirty="0">
                <a:solidFill>
                  <a:schemeClr val="bg1">
                    <a:lumMod val="65000"/>
                  </a:schemeClr>
                </a:solidFill>
              </a:rPr>
              <a:t>方案验证、评审</a:t>
            </a:r>
            <a:endParaRPr lang="en-US" altLang="zh-CN" sz="1399" dirty="0">
              <a:solidFill>
                <a:schemeClr val="bg1">
                  <a:lumMod val="65000"/>
                </a:schemeClr>
              </a:solidFill>
            </a:endParaRPr>
          </a:p>
        </p:txBody>
      </p:sp>
      <p:cxnSp>
        <p:nvCxnSpPr>
          <p:cNvPr id="117" name="直接连接符 116">
            <a:extLst>
              <a:ext uri="{FF2B5EF4-FFF2-40B4-BE49-F238E27FC236}">
                <a16:creationId xmlns:a16="http://schemas.microsoft.com/office/drawing/2014/main" id="{4AA622A8-8183-4782-A4A5-6DF01B92BB53}"/>
              </a:ext>
            </a:extLst>
          </p:cNvPr>
          <p:cNvCxnSpPr/>
          <p:nvPr/>
        </p:nvCxnSpPr>
        <p:spPr bwMode="gray">
          <a:xfrm>
            <a:off x="665266" y="1435263"/>
            <a:ext cx="0" cy="4689414"/>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26" name="iṩ1îdè">
            <a:extLst>
              <a:ext uri="{FF2B5EF4-FFF2-40B4-BE49-F238E27FC236}">
                <a16:creationId xmlns:a16="http://schemas.microsoft.com/office/drawing/2014/main" id="{7F2033B8-3D85-4EBC-B06A-35DC8DC5989D}"/>
              </a:ext>
            </a:extLst>
          </p:cNvPr>
          <p:cNvSpPr/>
          <p:nvPr/>
        </p:nvSpPr>
        <p:spPr bwMode="gray">
          <a:xfrm rot="10800000" flipV="1">
            <a:off x="485337" y="3536319"/>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377" rtl="0" eaLnBrk="1" latinLnBrk="0" hangingPunct="1">
              <a:defRPr sz="1800" kern="1200">
                <a:solidFill>
                  <a:schemeClr val="lt1"/>
                </a:solidFill>
              </a:defRPr>
            </a:lvl1pPr>
            <a:lvl2pPr marL="457189" algn="l" defTabSz="914377" rtl="0" eaLnBrk="1" latinLnBrk="0" hangingPunct="1">
              <a:defRPr sz="1800" kern="1200">
                <a:solidFill>
                  <a:schemeClr val="lt1"/>
                </a:solidFill>
              </a:defRPr>
            </a:lvl2pPr>
            <a:lvl3pPr marL="914377" algn="l" defTabSz="914377" rtl="0" eaLnBrk="1" latinLnBrk="0" hangingPunct="1">
              <a:defRPr sz="1800" kern="1200">
                <a:solidFill>
                  <a:schemeClr val="lt1"/>
                </a:solidFill>
              </a:defRPr>
            </a:lvl3pPr>
            <a:lvl4pPr marL="1371566" algn="l" defTabSz="914377" rtl="0" eaLnBrk="1" latinLnBrk="0" hangingPunct="1">
              <a:defRPr sz="1800" kern="1200">
                <a:solidFill>
                  <a:schemeClr val="lt1"/>
                </a:solidFill>
              </a:defRPr>
            </a:lvl4pPr>
            <a:lvl5pPr marL="1828754" algn="l" defTabSz="914377" rtl="0" eaLnBrk="1" latinLnBrk="0" hangingPunct="1">
              <a:defRPr sz="1800" kern="1200">
                <a:solidFill>
                  <a:schemeClr val="lt1"/>
                </a:solidFill>
              </a:defRPr>
            </a:lvl5pPr>
            <a:lvl6pPr marL="2285943" algn="l" defTabSz="914377" rtl="0" eaLnBrk="1" latinLnBrk="0" hangingPunct="1">
              <a:defRPr sz="1800" kern="1200">
                <a:solidFill>
                  <a:schemeClr val="lt1"/>
                </a:solidFill>
              </a:defRPr>
            </a:lvl6pPr>
            <a:lvl7pPr marL="2743131" algn="l" defTabSz="914377" rtl="0" eaLnBrk="1" latinLnBrk="0" hangingPunct="1">
              <a:defRPr sz="1800" kern="1200">
                <a:solidFill>
                  <a:schemeClr val="lt1"/>
                </a:solidFill>
              </a:defRPr>
            </a:lvl7pPr>
            <a:lvl8pPr marL="3200320" algn="l" defTabSz="914377" rtl="0" eaLnBrk="1" latinLnBrk="0" hangingPunct="1">
              <a:defRPr sz="1800" kern="1200">
                <a:solidFill>
                  <a:schemeClr val="lt1"/>
                </a:solidFill>
              </a:defRPr>
            </a:lvl8pPr>
            <a:lvl9pPr marL="3657509" algn="l" defTabSz="914377" rtl="0" eaLnBrk="1" latinLnBrk="0" hangingPunct="1">
              <a:defRPr sz="1800" kern="1200">
                <a:solidFill>
                  <a:schemeClr val="lt1"/>
                </a:solidFill>
              </a:defRPr>
            </a:lvl9pPr>
          </a:lstStyle>
          <a:p>
            <a:pPr algn="ctr"/>
            <a:endParaRPr sz="1799"/>
          </a:p>
        </p:txBody>
      </p:sp>
      <p:sp>
        <p:nvSpPr>
          <p:cNvPr id="131" name="íŝlíďé">
            <a:extLst>
              <a:ext uri="{FF2B5EF4-FFF2-40B4-BE49-F238E27FC236}">
                <a16:creationId xmlns:a16="http://schemas.microsoft.com/office/drawing/2014/main" id="{E7C05249-EC6B-4A31-B592-1B7DA1FC1C4D}"/>
              </a:ext>
            </a:extLst>
          </p:cNvPr>
          <p:cNvSpPr/>
          <p:nvPr/>
        </p:nvSpPr>
        <p:spPr bwMode="gray">
          <a:xfrm rot="10800000" flipV="1">
            <a:off x="485337" y="4491496"/>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377" rtl="0" eaLnBrk="1" latinLnBrk="0" hangingPunct="1">
              <a:defRPr sz="1800" kern="1200">
                <a:solidFill>
                  <a:schemeClr val="lt1"/>
                </a:solidFill>
              </a:defRPr>
            </a:lvl1pPr>
            <a:lvl2pPr marL="457189" algn="l" defTabSz="914377" rtl="0" eaLnBrk="1" latinLnBrk="0" hangingPunct="1">
              <a:defRPr sz="1800" kern="1200">
                <a:solidFill>
                  <a:schemeClr val="lt1"/>
                </a:solidFill>
              </a:defRPr>
            </a:lvl2pPr>
            <a:lvl3pPr marL="914377" algn="l" defTabSz="914377" rtl="0" eaLnBrk="1" latinLnBrk="0" hangingPunct="1">
              <a:defRPr sz="1800" kern="1200">
                <a:solidFill>
                  <a:schemeClr val="lt1"/>
                </a:solidFill>
              </a:defRPr>
            </a:lvl3pPr>
            <a:lvl4pPr marL="1371566" algn="l" defTabSz="914377" rtl="0" eaLnBrk="1" latinLnBrk="0" hangingPunct="1">
              <a:defRPr sz="1800" kern="1200">
                <a:solidFill>
                  <a:schemeClr val="lt1"/>
                </a:solidFill>
              </a:defRPr>
            </a:lvl4pPr>
            <a:lvl5pPr marL="1828754" algn="l" defTabSz="914377" rtl="0" eaLnBrk="1" latinLnBrk="0" hangingPunct="1">
              <a:defRPr sz="1800" kern="1200">
                <a:solidFill>
                  <a:schemeClr val="lt1"/>
                </a:solidFill>
              </a:defRPr>
            </a:lvl5pPr>
            <a:lvl6pPr marL="2285943" algn="l" defTabSz="914377" rtl="0" eaLnBrk="1" latinLnBrk="0" hangingPunct="1">
              <a:defRPr sz="1800" kern="1200">
                <a:solidFill>
                  <a:schemeClr val="lt1"/>
                </a:solidFill>
              </a:defRPr>
            </a:lvl6pPr>
            <a:lvl7pPr marL="2743131" algn="l" defTabSz="914377" rtl="0" eaLnBrk="1" latinLnBrk="0" hangingPunct="1">
              <a:defRPr sz="1800" kern="1200">
                <a:solidFill>
                  <a:schemeClr val="lt1"/>
                </a:solidFill>
              </a:defRPr>
            </a:lvl7pPr>
            <a:lvl8pPr marL="3200320" algn="l" defTabSz="914377" rtl="0" eaLnBrk="1" latinLnBrk="0" hangingPunct="1">
              <a:defRPr sz="1800" kern="1200">
                <a:solidFill>
                  <a:schemeClr val="lt1"/>
                </a:solidFill>
              </a:defRPr>
            </a:lvl8pPr>
            <a:lvl9pPr marL="3657509" algn="l" defTabSz="914377" rtl="0" eaLnBrk="1" latinLnBrk="0" hangingPunct="1">
              <a:defRPr sz="1800" kern="1200">
                <a:solidFill>
                  <a:schemeClr val="lt1"/>
                </a:solidFill>
              </a:defRPr>
            </a:lvl9pPr>
          </a:lstStyle>
          <a:p>
            <a:pPr algn="ctr"/>
            <a:endParaRPr sz="1799"/>
          </a:p>
        </p:txBody>
      </p:sp>
      <p:grpSp>
        <p:nvGrpSpPr>
          <p:cNvPr id="133" name="组合 132"/>
          <p:cNvGrpSpPr/>
          <p:nvPr/>
        </p:nvGrpSpPr>
        <p:grpSpPr bwMode="gray">
          <a:xfrm>
            <a:off x="485337" y="5446671"/>
            <a:ext cx="359859" cy="359859"/>
            <a:chOff x="8645353" y="1253075"/>
            <a:chExt cx="532084" cy="532082"/>
          </a:xfrm>
        </p:grpSpPr>
        <p:sp>
          <p:nvSpPr>
            <p:cNvPr id="134" name="íṡ1íḋê">
              <a:extLst>
                <a:ext uri="{FF2B5EF4-FFF2-40B4-BE49-F238E27FC236}">
                  <a16:creationId xmlns:a16="http://schemas.microsoft.com/office/drawing/2014/main" id="{87A1502E-FF5A-402F-AE9A-604F51135206}"/>
                </a:ext>
              </a:extLst>
            </p:cNvPr>
            <p:cNvSpPr/>
            <p:nvPr/>
          </p:nvSpPr>
          <p:spPr bwMode="gray">
            <a:xfrm rot="10800000" flipV="1">
              <a:off x="8645353" y="1253075"/>
              <a:ext cx="532084" cy="532082"/>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377" rtl="0" eaLnBrk="1" latinLnBrk="0" hangingPunct="1">
                <a:defRPr sz="1800" kern="1200">
                  <a:solidFill>
                    <a:schemeClr val="lt1"/>
                  </a:solidFill>
                </a:defRPr>
              </a:lvl1pPr>
              <a:lvl2pPr marL="457189" algn="l" defTabSz="914377" rtl="0" eaLnBrk="1" latinLnBrk="0" hangingPunct="1">
                <a:defRPr sz="1800" kern="1200">
                  <a:solidFill>
                    <a:schemeClr val="lt1"/>
                  </a:solidFill>
                </a:defRPr>
              </a:lvl2pPr>
              <a:lvl3pPr marL="914377" algn="l" defTabSz="914377" rtl="0" eaLnBrk="1" latinLnBrk="0" hangingPunct="1">
                <a:defRPr sz="1800" kern="1200">
                  <a:solidFill>
                    <a:schemeClr val="lt1"/>
                  </a:solidFill>
                </a:defRPr>
              </a:lvl3pPr>
              <a:lvl4pPr marL="1371566" algn="l" defTabSz="914377" rtl="0" eaLnBrk="1" latinLnBrk="0" hangingPunct="1">
                <a:defRPr sz="1800" kern="1200">
                  <a:solidFill>
                    <a:schemeClr val="lt1"/>
                  </a:solidFill>
                </a:defRPr>
              </a:lvl4pPr>
              <a:lvl5pPr marL="1828754" algn="l" defTabSz="914377" rtl="0" eaLnBrk="1" latinLnBrk="0" hangingPunct="1">
                <a:defRPr sz="1800" kern="1200">
                  <a:solidFill>
                    <a:schemeClr val="lt1"/>
                  </a:solidFill>
                </a:defRPr>
              </a:lvl5pPr>
              <a:lvl6pPr marL="2285943" algn="l" defTabSz="914377" rtl="0" eaLnBrk="1" latinLnBrk="0" hangingPunct="1">
                <a:defRPr sz="1800" kern="1200">
                  <a:solidFill>
                    <a:schemeClr val="lt1"/>
                  </a:solidFill>
                </a:defRPr>
              </a:lvl6pPr>
              <a:lvl7pPr marL="2743131" algn="l" defTabSz="914377" rtl="0" eaLnBrk="1" latinLnBrk="0" hangingPunct="1">
                <a:defRPr sz="1800" kern="1200">
                  <a:solidFill>
                    <a:schemeClr val="lt1"/>
                  </a:solidFill>
                </a:defRPr>
              </a:lvl7pPr>
              <a:lvl8pPr marL="3200320" algn="l" defTabSz="914377" rtl="0" eaLnBrk="1" latinLnBrk="0" hangingPunct="1">
                <a:defRPr sz="1800" kern="1200">
                  <a:solidFill>
                    <a:schemeClr val="lt1"/>
                  </a:solidFill>
                </a:defRPr>
              </a:lvl8pPr>
              <a:lvl9pPr marL="3657509" algn="l" defTabSz="914377" rtl="0" eaLnBrk="1" latinLnBrk="0" hangingPunct="1">
                <a:defRPr sz="1800" kern="1200">
                  <a:solidFill>
                    <a:schemeClr val="lt1"/>
                  </a:solidFill>
                </a:defRPr>
              </a:lvl9pPr>
            </a:lstStyle>
            <a:p>
              <a:pPr algn="ctr"/>
              <a:endParaRPr sz="1799"/>
            </a:p>
          </p:txBody>
        </p:sp>
        <p:sp>
          <p:nvSpPr>
            <p:cNvPr id="136" name="iṡļidè">
              <a:extLst>
                <a:ext uri="{FF2B5EF4-FFF2-40B4-BE49-F238E27FC236}">
                  <a16:creationId xmlns:a16="http://schemas.microsoft.com/office/drawing/2014/main" id="{D2F2F0A0-455D-459F-90E5-A8674554530D}"/>
                </a:ext>
              </a:extLst>
            </p:cNvPr>
            <p:cNvSpPr/>
            <p:nvPr/>
          </p:nvSpPr>
          <p:spPr bwMode="gray">
            <a:xfrm>
              <a:off x="8806407" y="1420044"/>
              <a:ext cx="235733" cy="198142"/>
            </a:xfrm>
            <a:custGeom>
              <a:avLst/>
              <a:gdLst>
                <a:gd name="connsiteX0" fmla="*/ 536415 w 607227"/>
                <a:gd name="connsiteY0" fmla="*/ 12631 h 510399"/>
                <a:gd name="connsiteX1" fmla="*/ 557192 w 607227"/>
                <a:gd name="connsiteY1" fmla="*/ 21221 h 510399"/>
                <a:gd name="connsiteX2" fmla="*/ 598584 w 607227"/>
                <a:gd name="connsiteY2" fmla="*/ 62633 h 510399"/>
                <a:gd name="connsiteX3" fmla="*/ 598584 w 607227"/>
                <a:gd name="connsiteY3" fmla="*/ 104044 h 510399"/>
                <a:gd name="connsiteX4" fmla="*/ 511175 w 607227"/>
                <a:gd name="connsiteY4" fmla="*/ 191324 h 510399"/>
                <a:gd name="connsiteX5" fmla="*/ 444948 w 607227"/>
                <a:gd name="connsiteY5" fmla="*/ 257453 h 510399"/>
                <a:gd name="connsiteX6" fmla="*/ 339441 w 607227"/>
                <a:gd name="connsiteY6" fmla="*/ 362805 h 510399"/>
                <a:gd name="connsiteX7" fmla="*/ 297968 w 607227"/>
                <a:gd name="connsiteY7" fmla="*/ 404217 h 510399"/>
                <a:gd name="connsiteX8" fmla="*/ 277191 w 607227"/>
                <a:gd name="connsiteY8" fmla="*/ 412807 h 510399"/>
                <a:gd name="connsiteX9" fmla="*/ 256495 w 607227"/>
                <a:gd name="connsiteY9" fmla="*/ 404217 h 510399"/>
                <a:gd name="connsiteX10" fmla="*/ 215023 w 607227"/>
                <a:gd name="connsiteY10" fmla="*/ 362805 h 510399"/>
                <a:gd name="connsiteX11" fmla="*/ 138814 w 607227"/>
                <a:gd name="connsiteY11" fmla="*/ 286790 h 510399"/>
                <a:gd name="connsiteX12" fmla="*/ 138814 w 607227"/>
                <a:gd name="connsiteY12" fmla="*/ 245378 h 510399"/>
                <a:gd name="connsiteX13" fmla="*/ 180286 w 607227"/>
                <a:gd name="connsiteY13" fmla="*/ 203967 h 510399"/>
                <a:gd name="connsiteX14" fmla="*/ 201063 w 607227"/>
                <a:gd name="connsiteY14" fmla="*/ 195376 h 510399"/>
                <a:gd name="connsiteX15" fmla="*/ 221759 w 607227"/>
                <a:gd name="connsiteY15" fmla="*/ 203967 h 510399"/>
                <a:gd name="connsiteX16" fmla="*/ 277191 w 607227"/>
                <a:gd name="connsiteY16" fmla="*/ 259317 h 510399"/>
                <a:gd name="connsiteX17" fmla="*/ 444948 w 607227"/>
                <a:gd name="connsiteY17" fmla="*/ 91807 h 510399"/>
                <a:gd name="connsiteX18" fmla="*/ 503951 w 607227"/>
                <a:gd name="connsiteY18" fmla="*/ 32891 h 510399"/>
                <a:gd name="connsiteX19" fmla="*/ 515719 w 607227"/>
                <a:gd name="connsiteY19" fmla="*/ 21221 h 510399"/>
                <a:gd name="connsiteX20" fmla="*/ 536415 w 607227"/>
                <a:gd name="connsiteY20" fmla="*/ 12631 h 510399"/>
                <a:gd name="connsiteX21" fmla="*/ 61847 w 607227"/>
                <a:gd name="connsiteY21" fmla="*/ 0 h 510399"/>
                <a:gd name="connsiteX22" fmla="*/ 449328 w 607227"/>
                <a:gd name="connsiteY22" fmla="*/ 0 h 510399"/>
                <a:gd name="connsiteX23" fmla="*/ 491858 w 607227"/>
                <a:gd name="connsiteY23" fmla="*/ 17019 h 510399"/>
                <a:gd name="connsiteX24" fmla="*/ 442591 w 607227"/>
                <a:gd name="connsiteY24" fmla="*/ 66130 h 510399"/>
                <a:gd name="connsiteX25" fmla="*/ 66230 w 607227"/>
                <a:gd name="connsiteY25" fmla="*/ 66130 h 510399"/>
                <a:gd name="connsiteX26" fmla="*/ 66230 w 607227"/>
                <a:gd name="connsiteY26" fmla="*/ 444269 h 510399"/>
                <a:gd name="connsiteX27" fmla="*/ 444945 w 607227"/>
                <a:gd name="connsiteY27" fmla="*/ 444269 h 510399"/>
                <a:gd name="connsiteX28" fmla="*/ 444945 w 607227"/>
                <a:gd name="connsiteY28" fmla="*/ 285590 h 510399"/>
                <a:gd name="connsiteX29" fmla="*/ 511175 w 607227"/>
                <a:gd name="connsiteY29" fmla="*/ 219460 h 510399"/>
                <a:gd name="connsiteX30" fmla="*/ 511175 w 607227"/>
                <a:gd name="connsiteY30" fmla="*/ 448645 h 510399"/>
                <a:gd name="connsiteX31" fmla="*/ 449328 w 607227"/>
                <a:gd name="connsiteY31" fmla="*/ 510399 h 510399"/>
                <a:gd name="connsiteX32" fmla="*/ 61847 w 607227"/>
                <a:gd name="connsiteY32" fmla="*/ 510399 h 510399"/>
                <a:gd name="connsiteX33" fmla="*/ 0 w 607227"/>
                <a:gd name="connsiteY33" fmla="*/ 448645 h 510399"/>
                <a:gd name="connsiteX34" fmla="*/ 0 w 607227"/>
                <a:gd name="connsiteY34" fmla="*/ 61673 h 510399"/>
                <a:gd name="connsiteX35" fmla="*/ 61847 w 607227"/>
                <a:gd name="connsiteY35" fmla="*/ 0 h 51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7227" h="510399">
                  <a:moveTo>
                    <a:pt x="536415" y="12631"/>
                  </a:moveTo>
                  <a:cubicBezTo>
                    <a:pt x="543882" y="12631"/>
                    <a:pt x="551430" y="15467"/>
                    <a:pt x="557192" y="21221"/>
                  </a:cubicBezTo>
                  <a:lnTo>
                    <a:pt x="598584" y="62633"/>
                  </a:lnTo>
                  <a:cubicBezTo>
                    <a:pt x="610108" y="74059"/>
                    <a:pt x="610108" y="92618"/>
                    <a:pt x="598584" y="104044"/>
                  </a:cubicBezTo>
                  <a:lnTo>
                    <a:pt x="511175" y="191324"/>
                  </a:lnTo>
                  <a:lnTo>
                    <a:pt x="444948" y="257453"/>
                  </a:lnTo>
                  <a:lnTo>
                    <a:pt x="339441" y="362805"/>
                  </a:lnTo>
                  <a:lnTo>
                    <a:pt x="297968" y="404217"/>
                  </a:lnTo>
                  <a:cubicBezTo>
                    <a:pt x="292206" y="409971"/>
                    <a:pt x="284739" y="412807"/>
                    <a:pt x="277191" y="412807"/>
                  </a:cubicBezTo>
                  <a:cubicBezTo>
                    <a:pt x="269724" y="412807"/>
                    <a:pt x="262177" y="409971"/>
                    <a:pt x="256495" y="404217"/>
                  </a:cubicBezTo>
                  <a:lnTo>
                    <a:pt x="215023" y="362805"/>
                  </a:lnTo>
                  <a:lnTo>
                    <a:pt x="138814" y="286790"/>
                  </a:lnTo>
                  <a:cubicBezTo>
                    <a:pt x="127370" y="275363"/>
                    <a:pt x="127370" y="256805"/>
                    <a:pt x="138814" y="245378"/>
                  </a:cubicBezTo>
                  <a:lnTo>
                    <a:pt x="180286" y="203967"/>
                  </a:lnTo>
                  <a:cubicBezTo>
                    <a:pt x="186049" y="198213"/>
                    <a:pt x="193515" y="195376"/>
                    <a:pt x="201063" y="195376"/>
                  </a:cubicBezTo>
                  <a:cubicBezTo>
                    <a:pt x="208530" y="195376"/>
                    <a:pt x="215997" y="198213"/>
                    <a:pt x="221759" y="203967"/>
                  </a:cubicBezTo>
                  <a:lnTo>
                    <a:pt x="277191" y="259317"/>
                  </a:lnTo>
                  <a:lnTo>
                    <a:pt x="444948" y="91807"/>
                  </a:lnTo>
                  <a:lnTo>
                    <a:pt x="503951" y="32891"/>
                  </a:lnTo>
                  <a:lnTo>
                    <a:pt x="515719" y="21221"/>
                  </a:lnTo>
                  <a:cubicBezTo>
                    <a:pt x="521401" y="15467"/>
                    <a:pt x="528949" y="12631"/>
                    <a:pt x="536415" y="12631"/>
                  </a:cubicBezTo>
                  <a:close/>
                  <a:moveTo>
                    <a:pt x="61847" y="0"/>
                  </a:moveTo>
                  <a:lnTo>
                    <a:pt x="449328" y="0"/>
                  </a:lnTo>
                  <a:cubicBezTo>
                    <a:pt x="465804" y="0"/>
                    <a:pt x="480738" y="6483"/>
                    <a:pt x="491858" y="17019"/>
                  </a:cubicBezTo>
                  <a:lnTo>
                    <a:pt x="442591" y="66130"/>
                  </a:lnTo>
                  <a:lnTo>
                    <a:pt x="66230" y="66130"/>
                  </a:lnTo>
                  <a:lnTo>
                    <a:pt x="66230" y="444269"/>
                  </a:lnTo>
                  <a:lnTo>
                    <a:pt x="444945" y="444269"/>
                  </a:lnTo>
                  <a:lnTo>
                    <a:pt x="444945" y="285590"/>
                  </a:lnTo>
                  <a:lnTo>
                    <a:pt x="511175" y="219460"/>
                  </a:lnTo>
                  <a:lnTo>
                    <a:pt x="511175" y="448645"/>
                  </a:lnTo>
                  <a:cubicBezTo>
                    <a:pt x="511175" y="482683"/>
                    <a:pt x="483417" y="510399"/>
                    <a:pt x="449328" y="510399"/>
                  </a:cubicBezTo>
                  <a:lnTo>
                    <a:pt x="61847" y="510399"/>
                  </a:lnTo>
                  <a:cubicBezTo>
                    <a:pt x="27758" y="510399"/>
                    <a:pt x="0" y="482683"/>
                    <a:pt x="0" y="448645"/>
                  </a:cubicBezTo>
                  <a:lnTo>
                    <a:pt x="0" y="61673"/>
                  </a:lnTo>
                  <a:cubicBezTo>
                    <a:pt x="0" y="27635"/>
                    <a:pt x="27758" y="0"/>
                    <a:pt x="61847" y="0"/>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sz="1799"/>
            </a:p>
          </p:txBody>
        </p:sp>
      </p:grpSp>
      <p:sp>
        <p:nvSpPr>
          <p:cNvPr id="140" name="cloud-computing_161788"/>
          <p:cNvSpPr>
            <a:spLocks noChangeAspect="1"/>
          </p:cNvSpPr>
          <p:nvPr/>
        </p:nvSpPr>
        <p:spPr bwMode="gray">
          <a:xfrm>
            <a:off x="566012" y="1706799"/>
            <a:ext cx="198513" cy="198190"/>
          </a:xfrm>
          <a:custGeom>
            <a:avLst/>
            <a:gdLst>
              <a:gd name="connsiteX0" fmla="*/ 46142 w 606580"/>
              <a:gd name="connsiteY0" fmla="*/ 341782 h 605592"/>
              <a:gd name="connsiteX1" fmla="*/ 46142 w 606580"/>
              <a:gd name="connsiteY1" fmla="*/ 468218 h 605592"/>
              <a:gd name="connsiteX2" fmla="*/ 251785 w 606580"/>
              <a:gd name="connsiteY2" fmla="*/ 468218 h 605592"/>
              <a:gd name="connsiteX3" fmla="*/ 251785 w 606580"/>
              <a:gd name="connsiteY3" fmla="*/ 341782 h 605592"/>
              <a:gd name="connsiteX4" fmla="*/ 0 w 606580"/>
              <a:gd name="connsiteY4" fmla="*/ 297010 h 605592"/>
              <a:gd name="connsiteX5" fmla="*/ 297927 w 606580"/>
              <a:gd name="connsiteY5" fmla="*/ 297010 h 605592"/>
              <a:gd name="connsiteX6" fmla="*/ 297927 w 606580"/>
              <a:gd name="connsiteY6" fmla="*/ 512433 h 605592"/>
              <a:gd name="connsiteX7" fmla="*/ 197844 w 606580"/>
              <a:gd name="connsiteY7" fmla="*/ 512433 h 605592"/>
              <a:gd name="connsiteX8" fmla="*/ 207128 w 606580"/>
              <a:gd name="connsiteY8" fmla="*/ 562860 h 605592"/>
              <a:gd name="connsiteX9" fmla="*/ 237766 w 606580"/>
              <a:gd name="connsiteY9" fmla="*/ 562860 h 605592"/>
              <a:gd name="connsiteX10" fmla="*/ 237766 w 606580"/>
              <a:gd name="connsiteY10" fmla="*/ 605592 h 605592"/>
              <a:gd name="connsiteX11" fmla="*/ 60625 w 606580"/>
              <a:gd name="connsiteY11" fmla="*/ 605592 h 605592"/>
              <a:gd name="connsiteX12" fmla="*/ 60625 w 606580"/>
              <a:gd name="connsiteY12" fmla="*/ 562860 h 605592"/>
              <a:gd name="connsiteX13" fmla="*/ 90891 w 606580"/>
              <a:gd name="connsiteY13" fmla="*/ 562860 h 605592"/>
              <a:gd name="connsiteX14" fmla="*/ 100176 w 606580"/>
              <a:gd name="connsiteY14" fmla="*/ 512433 h 605592"/>
              <a:gd name="connsiteX15" fmla="*/ 0 w 606580"/>
              <a:gd name="connsiteY15" fmla="*/ 512433 h 605592"/>
              <a:gd name="connsiteX16" fmla="*/ 440020 w 606580"/>
              <a:gd name="connsiteY16" fmla="*/ 278733 h 605592"/>
              <a:gd name="connsiteX17" fmla="*/ 453483 w 606580"/>
              <a:gd name="connsiteY17" fmla="*/ 292178 h 605592"/>
              <a:gd name="connsiteX18" fmla="*/ 453483 w 606580"/>
              <a:gd name="connsiteY18" fmla="*/ 415781 h 605592"/>
              <a:gd name="connsiteX19" fmla="*/ 440484 w 606580"/>
              <a:gd name="connsiteY19" fmla="*/ 429319 h 605592"/>
              <a:gd name="connsiteX20" fmla="*/ 354788 w 606580"/>
              <a:gd name="connsiteY20" fmla="*/ 429319 h 605592"/>
              <a:gd name="connsiteX21" fmla="*/ 341325 w 606580"/>
              <a:gd name="connsiteY21" fmla="*/ 415781 h 605592"/>
              <a:gd name="connsiteX22" fmla="*/ 354788 w 606580"/>
              <a:gd name="connsiteY22" fmla="*/ 402336 h 605592"/>
              <a:gd name="connsiteX23" fmla="*/ 426465 w 606580"/>
              <a:gd name="connsiteY23" fmla="*/ 402336 h 605592"/>
              <a:gd name="connsiteX24" fmla="*/ 426465 w 606580"/>
              <a:gd name="connsiteY24" fmla="*/ 292178 h 605592"/>
              <a:gd name="connsiteX25" fmla="*/ 440020 w 606580"/>
              <a:gd name="connsiteY25" fmla="*/ 278733 h 605592"/>
              <a:gd name="connsiteX26" fmla="*/ 410109 w 606580"/>
              <a:gd name="connsiteY26" fmla="*/ 0 h 605592"/>
              <a:gd name="connsiteX27" fmla="*/ 485782 w 606580"/>
              <a:gd name="connsiteY27" fmla="*/ 36057 h 605592"/>
              <a:gd name="connsiteX28" fmla="*/ 542328 w 606580"/>
              <a:gd name="connsiteY28" fmla="*/ 52185 h 605592"/>
              <a:gd name="connsiteX29" fmla="*/ 562291 w 606580"/>
              <a:gd name="connsiteY29" fmla="*/ 103350 h 605592"/>
              <a:gd name="connsiteX30" fmla="*/ 606580 w 606580"/>
              <a:gd name="connsiteY30" fmla="*/ 168697 h 605592"/>
              <a:gd name="connsiteX31" fmla="*/ 536293 w 606580"/>
              <a:gd name="connsiteY31" fmla="*/ 238864 h 605592"/>
              <a:gd name="connsiteX32" fmla="*/ 311502 w 606580"/>
              <a:gd name="connsiteY32" fmla="*/ 238864 h 605592"/>
              <a:gd name="connsiteX33" fmla="*/ 241122 w 606580"/>
              <a:gd name="connsiteY33" fmla="*/ 168697 h 605592"/>
              <a:gd name="connsiteX34" fmla="*/ 311502 w 606580"/>
              <a:gd name="connsiteY34" fmla="*/ 98530 h 605592"/>
              <a:gd name="connsiteX35" fmla="*/ 410109 w 606580"/>
              <a:gd name="connsiteY35"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6580" h="605592">
                <a:moveTo>
                  <a:pt x="46142" y="341782"/>
                </a:moveTo>
                <a:lnTo>
                  <a:pt x="46142" y="468218"/>
                </a:lnTo>
                <a:lnTo>
                  <a:pt x="251785" y="468218"/>
                </a:lnTo>
                <a:lnTo>
                  <a:pt x="251785" y="341782"/>
                </a:lnTo>
                <a:close/>
                <a:moveTo>
                  <a:pt x="0" y="297010"/>
                </a:moveTo>
                <a:lnTo>
                  <a:pt x="297927" y="297010"/>
                </a:lnTo>
                <a:lnTo>
                  <a:pt x="297927" y="512433"/>
                </a:lnTo>
                <a:lnTo>
                  <a:pt x="197844" y="512433"/>
                </a:lnTo>
                <a:lnTo>
                  <a:pt x="207128" y="562860"/>
                </a:lnTo>
                <a:lnTo>
                  <a:pt x="237766" y="562860"/>
                </a:lnTo>
                <a:lnTo>
                  <a:pt x="237766" y="605592"/>
                </a:lnTo>
                <a:lnTo>
                  <a:pt x="60625" y="605592"/>
                </a:lnTo>
                <a:lnTo>
                  <a:pt x="60625" y="562860"/>
                </a:lnTo>
                <a:lnTo>
                  <a:pt x="90891" y="562860"/>
                </a:lnTo>
                <a:lnTo>
                  <a:pt x="100176" y="512433"/>
                </a:lnTo>
                <a:lnTo>
                  <a:pt x="0" y="512433"/>
                </a:lnTo>
                <a:close/>
                <a:moveTo>
                  <a:pt x="440020" y="278733"/>
                </a:moveTo>
                <a:cubicBezTo>
                  <a:pt x="447634" y="278733"/>
                  <a:pt x="453483" y="285038"/>
                  <a:pt x="453483" y="292178"/>
                </a:cubicBezTo>
                <a:lnTo>
                  <a:pt x="453483" y="415781"/>
                </a:lnTo>
                <a:cubicBezTo>
                  <a:pt x="453947" y="423477"/>
                  <a:pt x="447634" y="429319"/>
                  <a:pt x="440484" y="429319"/>
                </a:cubicBezTo>
                <a:lnTo>
                  <a:pt x="354788" y="429319"/>
                </a:lnTo>
                <a:cubicBezTo>
                  <a:pt x="347174" y="429319"/>
                  <a:pt x="341325" y="423014"/>
                  <a:pt x="341325" y="415781"/>
                </a:cubicBezTo>
                <a:cubicBezTo>
                  <a:pt x="341325" y="408641"/>
                  <a:pt x="347639" y="402336"/>
                  <a:pt x="354788" y="402336"/>
                </a:cubicBezTo>
                <a:lnTo>
                  <a:pt x="426465" y="402336"/>
                </a:lnTo>
                <a:lnTo>
                  <a:pt x="426465" y="292178"/>
                </a:lnTo>
                <a:cubicBezTo>
                  <a:pt x="426465" y="284482"/>
                  <a:pt x="432778" y="278733"/>
                  <a:pt x="440020" y="278733"/>
                </a:cubicBezTo>
                <a:close/>
                <a:moveTo>
                  <a:pt x="410109" y="0"/>
                </a:moveTo>
                <a:cubicBezTo>
                  <a:pt x="440935" y="0"/>
                  <a:pt x="468419" y="13996"/>
                  <a:pt x="485782" y="36057"/>
                </a:cubicBezTo>
                <a:cubicBezTo>
                  <a:pt x="508530" y="30495"/>
                  <a:pt x="531000" y="41247"/>
                  <a:pt x="542328" y="52185"/>
                </a:cubicBezTo>
                <a:cubicBezTo>
                  <a:pt x="554584" y="63771"/>
                  <a:pt x="562940" y="81197"/>
                  <a:pt x="562291" y="103350"/>
                </a:cubicBezTo>
                <a:cubicBezTo>
                  <a:pt x="588289" y="113917"/>
                  <a:pt x="606580" y="138943"/>
                  <a:pt x="606580" y="168697"/>
                </a:cubicBezTo>
                <a:cubicBezTo>
                  <a:pt x="606580" y="207627"/>
                  <a:pt x="574825" y="238864"/>
                  <a:pt x="536293" y="238864"/>
                </a:cubicBezTo>
                <a:lnTo>
                  <a:pt x="311502" y="238864"/>
                </a:lnTo>
                <a:cubicBezTo>
                  <a:pt x="272505" y="238864"/>
                  <a:pt x="241122" y="207627"/>
                  <a:pt x="241122" y="168697"/>
                </a:cubicBezTo>
                <a:cubicBezTo>
                  <a:pt x="241122" y="129767"/>
                  <a:pt x="272970" y="98530"/>
                  <a:pt x="311502" y="98530"/>
                </a:cubicBezTo>
                <a:cubicBezTo>
                  <a:pt x="311502" y="44213"/>
                  <a:pt x="355792" y="0"/>
                  <a:pt x="410109" y="0"/>
                </a:cubicBezTo>
                <a:close/>
              </a:path>
            </a:pathLst>
          </a:custGeom>
          <a:solidFill>
            <a:schemeClr val="bg1"/>
          </a:solidFill>
          <a:ln>
            <a:noFill/>
          </a:ln>
        </p:spPr>
      </p:sp>
      <p:sp>
        <p:nvSpPr>
          <p:cNvPr id="143" name="iṡ1ïdé">
            <a:extLst>
              <a:ext uri="{FF2B5EF4-FFF2-40B4-BE49-F238E27FC236}">
                <a16:creationId xmlns:a16="http://schemas.microsoft.com/office/drawing/2014/main" id="{3FC487D0-A815-4107-8A36-7C156E98B5FA}"/>
              </a:ext>
            </a:extLst>
          </p:cNvPr>
          <p:cNvSpPr/>
          <p:nvPr/>
        </p:nvSpPr>
        <p:spPr bwMode="gray">
          <a:xfrm rot="10800000" flipV="1">
            <a:off x="485337" y="2581142"/>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grpSp>
        <p:nvGrpSpPr>
          <p:cNvPr id="2" name="组合 1"/>
          <p:cNvGrpSpPr/>
          <p:nvPr/>
        </p:nvGrpSpPr>
        <p:grpSpPr bwMode="gray">
          <a:xfrm>
            <a:off x="485336" y="1597402"/>
            <a:ext cx="359859" cy="359859"/>
            <a:chOff x="2491530" y="2773952"/>
            <a:chExt cx="360000" cy="360000"/>
          </a:xfrm>
        </p:grpSpPr>
        <p:sp>
          <p:nvSpPr>
            <p:cNvPr id="146" name="íṩlíḓê">
              <a:extLst>
                <a:ext uri="{FF2B5EF4-FFF2-40B4-BE49-F238E27FC236}">
                  <a16:creationId xmlns:a16="http://schemas.microsoft.com/office/drawing/2014/main" id="{FBC6DF09-FCD2-4E57-B557-9F103A335C85}"/>
                </a:ext>
              </a:extLst>
            </p:cNvPr>
            <p:cNvSpPr/>
            <p:nvPr/>
          </p:nvSpPr>
          <p:spPr bwMode="gray">
            <a:xfrm rot="10800000" flipV="1">
              <a:off x="2491530" y="2773952"/>
              <a:ext cx="360000" cy="3600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rgbClr val="56C4D2"/>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799"/>
            </a:p>
          </p:txBody>
        </p:sp>
        <p:sp>
          <p:nvSpPr>
            <p:cNvPr id="145" name="stack-of-books-and-a-magnifier_67996"/>
            <p:cNvSpPr>
              <a:spLocks noChangeAspect="1"/>
            </p:cNvSpPr>
            <p:nvPr/>
          </p:nvSpPr>
          <p:spPr bwMode="gray">
            <a:xfrm>
              <a:off x="2556515" y="2843865"/>
              <a:ext cx="230028" cy="234756"/>
            </a:xfrm>
            <a:custGeom>
              <a:avLst/>
              <a:gdLst>
                <a:gd name="connsiteX0" fmla="*/ 359573 w 594302"/>
                <a:gd name="connsiteY0" fmla="*/ 276018 h 606516"/>
                <a:gd name="connsiteX1" fmla="*/ 291512 w 594302"/>
                <a:gd name="connsiteY1" fmla="*/ 304169 h 606516"/>
                <a:gd name="connsiteX2" fmla="*/ 291512 w 594302"/>
                <a:gd name="connsiteY2" fmla="*/ 440091 h 606516"/>
                <a:gd name="connsiteX3" fmla="*/ 427633 w 594302"/>
                <a:gd name="connsiteY3" fmla="*/ 440091 h 606516"/>
                <a:gd name="connsiteX4" fmla="*/ 427633 w 594302"/>
                <a:gd name="connsiteY4" fmla="*/ 304169 h 606516"/>
                <a:gd name="connsiteX5" fmla="*/ 359573 w 594302"/>
                <a:gd name="connsiteY5" fmla="*/ 276018 h 606516"/>
                <a:gd name="connsiteX6" fmla="*/ 359573 w 594302"/>
                <a:gd name="connsiteY6" fmla="*/ 238356 h 606516"/>
                <a:gd name="connsiteX7" fmla="*/ 454366 w 594302"/>
                <a:gd name="connsiteY7" fmla="*/ 277476 h 606516"/>
                <a:gd name="connsiteX8" fmla="*/ 476080 w 594302"/>
                <a:gd name="connsiteY8" fmla="*/ 438353 h 606516"/>
                <a:gd name="connsiteX9" fmla="*/ 583932 w 594302"/>
                <a:gd name="connsiteY9" fmla="*/ 546047 h 606516"/>
                <a:gd name="connsiteX10" fmla="*/ 583932 w 594302"/>
                <a:gd name="connsiteY10" fmla="*/ 596161 h 606516"/>
                <a:gd name="connsiteX11" fmla="*/ 533847 w 594302"/>
                <a:gd name="connsiteY11" fmla="*/ 596161 h 606516"/>
                <a:gd name="connsiteX12" fmla="*/ 425892 w 594302"/>
                <a:gd name="connsiteY12" fmla="*/ 488364 h 606516"/>
                <a:gd name="connsiteX13" fmla="*/ 264779 w 594302"/>
                <a:gd name="connsiteY13" fmla="*/ 466785 h 606516"/>
                <a:gd name="connsiteX14" fmla="*/ 264779 w 594302"/>
                <a:gd name="connsiteY14" fmla="*/ 277476 h 606516"/>
                <a:gd name="connsiteX15" fmla="*/ 359573 w 594302"/>
                <a:gd name="connsiteY15" fmla="*/ 238356 h 606516"/>
                <a:gd name="connsiteX16" fmla="*/ 139917 w 594302"/>
                <a:gd name="connsiteY16" fmla="*/ 43060 h 606516"/>
                <a:gd name="connsiteX17" fmla="*/ 114822 w 594302"/>
                <a:gd name="connsiteY17" fmla="*/ 68017 h 606516"/>
                <a:gd name="connsiteX18" fmla="*/ 114822 w 594302"/>
                <a:gd name="connsiteY18" fmla="*/ 145137 h 606516"/>
                <a:gd name="connsiteX19" fmla="*/ 139917 w 594302"/>
                <a:gd name="connsiteY19" fmla="*/ 170094 h 606516"/>
                <a:gd name="connsiteX20" fmla="*/ 461952 w 594302"/>
                <a:gd name="connsiteY20" fmla="*/ 170094 h 606516"/>
                <a:gd name="connsiteX21" fmla="*/ 461952 w 594302"/>
                <a:gd name="connsiteY21" fmla="*/ 128056 h 606516"/>
                <a:gd name="connsiteX22" fmla="*/ 322957 w 594302"/>
                <a:gd name="connsiteY22" fmla="*/ 128056 h 606516"/>
                <a:gd name="connsiteX23" fmla="*/ 301344 w 594302"/>
                <a:gd name="connsiteY23" fmla="*/ 106577 h 606516"/>
                <a:gd name="connsiteX24" fmla="*/ 322957 w 594302"/>
                <a:gd name="connsiteY24" fmla="*/ 85098 h 606516"/>
                <a:gd name="connsiteX25" fmla="*/ 461952 w 594302"/>
                <a:gd name="connsiteY25" fmla="*/ 85098 h 606516"/>
                <a:gd name="connsiteX26" fmla="*/ 461952 w 594302"/>
                <a:gd name="connsiteY26" fmla="*/ 43060 h 606516"/>
                <a:gd name="connsiteX27" fmla="*/ 139917 w 594302"/>
                <a:gd name="connsiteY27" fmla="*/ 0 h 606516"/>
                <a:gd name="connsiteX28" fmla="*/ 511117 w 594302"/>
                <a:gd name="connsiteY28" fmla="*/ 0 h 606516"/>
                <a:gd name="connsiteX29" fmla="*/ 532627 w 594302"/>
                <a:gd name="connsiteY29" fmla="*/ 21479 h 606516"/>
                <a:gd name="connsiteX30" fmla="*/ 511117 w 594302"/>
                <a:gd name="connsiteY30" fmla="*/ 43060 h 606516"/>
                <a:gd name="connsiteX31" fmla="*/ 505074 w 594302"/>
                <a:gd name="connsiteY31" fmla="*/ 43060 h 606516"/>
                <a:gd name="connsiteX32" fmla="*/ 505074 w 594302"/>
                <a:gd name="connsiteY32" fmla="*/ 170094 h 606516"/>
                <a:gd name="connsiteX33" fmla="*/ 511117 w 594302"/>
                <a:gd name="connsiteY33" fmla="*/ 170094 h 606516"/>
                <a:gd name="connsiteX34" fmla="*/ 532627 w 594302"/>
                <a:gd name="connsiteY34" fmla="*/ 191675 h 606516"/>
                <a:gd name="connsiteX35" fmla="*/ 511117 w 594302"/>
                <a:gd name="connsiteY35" fmla="*/ 213155 h 606516"/>
                <a:gd name="connsiteX36" fmla="*/ 456011 w 594302"/>
                <a:gd name="connsiteY36" fmla="*/ 213155 h 606516"/>
                <a:gd name="connsiteX37" fmla="*/ 460825 w 594302"/>
                <a:gd name="connsiteY37" fmla="*/ 238111 h 606516"/>
                <a:gd name="connsiteX38" fmla="*/ 460825 w 594302"/>
                <a:gd name="connsiteY38" fmla="*/ 256829 h 606516"/>
                <a:gd name="connsiteX39" fmla="*/ 416576 w 594302"/>
                <a:gd name="connsiteY39" fmla="*/ 230645 h 606516"/>
                <a:gd name="connsiteX40" fmla="*/ 392710 w 594302"/>
                <a:gd name="connsiteY40" fmla="*/ 213155 h 606516"/>
                <a:gd name="connsiteX41" fmla="*/ 139917 w 594302"/>
                <a:gd name="connsiteY41" fmla="*/ 213155 h 606516"/>
                <a:gd name="connsiteX42" fmla="*/ 70675 w 594302"/>
                <a:gd name="connsiteY42" fmla="*/ 213155 h 606516"/>
                <a:gd name="connsiteX43" fmla="*/ 70675 w 594302"/>
                <a:gd name="connsiteY43" fmla="*/ 255192 h 606516"/>
                <a:gd name="connsiteX44" fmla="*/ 209670 w 594302"/>
                <a:gd name="connsiteY44" fmla="*/ 255192 h 606516"/>
                <a:gd name="connsiteX45" fmla="*/ 231181 w 594302"/>
                <a:gd name="connsiteY45" fmla="*/ 276671 h 606516"/>
                <a:gd name="connsiteX46" fmla="*/ 209670 w 594302"/>
                <a:gd name="connsiteY46" fmla="*/ 298253 h 606516"/>
                <a:gd name="connsiteX47" fmla="*/ 70675 w 594302"/>
                <a:gd name="connsiteY47" fmla="*/ 298253 h 606516"/>
                <a:gd name="connsiteX48" fmla="*/ 70675 w 594302"/>
                <a:gd name="connsiteY48" fmla="*/ 340291 h 606516"/>
                <a:gd name="connsiteX49" fmla="*/ 211207 w 594302"/>
                <a:gd name="connsiteY49" fmla="*/ 340291 h 606516"/>
                <a:gd name="connsiteX50" fmla="*/ 207519 w 594302"/>
                <a:gd name="connsiteY50" fmla="*/ 374146 h 606516"/>
                <a:gd name="connsiteX51" fmla="*/ 207827 w 594302"/>
                <a:gd name="connsiteY51" fmla="*/ 383249 h 606516"/>
                <a:gd name="connsiteX52" fmla="*/ 139917 w 594302"/>
                <a:gd name="connsiteY52" fmla="*/ 383249 h 606516"/>
                <a:gd name="connsiteX53" fmla="*/ 114822 w 594302"/>
                <a:gd name="connsiteY53" fmla="*/ 408308 h 606516"/>
                <a:gd name="connsiteX54" fmla="*/ 114822 w 594302"/>
                <a:gd name="connsiteY54" fmla="*/ 485428 h 606516"/>
                <a:gd name="connsiteX55" fmla="*/ 139917 w 594302"/>
                <a:gd name="connsiteY55" fmla="*/ 510385 h 606516"/>
                <a:gd name="connsiteX56" fmla="*/ 290180 w 594302"/>
                <a:gd name="connsiteY56" fmla="*/ 510385 h 606516"/>
                <a:gd name="connsiteX57" fmla="*/ 361367 w 594302"/>
                <a:gd name="connsiteY57" fmla="*/ 527670 h 606516"/>
                <a:gd name="connsiteX58" fmla="*/ 413093 w 594302"/>
                <a:gd name="connsiteY58" fmla="*/ 518772 h 606516"/>
                <a:gd name="connsiteX59" fmla="*/ 447817 w 594302"/>
                <a:gd name="connsiteY59" fmla="*/ 553445 h 606516"/>
                <a:gd name="connsiteX60" fmla="*/ 139917 w 594302"/>
                <a:gd name="connsiteY60" fmla="*/ 553445 h 606516"/>
                <a:gd name="connsiteX61" fmla="*/ 71802 w 594302"/>
                <a:gd name="connsiteY61" fmla="*/ 485428 h 606516"/>
                <a:gd name="connsiteX62" fmla="*/ 71802 w 594302"/>
                <a:gd name="connsiteY62" fmla="*/ 408205 h 606516"/>
                <a:gd name="connsiteX63" fmla="*/ 76514 w 594302"/>
                <a:gd name="connsiteY63" fmla="*/ 383249 h 606516"/>
                <a:gd name="connsiteX64" fmla="*/ 21510 w 594302"/>
                <a:gd name="connsiteY64" fmla="*/ 383249 h 606516"/>
                <a:gd name="connsiteX65" fmla="*/ 0 w 594302"/>
                <a:gd name="connsiteY65" fmla="*/ 361770 h 606516"/>
                <a:gd name="connsiteX66" fmla="*/ 21510 w 594302"/>
                <a:gd name="connsiteY66" fmla="*/ 340291 h 606516"/>
                <a:gd name="connsiteX67" fmla="*/ 27553 w 594302"/>
                <a:gd name="connsiteY67" fmla="*/ 340291 h 606516"/>
                <a:gd name="connsiteX68" fmla="*/ 27553 w 594302"/>
                <a:gd name="connsiteY68" fmla="*/ 213155 h 606516"/>
                <a:gd name="connsiteX69" fmla="*/ 21510 w 594302"/>
                <a:gd name="connsiteY69" fmla="*/ 213155 h 606516"/>
                <a:gd name="connsiteX70" fmla="*/ 0 w 594302"/>
                <a:gd name="connsiteY70" fmla="*/ 191675 h 606516"/>
                <a:gd name="connsiteX71" fmla="*/ 21510 w 594302"/>
                <a:gd name="connsiteY71" fmla="*/ 170094 h 606516"/>
                <a:gd name="connsiteX72" fmla="*/ 76514 w 594302"/>
                <a:gd name="connsiteY72" fmla="*/ 170094 h 606516"/>
                <a:gd name="connsiteX73" fmla="*/ 71802 w 594302"/>
                <a:gd name="connsiteY73" fmla="*/ 145137 h 606516"/>
                <a:gd name="connsiteX74" fmla="*/ 71802 w 594302"/>
                <a:gd name="connsiteY74" fmla="*/ 68017 h 606516"/>
                <a:gd name="connsiteX75" fmla="*/ 139917 w 594302"/>
                <a:gd name="connsiteY75" fmla="*/ 0 h 60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94302" h="606516">
                  <a:moveTo>
                    <a:pt x="359573" y="276018"/>
                  </a:moveTo>
                  <a:cubicBezTo>
                    <a:pt x="334914" y="276018"/>
                    <a:pt x="310256" y="285402"/>
                    <a:pt x="291512" y="304169"/>
                  </a:cubicBezTo>
                  <a:cubicBezTo>
                    <a:pt x="253922" y="341601"/>
                    <a:pt x="253922" y="402659"/>
                    <a:pt x="291512" y="440091"/>
                  </a:cubicBezTo>
                  <a:cubicBezTo>
                    <a:pt x="328999" y="477523"/>
                    <a:pt x="390146" y="477523"/>
                    <a:pt x="427633" y="440091"/>
                  </a:cubicBezTo>
                  <a:cubicBezTo>
                    <a:pt x="465223" y="402659"/>
                    <a:pt x="465223" y="341601"/>
                    <a:pt x="427633" y="304169"/>
                  </a:cubicBezTo>
                  <a:cubicBezTo>
                    <a:pt x="408890" y="285402"/>
                    <a:pt x="384231" y="276018"/>
                    <a:pt x="359573" y="276018"/>
                  </a:cubicBezTo>
                  <a:close/>
                  <a:moveTo>
                    <a:pt x="359573" y="238356"/>
                  </a:moveTo>
                  <a:cubicBezTo>
                    <a:pt x="393910" y="238356"/>
                    <a:pt x="428248" y="251396"/>
                    <a:pt x="454366" y="277476"/>
                  </a:cubicBezTo>
                  <a:cubicBezTo>
                    <a:pt x="497896" y="321044"/>
                    <a:pt x="505168" y="387216"/>
                    <a:pt x="476080" y="438353"/>
                  </a:cubicBezTo>
                  <a:lnTo>
                    <a:pt x="583932" y="546047"/>
                  </a:lnTo>
                  <a:cubicBezTo>
                    <a:pt x="597759" y="559956"/>
                    <a:pt x="597759" y="582354"/>
                    <a:pt x="583932" y="596161"/>
                  </a:cubicBezTo>
                  <a:cubicBezTo>
                    <a:pt x="570105" y="609968"/>
                    <a:pt x="547674" y="609968"/>
                    <a:pt x="533847" y="596161"/>
                  </a:cubicBezTo>
                  <a:lnTo>
                    <a:pt x="425892" y="488364"/>
                  </a:lnTo>
                  <a:cubicBezTo>
                    <a:pt x="374783" y="517513"/>
                    <a:pt x="308412" y="510251"/>
                    <a:pt x="264779" y="466785"/>
                  </a:cubicBezTo>
                  <a:cubicBezTo>
                    <a:pt x="212543" y="414523"/>
                    <a:pt x="212543" y="329635"/>
                    <a:pt x="264779" y="277476"/>
                  </a:cubicBezTo>
                  <a:cubicBezTo>
                    <a:pt x="290898" y="251396"/>
                    <a:pt x="325235" y="238356"/>
                    <a:pt x="359573" y="238356"/>
                  </a:cubicBezTo>
                  <a:close/>
                  <a:moveTo>
                    <a:pt x="139917" y="43060"/>
                  </a:moveTo>
                  <a:cubicBezTo>
                    <a:pt x="126089" y="43060"/>
                    <a:pt x="114822" y="54209"/>
                    <a:pt x="114822" y="68017"/>
                  </a:cubicBezTo>
                  <a:lnTo>
                    <a:pt x="114822" y="145137"/>
                  </a:lnTo>
                  <a:cubicBezTo>
                    <a:pt x="114822" y="158945"/>
                    <a:pt x="126089" y="170094"/>
                    <a:pt x="139917" y="170094"/>
                  </a:cubicBezTo>
                  <a:lnTo>
                    <a:pt x="461952" y="170094"/>
                  </a:lnTo>
                  <a:lnTo>
                    <a:pt x="461952" y="128056"/>
                  </a:lnTo>
                  <a:lnTo>
                    <a:pt x="322957" y="128056"/>
                  </a:lnTo>
                  <a:cubicBezTo>
                    <a:pt x="311075" y="128056"/>
                    <a:pt x="301344" y="118442"/>
                    <a:pt x="301344" y="106577"/>
                  </a:cubicBezTo>
                  <a:cubicBezTo>
                    <a:pt x="301344" y="94713"/>
                    <a:pt x="311075" y="85098"/>
                    <a:pt x="322957" y="85098"/>
                  </a:cubicBezTo>
                  <a:lnTo>
                    <a:pt x="461952" y="85098"/>
                  </a:lnTo>
                  <a:lnTo>
                    <a:pt x="461952" y="43060"/>
                  </a:lnTo>
                  <a:close/>
                  <a:moveTo>
                    <a:pt x="139917" y="0"/>
                  </a:moveTo>
                  <a:lnTo>
                    <a:pt x="511117" y="0"/>
                  </a:lnTo>
                  <a:cubicBezTo>
                    <a:pt x="522999" y="0"/>
                    <a:pt x="532627" y="9614"/>
                    <a:pt x="532627" y="21479"/>
                  </a:cubicBezTo>
                  <a:cubicBezTo>
                    <a:pt x="532627" y="33344"/>
                    <a:pt x="522999" y="43060"/>
                    <a:pt x="511117" y="43060"/>
                  </a:cubicBezTo>
                  <a:lnTo>
                    <a:pt x="505074" y="43060"/>
                  </a:lnTo>
                  <a:lnTo>
                    <a:pt x="505074" y="170094"/>
                  </a:lnTo>
                  <a:lnTo>
                    <a:pt x="511117" y="170094"/>
                  </a:lnTo>
                  <a:cubicBezTo>
                    <a:pt x="522999" y="170094"/>
                    <a:pt x="532627" y="179811"/>
                    <a:pt x="532627" y="191675"/>
                  </a:cubicBezTo>
                  <a:cubicBezTo>
                    <a:pt x="532627" y="203540"/>
                    <a:pt x="522999" y="213155"/>
                    <a:pt x="511117" y="213155"/>
                  </a:cubicBezTo>
                  <a:lnTo>
                    <a:pt x="456011" y="213155"/>
                  </a:lnTo>
                  <a:cubicBezTo>
                    <a:pt x="459084" y="220928"/>
                    <a:pt x="460825" y="229315"/>
                    <a:pt x="460825" y="238111"/>
                  </a:cubicBezTo>
                  <a:lnTo>
                    <a:pt x="460825" y="256829"/>
                  </a:lnTo>
                  <a:cubicBezTo>
                    <a:pt x="447509" y="245578"/>
                    <a:pt x="432555" y="236782"/>
                    <a:pt x="416576" y="230645"/>
                  </a:cubicBezTo>
                  <a:cubicBezTo>
                    <a:pt x="413401" y="220519"/>
                    <a:pt x="403875" y="213155"/>
                    <a:pt x="392710" y="213155"/>
                  </a:cubicBezTo>
                  <a:lnTo>
                    <a:pt x="139917" y="213155"/>
                  </a:lnTo>
                  <a:lnTo>
                    <a:pt x="70675" y="213155"/>
                  </a:lnTo>
                  <a:lnTo>
                    <a:pt x="70675" y="255192"/>
                  </a:lnTo>
                  <a:lnTo>
                    <a:pt x="209670" y="255192"/>
                  </a:lnTo>
                  <a:cubicBezTo>
                    <a:pt x="221553" y="255192"/>
                    <a:pt x="231181" y="264807"/>
                    <a:pt x="231181" y="276671"/>
                  </a:cubicBezTo>
                  <a:cubicBezTo>
                    <a:pt x="231181" y="288638"/>
                    <a:pt x="221553" y="298253"/>
                    <a:pt x="209670" y="298253"/>
                  </a:cubicBezTo>
                  <a:lnTo>
                    <a:pt x="70675" y="298253"/>
                  </a:lnTo>
                  <a:lnTo>
                    <a:pt x="70675" y="340291"/>
                  </a:lnTo>
                  <a:lnTo>
                    <a:pt x="211207" y="340291"/>
                  </a:lnTo>
                  <a:cubicBezTo>
                    <a:pt x="208749" y="351235"/>
                    <a:pt x="207519" y="362588"/>
                    <a:pt x="207519" y="374146"/>
                  </a:cubicBezTo>
                  <a:cubicBezTo>
                    <a:pt x="207519" y="377214"/>
                    <a:pt x="207622" y="380283"/>
                    <a:pt x="207827" y="383249"/>
                  </a:cubicBezTo>
                  <a:lnTo>
                    <a:pt x="139917" y="383249"/>
                  </a:lnTo>
                  <a:cubicBezTo>
                    <a:pt x="126089" y="383249"/>
                    <a:pt x="114822" y="394500"/>
                    <a:pt x="114822" y="408308"/>
                  </a:cubicBezTo>
                  <a:lnTo>
                    <a:pt x="114822" y="485428"/>
                  </a:lnTo>
                  <a:cubicBezTo>
                    <a:pt x="114822" y="499134"/>
                    <a:pt x="126089" y="510385"/>
                    <a:pt x="139917" y="510385"/>
                  </a:cubicBezTo>
                  <a:lnTo>
                    <a:pt x="290180" y="510385"/>
                  </a:lnTo>
                  <a:cubicBezTo>
                    <a:pt x="311894" y="521738"/>
                    <a:pt x="336170" y="527670"/>
                    <a:pt x="361367" y="527670"/>
                  </a:cubicBezTo>
                  <a:cubicBezTo>
                    <a:pt x="379087" y="527670"/>
                    <a:pt x="396500" y="524704"/>
                    <a:pt x="413093" y="518772"/>
                  </a:cubicBezTo>
                  <a:lnTo>
                    <a:pt x="447817" y="553445"/>
                  </a:lnTo>
                  <a:lnTo>
                    <a:pt x="139917" y="553445"/>
                  </a:lnTo>
                  <a:cubicBezTo>
                    <a:pt x="102326" y="553445"/>
                    <a:pt x="71802" y="522863"/>
                    <a:pt x="71802" y="485428"/>
                  </a:cubicBezTo>
                  <a:lnTo>
                    <a:pt x="71802" y="408205"/>
                  </a:lnTo>
                  <a:cubicBezTo>
                    <a:pt x="71802" y="399409"/>
                    <a:pt x="73441" y="391022"/>
                    <a:pt x="76514" y="383249"/>
                  </a:cubicBezTo>
                  <a:lnTo>
                    <a:pt x="21510" y="383249"/>
                  </a:lnTo>
                  <a:cubicBezTo>
                    <a:pt x="9628" y="383249"/>
                    <a:pt x="0" y="373634"/>
                    <a:pt x="0" y="361770"/>
                  </a:cubicBezTo>
                  <a:cubicBezTo>
                    <a:pt x="0" y="349905"/>
                    <a:pt x="9628" y="340291"/>
                    <a:pt x="21510" y="340291"/>
                  </a:cubicBezTo>
                  <a:lnTo>
                    <a:pt x="27553" y="340291"/>
                  </a:lnTo>
                  <a:lnTo>
                    <a:pt x="27553" y="213155"/>
                  </a:lnTo>
                  <a:lnTo>
                    <a:pt x="21510" y="213155"/>
                  </a:lnTo>
                  <a:cubicBezTo>
                    <a:pt x="9628" y="213155"/>
                    <a:pt x="0" y="203540"/>
                    <a:pt x="0" y="191675"/>
                  </a:cubicBezTo>
                  <a:cubicBezTo>
                    <a:pt x="0" y="179708"/>
                    <a:pt x="9628" y="170094"/>
                    <a:pt x="21510" y="170094"/>
                  </a:cubicBezTo>
                  <a:lnTo>
                    <a:pt x="76514" y="170094"/>
                  </a:lnTo>
                  <a:cubicBezTo>
                    <a:pt x="73441" y="162423"/>
                    <a:pt x="71802" y="153934"/>
                    <a:pt x="71802" y="145137"/>
                  </a:cubicBezTo>
                  <a:lnTo>
                    <a:pt x="71802" y="68017"/>
                  </a:lnTo>
                  <a:cubicBezTo>
                    <a:pt x="71802" y="30480"/>
                    <a:pt x="102326" y="0"/>
                    <a:pt x="139917" y="0"/>
                  </a:cubicBezTo>
                  <a:close/>
                </a:path>
              </a:pathLst>
            </a:custGeom>
            <a:noFill/>
            <a:ln>
              <a:solidFill>
                <a:schemeClr val="bg1"/>
              </a:solidFill>
            </a:ln>
          </p:spPr>
        </p:sp>
      </p:grpSp>
      <p:sp>
        <p:nvSpPr>
          <p:cNvPr id="148" name="stocks-graphic-on-laptop-monitor_38809"/>
          <p:cNvSpPr>
            <a:spLocks/>
          </p:cNvSpPr>
          <p:nvPr/>
        </p:nvSpPr>
        <p:spPr bwMode="gray">
          <a:xfrm>
            <a:off x="556372" y="2700203"/>
            <a:ext cx="229749" cy="121738"/>
          </a:xfrm>
          <a:custGeom>
            <a:avLst/>
            <a:gdLst>
              <a:gd name="connsiteX0" fmla="*/ 5942 w 596753"/>
              <a:gd name="connsiteY0" fmla="*/ 342878 h 372092"/>
              <a:gd name="connsiteX1" fmla="*/ 591159 w 596753"/>
              <a:gd name="connsiteY1" fmla="*/ 342878 h 372092"/>
              <a:gd name="connsiteX2" fmla="*/ 596753 w 596753"/>
              <a:gd name="connsiteY2" fmla="*/ 348034 h 372092"/>
              <a:gd name="connsiteX3" fmla="*/ 594602 w 596753"/>
              <a:gd name="connsiteY3" fmla="*/ 354048 h 372092"/>
              <a:gd name="connsiteX4" fmla="*/ 295109 w 596753"/>
              <a:gd name="connsiteY4" fmla="*/ 372092 h 372092"/>
              <a:gd name="connsiteX5" fmla="*/ 99750 w 596753"/>
              <a:gd name="connsiteY5" fmla="*/ 367796 h 372092"/>
              <a:gd name="connsiteX6" fmla="*/ 1209 w 596753"/>
              <a:gd name="connsiteY6" fmla="*/ 353189 h 372092"/>
              <a:gd name="connsiteX7" fmla="*/ 779 w 596753"/>
              <a:gd name="connsiteY7" fmla="*/ 346315 h 372092"/>
              <a:gd name="connsiteX8" fmla="*/ 5942 w 596753"/>
              <a:gd name="connsiteY8" fmla="*/ 342878 h 372092"/>
              <a:gd name="connsiteX9" fmla="*/ 287321 w 596753"/>
              <a:gd name="connsiteY9" fmla="*/ 199380 h 372092"/>
              <a:gd name="connsiteX10" fmla="*/ 277855 w 596753"/>
              <a:gd name="connsiteY10" fmla="*/ 208402 h 372092"/>
              <a:gd name="connsiteX11" fmla="*/ 287321 w 596753"/>
              <a:gd name="connsiteY11" fmla="*/ 217853 h 372092"/>
              <a:gd name="connsiteX12" fmla="*/ 296358 w 596753"/>
              <a:gd name="connsiteY12" fmla="*/ 208402 h 372092"/>
              <a:gd name="connsiteX13" fmla="*/ 287321 w 596753"/>
              <a:gd name="connsiteY13" fmla="*/ 199380 h 372092"/>
              <a:gd name="connsiteX14" fmla="*/ 428891 w 596753"/>
              <a:gd name="connsiteY14" fmla="*/ 174464 h 372092"/>
              <a:gd name="connsiteX15" fmla="*/ 419855 w 596753"/>
              <a:gd name="connsiteY15" fmla="*/ 183485 h 372092"/>
              <a:gd name="connsiteX16" fmla="*/ 428891 w 596753"/>
              <a:gd name="connsiteY16" fmla="*/ 192936 h 372092"/>
              <a:gd name="connsiteX17" fmla="*/ 438358 w 596753"/>
              <a:gd name="connsiteY17" fmla="*/ 183485 h 372092"/>
              <a:gd name="connsiteX18" fmla="*/ 428891 w 596753"/>
              <a:gd name="connsiteY18" fmla="*/ 174464 h 372092"/>
              <a:gd name="connsiteX19" fmla="*/ 355309 w 596753"/>
              <a:gd name="connsiteY19" fmla="*/ 140096 h 372092"/>
              <a:gd name="connsiteX20" fmla="*/ 346273 w 596753"/>
              <a:gd name="connsiteY20" fmla="*/ 149117 h 372092"/>
              <a:gd name="connsiteX21" fmla="*/ 355309 w 596753"/>
              <a:gd name="connsiteY21" fmla="*/ 158569 h 372092"/>
              <a:gd name="connsiteX22" fmla="*/ 364776 w 596753"/>
              <a:gd name="connsiteY22" fmla="*/ 149117 h 372092"/>
              <a:gd name="connsiteX23" fmla="*/ 355309 w 596753"/>
              <a:gd name="connsiteY23" fmla="*/ 140096 h 372092"/>
              <a:gd name="connsiteX24" fmla="*/ 107455 w 596753"/>
              <a:gd name="connsiteY24" fmla="*/ 137948 h 372092"/>
              <a:gd name="connsiteX25" fmla="*/ 98418 w 596753"/>
              <a:gd name="connsiteY25" fmla="*/ 146969 h 372092"/>
              <a:gd name="connsiteX26" fmla="*/ 107455 w 596753"/>
              <a:gd name="connsiteY26" fmla="*/ 156421 h 372092"/>
              <a:gd name="connsiteX27" fmla="*/ 116921 w 596753"/>
              <a:gd name="connsiteY27" fmla="*/ 146969 h 372092"/>
              <a:gd name="connsiteX28" fmla="*/ 107455 w 596753"/>
              <a:gd name="connsiteY28" fmla="*/ 137948 h 372092"/>
              <a:gd name="connsiteX29" fmla="*/ 207715 w 596753"/>
              <a:gd name="connsiteY29" fmla="*/ 130645 h 372092"/>
              <a:gd name="connsiteX30" fmla="*/ 198679 w 596753"/>
              <a:gd name="connsiteY30" fmla="*/ 140096 h 372092"/>
              <a:gd name="connsiteX31" fmla="*/ 207715 w 596753"/>
              <a:gd name="connsiteY31" fmla="*/ 149117 h 372092"/>
              <a:gd name="connsiteX32" fmla="*/ 217182 w 596753"/>
              <a:gd name="connsiteY32" fmla="*/ 140096 h 372092"/>
              <a:gd name="connsiteX33" fmla="*/ 207715 w 596753"/>
              <a:gd name="connsiteY33" fmla="*/ 130645 h 372092"/>
              <a:gd name="connsiteX34" fmla="*/ 489134 w 596753"/>
              <a:gd name="connsiteY34" fmla="*/ 103150 h 372092"/>
              <a:gd name="connsiteX35" fmla="*/ 479667 w 596753"/>
              <a:gd name="connsiteY35" fmla="*/ 112172 h 372092"/>
              <a:gd name="connsiteX36" fmla="*/ 489134 w 596753"/>
              <a:gd name="connsiteY36" fmla="*/ 121623 h 372092"/>
              <a:gd name="connsiteX37" fmla="*/ 498600 w 596753"/>
              <a:gd name="connsiteY37" fmla="*/ 112172 h 372092"/>
              <a:gd name="connsiteX38" fmla="*/ 489134 w 596753"/>
              <a:gd name="connsiteY38" fmla="*/ 103150 h 372092"/>
              <a:gd name="connsiteX39" fmla="*/ 489134 w 596753"/>
              <a:gd name="connsiteY39" fmla="*/ 94558 h 372092"/>
              <a:gd name="connsiteX40" fmla="*/ 507206 w 596753"/>
              <a:gd name="connsiteY40" fmla="*/ 112172 h 372092"/>
              <a:gd name="connsiteX41" fmla="*/ 489134 w 596753"/>
              <a:gd name="connsiteY41" fmla="*/ 130215 h 372092"/>
              <a:gd name="connsiteX42" fmla="*/ 485261 w 596753"/>
              <a:gd name="connsiteY42" fmla="*/ 129785 h 372092"/>
              <a:gd name="connsiteX43" fmla="*/ 445673 w 596753"/>
              <a:gd name="connsiteY43" fmla="*/ 177471 h 372092"/>
              <a:gd name="connsiteX44" fmla="*/ 446964 w 596753"/>
              <a:gd name="connsiteY44" fmla="*/ 183485 h 372092"/>
              <a:gd name="connsiteX45" fmla="*/ 428891 w 596753"/>
              <a:gd name="connsiteY45" fmla="*/ 201528 h 372092"/>
              <a:gd name="connsiteX46" fmla="*/ 411249 w 596753"/>
              <a:gd name="connsiteY46" fmla="*/ 185633 h 372092"/>
              <a:gd name="connsiteX47" fmla="*/ 366497 w 596753"/>
              <a:gd name="connsiteY47" fmla="*/ 163294 h 372092"/>
              <a:gd name="connsiteX48" fmla="*/ 355309 w 596753"/>
              <a:gd name="connsiteY48" fmla="*/ 167161 h 372092"/>
              <a:gd name="connsiteX49" fmla="*/ 348855 w 596753"/>
              <a:gd name="connsiteY49" fmla="*/ 165872 h 372092"/>
              <a:gd name="connsiteX50" fmla="*/ 304964 w 596753"/>
              <a:gd name="connsiteY50" fmla="*/ 205824 h 372092"/>
              <a:gd name="connsiteX51" fmla="*/ 304964 w 596753"/>
              <a:gd name="connsiteY51" fmla="*/ 208402 h 372092"/>
              <a:gd name="connsiteX52" fmla="*/ 287321 w 596753"/>
              <a:gd name="connsiteY52" fmla="*/ 226445 h 372092"/>
              <a:gd name="connsiteX53" fmla="*/ 269249 w 596753"/>
              <a:gd name="connsiteY53" fmla="*/ 208402 h 372092"/>
              <a:gd name="connsiteX54" fmla="*/ 269679 w 596753"/>
              <a:gd name="connsiteY54" fmla="*/ 206254 h 372092"/>
              <a:gd name="connsiteX55" fmla="*/ 214600 w 596753"/>
              <a:gd name="connsiteY55" fmla="*/ 156421 h 372092"/>
              <a:gd name="connsiteX56" fmla="*/ 207715 w 596753"/>
              <a:gd name="connsiteY56" fmla="*/ 157709 h 372092"/>
              <a:gd name="connsiteX57" fmla="*/ 192655 w 596753"/>
              <a:gd name="connsiteY57" fmla="*/ 149547 h 372092"/>
              <a:gd name="connsiteX58" fmla="*/ 123376 w 596753"/>
              <a:gd name="connsiteY58" fmla="*/ 154702 h 372092"/>
              <a:gd name="connsiteX59" fmla="*/ 107455 w 596753"/>
              <a:gd name="connsiteY59" fmla="*/ 165013 h 372092"/>
              <a:gd name="connsiteX60" fmla="*/ 89812 w 596753"/>
              <a:gd name="connsiteY60" fmla="*/ 146969 h 372092"/>
              <a:gd name="connsiteX61" fmla="*/ 107455 w 596753"/>
              <a:gd name="connsiteY61" fmla="*/ 129356 h 372092"/>
              <a:gd name="connsiteX62" fmla="*/ 122515 w 596753"/>
              <a:gd name="connsiteY62" fmla="*/ 137518 h 372092"/>
              <a:gd name="connsiteX63" fmla="*/ 191794 w 596753"/>
              <a:gd name="connsiteY63" fmla="*/ 132363 h 372092"/>
              <a:gd name="connsiteX64" fmla="*/ 207715 w 596753"/>
              <a:gd name="connsiteY64" fmla="*/ 122053 h 372092"/>
              <a:gd name="connsiteX65" fmla="*/ 225788 w 596753"/>
              <a:gd name="connsiteY65" fmla="*/ 140096 h 372092"/>
              <a:gd name="connsiteX66" fmla="*/ 225358 w 596753"/>
              <a:gd name="connsiteY66" fmla="*/ 143103 h 372092"/>
              <a:gd name="connsiteX67" fmla="*/ 279576 w 596753"/>
              <a:gd name="connsiteY67" fmla="*/ 192507 h 372092"/>
              <a:gd name="connsiteX68" fmla="*/ 287321 w 596753"/>
              <a:gd name="connsiteY68" fmla="*/ 190789 h 372092"/>
              <a:gd name="connsiteX69" fmla="*/ 294206 w 596753"/>
              <a:gd name="connsiteY69" fmla="*/ 192077 h 372092"/>
              <a:gd name="connsiteX70" fmla="*/ 337667 w 596753"/>
              <a:gd name="connsiteY70" fmla="*/ 152554 h 372092"/>
              <a:gd name="connsiteX71" fmla="*/ 337667 w 596753"/>
              <a:gd name="connsiteY71" fmla="*/ 149117 h 372092"/>
              <a:gd name="connsiteX72" fmla="*/ 355309 w 596753"/>
              <a:gd name="connsiteY72" fmla="*/ 131504 h 372092"/>
              <a:gd name="connsiteX73" fmla="*/ 372952 w 596753"/>
              <a:gd name="connsiteY73" fmla="*/ 146969 h 372092"/>
              <a:gd name="connsiteX74" fmla="*/ 418133 w 596753"/>
              <a:gd name="connsiteY74" fmla="*/ 169738 h 372092"/>
              <a:gd name="connsiteX75" fmla="*/ 428891 w 596753"/>
              <a:gd name="connsiteY75" fmla="*/ 165872 h 372092"/>
              <a:gd name="connsiteX76" fmla="*/ 432764 w 596753"/>
              <a:gd name="connsiteY76" fmla="*/ 166301 h 372092"/>
              <a:gd name="connsiteX77" fmla="*/ 472352 w 596753"/>
              <a:gd name="connsiteY77" fmla="*/ 118186 h 372092"/>
              <a:gd name="connsiteX78" fmla="*/ 471061 w 596753"/>
              <a:gd name="connsiteY78" fmla="*/ 112172 h 372092"/>
              <a:gd name="connsiteX79" fmla="*/ 489134 w 596753"/>
              <a:gd name="connsiteY79" fmla="*/ 94558 h 372092"/>
              <a:gd name="connsiteX80" fmla="*/ 53702 w 596753"/>
              <a:gd name="connsiteY80" fmla="*/ 22772 h 372092"/>
              <a:gd name="connsiteX81" fmla="*/ 53702 w 596753"/>
              <a:gd name="connsiteY81" fmla="*/ 305917 h 372092"/>
              <a:gd name="connsiteX82" fmla="*/ 542962 w 596753"/>
              <a:gd name="connsiteY82" fmla="*/ 305917 h 372092"/>
              <a:gd name="connsiteX83" fmla="*/ 542962 w 596753"/>
              <a:gd name="connsiteY83" fmla="*/ 22772 h 372092"/>
              <a:gd name="connsiteX84" fmla="*/ 53702 w 596753"/>
              <a:gd name="connsiteY84" fmla="*/ 0 h 372092"/>
              <a:gd name="connsiteX85" fmla="*/ 542962 w 596753"/>
              <a:gd name="connsiteY85" fmla="*/ 0 h 372092"/>
              <a:gd name="connsiteX86" fmla="*/ 566198 w 596753"/>
              <a:gd name="connsiteY86" fmla="*/ 22772 h 372092"/>
              <a:gd name="connsiteX87" fmla="*/ 566198 w 596753"/>
              <a:gd name="connsiteY87" fmla="*/ 305917 h 372092"/>
              <a:gd name="connsiteX88" fmla="*/ 542962 w 596753"/>
              <a:gd name="connsiteY88" fmla="*/ 329118 h 372092"/>
              <a:gd name="connsiteX89" fmla="*/ 53702 w 596753"/>
              <a:gd name="connsiteY89" fmla="*/ 329118 h 372092"/>
              <a:gd name="connsiteX90" fmla="*/ 30466 w 596753"/>
              <a:gd name="connsiteY90" fmla="*/ 305917 h 372092"/>
              <a:gd name="connsiteX91" fmla="*/ 30466 w 596753"/>
              <a:gd name="connsiteY91" fmla="*/ 22772 h 372092"/>
              <a:gd name="connsiteX92" fmla="*/ 53702 w 596753"/>
              <a:gd name="connsiteY92" fmla="*/ 0 h 37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753" h="372092">
                <a:moveTo>
                  <a:pt x="5942" y="342878"/>
                </a:moveTo>
                <a:lnTo>
                  <a:pt x="591159" y="342878"/>
                </a:lnTo>
                <a:cubicBezTo>
                  <a:pt x="594171" y="342878"/>
                  <a:pt x="596323" y="345026"/>
                  <a:pt x="596753" y="348034"/>
                </a:cubicBezTo>
                <a:cubicBezTo>
                  <a:pt x="596753" y="350182"/>
                  <a:pt x="596323" y="352330"/>
                  <a:pt x="594602" y="354048"/>
                </a:cubicBezTo>
                <a:cubicBezTo>
                  <a:pt x="579541" y="370374"/>
                  <a:pt x="361376" y="372092"/>
                  <a:pt x="295109" y="372092"/>
                </a:cubicBezTo>
                <a:cubicBezTo>
                  <a:pt x="221096" y="372092"/>
                  <a:pt x="151817" y="370374"/>
                  <a:pt x="99750" y="367796"/>
                </a:cubicBezTo>
                <a:cubicBezTo>
                  <a:pt x="7664" y="363500"/>
                  <a:pt x="3361" y="357056"/>
                  <a:pt x="1209" y="353189"/>
                </a:cubicBezTo>
                <a:cubicBezTo>
                  <a:pt x="-82" y="351041"/>
                  <a:pt x="-512" y="348463"/>
                  <a:pt x="779" y="346315"/>
                </a:cubicBezTo>
                <a:cubicBezTo>
                  <a:pt x="1639" y="344167"/>
                  <a:pt x="3791" y="342878"/>
                  <a:pt x="5942" y="342878"/>
                </a:cubicBezTo>
                <a:close/>
                <a:moveTo>
                  <a:pt x="287321" y="199380"/>
                </a:moveTo>
                <a:cubicBezTo>
                  <a:pt x="282158" y="199380"/>
                  <a:pt x="277855" y="203247"/>
                  <a:pt x="277855" y="208402"/>
                </a:cubicBezTo>
                <a:cubicBezTo>
                  <a:pt x="277855" y="213557"/>
                  <a:pt x="282158" y="217853"/>
                  <a:pt x="287321" y="217853"/>
                </a:cubicBezTo>
                <a:cubicBezTo>
                  <a:pt x="292485" y="217853"/>
                  <a:pt x="296358" y="213557"/>
                  <a:pt x="296358" y="208402"/>
                </a:cubicBezTo>
                <a:cubicBezTo>
                  <a:pt x="296358" y="203247"/>
                  <a:pt x="292485" y="199380"/>
                  <a:pt x="287321" y="199380"/>
                </a:cubicBezTo>
                <a:close/>
                <a:moveTo>
                  <a:pt x="428891" y="174464"/>
                </a:moveTo>
                <a:cubicBezTo>
                  <a:pt x="423727" y="174464"/>
                  <a:pt x="419855" y="178330"/>
                  <a:pt x="419855" y="183485"/>
                </a:cubicBezTo>
                <a:cubicBezTo>
                  <a:pt x="419855" y="188641"/>
                  <a:pt x="423727" y="192936"/>
                  <a:pt x="428891" y="192936"/>
                </a:cubicBezTo>
                <a:cubicBezTo>
                  <a:pt x="434055" y="192936"/>
                  <a:pt x="438358" y="188641"/>
                  <a:pt x="438358" y="183485"/>
                </a:cubicBezTo>
                <a:cubicBezTo>
                  <a:pt x="438358" y="178330"/>
                  <a:pt x="434055" y="174464"/>
                  <a:pt x="428891" y="174464"/>
                </a:cubicBezTo>
                <a:close/>
                <a:moveTo>
                  <a:pt x="355309" y="140096"/>
                </a:moveTo>
                <a:cubicBezTo>
                  <a:pt x="350146" y="140096"/>
                  <a:pt x="346273" y="143962"/>
                  <a:pt x="346273" y="149117"/>
                </a:cubicBezTo>
                <a:cubicBezTo>
                  <a:pt x="346273" y="154273"/>
                  <a:pt x="350146" y="158569"/>
                  <a:pt x="355309" y="158569"/>
                </a:cubicBezTo>
                <a:cubicBezTo>
                  <a:pt x="360473" y="158569"/>
                  <a:pt x="364776" y="154273"/>
                  <a:pt x="364776" y="149117"/>
                </a:cubicBezTo>
                <a:cubicBezTo>
                  <a:pt x="364776" y="143962"/>
                  <a:pt x="360473" y="140096"/>
                  <a:pt x="355309" y="140096"/>
                </a:cubicBezTo>
                <a:close/>
                <a:moveTo>
                  <a:pt x="107455" y="137948"/>
                </a:moveTo>
                <a:cubicBezTo>
                  <a:pt x="102291" y="137948"/>
                  <a:pt x="98418" y="142244"/>
                  <a:pt x="98418" y="146969"/>
                </a:cubicBezTo>
                <a:cubicBezTo>
                  <a:pt x="98418" y="152125"/>
                  <a:pt x="102291" y="156421"/>
                  <a:pt x="107455" y="156421"/>
                </a:cubicBezTo>
                <a:cubicBezTo>
                  <a:pt x="112618" y="156421"/>
                  <a:pt x="116921" y="152125"/>
                  <a:pt x="116921" y="146969"/>
                </a:cubicBezTo>
                <a:cubicBezTo>
                  <a:pt x="116921" y="142244"/>
                  <a:pt x="112618" y="137948"/>
                  <a:pt x="107455" y="137948"/>
                </a:cubicBezTo>
                <a:close/>
                <a:moveTo>
                  <a:pt x="207715" y="130645"/>
                </a:moveTo>
                <a:cubicBezTo>
                  <a:pt x="202982" y="130645"/>
                  <a:pt x="198679" y="134941"/>
                  <a:pt x="198679" y="140096"/>
                </a:cubicBezTo>
                <a:cubicBezTo>
                  <a:pt x="198679" y="145251"/>
                  <a:pt x="202982" y="149117"/>
                  <a:pt x="207715" y="149117"/>
                </a:cubicBezTo>
                <a:cubicBezTo>
                  <a:pt x="212879" y="149117"/>
                  <a:pt x="217182" y="145251"/>
                  <a:pt x="217182" y="140096"/>
                </a:cubicBezTo>
                <a:cubicBezTo>
                  <a:pt x="217182" y="134941"/>
                  <a:pt x="212879" y="130645"/>
                  <a:pt x="207715" y="130645"/>
                </a:cubicBezTo>
                <a:close/>
                <a:moveTo>
                  <a:pt x="489134" y="103150"/>
                </a:moveTo>
                <a:cubicBezTo>
                  <a:pt x="483970" y="103150"/>
                  <a:pt x="479667" y="107017"/>
                  <a:pt x="479667" y="112172"/>
                </a:cubicBezTo>
                <a:cubicBezTo>
                  <a:pt x="479667" y="117327"/>
                  <a:pt x="483970" y="121623"/>
                  <a:pt x="489134" y="121623"/>
                </a:cubicBezTo>
                <a:cubicBezTo>
                  <a:pt x="494297" y="121623"/>
                  <a:pt x="498600" y="117327"/>
                  <a:pt x="498600" y="112172"/>
                </a:cubicBezTo>
                <a:cubicBezTo>
                  <a:pt x="498600" y="107017"/>
                  <a:pt x="494297" y="103150"/>
                  <a:pt x="489134" y="103150"/>
                </a:cubicBezTo>
                <a:close/>
                <a:moveTo>
                  <a:pt x="489134" y="94558"/>
                </a:moveTo>
                <a:cubicBezTo>
                  <a:pt x="499030" y="94558"/>
                  <a:pt x="507206" y="102291"/>
                  <a:pt x="507206" y="112172"/>
                </a:cubicBezTo>
                <a:cubicBezTo>
                  <a:pt x="507206" y="122053"/>
                  <a:pt x="499030" y="130215"/>
                  <a:pt x="489134" y="130215"/>
                </a:cubicBezTo>
                <a:cubicBezTo>
                  <a:pt x="487843" y="130215"/>
                  <a:pt x="486552" y="129785"/>
                  <a:pt x="485261" y="129785"/>
                </a:cubicBezTo>
                <a:lnTo>
                  <a:pt x="445673" y="177471"/>
                </a:lnTo>
                <a:cubicBezTo>
                  <a:pt x="446533" y="179619"/>
                  <a:pt x="446964" y="181337"/>
                  <a:pt x="446964" y="183485"/>
                </a:cubicBezTo>
                <a:cubicBezTo>
                  <a:pt x="446964" y="193366"/>
                  <a:pt x="438788" y="201528"/>
                  <a:pt x="428891" y="201528"/>
                </a:cubicBezTo>
                <a:cubicBezTo>
                  <a:pt x="419855" y="201528"/>
                  <a:pt x="412109" y="194225"/>
                  <a:pt x="411249" y="185633"/>
                </a:cubicBezTo>
                <a:lnTo>
                  <a:pt x="366497" y="163294"/>
                </a:lnTo>
                <a:cubicBezTo>
                  <a:pt x="363485" y="165442"/>
                  <a:pt x="359612" y="167161"/>
                  <a:pt x="355309" y="167161"/>
                </a:cubicBezTo>
                <a:cubicBezTo>
                  <a:pt x="353158" y="167161"/>
                  <a:pt x="351006" y="166731"/>
                  <a:pt x="348855" y="165872"/>
                </a:cubicBezTo>
                <a:lnTo>
                  <a:pt x="304964" y="205824"/>
                </a:lnTo>
                <a:cubicBezTo>
                  <a:pt x="304964" y="206684"/>
                  <a:pt x="304964" y="207543"/>
                  <a:pt x="304964" y="208402"/>
                </a:cubicBezTo>
                <a:cubicBezTo>
                  <a:pt x="304964" y="218283"/>
                  <a:pt x="297218" y="226445"/>
                  <a:pt x="287321" y="226445"/>
                </a:cubicBezTo>
                <a:cubicBezTo>
                  <a:pt x="277424" y="226445"/>
                  <a:pt x="269249" y="218283"/>
                  <a:pt x="269249" y="208402"/>
                </a:cubicBezTo>
                <a:cubicBezTo>
                  <a:pt x="269249" y="207972"/>
                  <a:pt x="269679" y="207113"/>
                  <a:pt x="269679" y="206254"/>
                </a:cubicBezTo>
                <a:lnTo>
                  <a:pt x="214600" y="156421"/>
                </a:lnTo>
                <a:cubicBezTo>
                  <a:pt x="212449" y="157280"/>
                  <a:pt x="210297" y="157709"/>
                  <a:pt x="207715" y="157709"/>
                </a:cubicBezTo>
                <a:cubicBezTo>
                  <a:pt x="201691" y="157709"/>
                  <a:pt x="196097" y="154273"/>
                  <a:pt x="192655" y="149547"/>
                </a:cubicBezTo>
                <a:lnTo>
                  <a:pt x="123376" y="154702"/>
                </a:lnTo>
                <a:cubicBezTo>
                  <a:pt x="120794" y="160717"/>
                  <a:pt x="114770" y="165013"/>
                  <a:pt x="107455" y="165013"/>
                </a:cubicBezTo>
                <a:cubicBezTo>
                  <a:pt x="97558" y="165013"/>
                  <a:pt x="89812" y="156850"/>
                  <a:pt x="89812" y="146969"/>
                </a:cubicBezTo>
                <a:cubicBezTo>
                  <a:pt x="89812" y="137518"/>
                  <a:pt x="97558" y="129356"/>
                  <a:pt x="107455" y="129356"/>
                </a:cubicBezTo>
                <a:cubicBezTo>
                  <a:pt x="113909" y="129356"/>
                  <a:pt x="119503" y="132793"/>
                  <a:pt x="122515" y="137518"/>
                </a:cubicBezTo>
                <a:lnTo>
                  <a:pt x="191794" y="132363"/>
                </a:lnTo>
                <a:cubicBezTo>
                  <a:pt x="194806" y="126349"/>
                  <a:pt x="200830" y="122053"/>
                  <a:pt x="207715" y="122053"/>
                </a:cubicBezTo>
                <a:cubicBezTo>
                  <a:pt x="217612" y="122053"/>
                  <a:pt x="225788" y="130215"/>
                  <a:pt x="225788" y="140096"/>
                </a:cubicBezTo>
                <a:cubicBezTo>
                  <a:pt x="225788" y="140955"/>
                  <a:pt x="225788" y="142244"/>
                  <a:pt x="225358" y="143103"/>
                </a:cubicBezTo>
                <a:lnTo>
                  <a:pt x="279576" y="192507"/>
                </a:lnTo>
                <a:cubicBezTo>
                  <a:pt x="282158" y="191218"/>
                  <a:pt x="284740" y="190789"/>
                  <a:pt x="287321" y="190789"/>
                </a:cubicBezTo>
                <a:cubicBezTo>
                  <a:pt x="289903" y="190789"/>
                  <a:pt x="292055" y="191218"/>
                  <a:pt x="294206" y="192077"/>
                </a:cubicBezTo>
                <a:lnTo>
                  <a:pt x="337667" y="152554"/>
                </a:lnTo>
                <a:cubicBezTo>
                  <a:pt x="337667" y="151695"/>
                  <a:pt x="337667" y="150406"/>
                  <a:pt x="337667" y="149117"/>
                </a:cubicBezTo>
                <a:cubicBezTo>
                  <a:pt x="337667" y="139237"/>
                  <a:pt x="345412" y="131504"/>
                  <a:pt x="355309" y="131504"/>
                </a:cubicBezTo>
                <a:cubicBezTo>
                  <a:pt x="364346" y="131504"/>
                  <a:pt x="372091" y="138377"/>
                  <a:pt x="372952" y="146969"/>
                </a:cubicBezTo>
                <a:lnTo>
                  <a:pt x="418133" y="169738"/>
                </a:lnTo>
                <a:cubicBezTo>
                  <a:pt x="421146" y="167161"/>
                  <a:pt x="425018" y="165872"/>
                  <a:pt x="428891" y="165872"/>
                </a:cubicBezTo>
                <a:cubicBezTo>
                  <a:pt x="430182" y="165872"/>
                  <a:pt x="431473" y="165872"/>
                  <a:pt x="432764" y="166301"/>
                </a:cubicBezTo>
                <a:lnTo>
                  <a:pt x="472352" y="118186"/>
                </a:lnTo>
                <a:cubicBezTo>
                  <a:pt x="471921" y="116468"/>
                  <a:pt x="471061" y="114320"/>
                  <a:pt x="471061" y="112172"/>
                </a:cubicBezTo>
                <a:cubicBezTo>
                  <a:pt x="471061" y="102291"/>
                  <a:pt x="479237" y="94558"/>
                  <a:pt x="489134" y="94558"/>
                </a:cubicBezTo>
                <a:close/>
                <a:moveTo>
                  <a:pt x="53702" y="22772"/>
                </a:moveTo>
                <a:lnTo>
                  <a:pt x="53702" y="305917"/>
                </a:lnTo>
                <a:lnTo>
                  <a:pt x="542962" y="305917"/>
                </a:lnTo>
                <a:lnTo>
                  <a:pt x="542962" y="22772"/>
                </a:lnTo>
                <a:close/>
                <a:moveTo>
                  <a:pt x="53702" y="0"/>
                </a:moveTo>
                <a:lnTo>
                  <a:pt x="542962" y="0"/>
                </a:lnTo>
                <a:cubicBezTo>
                  <a:pt x="555871" y="0"/>
                  <a:pt x="566198" y="9882"/>
                  <a:pt x="566198" y="22772"/>
                </a:cubicBezTo>
                <a:lnTo>
                  <a:pt x="566198" y="305917"/>
                </a:lnTo>
                <a:cubicBezTo>
                  <a:pt x="566198" y="318806"/>
                  <a:pt x="555871" y="329118"/>
                  <a:pt x="542962" y="329118"/>
                </a:cubicBezTo>
                <a:lnTo>
                  <a:pt x="53702" y="329118"/>
                </a:lnTo>
                <a:cubicBezTo>
                  <a:pt x="40793" y="329118"/>
                  <a:pt x="30466" y="318806"/>
                  <a:pt x="30466" y="305917"/>
                </a:cubicBezTo>
                <a:lnTo>
                  <a:pt x="30466" y="22772"/>
                </a:lnTo>
                <a:cubicBezTo>
                  <a:pt x="30466" y="9882"/>
                  <a:pt x="40793" y="0"/>
                  <a:pt x="53702" y="0"/>
                </a:cubicBezTo>
                <a:close/>
              </a:path>
            </a:pathLst>
          </a:custGeom>
          <a:solidFill>
            <a:schemeClr val="bg1"/>
          </a:solidFill>
          <a:ln>
            <a:noFill/>
          </a:ln>
        </p:spPr>
      </p:sp>
      <p:sp>
        <p:nvSpPr>
          <p:cNvPr id="151" name="warning_94911"/>
          <p:cNvSpPr>
            <a:spLocks/>
          </p:cNvSpPr>
          <p:nvPr/>
        </p:nvSpPr>
        <p:spPr bwMode="gray">
          <a:xfrm>
            <a:off x="563783" y="3609618"/>
            <a:ext cx="202967" cy="202673"/>
          </a:xfrm>
          <a:custGeom>
            <a:avLst/>
            <a:gdLst>
              <a:gd name="T0" fmla="*/ 4733 w 4773"/>
              <a:gd name="T1" fmla="*/ 4096 h 4367"/>
              <a:gd name="T2" fmla="*/ 2541 w 4773"/>
              <a:gd name="T3" fmla="*/ 107 h 4367"/>
              <a:gd name="T4" fmla="*/ 2387 w 4773"/>
              <a:gd name="T5" fmla="*/ 0 h 4367"/>
              <a:gd name="T6" fmla="*/ 2232 w 4773"/>
              <a:gd name="T7" fmla="*/ 107 h 4367"/>
              <a:gd name="T8" fmla="*/ 40 w 4773"/>
              <a:gd name="T9" fmla="*/ 4096 h 4367"/>
              <a:gd name="T10" fmla="*/ 31 w 4773"/>
              <a:gd name="T11" fmla="*/ 4283 h 4367"/>
              <a:gd name="T12" fmla="*/ 202 w 4773"/>
              <a:gd name="T13" fmla="*/ 4367 h 4367"/>
              <a:gd name="T14" fmla="*/ 4571 w 4773"/>
              <a:gd name="T15" fmla="*/ 4367 h 4367"/>
              <a:gd name="T16" fmla="*/ 4742 w 4773"/>
              <a:gd name="T17" fmla="*/ 4283 h 4367"/>
              <a:gd name="T18" fmla="*/ 4733 w 4773"/>
              <a:gd name="T19" fmla="*/ 4096 h 4367"/>
              <a:gd name="T20" fmla="*/ 2064 w 4773"/>
              <a:gd name="T21" fmla="*/ 1055 h 4367"/>
              <a:gd name="T22" fmla="*/ 2111 w 4773"/>
              <a:gd name="T23" fmla="*/ 1034 h 4367"/>
              <a:gd name="T24" fmla="*/ 2656 w 4773"/>
              <a:gd name="T25" fmla="*/ 1034 h 4367"/>
              <a:gd name="T26" fmla="*/ 2703 w 4773"/>
              <a:gd name="T27" fmla="*/ 1055 h 4367"/>
              <a:gd name="T28" fmla="*/ 2721 w 4773"/>
              <a:gd name="T29" fmla="*/ 1104 h 4367"/>
              <a:gd name="T30" fmla="*/ 2652 w 4773"/>
              <a:gd name="T31" fmla="*/ 2965 h 4367"/>
              <a:gd name="T32" fmla="*/ 2583 w 4773"/>
              <a:gd name="T33" fmla="*/ 3034 h 4367"/>
              <a:gd name="T34" fmla="*/ 2179 w 4773"/>
              <a:gd name="T35" fmla="*/ 3034 h 4367"/>
              <a:gd name="T36" fmla="*/ 2111 w 4773"/>
              <a:gd name="T37" fmla="*/ 2966 h 4367"/>
              <a:gd name="T38" fmla="*/ 2046 w 4773"/>
              <a:gd name="T39" fmla="*/ 1105 h 4367"/>
              <a:gd name="T40" fmla="*/ 2064 w 4773"/>
              <a:gd name="T41" fmla="*/ 1055 h 4367"/>
              <a:gd name="T42" fmla="*/ 2386 w 4773"/>
              <a:gd name="T43" fmla="*/ 4013 h 4367"/>
              <a:gd name="T44" fmla="*/ 2026 w 4773"/>
              <a:gd name="T45" fmla="*/ 3635 h 4367"/>
              <a:gd name="T46" fmla="*/ 2381 w 4773"/>
              <a:gd name="T47" fmla="*/ 3252 h 4367"/>
              <a:gd name="T48" fmla="*/ 2737 w 4773"/>
              <a:gd name="T49" fmla="*/ 3635 h 4367"/>
              <a:gd name="T50" fmla="*/ 2386 w 4773"/>
              <a:gd name="T51" fmla="*/ 4013 h 4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73" h="4367">
                <a:moveTo>
                  <a:pt x="4733" y="4096"/>
                </a:moveTo>
                <a:lnTo>
                  <a:pt x="2541" y="107"/>
                </a:lnTo>
                <a:cubicBezTo>
                  <a:pt x="2504" y="39"/>
                  <a:pt x="2448" y="0"/>
                  <a:pt x="2387" y="0"/>
                </a:cubicBezTo>
                <a:cubicBezTo>
                  <a:pt x="2326" y="0"/>
                  <a:pt x="2269" y="39"/>
                  <a:pt x="2232" y="107"/>
                </a:cubicBezTo>
                <a:lnTo>
                  <a:pt x="40" y="4096"/>
                </a:lnTo>
                <a:cubicBezTo>
                  <a:pt x="3" y="4162"/>
                  <a:pt x="0" y="4231"/>
                  <a:pt x="31" y="4283"/>
                </a:cubicBezTo>
                <a:cubicBezTo>
                  <a:pt x="63" y="4337"/>
                  <a:pt x="125" y="4367"/>
                  <a:pt x="202" y="4367"/>
                </a:cubicBezTo>
                <a:lnTo>
                  <a:pt x="4571" y="4367"/>
                </a:lnTo>
                <a:cubicBezTo>
                  <a:pt x="4648" y="4367"/>
                  <a:pt x="4710" y="4337"/>
                  <a:pt x="4742" y="4283"/>
                </a:cubicBezTo>
                <a:cubicBezTo>
                  <a:pt x="4773" y="4231"/>
                  <a:pt x="4770" y="4162"/>
                  <a:pt x="4733" y="4096"/>
                </a:cubicBezTo>
                <a:close/>
                <a:moveTo>
                  <a:pt x="2064" y="1055"/>
                </a:moveTo>
                <a:cubicBezTo>
                  <a:pt x="2076" y="1043"/>
                  <a:pt x="2093" y="1034"/>
                  <a:pt x="2111" y="1034"/>
                </a:cubicBezTo>
                <a:lnTo>
                  <a:pt x="2656" y="1034"/>
                </a:lnTo>
                <a:cubicBezTo>
                  <a:pt x="2674" y="1034"/>
                  <a:pt x="2691" y="1043"/>
                  <a:pt x="2703" y="1055"/>
                </a:cubicBezTo>
                <a:cubicBezTo>
                  <a:pt x="2715" y="1068"/>
                  <a:pt x="2722" y="1086"/>
                  <a:pt x="2721" y="1104"/>
                </a:cubicBezTo>
                <a:lnTo>
                  <a:pt x="2652" y="2965"/>
                </a:lnTo>
                <a:cubicBezTo>
                  <a:pt x="2651" y="3002"/>
                  <a:pt x="2620" y="3034"/>
                  <a:pt x="2583" y="3034"/>
                </a:cubicBezTo>
                <a:lnTo>
                  <a:pt x="2179" y="3034"/>
                </a:lnTo>
                <a:cubicBezTo>
                  <a:pt x="2143" y="3034"/>
                  <a:pt x="2112" y="3002"/>
                  <a:pt x="2111" y="2966"/>
                </a:cubicBezTo>
                <a:lnTo>
                  <a:pt x="2046" y="1105"/>
                </a:lnTo>
                <a:cubicBezTo>
                  <a:pt x="2045" y="1087"/>
                  <a:pt x="2052" y="1068"/>
                  <a:pt x="2064" y="1055"/>
                </a:cubicBezTo>
                <a:close/>
                <a:moveTo>
                  <a:pt x="2386" y="4013"/>
                </a:moveTo>
                <a:cubicBezTo>
                  <a:pt x="2181" y="4013"/>
                  <a:pt x="2026" y="3850"/>
                  <a:pt x="2026" y="3635"/>
                </a:cubicBezTo>
                <a:cubicBezTo>
                  <a:pt x="2026" y="3417"/>
                  <a:pt x="2179" y="3252"/>
                  <a:pt x="2381" y="3252"/>
                </a:cubicBezTo>
                <a:cubicBezTo>
                  <a:pt x="2590" y="3252"/>
                  <a:pt x="2737" y="3409"/>
                  <a:pt x="2737" y="3635"/>
                </a:cubicBezTo>
                <a:cubicBezTo>
                  <a:pt x="2737" y="3857"/>
                  <a:pt x="2592" y="4013"/>
                  <a:pt x="2386" y="4013"/>
                </a:cubicBezTo>
                <a:close/>
              </a:path>
            </a:pathLst>
          </a:custGeom>
          <a:solidFill>
            <a:schemeClr val="bg1"/>
          </a:solidFill>
          <a:ln>
            <a:noFill/>
          </a:ln>
        </p:spPr>
      </p:sp>
      <p:sp>
        <p:nvSpPr>
          <p:cNvPr id="152" name="school-book_74303"/>
          <p:cNvSpPr>
            <a:spLocks/>
          </p:cNvSpPr>
          <p:nvPr/>
        </p:nvSpPr>
        <p:spPr bwMode="gray">
          <a:xfrm>
            <a:off x="585754" y="4574466"/>
            <a:ext cx="159024" cy="193920"/>
          </a:xfrm>
          <a:custGeom>
            <a:avLst/>
            <a:gdLst>
              <a:gd name="T0" fmla="*/ 532 w 3373"/>
              <a:gd name="T1" fmla="*/ 381 h 4441"/>
              <a:gd name="T2" fmla="*/ 3373 w 3373"/>
              <a:gd name="T3" fmla="*/ 381 h 4441"/>
              <a:gd name="T4" fmla="*/ 3373 w 3373"/>
              <a:gd name="T5" fmla="*/ 0 h 4441"/>
              <a:gd name="T6" fmla="*/ 532 w 3373"/>
              <a:gd name="T7" fmla="*/ 0 h 4441"/>
              <a:gd name="T8" fmla="*/ 0 w 3373"/>
              <a:gd name="T9" fmla="*/ 532 h 4441"/>
              <a:gd name="T10" fmla="*/ 0 w 3373"/>
              <a:gd name="T11" fmla="*/ 4012 h 4441"/>
              <a:gd name="T12" fmla="*/ 429 w 3373"/>
              <a:gd name="T13" fmla="*/ 4441 h 4441"/>
              <a:gd name="T14" fmla="*/ 3373 w 3373"/>
              <a:gd name="T15" fmla="*/ 4441 h 4441"/>
              <a:gd name="T16" fmla="*/ 3373 w 3373"/>
              <a:gd name="T17" fmla="*/ 683 h 4441"/>
              <a:gd name="T18" fmla="*/ 532 w 3373"/>
              <a:gd name="T19" fmla="*/ 683 h 4441"/>
              <a:gd name="T20" fmla="*/ 381 w 3373"/>
              <a:gd name="T21" fmla="*/ 532 h 4441"/>
              <a:gd name="T22" fmla="*/ 532 w 3373"/>
              <a:gd name="T23" fmla="*/ 381 h 4441"/>
              <a:gd name="T24" fmla="*/ 1397 w 3373"/>
              <a:gd name="T25" fmla="*/ 3011 h 4441"/>
              <a:gd name="T26" fmla="*/ 2854 w 3373"/>
              <a:gd name="T27" fmla="*/ 3011 h 4441"/>
              <a:gd name="T28" fmla="*/ 2854 w 3373"/>
              <a:gd name="T29" fmla="*/ 3794 h 4441"/>
              <a:gd name="T30" fmla="*/ 1397 w 3373"/>
              <a:gd name="T31" fmla="*/ 3794 h 4441"/>
              <a:gd name="T32" fmla="*/ 1397 w 3373"/>
              <a:gd name="T33" fmla="*/ 3011 h 4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373" h="4441">
                <a:moveTo>
                  <a:pt x="532" y="381"/>
                </a:moveTo>
                <a:lnTo>
                  <a:pt x="3373" y="381"/>
                </a:lnTo>
                <a:lnTo>
                  <a:pt x="3373" y="0"/>
                </a:lnTo>
                <a:lnTo>
                  <a:pt x="532" y="0"/>
                </a:lnTo>
                <a:cubicBezTo>
                  <a:pt x="239" y="0"/>
                  <a:pt x="0" y="239"/>
                  <a:pt x="0" y="532"/>
                </a:cubicBezTo>
                <a:lnTo>
                  <a:pt x="0" y="4012"/>
                </a:lnTo>
                <a:cubicBezTo>
                  <a:pt x="0" y="4248"/>
                  <a:pt x="192" y="4441"/>
                  <a:pt x="429" y="4441"/>
                </a:cubicBezTo>
                <a:lnTo>
                  <a:pt x="3373" y="4441"/>
                </a:lnTo>
                <a:lnTo>
                  <a:pt x="3373" y="683"/>
                </a:lnTo>
                <a:lnTo>
                  <a:pt x="532" y="683"/>
                </a:lnTo>
                <a:cubicBezTo>
                  <a:pt x="449" y="683"/>
                  <a:pt x="381" y="616"/>
                  <a:pt x="381" y="532"/>
                </a:cubicBezTo>
                <a:cubicBezTo>
                  <a:pt x="381" y="449"/>
                  <a:pt x="449" y="381"/>
                  <a:pt x="532" y="381"/>
                </a:cubicBezTo>
                <a:close/>
                <a:moveTo>
                  <a:pt x="1397" y="3011"/>
                </a:moveTo>
                <a:lnTo>
                  <a:pt x="2854" y="3011"/>
                </a:lnTo>
                <a:lnTo>
                  <a:pt x="2854" y="3794"/>
                </a:lnTo>
                <a:lnTo>
                  <a:pt x="1397" y="3794"/>
                </a:lnTo>
                <a:lnTo>
                  <a:pt x="1397" y="3011"/>
                </a:lnTo>
                <a:close/>
              </a:path>
            </a:pathLst>
          </a:custGeom>
          <a:solidFill>
            <a:schemeClr val="bg1"/>
          </a:solidFill>
          <a:ln>
            <a:noFill/>
          </a:ln>
        </p:spPr>
      </p:sp>
      <p:sp>
        <p:nvSpPr>
          <p:cNvPr id="27" name="五边形 153"/>
          <p:cNvSpPr/>
          <p:nvPr/>
        </p:nvSpPr>
        <p:spPr bwMode="gray">
          <a:xfrm>
            <a:off x="8150785" y="113221"/>
            <a:ext cx="1259508" cy="213037"/>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准备阶段</a:t>
            </a:r>
          </a:p>
        </p:txBody>
      </p:sp>
      <p:sp>
        <p:nvSpPr>
          <p:cNvPr id="28" name="燕尾形 154"/>
          <p:cNvSpPr/>
          <p:nvPr/>
        </p:nvSpPr>
        <p:spPr bwMode="gray">
          <a:xfrm>
            <a:off x="9320182"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实施阶段</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燕尾形 155"/>
          <p:cNvSpPr/>
          <p:nvPr/>
        </p:nvSpPr>
        <p:spPr bwMode="gray">
          <a:xfrm>
            <a:off x="10489579"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收尾阶段</a:t>
            </a:r>
          </a:p>
        </p:txBody>
      </p:sp>
    </p:spTree>
    <p:custDataLst>
      <p:tags r:id="rId1"/>
    </p:custDataLst>
    <p:extLst>
      <p:ext uri="{BB962C8B-B14F-4D97-AF65-F5344CB8AC3E}">
        <p14:creationId xmlns:p14="http://schemas.microsoft.com/office/powerpoint/2010/main" val="2846535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项目分析</a:t>
            </a:r>
          </a:p>
        </p:txBody>
      </p:sp>
      <p:sp>
        <p:nvSpPr>
          <p:cNvPr id="60" name="文本占位符 3"/>
          <p:cNvSpPr>
            <a:spLocks noGrp="1"/>
          </p:cNvSpPr>
          <p:nvPr>
            <p:ph type="body" sz="quarter" idx="10"/>
          </p:nvPr>
        </p:nvSpPr>
        <p:spPr bwMode="gray">
          <a:xfrm>
            <a:off x="2153265" y="1047750"/>
            <a:ext cx="9595822" cy="4879805"/>
          </a:xfrm>
        </p:spPr>
        <p:txBody>
          <a:bodyPr/>
          <a:lstStyle/>
          <a:p>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完成对项目的调研之后，需要对客户的需求进行分析、梳理，分析客户对割接后网络的新需求，如带宽，网络</a:t>
            </a:r>
            <a:r>
              <a:rPr lang="en-US" altLang="zh-CN" sz="1799" dirty="0">
                <a:latin typeface="Huawei Sans" panose="020C0503030203020204" pitchFamily="34" charset="0"/>
                <a:ea typeface="方正兰亭黑简体" panose="02000000000000000000" pitchFamily="2" charset="-122"/>
                <a:sym typeface="Huawei Sans" panose="020C0503030203020204" pitchFamily="34" charset="0"/>
              </a:rPr>
              <a:t>KPI</a:t>
            </a:r>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指标，新业务承载能力等；</a:t>
            </a:r>
            <a:endParaRPr lang="en-US" altLang="zh-CN" sz="1799"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同时在该阶段将割接方案中的割接变更需求进行明确。</a:t>
            </a:r>
            <a:endParaRPr lang="en-US" altLang="zh-CN" sz="1799"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输出</a:t>
            </a:r>
            <a:r>
              <a:rPr lang="en-US" altLang="zh-CN" sz="1799"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客户需求分析表</a:t>
            </a:r>
            <a:r>
              <a:rPr lang="en-US" altLang="zh-CN" sz="1799"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111" name="isḻïḑe">
            <a:extLst>
              <a:ext uri="{FF2B5EF4-FFF2-40B4-BE49-F238E27FC236}">
                <a16:creationId xmlns:a16="http://schemas.microsoft.com/office/drawing/2014/main" id="{24CBC826-002E-4B71-8291-B729E4BED0E3}"/>
              </a:ext>
            </a:extLst>
          </p:cNvPr>
          <p:cNvSpPr txBox="1"/>
          <p:nvPr/>
        </p:nvSpPr>
        <p:spPr bwMode="gray">
          <a:xfrm>
            <a:off x="836816" y="1593190"/>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pPr algn="l"/>
            <a:r>
              <a:rPr lang="zh-CN" altLang="en-US" sz="1399" dirty="0">
                <a:solidFill>
                  <a:schemeClr val="bg1">
                    <a:lumMod val="65000"/>
                  </a:schemeClr>
                </a:solidFill>
              </a:rPr>
              <a:t>项目调研</a:t>
            </a:r>
            <a:endParaRPr lang="en-US" altLang="zh-CN" sz="1399" dirty="0">
              <a:solidFill>
                <a:schemeClr val="bg1">
                  <a:lumMod val="65000"/>
                </a:schemeClr>
              </a:solidFill>
            </a:endParaRPr>
          </a:p>
        </p:txBody>
      </p:sp>
      <p:sp>
        <p:nvSpPr>
          <p:cNvPr id="112" name="ïšļïďe">
            <a:extLst>
              <a:ext uri="{FF2B5EF4-FFF2-40B4-BE49-F238E27FC236}">
                <a16:creationId xmlns:a16="http://schemas.microsoft.com/office/drawing/2014/main" id="{FB41FAD4-0BA5-4580-B72E-A6BFF22F8784}"/>
              </a:ext>
            </a:extLst>
          </p:cNvPr>
          <p:cNvSpPr txBox="1"/>
          <p:nvPr/>
        </p:nvSpPr>
        <p:spPr bwMode="gray">
          <a:xfrm>
            <a:off x="836816" y="2547721"/>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pPr algn="l"/>
            <a:r>
              <a:rPr lang="zh-CN" altLang="en-US" sz="1399" b="1" dirty="0">
                <a:solidFill>
                  <a:schemeClr val="tx1"/>
                </a:solidFill>
              </a:rPr>
              <a:t>项目分析</a:t>
            </a:r>
            <a:endParaRPr lang="en-US" altLang="zh-CN" sz="1399" b="1" dirty="0">
              <a:solidFill>
                <a:schemeClr val="tx1"/>
              </a:solidFill>
            </a:endParaRPr>
          </a:p>
        </p:txBody>
      </p:sp>
      <p:sp>
        <p:nvSpPr>
          <p:cNvPr id="113" name="ïṧļíḍê">
            <a:extLst>
              <a:ext uri="{FF2B5EF4-FFF2-40B4-BE49-F238E27FC236}">
                <a16:creationId xmlns:a16="http://schemas.microsoft.com/office/drawing/2014/main" id="{D1BCCD92-D45A-41F7-960F-30FC35568CBF}"/>
              </a:ext>
            </a:extLst>
          </p:cNvPr>
          <p:cNvSpPr txBox="1"/>
          <p:nvPr/>
        </p:nvSpPr>
        <p:spPr bwMode="gray">
          <a:xfrm>
            <a:off x="836816" y="3502252"/>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1399" b="1" dirty="0">
                <a:solidFill>
                  <a:schemeClr val="bg1">
                    <a:lumMod val="65000"/>
                  </a:schemeClr>
                </a:solidFill>
              </a:rPr>
              <a:t>风险评估</a:t>
            </a:r>
            <a:endParaRPr lang="en-US" altLang="zh-CN" sz="1399" b="1" dirty="0">
              <a:solidFill>
                <a:schemeClr val="bg1">
                  <a:lumMod val="65000"/>
                </a:schemeClr>
              </a:solidFill>
            </a:endParaRPr>
          </a:p>
        </p:txBody>
      </p:sp>
      <p:sp>
        <p:nvSpPr>
          <p:cNvPr id="114" name="îş1iḍê">
            <a:extLst>
              <a:ext uri="{FF2B5EF4-FFF2-40B4-BE49-F238E27FC236}">
                <a16:creationId xmlns:a16="http://schemas.microsoft.com/office/drawing/2014/main" id="{F0B068A5-560A-4DB9-9ABC-E179FB4B53B1}"/>
              </a:ext>
            </a:extLst>
          </p:cNvPr>
          <p:cNvSpPr txBox="1"/>
          <p:nvPr/>
        </p:nvSpPr>
        <p:spPr bwMode="gray">
          <a:xfrm>
            <a:off x="836816" y="4456783"/>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lnSpc>
                <a:spcPct val="100000"/>
              </a:lnSpc>
              <a:spcBef>
                <a:spcPct val="0"/>
              </a:spcBef>
            </a:pPr>
            <a:r>
              <a:rPr lang="zh-CN" altLang="en-US" sz="1399" dirty="0">
                <a:solidFill>
                  <a:schemeClr val="bg1">
                    <a:lumMod val="65000"/>
                  </a:schemeClr>
                </a:solidFill>
              </a:rPr>
              <a:t>输出割接方案</a:t>
            </a:r>
            <a:endParaRPr lang="en-US" altLang="zh-CN" sz="1399" dirty="0">
              <a:solidFill>
                <a:schemeClr val="bg1">
                  <a:lumMod val="65000"/>
                </a:schemeClr>
              </a:solidFill>
            </a:endParaRPr>
          </a:p>
        </p:txBody>
      </p:sp>
      <p:sp>
        <p:nvSpPr>
          <p:cNvPr id="115" name="íşḻïďe">
            <a:extLst>
              <a:ext uri="{FF2B5EF4-FFF2-40B4-BE49-F238E27FC236}">
                <a16:creationId xmlns:a16="http://schemas.microsoft.com/office/drawing/2014/main" id="{05246D82-A4F5-42F2-854D-C3D348D160CE}"/>
              </a:ext>
            </a:extLst>
          </p:cNvPr>
          <p:cNvSpPr txBox="1"/>
          <p:nvPr/>
        </p:nvSpPr>
        <p:spPr bwMode="gray">
          <a:xfrm>
            <a:off x="836816" y="5411314"/>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lnSpc>
                <a:spcPct val="100000"/>
              </a:lnSpc>
              <a:spcBef>
                <a:spcPct val="0"/>
              </a:spcBef>
            </a:pPr>
            <a:r>
              <a:rPr lang="zh-CN" altLang="en-US" sz="1399" dirty="0">
                <a:solidFill>
                  <a:schemeClr val="bg1">
                    <a:lumMod val="65000"/>
                  </a:schemeClr>
                </a:solidFill>
              </a:rPr>
              <a:t>方案验证、评审</a:t>
            </a:r>
            <a:endParaRPr lang="en-US" altLang="zh-CN" sz="1399" dirty="0">
              <a:solidFill>
                <a:schemeClr val="bg1">
                  <a:lumMod val="65000"/>
                </a:schemeClr>
              </a:solidFill>
            </a:endParaRPr>
          </a:p>
        </p:txBody>
      </p:sp>
      <p:cxnSp>
        <p:nvCxnSpPr>
          <p:cNvPr id="117" name="直接连接符 116">
            <a:extLst>
              <a:ext uri="{FF2B5EF4-FFF2-40B4-BE49-F238E27FC236}">
                <a16:creationId xmlns:a16="http://schemas.microsoft.com/office/drawing/2014/main" id="{4AA622A8-8183-4782-A4A5-6DF01B92BB53}"/>
              </a:ext>
            </a:extLst>
          </p:cNvPr>
          <p:cNvCxnSpPr/>
          <p:nvPr/>
        </p:nvCxnSpPr>
        <p:spPr bwMode="gray">
          <a:xfrm>
            <a:off x="665266" y="1440794"/>
            <a:ext cx="0" cy="4689414"/>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26" name="iṩ1îdè">
            <a:extLst>
              <a:ext uri="{FF2B5EF4-FFF2-40B4-BE49-F238E27FC236}">
                <a16:creationId xmlns:a16="http://schemas.microsoft.com/office/drawing/2014/main" id="{7F2033B8-3D85-4EBC-B06A-35DC8DC5989D}"/>
              </a:ext>
            </a:extLst>
          </p:cNvPr>
          <p:cNvSpPr/>
          <p:nvPr/>
        </p:nvSpPr>
        <p:spPr bwMode="gray">
          <a:xfrm rot="10800000" flipV="1">
            <a:off x="485337" y="3541850"/>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377" rtl="0" eaLnBrk="1" latinLnBrk="0" hangingPunct="1">
              <a:defRPr sz="1800" kern="1200">
                <a:solidFill>
                  <a:schemeClr val="lt1"/>
                </a:solidFill>
              </a:defRPr>
            </a:lvl1pPr>
            <a:lvl2pPr marL="457189" algn="l" defTabSz="914377" rtl="0" eaLnBrk="1" latinLnBrk="0" hangingPunct="1">
              <a:defRPr sz="1800" kern="1200">
                <a:solidFill>
                  <a:schemeClr val="lt1"/>
                </a:solidFill>
              </a:defRPr>
            </a:lvl2pPr>
            <a:lvl3pPr marL="914377" algn="l" defTabSz="914377" rtl="0" eaLnBrk="1" latinLnBrk="0" hangingPunct="1">
              <a:defRPr sz="1800" kern="1200">
                <a:solidFill>
                  <a:schemeClr val="lt1"/>
                </a:solidFill>
              </a:defRPr>
            </a:lvl3pPr>
            <a:lvl4pPr marL="1371566" algn="l" defTabSz="914377" rtl="0" eaLnBrk="1" latinLnBrk="0" hangingPunct="1">
              <a:defRPr sz="1800" kern="1200">
                <a:solidFill>
                  <a:schemeClr val="lt1"/>
                </a:solidFill>
              </a:defRPr>
            </a:lvl4pPr>
            <a:lvl5pPr marL="1828754" algn="l" defTabSz="914377" rtl="0" eaLnBrk="1" latinLnBrk="0" hangingPunct="1">
              <a:defRPr sz="1800" kern="1200">
                <a:solidFill>
                  <a:schemeClr val="lt1"/>
                </a:solidFill>
              </a:defRPr>
            </a:lvl5pPr>
            <a:lvl6pPr marL="2285943" algn="l" defTabSz="914377" rtl="0" eaLnBrk="1" latinLnBrk="0" hangingPunct="1">
              <a:defRPr sz="1800" kern="1200">
                <a:solidFill>
                  <a:schemeClr val="lt1"/>
                </a:solidFill>
              </a:defRPr>
            </a:lvl6pPr>
            <a:lvl7pPr marL="2743131" algn="l" defTabSz="914377" rtl="0" eaLnBrk="1" latinLnBrk="0" hangingPunct="1">
              <a:defRPr sz="1800" kern="1200">
                <a:solidFill>
                  <a:schemeClr val="lt1"/>
                </a:solidFill>
              </a:defRPr>
            </a:lvl7pPr>
            <a:lvl8pPr marL="3200320" algn="l" defTabSz="914377" rtl="0" eaLnBrk="1" latinLnBrk="0" hangingPunct="1">
              <a:defRPr sz="1800" kern="1200">
                <a:solidFill>
                  <a:schemeClr val="lt1"/>
                </a:solidFill>
              </a:defRPr>
            </a:lvl8pPr>
            <a:lvl9pPr marL="3657509" algn="l" defTabSz="914377" rtl="0" eaLnBrk="1" latinLnBrk="0" hangingPunct="1">
              <a:defRPr sz="1800" kern="1200">
                <a:solidFill>
                  <a:schemeClr val="lt1"/>
                </a:solidFill>
              </a:defRPr>
            </a:lvl9pPr>
          </a:lstStyle>
          <a:p>
            <a:pPr algn="ctr"/>
            <a:endParaRPr sz="1799"/>
          </a:p>
        </p:txBody>
      </p:sp>
      <p:sp>
        <p:nvSpPr>
          <p:cNvPr id="131" name="íŝlíďé">
            <a:extLst>
              <a:ext uri="{FF2B5EF4-FFF2-40B4-BE49-F238E27FC236}">
                <a16:creationId xmlns:a16="http://schemas.microsoft.com/office/drawing/2014/main" id="{E7C05249-EC6B-4A31-B592-1B7DA1FC1C4D}"/>
              </a:ext>
            </a:extLst>
          </p:cNvPr>
          <p:cNvSpPr/>
          <p:nvPr/>
        </p:nvSpPr>
        <p:spPr bwMode="gray">
          <a:xfrm rot="10800000" flipV="1">
            <a:off x="485337" y="4497027"/>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377" rtl="0" eaLnBrk="1" latinLnBrk="0" hangingPunct="1">
              <a:defRPr sz="1800" kern="1200">
                <a:solidFill>
                  <a:schemeClr val="lt1"/>
                </a:solidFill>
              </a:defRPr>
            </a:lvl1pPr>
            <a:lvl2pPr marL="457189" algn="l" defTabSz="914377" rtl="0" eaLnBrk="1" latinLnBrk="0" hangingPunct="1">
              <a:defRPr sz="1800" kern="1200">
                <a:solidFill>
                  <a:schemeClr val="lt1"/>
                </a:solidFill>
              </a:defRPr>
            </a:lvl2pPr>
            <a:lvl3pPr marL="914377" algn="l" defTabSz="914377" rtl="0" eaLnBrk="1" latinLnBrk="0" hangingPunct="1">
              <a:defRPr sz="1800" kern="1200">
                <a:solidFill>
                  <a:schemeClr val="lt1"/>
                </a:solidFill>
              </a:defRPr>
            </a:lvl3pPr>
            <a:lvl4pPr marL="1371566" algn="l" defTabSz="914377" rtl="0" eaLnBrk="1" latinLnBrk="0" hangingPunct="1">
              <a:defRPr sz="1800" kern="1200">
                <a:solidFill>
                  <a:schemeClr val="lt1"/>
                </a:solidFill>
              </a:defRPr>
            </a:lvl4pPr>
            <a:lvl5pPr marL="1828754" algn="l" defTabSz="914377" rtl="0" eaLnBrk="1" latinLnBrk="0" hangingPunct="1">
              <a:defRPr sz="1800" kern="1200">
                <a:solidFill>
                  <a:schemeClr val="lt1"/>
                </a:solidFill>
              </a:defRPr>
            </a:lvl5pPr>
            <a:lvl6pPr marL="2285943" algn="l" defTabSz="914377" rtl="0" eaLnBrk="1" latinLnBrk="0" hangingPunct="1">
              <a:defRPr sz="1800" kern="1200">
                <a:solidFill>
                  <a:schemeClr val="lt1"/>
                </a:solidFill>
              </a:defRPr>
            </a:lvl6pPr>
            <a:lvl7pPr marL="2743131" algn="l" defTabSz="914377" rtl="0" eaLnBrk="1" latinLnBrk="0" hangingPunct="1">
              <a:defRPr sz="1800" kern="1200">
                <a:solidFill>
                  <a:schemeClr val="lt1"/>
                </a:solidFill>
              </a:defRPr>
            </a:lvl7pPr>
            <a:lvl8pPr marL="3200320" algn="l" defTabSz="914377" rtl="0" eaLnBrk="1" latinLnBrk="0" hangingPunct="1">
              <a:defRPr sz="1800" kern="1200">
                <a:solidFill>
                  <a:schemeClr val="lt1"/>
                </a:solidFill>
              </a:defRPr>
            </a:lvl8pPr>
            <a:lvl9pPr marL="3657509" algn="l" defTabSz="914377" rtl="0" eaLnBrk="1" latinLnBrk="0" hangingPunct="1">
              <a:defRPr sz="1800" kern="1200">
                <a:solidFill>
                  <a:schemeClr val="lt1"/>
                </a:solidFill>
              </a:defRPr>
            </a:lvl9pPr>
          </a:lstStyle>
          <a:p>
            <a:pPr algn="ctr"/>
            <a:endParaRPr sz="1799"/>
          </a:p>
        </p:txBody>
      </p:sp>
      <p:grpSp>
        <p:nvGrpSpPr>
          <p:cNvPr id="133" name="组合 132"/>
          <p:cNvGrpSpPr/>
          <p:nvPr/>
        </p:nvGrpSpPr>
        <p:grpSpPr bwMode="gray">
          <a:xfrm>
            <a:off x="485337" y="5452202"/>
            <a:ext cx="359859" cy="359859"/>
            <a:chOff x="8645353" y="1253075"/>
            <a:chExt cx="532084" cy="532082"/>
          </a:xfrm>
        </p:grpSpPr>
        <p:sp>
          <p:nvSpPr>
            <p:cNvPr id="134" name="íṡ1íḋê">
              <a:extLst>
                <a:ext uri="{FF2B5EF4-FFF2-40B4-BE49-F238E27FC236}">
                  <a16:creationId xmlns:a16="http://schemas.microsoft.com/office/drawing/2014/main" id="{87A1502E-FF5A-402F-AE9A-604F51135206}"/>
                </a:ext>
              </a:extLst>
            </p:cNvPr>
            <p:cNvSpPr/>
            <p:nvPr/>
          </p:nvSpPr>
          <p:spPr bwMode="gray">
            <a:xfrm rot="10800000" flipV="1">
              <a:off x="8645353" y="1253075"/>
              <a:ext cx="532084" cy="532082"/>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377" rtl="0" eaLnBrk="1" latinLnBrk="0" hangingPunct="1">
                <a:defRPr sz="1800" kern="1200">
                  <a:solidFill>
                    <a:schemeClr val="lt1"/>
                  </a:solidFill>
                </a:defRPr>
              </a:lvl1pPr>
              <a:lvl2pPr marL="457189" algn="l" defTabSz="914377" rtl="0" eaLnBrk="1" latinLnBrk="0" hangingPunct="1">
                <a:defRPr sz="1800" kern="1200">
                  <a:solidFill>
                    <a:schemeClr val="lt1"/>
                  </a:solidFill>
                </a:defRPr>
              </a:lvl2pPr>
              <a:lvl3pPr marL="914377" algn="l" defTabSz="914377" rtl="0" eaLnBrk="1" latinLnBrk="0" hangingPunct="1">
                <a:defRPr sz="1800" kern="1200">
                  <a:solidFill>
                    <a:schemeClr val="lt1"/>
                  </a:solidFill>
                </a:defRPr>
              </a:lvl3pPr>
              <a:lvl4pPr marL="1371566" algn="l" defTabSz="914377" rtl="0" eaLnBrk="1" latinLnBrk="0" hangingPunct="1">
                <a:defRPr sz="1800" kern="1200">
                  <a:solidFill>
                    <a:schemeClr val="lt1"/>
                  </a:solidFill>
                </a:defRPr>
              </a:lvl4pPr>
              <a:lvl5pPr marL="1828754" algn="l" defTabSz="914377" rtl="0" eaLnBrk="1" latinLnBrk="0" hangingPunct="1">
                <a:defRPr sz="1800" kern="1200">
                  <a:solidFill>
                    <a:schemeClr val="lt1"/>
                  </a:solidFill>
                </a:defRPr>
              </a:lvl5pPr>
              <a:lvl6pPr marL="2285943" algn="l" defTabSz="914377" rtl="0" eaLnBrk="1" latinLnBrk="0" hangingPunct="1">
                <a:defRPr sz="1800" kern="1200">
                  <a:solidFill>
                    <a:schemeClr val="lt1"/>
                  </a:solidFill>
                </a:defRPr>
              </a:lvl6pPr>
              <a:lvl7pPr marL="2743131" algn="l" defTabSz="914377" rtl="0" eaLnBrk="1" latinLnBrk="0" hangingPunct="1">
                <a:defRPr sz="1800" kern="1200">
                  <a:solidFill>
                    <a:schemeClr val="lt1"/>
                  </a:solidFill>
                </a:defRPr>
              </a:lvl7pPr>
              <a:lvl8pPr marL="3200320" algn="l" defTabSz="914377" rtl="0" eaLnBrk="1" latinLnBrk="0" hangingPunct="1">
                <a:defRPr sz="1800" kern="1200">
                  <a:solidFill>
                    <a:schemeClr val="lt1"/>
                  </a:solidFill>
                </a:defRPr>
              </a:lvl8pPr>
              <a:lvl9pPr marL="3657509" algn="l" defTabSz="914377" rtl="0" eaLnBrk="1" latinLnBrk="0" hangingPunct="1">
                <a:defRPr sz="1800" kern="1200">
                  <a:solidFill>
                    <a:schemeClr val="lt1"/>
                  </a:solidFill>
                </a:defRPr>
              </a:lvl9pPr>
            </a:lstStyle>
            <a:p>
              <a:pPr algn="ctr"/>
              <a:endParaRPr sz="1799"/>
            </a:p>
          </p:txBody>
        </p:sp>
        <p:sp>
          <p:nvSpPr>
            <p:cNvPr id="136" name="iṡļidè">
              <a:extLst>
                <a:ext uri="{FF2B5EF4-FFF2-40B4-BE49-F238E27FC236}">
                  <a16:creationId xmlns:a16="http://schemas.microsoft.com/office/drawing/2014/main" id="{D2F2F0A0-455D-459F-90E5-A8674554530D}"/>
                </a:ext>
              </a:extLst>
            </p:cNvPr>
            <p:cNvSpPr/>
            <p:nvPr/>
          </p:nvSpPr>
          <p:spPr bwMode="gray">
            <a:xfrm>
              <a:off x="8806407" y="1420044"/>
              <a:ext cx="235733" cy="198142"/>
            </a:xfrm>
            <a:custGeom>
              <a:avLst/>
              <a:gdLst>
                <a:gd name="connsiteX0" fmla="*/ 536415 w 607227"/>
                <a:gd name="connsiteY0" fmla="*/ 12631 h 510399"/>
                <a:gd name="connsiteX1" fmla="*/ 557192 w 607227"/>
                <a:gd name="connsiteY1" fmla="*/ 21221 h 510399"/>
                <a:gd name="connsiteX2" fmla="*/ 598584 w 607227"/>
                <a:gd name="connsiteY2" fmla="*/ 62633 h 510399"/>
                <a:gd name="connsiteX3" fmla="*/ 598584 w 607227"/>
                <a:gd name="connsiteY3" fmla="*/ 104044 h 510399"/>
                <a:gd name="connsiteX4" fmla="*/ 511175 w 607227"/>
                <a:gd name="connsiteY4" fmla="*/ 191324 h 510399"/>
                <a:gd name="connsiteX5" fmla="*/ 444948 w 607227"/>
                <a:gd name="connsiteY5" fmla="*/ 257453 h 510399"/>
                <a:gd name="connsiteX6" fmla="*/ 339441 w 607227"/>
                <a:gd name="connsiteY6" fmla="*/ 362805 h 510399"/>
                <a:gd name="connsiteX7" fmla="*/ 297968 w 607227"/>
                <a:gd name="connsiteY7" fmla="*/ 404217 h 510399"/>
                <a:gd name="connsiteX8" fmla="*/ 277191 w 607227"/>
                <a:gd name="connsiteY8" fmla="*/ 412807 h 510399"/>
                <a:gd name="connsiteX9" fmla="*/ 256495 w 607227"/>
                <a:gd name="connsiteY9" fmla="*/ 404217 h 510399"/>
                <a:gd name="connsiteX10" fmla="*/ 215023 w 607227"/>
                <a:gd name="connsiteY10" fmla="*/ 362805 h 510399"/>
                <a:gd name="connsiteX11" fmla="*/ 138814 w 607227"/>
                <a:gd name="connsiteY11" fmla="*/ 286790 h 510399"/>
                <a:gd name="connsiteX12" fmla="*/ 138814 w 607227"/>
                <a:gd name="connsiteY12" fmla="*/ 245378 h 510399"/>
                <a:gd name="connsiteX13" fmla="*/ 180286 w 607227"/>
                <a:gd name="connsiteY13" fmla="*/ 203967 h 510399"/>
                <a:gd name="connsiteX14" fmla="*/ 201063 w 607227"/>
                <a:gd name="connsiteY14" fmla="*/ 195376 h 510399"/>
                <a:gd name="connsiteX15" fmla="*/ 221759 w 607227"/>
                <a:gd name="connsiteY15" fmla="*/ 203967 h 510399"/>
                <a:gd name="connsiteX16" fmla="*/ 277191 w 607227"/>
                <a:gd name="connsiteY16" fmla="*/ 259317 h 510399"/>
                <a:gd name="connsiteX17" fmla="*/ 444948 w 607227"/>
                <a:gd name="connsiteY17" fmla="*/ 91807 h 510399"/>
                <a:gd name="connsiteX18" fmla="*/ 503951 w 607227"/>
                <a:gd name="connsiteY18" fmla="*/ 32891 h 510399"/>
                <a:gd name="connsiteX19" fmla="*/ 515719 w 607227"/>
                <a:gd name="connsiteY19" fmla="*/ 21221 h 510399"/>
                <a:gd name="connsiteX20" fmla="*/ 536415 w 607227"/>
                <a:gd name="connsiteY20" fmla="*/ 12631 h 510399"/>
                <a:gd name="connsiteX21" fmla="*/ 61847 w 607227"/>
                <a:gd name="connsiteY21" fmla="*/ 0 h 510399"/>
                <a:gd name="connsiteX22" fmla="*/ 449328 w 607227"/>
                <a:gd name="connsiteY22" fmla="*/ 0 h 510399"/>
                <a:gd name="connsiteX23" fmla="*/ 491858 w 607227"/>
                <a:gd name="connsiteY23" fmla="*/ 17019 h 510399"/>
                <a:gd name="connsiteX24" fmla="*/ 442591 w 607227"/>
                <a:gd name="connsiteY24" fmla="*/ 66130 h 510399"/>
                <a:gd name="connsiteX25" fmla="*/ 66230 w 607227"/>
                <a:gd name="connsiteY25" fmla="*/ 66130 h 510399"/>
                <a:gd name="connsiteX26" fmla="*/ 66230 w 607227"/>
                <a:gd name="connsiteY26" fmla="*/ 444269 h 510399"/>
                <a:gd name="connsiteX27" fmla="*/ 444945 w 607227"/>
                <a:gd name="connsiteY27" fmla="*/ 444269 h 510399"/>
                <a:gd name="connsiteX28" fmla="*/ 444945 w 607227"/>
                <a:gd name="connsiteY28" fmla="*/ 285590 h 510399"/>
                <a:gd name="connsiteX29" fmla="*/ 511175 w 607227"/>
                <a:gd name="connsiteY29" fmla="*/ 219460 h 510399"/>
                <a:gd name="connsiteX30" fmla="*/ 511175 w 607227"/>
                <a:gd name="connsiteY30" fmla="*/ 448645 h 510399"/>
                <a:gd name="connsiteX31" fmla="*/ 449328 w 607227"/>
                <a:gd name="connsiteY31" fmla="*/ 510399 h 510399"/>
                <a:gd name="connsiteX32" fmla="*/ 61847 w 607227"/>
                <a:gd name="connsiteY32" fmla="*/ 510399 h 510399"/>
                <a:gd name="connsiteX33" fmla="*/ 0 w 607227"/>
                <a:gd name="connsiteY33" fmla="*/ 448645 h 510399"/>
                <a:gd name="connsiteX34" fmla="*/ 0 w 607227"/>
                <a:gd name="connsiteY34" fmla="*/ 61673 h 510399"/>
                <a:gd name="connsiteX35" fmla="*/ 61847 w 607227"/>
                <a:gd name="connsiteY35" fmla="*/ 0 h 51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7227" h="510399">
                  <a:moveTo>
                    <a:pt x="536415" y="12631"/>
                  </a:moveTo>
                  <a:cubicBezTo>
                    <a:pt x="543882" y="12631"/>
                    <a:pt x="551430" y="15467"/>
                    <a:pt x="557192" y="21221"/>
                  </a:cubicBezTo>
                  <a:lnTo>
                    <a:pt x="598584" y="62633"/>
                  </a:lnTo>
                  <a:cubicBezTo>
                    <a:pt x="610108" y="74059"/>
                    <a:pt x="610108" y="92618"/>
                    <a:pt x="598584" y="104044"/>
                  </a:cubicBezTo>
                  <a:lnTo>
                    <a:pt x="511175" y="191324"/>
                  </a:lnTo>
                  <a:lnTo>
                    <a:pt x="444948" y="257453"/>
                  </a:lnTo>
                  <a:lnTo>
                    <a:pt x="339441" y="362805"/>
                  </a:lnTo>
                  <a:lnTo>
                    <a:pt x="297968" y="404217"/>
                  </a:lnTo>
                  <a:cubicBezTo>
                    <a:pt x="292206" y="409971"/>
                    <a:pt x="284739" y="412807"/>
                    <a:pt x="277191" y="412807"/>
                  </a:cubicBezTo>
                  <a:cubicBezTo>
                    <a:pt x="269724" y="412807"/>
                    <a:pt x="262177" y="409971"/>
                    <a:pt x="256495" y="404217"/>
                  </a:cubicBezTo>
                  <a:lnTo>
                    <a:pt x="215023" y="362805"/>
                  </a:lnTo>
                  <a:lnTo>
                    <a:pt x="138814" y="286790"/>
                  </a:lnTo>
                  <a:cubicBezTo>
                    <a:pt x="127370" y="275363"/>
                    <a:pt x="127370" y="256805"/>
                    <a:pt x="138814" y="245378"/>
                  </a:cubicBezTo>
                  <a:lnTo>
                    <a:pt x="180286" y="203967"/>
                  </a:lnTo>
                  <a:cubicBezTo>
                    <a:pt x="186049" y="198213"/>
                    <a:pt x="193515" y="195376"/>
                    <a:pt x="201063" y="195376"/>
                  </a:cubicBezTo>
                  <a:cubicBezTo>
                    <a:pt x="208530" y="195376"/>
                    <a:pt x="215997" y="198213"/>
                    <a:pt x="221759" y="203967"/>
                  </a:cubicBezTo>
                  <a:lnTo>
                    <a:pt x="277191" y="259317"/>
                  </a:lnTo>
                  <a:lnTo>
                    <a:pt x="444948" y="91807"/>
                  </a:lnTo>
                  <a:lnTo>
                    <a:pt x="503951" y="32891"/>
                  </a:lnTo>
                  <a:lnTo>
                    <a:pt x="515719" y="21221"/>
                  </a:lnTo>
                  <a:cubicBezTo>
                    <a:pt x="521401" y="15467"/>
                    <a:pt x="528949" y="12631"/>
                    <a:pt x="536415" y="12631"/>
                  </a:cubicBezTo>
                  <a:close/>
                  <a:moveTo>
                    <a:pt x="61847" y="0"/>
                  </a:moveTo>
                  <a:lnTo>
                    <a:pt x="449328" y="0"/>
                  </a:lnTo>
                  <a:cubicBezTo>
                    <a:pt x="465804" y="0"/>
                    <a:pt x="480738" y="6483"/>
                    <a:pt x="491858" y="17019"/>
                  </a:cubicBezTo>
                  <a:lnTo>
                    <a:pt x="442591" y="66130"/>
                  </a:lnTo>
                  <a:lnTo>
                    <a:pt x="66230" y="66130"/>
                  </a:lnTo>
                  <a:lnTo>
                    <a:pt x="66230" y="444269"/>
                  </a:lnTo>
                  <a:lnTo>
                    <a:pt x="444945" y="444269"/>
                  </a:lnTo>
                  <a:lnTo>
                    <a:pt x="444945" y="285590"/>
                  </a:lnTo>
                  <a:lnTo>
                    <a:pt x="511175" y="219460"/>
                  </a:lnTo>
                  <a:lnTo>
                    <a:pt x="511175" y="448645"/>
                  </a:lnTo>
                  <a:cubicBezTo>
                    <a:pt x="511175" y="482683"/>
                    <a:pt x="483417" y="510399"/>
                    <a:pt x="449328" y="510399"/>
                  </a:cubicBezTo>
                  <a:lnTo>
                    <a:pt x="61847" y="510399"/>
                  </a:lnTo>
                  <a:cubicBezTo>
                    <a:pt x="27758" y="510399"/>
                    <a:pt x="0" y="482683"/>
                    <a:pt x="0" y="448645"/>
                  </a:cubicBezTo>
                  <a:lnTo>
                    <a:pt x="0" y="61673"/>
                  </a:lnTo>
                  <a:cubicBezTo>
                    <a:pt x="0" y="27635"/>
                    <a:pt x="27758" y="0"/>
                    <a:pt x="61847" y="0"/>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sz="1799"/>
            </a:p>
          </p:txBody>
        </p:sp>
      </p:grpSp>
      <p:sp>
        <p:nvSpPr>
          <p:cNvPr id="140" name="cloud-computing_161788"/>
          <p:cNvSpPr>
            <a:spLocks noChangeAspect="1"/>
          </p:cNvSpPr>
          <p:nvPr/>
        </p:nvSpPr>
        <p:spPr bwMode="gray">
          <a:xfrm>
            <a:off x="566012" y="1712330"/>
            <a:ext cx="198513" cy="198190"/>
          </a:xfrm>
          <a:custGeom>
            <a:avLst/>
            <a:gdLst>
              <a:gd name="connsiteX0" fmla="*/ 46142 w 606580"/>
              <a:gd name="connsiteY0" fmla="*/ 341782 h 605592"/>
              <a:gd name="connsiteX1" fmla="*/ 46142 w 606580"/>
              <a:gd name="connsiteY1" fmla="*/ 468218 h 605592"/>
              <a:gd name="connsiteX2" fmla="*/ 251785 w 606580"/>
              <a:gd name="connsiteY2" fmla="*/ 468218 h 605592"/>
              <a:gd name="connsiteX3" fmla="*/ 251785 w 606580"/>
              <a:gd name="connsiteY3" fmla="*/ 341782 h 605592"/>
              <a:gd name="connsiteX4" fmla="*/ 0 w 606580"/>
              <a:gd name="connsiteY4" fmla="*/ 297010 h 605592"/>
              <a:gd name="connsiteX5" fmla="*/ 297927 w 606580"/>
              <a:gd name="connsiteY5" fmla="*/ 297010 h 605592"/>
              <a:gd name="connsiteX6" fmla="*/ 297927 w 606580"/>
              <a:gd name="connsiteY6" fmla="*/ 512433 h 605592"/>
              <a:gd name="connsiteX7" fmla="*/ 197844 w 606580"/>
              <a:gd name="connsiteY7" fmla="*/ 512433 h 605592"/>
              <a:gd name="connsiteX8" fmla="*/ 207128 w 606580"/>
              <a:gd name="connsiteY8" fmla="*/ 562860 h 605592"/>
              <a:gd name="connsiteX9" fmla="*/ 237766 w 606580"/>
              <a:gd name="connsiteY9" fmla="*/ 562860 h 605592"/>
              <a:gd name="connsiteX10" fmla="*/ 237766 w 606580"/>
              <a:gd name="connsiteY10" fmla="*/ 605592 h 605592"/>
              <a:gd name="connsiteX11" fmla="*/ 60625 w 606580"/>
              <a:gd name="connsiteY11" fmla="*/ 605592 h 605592"/>
              <a:gd name="connsiteX12" fmla="*/ 60625 w 606580"/>
              <a:gd name="connsiteY12" fmla="*/ 562860 h 605592"/>
              <a:gd name="connsiteX13" fmla="*/ 90891 w 606580"/>
              <a:gd name="connsiteY13" fmla="*/ 562860 h 605592"/>
              <a:gd name="connsiteX14" fmla="*/ 100176 w 606580"/>
              <a:gd name="connsiteY14" fmla="*/ 512433 h 605592"/>
              <a:gd name="connsiteX15" fmla="*/ 0 w 606580"/>
              <a:gd name="connsiteY15" fmla="*/ 512433 h 605592"/>
              <a:gd name="connsiteX16" fmla="*/ 440020 w 606580"/>
              <a:gd name="connsiteY16" fmla="*/ 278733 h 605592"/>
              <a:gd name="connsiteX17" fmla="*/ 453483 w 606580"/>
              <a:gd name="connsiteY17" fmla="*/ 292178 h 605592"/>
              <a:gd name="connsiteX18" fmla="*/ 453483 w 606580"/>
              <a:gd name="connsiteY18" fmla="*/ 415781 h 605592"/>
              <a:gd name="connsiteX19" fmla="*/ 440484 w 606580"/>
              <a:gd name="connsiteY19" fmla="*/ 429319 h 605592"/>
              <a:gd name="connsiteX20" fmla="*/ 354788 w 606580"/>
              <a:gd name="connsiteY20" fmla="*/ 429319 h 605592"/>
              <a:gd name="connsiteX21" fmla="*/ 341325 w 606580"/>
              <a:gd name="connsiteY21" fmla="*/ 415781 h 605592"/>
              <a:gd name="connsiteX22" fmla="*/ 354788 w 606580"/>
              <a:gd name="connsiteY22" fmla="*/ 402336 h 605592"/>
              <a:gd name="connsiteX23" fmla="*/ 426465 w 606580"/>
              <a:gd name="connsiteY23" fmla="*/ 402336 h 605592"/>
              <a:gd name="connsiteX24" fmla="*/ 426465 w 606580"/>
              <a:gd name="connsiteY24" fmla="*/ 292178 h 605592"/>
              <a:gd name="connsiteX25" fmla="*/ 440020 w 606580"/>
              <a:gd name="connsiteY25" fmla="*/ 278733 h 605592"/>
              <a:gd name="connsiteX26" fmla="*/ 410109 w 606580"/>
              <a:gd name="connsiteY26" fmla="*/ 0 h 605592"/>
              <a:gd name="connsiteX27" fmla="*/ 485782 w 606580"/>
              <a:gd name="connsiteY27" fmla="*/ 36057 h 605592"/>
              <a:gd name="connsiteX28" fmla="*/ 542328 w 606580"/>
              <a:gd name="connsiteY28" fmla="*/ 52185 h 605592"/>
              <a:gd name="connsiteX29" fmla="*/ 562291 w 606580"/>
              <a:gd name="connsiteY29" fmla="*/ 103350 h 605592"/>
              <a:gd name="connsiteX30" fmla="*/ 606580 w 606580"/>
              <a:gd name="connsiteY30" fmla="*/ 168697 h 605592"/>
              <a:gd name="connsiteX31" fmla="*/ 536293 w 606580"/>
              <a:gd name="connsiteY31" fmla="*/ 238864 h 605592"/>
              <a:gd name="connsiteX32" fmla="*/ 311502 w 606580"/>
              <a:gd name="connsiteY32" fmla="*/ 238864 h 605592"/>
              <a:gd name="connsiteX33" fmla="*/ 241122 w 606580"/>
              <a:gd name="connsiteY33" fmla="*/ 168697 h 605592"/>
              <a:gd name="connsiteX34" fmla="*/ 311502 w 606580"/>
              <a:gd name="connsiteY34" fmla="*/ 98530 h 605592"/>
              <a:gd name="connsiteX35" fmla="*/ 410109 w 606580"/>
              <a:gd name="connsiteY35"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6580" h="605592">
                <a:moveTo>
                  <a:pt x="46142" y="341782"/>
                </a:moveTo>
                <a:lnTo>
                  <a:pt x="46142" y="468218"/>
                </a:lnTo>
                <a:lnTo>
                  <a:pt x="251785" y="468218"/>
                </a:lnTo>
                <a:lnTo>
                  <a:pt x="251785" y="341782"/>
                </a:lnTo>
                <a:close/>
                <a:moveTo>
                  <a:pt x="0" y="297010"/>
                </a:moveTo>
                <a:lnTo>
                  <a:pt x="297927" y="297010"/>
                </a:lnTo>
                <a:lnTo>
                  <a:pt x="297927" y="512433"/>
                </a:lnTo>
                <a:lnTo>
                  <a:pt x="197844" y="512433"/>
                </a:lnTo>
                <a:lnTo>
                  <a:pt x="207128" y="562860"/>
                </a:lnTo>
                <a:lnTo>
                  <a:pt x="237766" y="562860"/>
                </a:lnTo>
                <a:lnTo>
                  <a:pt x="237766" y="605592"/>
                </a:lnTo>
                <a:lnTo>
                  <a:pt x="60625" y="605592"/>
                </a:lnTo>
                <a:lnTo>
                  <a:pt x="60625" y="562860"/>
                </a:lnTo>
                <a:lnTo>
                  <a:pt x="90891" y="562860"/>
                </a:lnTo>
                <a:lnTo>
                  <a:pt x="100176" y="512433"/>
                </a:lnTo>
                <a:lnTo>
                  <a:pt x="0" y="512433"/>
                </a:lnTo>
                <a:close/>
                <a:moveTo>
                  <a:pt x="440020" y="278733"/>
                </a:moveTo>
                <a:cubicBezTo>
                  <a:pt x="447634" y="278733"/>
                  <a:pt x="453483" y="285038"/>
                  <a:pt x="453483" y="292178"/>
                </a:cubicBezTo>
                <a:lnTo>
                  <a:pt x="453483" y="415781"/>
                </a:lnTo>
                <a:cubicBezTo>
                  <a:pt x="453947" y="423477"/>
                  <a:pt x="447634" y="429319"/>
                  <a:pt x="440484" y="429319"/>
                </a:cubicBezTo>
                <a:lnTo>
                  <a:pt x="354788" y="429319"/>
                </a:lnTo>
                <a:cubicBezTo>
                  <a:pt x="347174" y="429319"/>
                  <a:pt x="341325" y="423014"/>
                  <a:pt x="341325" y="415781"/>
                </a:cubicBezTo>
                <a:cubicBezTo>
                  <a:pt x="341325" y="408641"/>
                  <a:pt x="347639" y="402336"/>
                  <a:pt x="354788" y="402336"/>
                </a:cubicBezTo>
                <a:lnTo>
                  <a:pt x="426465" y="402336"/>
                </a:lnTo>
                <a:lnTo>
                  <a:pt x="426465" y="292178"/>
                </a:lnTo>
                <a:cubicBezTo>
                  <a:pt x="426465" y="284482"/>
                  <a:pt x="432778" y="278733"/>
                  <a:pt x="440020" y="278733"/>
                </a:cubicBezTo>
                <a:close/>
                <a:moveTo>
                  <a:pt x="410109" y="0"/>
                </a:moveTo>
                <a:cubicBezTo>
                  <a:pt x="440935" y="0"/>
                  <a:pt x="468419" y="13996"/>
                  <a:pt x="485782" y="36057"/>
                </a:cubicBezTo>
                <a:cubicBezTo>
                  <a:pt x="508530" y="30495"/>
                  <a:pt x="531000" y="41247"/>
                  <a:pt x="542328" y="52185"/>
                </a:cubicBezTo>
                <a:cubicBezTo>
                  <a:pt x="554584" y="63771"/>
                  <a:pt x="562940" y="81197"/>
                  <a:pt x="562291" y="103350"/>
                </a:cubicBezTo>
                <a:cubicBezTo>
                  <a:pt x="588289" y="113917"/>
                  <a:pt x="606580" y="138943"/>
                  <a:pt x="606580" y="168697"/>
                </a:cubicBezTo>
                <a:cubicBezTo>
                  <a:pt x="606580" y="207627"/>
                  <a:pt x="574825" y="238864"/>
                  <a:pt x="536293" y="238864"/>
                </a:cubicBezTo>
                <a:lnTo>
                  <a:pt x="311502" y="238864"/>
                </a:lnTo>
                <a:cubicBezTo>
                  <a:pt x="272505" y="238864"/>
                  <a:pt x="241122" y="207627"/>
                  <a:pt x="241122" y="168697"/>
                </a:cubicBezTo>
                <a:cubicBezTo>
                  <a:pt x="241122" y="129767"/>
                  <a:pt x="272970" y="98530"/>
                  <a:pt x="311502" y="98530"/>
                </a:cubicBezTo>
                <a:cubicBezTo>
                  <a:pt x="311502" y="44213"/>
                  <a:pt x="355792" y="0"/>
                  <a:pt x="410109" y="0"/>
                </a:cubicBezTo>
                <a:close/>
              </a:path>
            </a:pathLst>
          </a:custGeom>
          <a:solidFill>
            <a:schemeClr val="bg1"/>
          </a:solidFill>
          <a:ln>
            <a:noFill/>
          </a:ln>
        </p:spPr>
      </p:sp>
      <p:sp>
        <p:nvSpPr>
          <p:cNvPr id="143" name="iṡ1ïdé">
            <a:extLst>
              <a:ext uri="{FF2B5EF4-FFF2-40B4-BE49-F238E27FC236}">
                <a16:creationId xmlns:a16="http://schemas.microsoft.com/office/drawing/2014/main" id="{3FC487D0-A815-4107-8A36-7C156E98B5FA}"/>
              </a:ext>
            </a:extLst>
          </p:cNvPr>
          <p:cNvSpPr/>
          <p:nvPr/>
        </p:nvSpPr>
        <p:spPr bwMode="gray">
          <a:xfrm rot="10800000" flipV="1">
            <a:off x="485337" y="2586673"/>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rgbClr val="56C4D2"/>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799"/>
          </a:p>
        </p:txBody>
      </p:sp>
      <p:grpSp>
        <p:nvGrpSpPr>
          <p:cNvPr id="2" name="组合 1"/>
          <p:cNvGrpSpPr/>
          <p:nvPr/>
        </p:nvGrpSpPr>
        <p:grpSpPr bwMode="gray">
          <a:xfrm>
            <a:off x="485336" y="1602933"/>
            <a:ext cx="359859" cy="359859"/>
            <a:chOff x="2491530" y="2773952"/>
            <a:chExt cx="360000" cy="360000"/>
          </a:xfrm>
        </p:grpSpPr>
        <p:sp>
          <p:nvSpPr>
            <p:cNvPr id="146" name="íṩlíḓê">
              <a:extLst>
                <a:ext uri="{FF2B5EF4-FFF2-40B4-BE49-F238E27FC236}">
                  <a16:creationId xmlns:a16="http://schemas.microsoft.com/office/drawing/2014/main" id="{FBC6DF09-FCD2-4E57-B557-9F103A335C85}"/>
                </a:ext>
              </a:extLst>
            </p:cNvPr>
            <p:cNvSpPr/>
            <p:nvPr/>
          </p:nvSpPr>
          <p:spPr bwMode="gray">
            <a:xfrm rot="10800000" flipV="1">
              <a:off x="2491530" y="2773952"/>
              <a:ext cx="360000" cy="3600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45" name="stack-of-books-and-a-magnifier_67996"/>
            <p:cNvSpPr>
              <a:spLocks noChangeAspect="1"/>
            </p:cNvSpPr>
            <p:nvPr/>
          </p:nvSpPr>
          <p:spPr bwMode="gray">
            <a:xfrm>
              <a:off x="2556515" y="2843865"/>
              <a:ext cx="230028" cy="234756"/>
            </a:xfrm>
            <a:custGeom>
              <a:avLst/>
              <a:gdLst>
                <a:gd name="connsiteX0" fmla="*/ 359573 w 594302"/>
                <a:gd name="connsiteY0" fmla="*/ 276018 h 606516"/>
                <a:gd name="connsiteX1" fmla="*/ 291512 w 594302"/>
                <a:gd name="connsiteY1" fmla="*/ 304169 h 606516"/>
                <a:gd name="connsiteX2" fmla="*/ 291512 w 594302"/>
                <a:gd name="connsiteY2" fmla="*/ 440091 h 606516"/>
                <a:gd name="connsiteX3" fmla="*/ 427633 w 594302"/>
                <a:gd name="connsiteY3" fmla="*/ 440091 h 606516"/>
                <a:gd name="connsiteX4" fmla="*/ 427633 w 594302"/>
                <a:gd name="connsiteY4" fmla="*/ 304169 h 606516"/>
                <a:gd name="connsiteX5" fmla="*/ 359573 w 594302"/>
                <a:gd name="connsiteY5" fmla="*/ 276018 h 606516"/>
                <a:gd name="connsiteX6" fmla="*/ 359573 w 594302"/>
                <a:gd name="connsiteY6" fmla="*/ 238356 h 606516"/>
                <a:gd name="connsiteX7" fmla="*/ 454366 w 594302"/>
                <a:gd name="connsiteY7" fmla="*/ 277476 h 606516"/>
                <a:gd name="connsiteX8" fmla="*/ 476080 w 594302"/>
                <a:gd name="connsiteY8" fmla="*/ 438353 h 606516"/>
                <a:gd name="connsiteX9" fmla="*/ 583932 w 594302"/>
                <a:gd name="connsiteY9" fmla="*/ 546047 h 606516"/>
                <a:gd name="connsiteX10" fmla="*/ 583932 w 594302"/>
                <a:gd name="connsiteY10" fmla="*/ 596161 h 606516"/>
                <a:gd name="connsiteX11" fmla="*/ 533847 w 594302"/>
                <a:gd name="connsiteY11" fmla="*/ 596161 h 606516"/>
                <a:gd name="connsiteX12" fmla="*/ 425892 w 594302"/>
                <a:gd name="connsiteY12" fmla="*/ 488364 h 606516"/>
                <a:gd name="connsiteX13" fmla="*/ 264779 w 594302"/>
                <a:gd name="connsiteY13" fmla="*/ 466785 h 606516"/>
                <a:gd name="connsiteX14" fmla="*/ 264779 w 594302"/>
                <a:gd name="connsiteY14" fmla="*/ 277476 h 606516"/>
                <a:gd name="connsiteX15" fmla="*/ 359573 w 594302"/>
                <a:gd name="connsiteY15" fmla="*/ 238356 h 606516"/>
                <a:gd name="connsiteX16" fmla="*/ 139917 w 594302"/>
                <a:gd name="connsiteY16" fmla="*/ 43060 h 606516"/>
                <a:gd name="connsiteX17" fmla="*/ 114822 w 594302"/>
                <a:gd name="connsiteY17" fmla="*/ 68017 h 606516"/>
                <a:gd name="connsiteX18" fmla="*/ 114822 w 594302"/>
                <a:gd name="connsiteY18" fmla="*/ 145137 h 606516"/>
                <a:gd name="connsiteX19" fmla="*/ 139917 w 594302"/>
                <a:gd name="connsiteY19" fmla="*/ 170094 h 606516"/>
                <a:gd name="connsiteX20" fmla="*/ 461952 w 594302"/>
                <a:gd name="connsiteY20" fmla="*/ 170094 h 606516"/>
                <a:gd name="connsiteX21" fmla="*/ 461952 w 594302"/>
                <a:gd name="connsiteY21" fmla="*/ 128056 h 606516"/>
                <a:gd name="connsiteX22" fmla="*/ 322957 w 594302"/>
                <a:gd name="connsiteY22" fmla="*/ 128056 h 606516"/>
                <a:gd name="connsiteX23" fmla="*/ 301344 w 594302"/>
                <a:gd name="connsiteY23" fmla="*/ 106577 h 606516"/>
                <a:gd name="connsiteX24" fmla="*/ 322957 w 594302"/>
                <a:gd name="connsiteY24" fmla="*/ 85098 h 606516"/>
                <a:gd name="connsiteX25" fmla="*/ 461952 w 594302"/>
                <a:gd name="connsiteY25" fmla="*/ 85098 h 606516"/>
                <a:gd name="connsiteX26" fmla="*/ 461952 w 594302"/>
                <a:gd name="connsiteY26" fmla="*/ 43060 h 606516"/>
                <a:gd name="connsiteX27" fmla="*/ 139917 w 594302"/>
                <a:gd name="connsiteY27" fmla="*/ 0 h 606516"/>
                <a:gd name="connsiteX28" fmla="*/ 511117 w 594302"/>
                <a:gd name="connsiteY28" fmla="*/ 0 h 606516"/>
                <a:gd name="connsiteX29" fmla="*/ 532627 w 594302"/>
                <a:gd name="connsiteY29" fmla="*/ 21479 h 606516"/>
                <a:gd name="connsiteX30" fmla="*/ 511117 w 594302"/>
                <a:gd name="connsiteY30" fmla="*/ 43060 h 606516"/>
                <a:gd name="connsiteX31" fmla="*/ 505074 w 594302"/>
                <a:gd name="connsiteY31" fmla="*/ 43060 h 606516"/>
                <a:gd name="connsiteX32" fmla="*/ 505074 w 594302"/>
                <a:gd name="connsiteY32" fmla="*/ 170094 h 606516"/>
                <a:gd name="connsiteX33" fmla="*/ 511117 w 594302"/>
                <a:gd name="connsiteY33" fmla="*/ 170094 h 606516"/>
                <a:gd name="connsiteX34" fmla="*/ 532627 w 594302"/>
                <a:gd name="connsiteY34" fmla="*/ 191675 h 606516"/>
                <a:gd name="connsiteX35" fmla="*/ 511117 w 594302"/>
                <a:gd name="connsiteY35" fmla="*/ 213155 h 606516"/>
                <a:gd name="connsiteX36" fmla="*/ 456011 w 594302"/>
                <a:gd name="connsiteY36" fmla="*/ 213155 h 606516"/>
                <a:gd name="connsiteX37" fmla="*/ 460825 w 594302"/>
                <a:gd name="connsiteY37" fmla="*/ 238111 h 606516"/>
                <a:gd name="connsiteX38" fmla="*/ 460825 w 594302"/>
                <a:gd name="connsiteY38" fmla="*/ 256829 h 606516"/>
                <a:gd name="connsiteX39" fmla="*/ 416576 w 594302"/>
                <a:gd name="connsiteY39" fmla="*/ 230645 h 606516"/>
                <a:gd name="connsiteX40" fmla="*/ 392710 w 594302"/>
                <a:gd name="connsiteY40" fmla="*/ 213155 h 606516"/>
                <a:gd name="connsiteX41" fmla="*/ 139917 w 594302"/>
                <a:gd name="connsiteY41" fmla="*/ 213155 h 606516"/>
                <a:gd name="connsiteX42" fmla="*/ 70675 w 594302"/>
                <a:gd name="connsiteY42" fmla="*/ 213155 h 606516"/>
                <a:gd name="connsiteX43" fmla="*/ 70675 w 594302"/>
                <a:gd name="connsiteY43" fmla="*/ 255192 h 606516"/>
                <a:gd name="connsiteX44" fmla="*/ 209670 w 594302"/>
                <a:gd name="connsiteY44" fmla="*/ 255192 h 606516"/>
                <a:gd name="connsiteX45" fmla="*/ 231181 w 594302"/>
                <a:gd name="connsiteY45" fmla="*/ 276671 h 606516"/>
                <a:gd name="connsiteX46" fmla="*/ 209670 w 594302"/>
                <a:gd name="connsiteY46" fmla="*/ 298253 h 606516"/>
                <a:gd name="connsiteX47" fmla="*/ 70675 w 594302"/>
                <a:gd name="connsiteY47" fmla="*/ 298253 h 606516"/>
                <a:gd name="connsiteX48" fmla="*/ 70675 w 594302"/>
                <a:gd name="connsiteY48" fmla="*/ 340291 h 606516"/>
                <a:gd name="connsiteX49" fmla="*/ 211207 w 594302"/>
                <a:gd name="connsiteY49" fmla="*/ 340291 h 606516"/>
                <a:gd name="connsiteX50" fmla="*/ 207519 w 594302"/>
                <a:gd name="connsiteY50" fmla="*/ 374146 h 606516"/>
                <a:gd name="connsiteX51" fmla="*/ 207827 w 594302"/>
                <a:gd name="connsiteY51" fmla="*/ 383249 h 606516"/>
                <a:gd name="connsiteX52" fmla="*/ 139917 w 594302"/>
                <a:gd name="connsiteY52" fmla="*/ 383249 h 606516"/>
                <a:gd name="connsiteX53" fmla="*/ 114822 w 594302"/>
                <a:gd name="connsiteY53" fmla="*/ 408308 h 606516"/>
                <a:gd name="connsiteX54" fmla="*/ 114822 w 594302"/>
                <a:gd name="connsiteY54" fmla="*/ 485428 h 606516"/>
                <a:gd name="connsiteX55" fmla="*/ 139917 w 594302"/>
                <a:gd name="connsiteY55" fmla="*/ 510385 h 606516"/>
                <a:gd name="connsiteX56" fmla="*/ 290180 w 594302"/>
                <a:gd name="connsiteY56" fmla="*/ 510385 h 606516"/>
                <a:gd name="connsiteX57" fmla="*/ 361367 w 594302"/>
                <a:gd name="connsiteY57" fmla="*/ 527670 h 606516"/>
                <a:gd name="connsiteX58" fmla="*/ 413093 w 594302"/>
                <a:gd name="connsiteY58" fmla="*/ 518772 h 606516"/>
                <a:gd name="connsiteX59" fmla="*/ 447817 w 594302"/>
                <a:gd name="connsiteY59" fmla="*/ 553445 h 606516"/>
                <a:gd name="connsiteX60" fmla="*/ 139917 w 594302"/>
                <a:gd name="connsiteY60" fmla="*/ 553445 h 606516"/>
                <a:gd name="connsiteX61" fmla="*/ 71802 w 594302"/>
                <a:gd name="connsiteY61" fmla="*/ 485428 h 606516"/>
                <a:gd name="connsiteX62" fmla="*/ 71802 w 594302"/>
                <a:gd name="connsiteY62" fmla="*/ 408205 h 606516"/>
                <a:gd name="connsiteX63" fmla="*/ 76514 w 594302"/>
                <a:gd name="connsiteY63" fmla="*/ 383249 h 606516"/>
                <a:gd name="connsiteX64" fmla="*/ 21510 w 594302"/>
                <a:gd name="connsiteY64" fmla="*/ 383249 h 606516"/>
                <a:gd name="connsiteX65" fmla="*/ 0 w 594302"/>
                <a:gd name="connsiteY65" fmla="*/ 361770 h 606516"/>
                <a:gd name="connsiteX66" fmla="*/ 21510 w 594302"/>
                <a:gd name="connsiteY66" fmla="*/ 340291 h 606516"/>
                <a:gd name="connsiteX67" fmla="*/ 27553 w 594302"/>
                <a:gd name="connsiteY67" fmla="*/ 340291 h 606516"/>
                <a:gd name="connsiteX68" fmla="*/ 27553 w 594302"/>
                <a:gd name="connsiteY68" fmla="*/ 213155 h 606516"/>
                <a:gd name="connsiteX69" fmla="*/ 21510 w 594302"/>
                <a:gd name="connsiteY69" fmla="*/ 213155 h 606516"/>
                <a:gd name="connsiteX70" fmla="*/ 0 w 594302"/>
                <a:gd name="connsiteY70" fmla="*/ 191675 h 606516"/>
                <a:gd name="connsiteX71" fmla="*/ 21510 w 594302"/>
                <a:gd name="connsiteY71" fmla="*/ 170094 h 606516"/>
                <a:gd name="connsiteX72" fmla="*/ 76514 w 594302"/>
                <a:gd name="connsiteY72" fmla="*/ 170094 h 606516"/>
                <a:gd name="connsiteX73" fmla="*/ 71802 w 594302"/>
                <a:gd name="connsiteY73" fmla="*/ 145137 h 606516"/>
                <a:gd name="connsiteX74" fmla="*/ 71802 w 594302"/>
                <a:gd name="connsiteY74" fmla="*/ 68017 h 606516"/>
                <a:gd name="connsiteX75" fmla="*/ 139917 w 594302"/>
                <a:gd name="connsiteY75" fmla="*/ 0 h 60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94302" h="606516">
                  <a:moveTo>
                    <a:pt x="359573" y="276018"/>
                  </a:moveTo>
                  <a:cubicBezTo>
                    <a:pt x="334914" y="276018"/>
                    <a:pt x="310256" y="285402"/>
                    <a:pt x="291512" y="304169"/>
                  </a:cubicBezTo>
                  <a:cubicBezTo>
                    <a:pt x="253922" y="341601"/>
                    <a:pt x="253922" y="402659"/>
                    <a:pt x="291512" y="440091"/>
                  </a:cubicBezTo>
                  <a:cubicBezTo>
                    <a:pt x="328999" y="477523"/>
                    <a:pt x="390146" y="477523"/>
                    <a:pt x="427633" y="440091"/>
                  </a:cubicBezTo>
                  <a:cubicBezTo>
                    <a:pt x="465223" y="402659"/>
                    <a:pt x="465223" y="341601"/>
                    <a:pt x="427633" y="304169"/>
                  </a:cubicBezTo>
                  <a:cubicBezTo>
                    <a:pt x="408890" y="285402"/>
                    <a:pt x="384231" y="276018"/>
                    <a:pt x="359573" y="276018"/>
                  </a:cubicBezTo>
                  <a:close/>
                  <a:moveTo>
                    <a:pt x="359573" y="238356"/>
                  </a:moveTo>
                  <a:cubicBezTo>
                    <a:pt x="393910" y="238356"/>
                    <a:pt x="428248" y="251396"/>
                    <a:pt x="454366" y="277476"/>
                  </a:cubicBezTo>
                  <a:cubicBezTo>
                    <a:pt x="497896" y="321044"/>
                    <a:pt x="505168" y="387216"/>
                    <a:pt x="476080" y="438353"/>
                  </a:cubicBezTo>
                  <a:lnTo>
                    <a:pt x="583932" y="546047"/>
                  </a:lnTo>
                  <a:cubicBezTo>
                    <a:pt x="597759" y="559956"/>
                    <a:pt x="597759" y="582354"/>
                    <a:pt x="583932" y="596161"/>
                  </a:cubicBezTo>
                  <a:cubicBezTo>
                    <a:pt x="570105" y="609968"/>
                    <a:pt x="547674" y="609968"/>
                    <a:pt x="533847" y="596161"/>
                  </a:cubicBezTo>
                  <a:lnTo>
                    <a:pt x="425892" y="488364"/>
                  </a:lnTo>
                  <a:cubicBezTo>
                    <a:pt x="374783" y="517513"/>
                    <a:pt x="308412" y="510251"/>
                    <a:pt x="264779" y="466785"/>
                  </a:cubicBezTo>
                  <a:cubicBezTo>
                    <a:pt x="212543" y="414523"/>
                    <a:pt x="212543" y="329635"/>
                    <a:pt x="264779" y="277476"/>
                  </a:cubicBezTo>
                  <a:cubicBezTo>
                    <a:pt x="290898" y="251396"/>
                    <a:pt x="325235" y="238356"/>
                    <a:pt x="359573" y="238356"/>
                  </a:cubicBezTo>
                  <a:close/>
                  <a:moveTo>
                    <a:pt x="139917" y="43060"/>
                  </a:moveTo>
                  <a:cubicBezTo>
                    <a:pt x="126089" y="43060"/>
                    <a:pt x="114822" y="54209"/>
                    <a:pt x="114822" y="68017"/>
                  </a:cubicBezTo>
                  <a:lnTo>
                    <a:pt x="114822" y="145137"/>
                  </a:lnTo>
                  <a:cubicBezTo>
                    <a:pt x="114822" y="158945"/>
                    <a:pt x="126089" y="170094"/>
                    <a:pt x="139917" y="170094"/>
                  </a:cubicBezTo>
                  <a:lnTo>
                    <a:pt x="461952" y="170094"/>
                  </a:lnTo>
                  <a:lnTo>
                    <a:pt x="461952" y="128056"/>
                  </a:lnTo>
                  <a:lnTo>
                    <a:pt x="322957" y="128056"/>
                  </a:lnTo>
                  <a:cubicBezTo>
                    <a:pt x="311075" y="128056"/>
                    <a:pt x="301344" y="118442"/>
                    <a:pt x="301344" y="106577"/>
                  </a:cubicBezTo>
                  <a:cubicBezTo>
                    <a:pt x="301344" y="94713"/>
                    <a:pt x="311075" y="85098"/>
                    <a:pt x="322957" y="85098"/>
                  </a:cubicBezTo>
                  <a:lnTo>
                    <a:pt x="461952" y="85098"/>
                  </a:lnTo>
                  <a:lnTo>
                    <a:pt x="461952" y="43060"/>
                  </a:lnTo>
                  <a:close/>
                  <a:moveTo>
                    <a:pt x="139917" y="0"/>
                  </a:moveTo>
                  <a:lnTo>
                    <a:pt x="511117" y="0"/>
                  </a:lnTo>
                  <a:cubicBezTo>
                    <a:pt x="522999" y="0"/>
                    <a:pt x="532627" y="9614"/>
                    <a:pt x="532627" y="21479"/>
                  </a:cubicBezTo>
                  <a:cubicBezTo>
                    <a:pt x="532627" y="33344"/>
                    <a:pt x="522999" y="43060"/>
                    <a:pt x="511117" y="43060"/>
                  </a:cubicBezTo>
                  <a:lnTo>
                    <a:pt x="505074" y="43060"/>
                  </a:lnTo>
                  <a:lnTo>
                    <a:pt x="505074" y="170094"/>
                  </a:lnTo>
                  <a:lnTo>
                    <a:pt x="511117" y="170094"/>
                  </a:lnTo>
                  <a:cubicBezTo>
                    <a:pt x="522999" y="170094"/>
                    <a:pt x="532627" y="179811"/>
                    <a:pt x="532627" y="191675"/>
                  </a:cubicBezTo>
                  <a:cubicBezTo>
                    <a:pt x="532627" y="203540"/>
                    <a:pt x="522999" y="213155"/>
                    <a:pt x="511117" y="213155"/>
                  </a:cubicBezTo>
                  <a:lnTo>
                    <a:pt x="456011" y="213155"/>
                  </a:lnTo>
                  <a:cubicBezTo>
                    <a:pt x="459084" y="220928"/>
                    <a:pt x="460825" y="229315"/>
                    <a:pt x="460825" y="238111"/>
                  </a:cubicBezTo>
                  <a:lnTo>
                    <a:pt x="460825" y="256829"/>
                  </a:lnTo>
                  <a:cubicBezTo>
                    <a:pt x="447509" y="245578"/>
                    <a:pt x="432555" y="236782"/>
                    <a:pt x="416576" y="230645"/>
                  </a:cubicBezTo>
                  <a:cubicBezTo>
                    <a:pt x="413401" y="220519"/>
                    <a:pt x="403875" y="213155"/>
                    <a:pt x="392710" y="213155"/>
                  </a:cubicBezTo>
                  <a:lnTo>
                    <a:pt x="139917" y="213155"/>
                  </a:lnTo>
                  <a:lnTo>
                    <a:pt x="70675" y="213155"/>
                  </a:lnTo>
                  <a:lnTo>
                    <a:pt x="70675" y="255192"/>
                  </a:lnTo>
                  <a:lnTo>
                    <a:pt x="209670" y="255192"/>
                  </a:lnTo>
                  <a:cubicBezTo>
                    <a:pt x="221553" y="255192"/>
                    <a:pt x="231181" y="264807"/>
                    <a:pt x="231181" y="276671"/>
                  </a:cubicBezTo>
                  <a:cubicBezTo>
                    <a:pt x="231181" y="288638"/>
                    <a:pt x="221553" y="298253"/>
                    <a:pt x="209670" y="298253"/>
                  </a:cubicBezTo>
                  <a:lnTo>
                    <a:pt x="70675" y="298253"/>
                  </a:lnTo>
                  <a:lnTo>
                    <a:pt x="70675" y="340291"/>
                  </a:lnTo>
                  <a:lnTo>
                    <a:pt x="211207" y="340291"/>
                  </a:lnTo>
                  <a:cubicBezTo>
                    <a:pt x="208749" y="351235"/>
                    <a:pt x="207519" y="362588"/>
                    <a:pt x="207519" y="374146"/>
                  </a:cubicBezTo>
                  <a:cubicBezTo>
                    <a:pt x="207519" y="377214"/>
                    <a:pt x="207622" y="380283"/>
                    <a:pt x="207827" y="383249"/>
                  </a:cubicBezTo>
                  <a:lnTo>
                    <a:pt x="139917" y="383249"/>
                  </a:lnTo>
                  <a:cubicBezTo>
                    <a:pt x="126089" y="383249"/>
                    <a:pt x="114822" y="394500"/>
                    <a:pt x="114822" y="408308"/>
                  </a:cubicBezTo>
                  <a:lnTo>
                    <a:pt x="114822" y="485428"/>
                  </a:lnTo>
                  <a:cubicBezTo>
                    <a:pt x="114822" y="499134"/>
                    <a:pt x="126089" y="510385"/>
                    <a:pt x="139917" y="510385"/>
                  </a:cubicBezTo>
                  <a:lnTo>
                    <a:pt x="290180" y="510385"/>
                  </a:lnTo>
                  <a:cubicBezTo>
                    <a:pt x="311894" y="521738"/>
                    <a:pt x="336170" y="527670"/>
                    <a:pt x="361367" y="527670"/>
                  </a:cubicBezTo>
                  <a:cubicBezTo>
                    <a:pt x="379087" y="527670"/>
                    <a:pt x="396500" y="524704"/>
                    <a:pt x="413093" y="518772"/>
                  </a:cubicBezTo>
                  <a:lnTo>
                    <a:pt x="447817" y="553445"/>
                  </a:lnTo>
                  <a:lnTo>
                    <a:pt x="139917" y="553445"/>
                  </a:lnTo>
                  <a:cubicBezTo>
                    <a:pt x="102326" y="553445"/>
                    <a:pt x="71802" y="522863"/>
                    <a:pt x="71802" y="485428"/>
                  </a:cubicBezTo>
                  <a:lnTo>
                    <a:pt x="71802" y="408205"/>
                  </a:lnTo>
                  <a:cubicBezTo>
                    <a:pt x="71802" y="399409"/>
                    <a:pt x="73441" y="391022"/>
                    <a:pt x="76514" y="383249"/>
                  </a:cubicBezTo>
                  <a:lnTo>
                    <a:pt x="21510" y="383249"/>
                  </a:lnTo>
                  <a:cubicBezTo>
                    <a:pt x="9628" y="383249"/>
                    <a:pt x="0" y="373634"/>
                    <a:pt x="0" y="361770"/>
                  </a:cubicBezTo>
                  <a:cubicBezTo>
                    <a:pt x="0" y="349905"/>
                    <a:pt x="9628" y="340291"/>
                    <a:pt x="21510" y="340291"/>
                  </a:cubicBezTo>
                  <a:lnTo>
                    <a:pt x="27553" y="340291"/>
                  </a:lnTo>
                  <a:lnTo>
                    <a:pt x="27553" y="213155"/>
                  </a:lnTo>
                  <a:lnTo>
                    <a:pt x="21510" y="213155"/>
                  </a:lnTo>
                  <a:cubicBezTo>
                    <a:pt x="9628" y="213155"/>
                    <a:pt x="0" y="203540"/>
                    <a:pt x="0" y="191675"/>
                  </a:cubicBezTo>
                  <a:cubicBezTo>
                    <a:pt x="0" y="179708"/>
                    <a:pt x="9628" y="170094"/>
                    <a:pt x="21510" y="170094"/>
                  </a:cubicBezTo>
                  <a:lnTo>
                    <a:pt x="76514" y="170094"/>
                  </a:lnTo>
                  <a:cubicBezTo>
                    <a:pt x="73441" y="162423"/>
                    <a:pt x="71802" y="153934"/>
                    <a:pt x="71802" y="145137"/>
                  </a:cubicBezTo>
                  <a:lnTo>
                    <a:pt x="71802" y="68017"/>
                  </a:lnTo>
                  <a:cubicBezTo>
                    <a:pt x="71802" y="30480"/>
                    <a:pt x="102326" y="0"/>
                    <a:pt x="139917" y="0"/>
                  </a:cubicBezTo>
                  <a:close/>
                </a:path>
              </a:pathLst>
            </a:custGeom>
            <a:noFill/>
            <a:ln>
              <a:solidFill>
                <a:schemeClr val="bg1"/>
              </a:solidFill>
            </a:ln>
          </p:spPr>
        </p:sp>
      </p:grpSp>
      <p:sp>
        <p:nvSpPr>
          <p:cNvPr id="148" name="stocks-graphic-on-laptop-monitor_38809"/>
          <p:cNvSpPr>
            <a:spLocks/>
          </p:cNvSpPr>
          <p:nvPr/>
        </p:nvSpPr>
        <p:spPr bwMode="gray">
          <a:xfrm>
            <a:off x="556372" y="2705734"/>
            <a:ext cx="229749" cy="121738"/>
          </a:xfrm>
          <a:custGeom>
            <a:avLst/>
            <a:gdLst>
              <a:gd name="connsiteX0" fmla="*/ 5942 w 596753"/>
              <a:gd name="connsiteY0" fmla="*/ 342878 h 372092"/>
              <a:gd name="connsiteX1" fmla="*/ 591159 w 596753"/>
              <a:gd name="connsiteY1" fmla="*/ 342878 h 372092"/>
              <a:gd name="connsiteX2" fmla="*/ 596753 w 596753"/>
              <a:gd name="connsiteY2" fmla="*/ 348034 h 372092"/>
              <a:gd name="connsiteX3" fmla="*/ 594602 w 596753"/>
              <a:gd name="connsiteY3" fmla="*/ 354048 h 372092"/>
              <a:gd name="connsiteX4" fmla="*/ 295109 w 596753"/>
              <a:gd name="connsiteY4" fmla="*/ 372092 h 372092"/>
              <a:gd name="connsiteX5" fmla="*/ 99750 w 596753"/>
              <a:gd name="connsiteY5" fmla="*/ 367796 h 372092"/>
              <a:gd name="connsiteX6" fmla="*/ 1209 w 596753"/>
              <a:gd name="connsiteY6" fmla="*/ 353189 h 372092"/>
              <a:gd name="connsiteX7" fmla="*/ 779 w 596753"/>
              <a:gd name="connsiteY7" fmla="*/ 346315 h 372092"/>
              <a:gd name="connsiteX8" fmla="*/ 5942 w 596753"/>
              <a:gd name="connsiteY8" fmla="*/ 342878 h 372092"/>
              <a:gd name="connsiteX9" fmla="*/ 287321 w 596753"/>
              <a:gd name="connsiteY9" fmla="*/ 199380 h 372092"/>
              <a:gd name="connsiteX10" fmla="*/ 277855 w 596753"/>
              <a:gd name="connsiteY10" fmla="*/ 208402 h 372092"/>
              <a:gd name="connsiteX11" fmla="*/ 287321 w 596753"/>
              <a:gd name="connsiteY11" fmla="*/ 217853 h 372092"/>
              <a:gd name="connsiteX12" fmla="*/ 296358 w 596753"/>
              <a:gd name="connsiteY12" fmla="*/ 208402 h 372092"/>
              <a:gd name="connsiteX13" fmla="*/ 287321 w 596753"/>
              <a:gd name="connsiteY13" fmla="*/ 199380 h 372092"/>
              <a:gd name="connsiteX14" fmla="*/ 428891 w 596753"/>
              <a:gd name="connsiteY14" fmla="*/ 174464 h 372092"/>
              <a:gd name="connsiteX15" fmla="*/ 419855 w 596753"/>
              <a:gd name="connsiteY15" fmla="*/ 183485 h 372092"/>
              <a:gd name="connsiteX16" fmla="*/ 428891 w 596753"/>
              <a:gd name="connsiteY16" fmla="*/ 192936 h 372092"/>
              <a:gd name="connsiteX17" fmla="*/ 438358 w 596753"/>
              <a:gd name="connsiteY17" fmla="*/ 183485 h 372092"/>
              <a:gd name="connsiteX18" fmla="*/ 428891 w 596753"/>
              <a:gd name="connsiteY18" fmla="*/ 174464 h 372092"/>
              <a:gd name="connsiteX19" fmla="*/ 355309 w 596753"/>
              <a:gd name="connsiteY19" fmla="*/ 140096 h 372092"/>
              <a:gd name="connsiteX20" fmla="*/ 346273 w 596753"/>
              <a:gd name="connsiteY20" fmla="*/ 149117 h 372092"/>
              <a:gd name="connsiteX21" fmla="*/ 355309 w 596753"/>
              <a:gd name="connsiteY21" fmla="*/ 158569 h 372092"/>
              <a:gd name="connsiteX22" fmla="*/ 364776 w 596753"/>
              <a:gd name="connsiteY22" fmla="*/ 149117 h 372092"/>
              <a:gd name="connsiteX23" fmla="*/ 355309 w 596753"/>
              <a:gd name="connsiteY23" fmla="*/ 140096 h 372092"/>
              <a:gd name="connsiteX24" fmla="*/ 107455 w 596753"/>
              <a:gd name="connsiteY24" fmla="*/ 137948 h 372092"/>
              <a:gd name="connsiteX25" fmla="*/ 98418 w 596753"/>
              <a:gd name="connsiteY25" fmla="*/ 146969 h 372092"/>
              <a:gd name="connsiteX26" fmla="*/ 107455 w 596753"/>
              <a:gd name="connsiteY26" fmla="*/ 156421 h 372092"/>
              <a:gd name="connsiteX27" fmla="*/ 116921 w 596753"/>
              <a:gd name="connsiteY27" fmla="*/ 146969 h 372092"/>
              <a:gd name="connsiteX28" fmla="*/ 107455 w 596753"/>
              <a:gd name="connsiteY28" fmla="*/ 137948 h 372092"/>
              <a:gd name="connsiteX29" fmla="*/ 207715 w 596753"/>
              <a:gd name="connsiteY29" fmla="*/ 130645 h 372092"/>
              <a:gd name="connsiteX30" fmla="*/ 198679 w 596753"/>
              <a:gd name="connsiteY30" fmla="*/ 140096 h 372092"/>
              <a:gd name="connsiteX31" fmla="*/ 207715 w 596753"/>
              <a:gd name="connsiteY31" fmla="*/ 149117 h 372092"/>
              <a:gd name="connsiteX32" fmla="*/ 217182 w 596753"/>
              <a:gd name="connsiteY32" fmla="*/ 140096 h 372092"/>
              <a:gd name="connsiteX33" fmla="*/ 207715 w 596753"/>
              <a:gd name="connsiteY33" fmla="*/ 130645 h 372092"/>
              <a:gd name="connsiteX34" fmla="*/ 489134 w 596753"/>
              <a:gd name="connsiteY34" fmla="*/ 103150 h 372092"/>
              <a:gd name="connsiteX35" fmla="*/ 479667 w 596753"/>
              <a:gd name="connsiteY35" fmla="*/ 112172 h 372092"/>
              <a:gd name="connsiteX36" fmla="*/ 489134 w 596753"/>
              <a:gd name="connsiteY36" fmla="*/ 121623 h 372092"/>
              <a:gd name="connsiteX37" fmla="*/ 498600 w 596753"/>
              <a:gd name="connsiteY37" fmla="*/ 112172 h 372092"/>
              <a:gd name="connsiteX38" fmla="*/ 489134 w 596753"/>
              <a:gd name="connsiteY38" fmla="*/ 103150 h 372092"/>
              <a:gd name="connsiteX39" fmla="*/ 489134 w 596753"/>
              <a:gd name="connsiteY39" fmla="*/ 94558 h 372092"/>
              <a:gd name="connsiteX40" fmla="*/ 507206 w 596753"/>
              <a:gd name="connsiteY40" fmla="*/ 112172 h 372092"/>
              <a:gd name="connsiteX41" fmla="*/ 489134 w 596753"/>
              <a:gd name="connsiteY41" fmla="*/ 130215 h 372092"/>
              <a:gd name="connsiteX42" fmla="*/ 485261 w 596753"/>
              <a:gd name="connsiteY42" fmla="*/ 129785 h 372092"/>
              <a:gd name="connsiteX43" fmla="*/ 445673 w 596753"/>
              <a:gd name="connsiteY43" fmla="*/ 177471 h 372092"/>
              <a:gd name="connsiteX44" fmla="*/ 446964 w 596753"/>
              <a:gd name="connsiteY44" fmla="*/ 183485 h 372092"/>
              <a:gd name="connsiteX45" fmla="*/ 428891 w 596753"/>
              <a:gd name="connsiteY45" fmla="*/ 201528 h 372092"/>
              <a:gd name="connsiteX46" fmla="*/ 411249 w 596753"/>
              <a:gd name="connsiteY46" fmla="*/ 185633 h 372092"/>
              <a:gd name="connsiteX47" fmla="*/ 366497 w 596753"/>
              <a:gd name="connsiteY47" fmla="*/ 163294 h 372092"/>
              <a:gd name="connsiteX48" fmla="*/ 355309 w 596753"/>
              <a:gd name="connsiteY48" fmla="*/ 167161 h 372092"/>
              <a:gd name="connsiteX49" fmla="*/ 348855 w 596753"/>
              <a:gd name="connsiteY49" fmla="*/ 165872 h 372092"/>
              <a:gd name="connsiteX50" fmla="*/ 304964 w 596753"/>
              <a:gd name="connsiteY50" fmla="*/ 205824 h 372092"/>
              <a:gd name="connsiteX51" fmla="*/ 304964 w 596753"/>
              <a:gd name="connsiteY51" fmla="*/ 208402 h 372092"/>
              <a:gd name="connsiteX52" fmla="*/ 287321 w 596753"/>
              <a:gd name="connsiteY52" fmla="*/ 226445 h 372092"/>
              <a:gd name="connsiteX53" fmla="*/ 269249 w 596753"/>
              <a:gd name="connsiteY53" fmla="*/ 208402 h 372092"/>
              <a:gd name="connsiteX54" fmla="*/ 269679 w 596753"/>
              <a:gd name="connsiteY54" fmla="*/ 206254 h 372092"/>
              <a:gd name="connsiteX55" fmla="*/ 214600 w 596753"/>
              <a:gd name="connsiteY55" fmla="*/ 156421 h 372092"/>
              <a:gd name="connsiteX56" fmla="*/ 207715 w 596753"/>
              <a:gd name="connsiteY56" fmla="*/ 157709 h 372092"/>
              <a:gd name="connsiteX57" fmla="*/ 192655 w 596753"/>
              <a:gd name="connsiteY57" fmla="*/ 149547 h 372092"/>
              <a:gd name="connsiteX58" fmla="*/ 123376 w 596753"/>
              <a:gd name="connsiteY58" fmla="*/ 154702 h 372092"/>
              <a:gd name="connsiteX59" fmla="*/ 107455 w 596753"/>
              <a:gd name="connsiteY59" fmla="*/ 165013 h 372092"/>
              <a:gd name="connsiteX60" fmla="*/ 89812 w 596753"/>
              <a:gd name="connsiteY60" fmla="*/ 146969 h 372092"/>
              <a:gd name="connsiteX61" fmla="*/ 107455 w 596753"/>
              <a:gd name="connsiteY61" fmla="*/ 129356 h 372092"/>
              <a:gd name="connsiteX62" fmla="*/ 122515 w 596753"/>
              <a:gd name="connsiteY62" fmla="*/ 137518 h 372092"/>
              <a:gd name="connsiteX63" fmla="*/ 191794 w 596753"/>
              <a:gd name="connsiteY63" fmla="*/ 132363 h 372092"/>
              <a:gd name="connsiteX64" fmla="*/ 207715 w 596753"/>
              <a:gd name="connsiteY64" fmla="*/ 122053 h 372092"/>
              <a:gd name="connsiteX65" fmla="*/ 225788 w 596753"/>
              <a:gd name="connsiteY65" fmla="*/ 140096 h 372092"/>
              <a:gd name="connsiteX66" fmla="*/ 225358 w 596753"/>
              <a:gd name="connsiteY66" fmla="*/ 143103 h 372092"/>
              <a:gd name="connsiteX67" fmla="*/ 279576 w 596753"/>
              <a:gd name="connsiteY67" fmla="*/ 192507 h 372092"/>
              <a:gd name="connsiteX68" fmla="*/ 287321 w 596753"/>
              <a:gd name="connsiteY68" fmla="*/ 190789 h 372092"/>
              <a:gd name="connsiteX69" fmla="*/ 294206 w 596753"/>
              <a:gd name="connsiteY69" fmla="*/ 192077 h 372092"/>
              <a:gd name="connsiteX70" fmla="*/ 337667 w 596753"/>
              <a:gd name="connsiteY70" fmla="*/ 152554 h 372092"/>
              <a:gd name="connsiteX71" fmla="*/ 337667 w 596753"/>
              <a:gd name="connsiteY71" fmla="*/ 149117 h 372092"/>
              <a:gd name="connsiteX72" fmla="*/ 355309 w 596753"/>
              <a:gd name="connsiteY72" fmla="*/ 131504 h 372092"/>
              <a:gd name="connsiteX73" fmla="*/ 372952 w 596753"/>
              <a:gd name="connsiteY73" fmla="*/ 146969 h 372092"/>
              <a:gd name="connsiteX74" fmla="*/ 418133 w 596753"/>
              <a:gd name="connsiteY74" fmla="*/ 169738 h 372092"/>
              <a:gd name="connsiteX75" fmla="*/ 428891 w 596753"/>
              <a:gd name="connsiteY75" fmla="*/ 165872 h 372092"/>
              <a:gd name="connsiteX76" fmla="*/ 432764 w 596753"/>
              <a:gd name="connsiteY76" fmla="*/ 166301 h 372092"/>
              <a:gd name="connsiteX77" fmla="*/ 472352 w 596753"/>
              <a:gd name="connsiteY77" fmla="*/ 118186 h 372092"/>
              <a:gd name="connsiteX78" fmla="*/ 471061 w 596753"/>
              <a:gd name="connsiteY78" fmla="*/ 112172 h 372092"/>
              <a:gd name="connsiteX79" fmla="*/ 489134 w 596753"/>
              <a:gd name="connsiteY79" fmla="*/ 94558 h 372092"/>
              <a:gd name="connsiteX80" fmla="*/ 53702 w 596753"/>
              <a:gd name="connsiteY80" fmla="*/ 22772 h 372092"/>
              <a:gd name="connsiteX81" fmla="*/ 53702 w 596753"/>
              <a:gd name="connsiteY81" fmla="*/ 305917 h 372092"/>
              <a:gd name="connsiteX82" fmla="*/ 542962 w 596753"/>
              <a:gd name="connsiteY82" fmla="*/ 305917 h 372092"/>
              <a:gd name="connsiteX83" fmla="*/ 542962 w 596753"/>
              <a:gd name="connsiteY83" fmla="*/ 22772 h 372092"/>
              <a:gd name="connsiteX84" fmla="*/ 53702 w 596753"/>
              <a:gd name="connsiteY84" fmla="*/ 0 h 372092"/>
              <a:gd name="connsiteX85" fmla="*/ 542962 w 596753"/>
              <a:gd name="connsiteY85" fmla="*/ 0 h 372092"/>
              <a:gd name="connsiteX86" fmla="*/ 566198 w 596753"/>
              <a:gd name="connsiteY86" fmla="*/ 22772 h 372092"/>
              <a:gd name="connsiteX87" fmla="*/ 566198 w 596753"/>
              <a:gd name="connsiteY87" fmla="*/ 305917 h 372092"/>
              <a:gd name="connsiteX88" fmla="*/ 542962 w 596753"/>
              <a:gd name="connsiteY88" fmla="*/ 329118 h 372092"/>
              <a:gd name="connsiteX89" fmla="*/ 53702 w 596753"/>
              <a:gd name="connsiteY89" fmla="*/ 329118 h 372092"/>
              <a:gd name="connsiteX90" fmla="*/ 30466 w 596753"/>
              <a:gd name="connsiteY90" fmla="*/ 305917 h 372092"/>
              <a:gd name="connsiteX91" fmla="*/ 30466 w 596753"/>
              <a:gd name="connsiteY91" fmla="*/ 22772 h 372092"/>
              <a:gd name="connsiteX92" fmla="*/ 53702 w 596753"/>
              <a:gd name="connsiteY92" fmla="*/ 0 h 37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753" h="372092">
                <a:moveTo>
                  <a:pt x="5942" y="342878"/>
                </a:moveTo>
                <a:lnTo>
                  <a:pt x="591159" y="342878"/>
                </a:lnTo>
                <a:cubicBezTo>
                  <a:pt x="594171" y="342878"/>
                  <a:pt x="596323" y="345026"/>
                  <a:pt x="596753" y="348034"/>
                </a:cubicBezTo>
                <a:cubicBezTo>
                  <a:pt x="596753" y="350182"/>
                  <a:pt x="596323" y="352330"/>
                  <a:pt x="594602" y="354048"/>
                </a:cubicBezTo>
                <a:cubicBezTo>
                  <a:pt x="579541" y="370374"/>
                  <a:pt x="361376" y="372092"/>
                  <a:pt x="295109" y="372092"/>
                </a:cubicBezTo>
                <a:cubicBezTo>
                  <a:pt x="221096" y="372092"/>
                  <a:pt x="151817" y="370374"/>
                  <a:pt x="99750" y="367796"/>
                </a:cubicBezTo>
                <a:cubicBezTo>
                  <a:pt x="7664" y="363500"/>
                  <a:pt x="3361" y="357056"/>
                  <a:pt x="1209" y="353189"/>
                </a:cubicBezTo>
                <a:cubicBezTo>
                  <a:pt x="-82" y="351041"/>
                  <a:pt x="-512" y="348463"/>
                  <a:pt x="779" y="346315"/>
                </a:cubicBezTo>
                <a:cubicBezTo>
                  <a:pt x="1639" y="344167"/>
                  <a:pt x="3791" y="342878"/>
                  <a:pt x="5942" y="342878"/>
                </a:cubicBezTo>
                <a:close/>
                <a:moveTo>
                  <a:pt x="287321" y="199380"/>
                </a:moveTo>
                <a:cubicBezTo>
                  <a:pt x="282158" y="199380"/>
                  <a:pt x="277855" y="203247"/>
                  <a:pt x="277855" y="208402"/>
                </a:cubicBezTo>
                <a:cubicBezTo>
                  <a:pt x="277855" y="213557"/>
                  <a:pt x="282158" y="217853"/>
                  <a:pt x="287321" y="217853"/>
                </a:cubicBezTo>
                <a:cubicBezTo>
                  <a:pt x="292485" y="217853"/>
                  <a:pt x="296358" y="213557"/>
                  <a:pt x="296358" y="208402"/>
                </a:cubicBezTo>
                <a:cubicBezTo>
                  <a:pt x="296358" y="203247"/>
                  <a:pt x="292485" y="199380"/>
                  <a:pt x="287321" y="199380"/>
                </a:cubicBezTo>
                <a:close/>
                <a:moveTo>
                  <a:pt x="428891" y="174464"/>
                </a:moveTo>
                <a:cubicBezTo>
                  <a:pt x="423727" y="174464"/>
                  <a:pt x="419855" y="178330"/>
                  <a:pt x="419855" y="183485"/>
                </a:cubicBezTo>
                <a:cubicBezTo>
                  <a:pt x="419855" y="188641"/>
                  <a:pt x="423727" y="192936"/>
                  <a:pt x="428891" y="192936"/>
                </a:cubicBezTo>
                <a:cubicBezTo>
                  <a:pt x="434055" y="192936"/>
                  <a:pt x="438358" y="188641"/>
                  <a:pt x="438358" y="183485"/>
                </a:cubicBezTo>
                <a:cubicBezTo>
                  <a:pt x="438358" y="178330"/>
                  <a:pt x="434055" y="174464"/>
                  <a:pt x="428891" y="174464"/>
                </a:cubicBezTo>
                <a:close/>
                <a:moveTo>
                  <a:pt x="355309" y="140096"/>
                </a:moveTo>
                <a:cubicBezTo>
                  <a:pt x="350146" y="140096"/>
                  <a:pt x="346273" y="143962"/>
                  <a:pt x="346273" y="149117"/>
                </a:cubicBezTo>
                <a:cubicBezTo>
                  <a:pt x="346273" y="154273"/>
                  <a:pt x="350146" y="158569"/>
                  <a:pt x="355309" y="158569"/>
                </a:cubicBezTo>
                <a:cubicBezTo>
                  <a:pt x="360473" y="158569"/>
                  <a:pt x="364776" y="154273"/>
                  <a:pt x="364776" y="149117"/>
                </a:cubicBezTo>
                <a:cubicBezTo>
                  <a:pt x="364776" y="143962"/>
                  <a:pt x="360473" y="140096"/>
                  <a:pt x="355309" y="140096"/>
                </a:cubicBezTo>
                <a:close/>
                <a:moveTo>
                  <a:pt x="107455" y="137948"/>
                </a:moveTo>
                <a:cubicBezTo>
                  <a:pt x="102291" y="137948"/>
                  <a:pt x="98418" y="142244"/>
                  <a:pt x="98418" y="146969"/>
                </a:cubicBezTo>
                <a:cubicBezTo>
                  <a:pt x="98418" y="152125"/>
                  <a:pt x="102291" y="156421"/>
                  <a:pt x="107455" y="156421"/>
                </a:cubicBezTo>
                <a:cubicBezTo>
                  <a:pt x="112618" y="156421"/>
                  <a:pt x="116921" y="152125"/>
                  <a:pt x="116921" y="146969"/>
                </a:cubicBezTo>
                <a:cubicBezTo>
                  <a:pt x="116921" y="142244"/>
                  <a:pt x="112618" y="137948"/>
                  <a:pt x="107455" y="137948"/>
                </a:cubicBezTo>
                <a:close/>
                <a:moveTo>
                  <a:pt x="207715" y="130645"/>
                </a:moveTo>
                <a:cubicBezTo>
                  <a:pt x="202982" y="130645"/>
                  <a:pt x="198679" y="134941"/>
                  <a:pt x="198679" y="140096"/>
                </a:cubicBezTo>
                <a:cubicBezTo>
                  <a:pt x="198679" y="145251"/>
                  <a:pt x="202982" y="149117"/>
                  <a:pt x="207715" y="149117"/>
                </a:cubicBezTo>
                <a:cubicBezTo>
                  <a:pt x="212879" y="149117"/>
                  <a:pt x="217182" y="145251"/>
                  <a:pt x="217182" y="140096"/>
                </a:cubicBezTo>
                <a:cubicBezTo>
                  <a:pt x="217182" y="134941"/>
                  <a:pt x="212879" y="130645"/>
                  <a:pt x="207715" y="130645"/>
                </a:cubicBezTo>
                <a:close/>
                <a:moveTo>
                  <a:pt x="489134" y="103150"/>
                </a:moveTo>
                <a:cubicBezTo>
                  <a:pt x="483970" y="103150"/>
                  <a:pt x="479667" y="107017"/>
                  <a:pt x="479667" y="112172"/>
                </a:cubicBezTo>
                <a:cubicBezTo>
                  <a:pt x="479667" y="117327"/>
                  <a:pt x="483970" y="121623"/>
                  <a:pt x="489134" y="121623"/>
                </a:cubicBezTo>
                <a:cubicBezTo>
                  <a:pt x="494297" y="121623"/>
                  <a:pt x="498600" y="117327"/>
                  <a:pt x="498600" y="112172"/>
                </a:cubicBezTo>
                <a:cubicBezTo>
                  <a:pt x="498600" y="107017"/>
                  <a:pt x="494297" y="103150"/>
                  <a:pt x="489134" y="103150"/>
                </a:cubicBezTo>
                <a:close/>
                <a:moveTo>
                  <a:pt x="489134" y="94558"/>
                </a:moveTo>
                <a:cubicBezTo>
                  <a:pt x="499030" y="94558"/>
                  <a:pt x="507206" y="102291"/>
                  <a:pt x="507206" y="112172"/>
                </a:cubicBezTo>
                <a:cubicBezTo>
                  <a:pt x="507206" y="122053"/>
                  <a:pt x="499030" y="130215"/>
                  <a:pt x="489134" y="130215"/>
                </a:cubicBezTo>
                <a:cubicBezTo>
                  <a:pt x="487843" y="130215"/>
                  <a:pt x="486552" y="129785"/>
                  <a:pt x="485261" y="129785"/>
                </a:cubicBezTo>
                <a:lnTo>
                  <a:pt x="445673" y="177471"/>
                </a:lnTo>
                <a:cubicBezTo>
                  <a:pt x="446533" y="179619"/>
                  <a:pt x="446964" y="181337"/>
                  <a:pt x="446964" y="183485"/>
                </a:cubicBezTo>
                <a:cubicBezTo>
                  <a:pt x="446964" y="193366"/>
                  <a:pt x="438788" y="201528"/>
                  <a:pt x="428891" y="201528"/>
                </a:cubicBezTo>
                <a:cubicBezTo>
                  <a:pt x="419855" y="201528"/>
                  <a:pt x="412109" y="194225"/>
                  <a:pt x="411249" y="185633"/>
                </a:cubicBezTo>
                <a:lnTo>
                  <a:pt x="366497" y="163294"/>
                </a:lnTo>
                <a:cubicBezTo>
                  <a:pt x="363485" y="165442"/>
                  <a:pt x="359612" y="167161"/>
                  <a:pt x="355309" y="167161"/>
                </a:cubicBezTo>
                <a:cubicBezTo>
                  <a:pt x="353158" y="167161"/>
                  <a:pt x="351006" y="166731"/>
                  <a:pt x="348855" y="165872"/>
                </a:cubicBezTo>
                <a:lnTo>
                  <a:pt x="304964" y="205824"/>
                </a:lnTo>
                <a:cubicBezTo>
                  <a:pt x="304964" y="206684"/>
                  <a:pt x="304964" y="207543"/>
                  <a:pt x="304964" y="208402"/>
                </a:cubicBezTo>
                <a:cubicBezTo>
                  <a:pt x="304964" y="218283"/>
                  <a:pt x="297218" y="226445"/>
                  <a:pt x="287321" y="226445"/>
                </a:cubicBezTo>
                <a:cubicBezTo>
                  <a:pt x="277424" y="226445"/>
                  <a:pt x="269249" y="218283"/>
                  <a:pt x="269249" y="208402"/>
                </a:cubicBezTo>
                <a:cubicBezTo>
                  <a:pt x="269249" y="207972"/>
                  <a:pt x="269679" y="207113"/>
                  <a:pt x="269679" y="206254"/>
                </a:cubicBezTo>
                <a:lnTo>
                  <a:pt x="214600" y="156421"/>
                </a:lnTo>
                <a:cubicBezTo>
                  <a:pt x="212449" y="157280"/>
                  <a:pt x="210297" y="157709"/>
                  <a:pt x="207715" y="157709"/>
                </a:cubicBezTo>
                <a:cubicBezTo>
                  <a:pt x="201691" y="157709"/>
                  <a:pt x="196097" y="154273"/>
                  <a:pt x="192655" y="149547"/>
                </a:cubicBezTo>
                <a:lnTo>
                  <a:pt x="123376" y="154702"/>
                </a:lnTo>
                <a:cubicBezTo>
                  <a:pt x="120794" y="160717"/>
                  <a:pt x="114770" y="165013"/>
                  <a:pt x="107455" y="165013"/>
                </a:cubicBezTo>
                <a:cubicBezTo>
                  <a:pt x="97558" y="165013"/>
                  <a:pt x="89812" y="156850"/>
                  <a:pt x="89812" y="146969"/>
                </a:cubicBezTo>
                <a:cubicBezTo>
                  <a:pt x="89812" y="137518"/>
                  <a:pt x="97558" y="129356"/>
                  <a:pt x="107455" y="129356"/>
                </a:cubicBezTo>
                <a:cubicBezTo>
                  <a:pt x="113909" y="129356"/>
                  <a:pt x="119503" y="132793"/>
                  <a:pt x="122515" y="137518"/>
                </a:cubicBezTo>
                <a:lnTo>
                  <a:pt x="191794" y="132363"/>
                </a:lnTo>
                <a:cubicBezTo>
                  <a:pt x="194806" y="126349"/>
                  <a:pt x="200830" y="122053"/>
                  <a:pt x="207715" y="122053"/>
                </a:cubicBezTo>
                <a:cubicBezTo>
                  <a:pt x="217612" y="122053"/>
                  <a:pt x="225788" y="130215"/>
                  <a:pt x="225788" y="140096"/>
                </a:cubicBezTo>
                <a:cubicBezTo>
                  <a:pt x="225788" y="140955"/>
                  <a:pt x="225788" y="142244"/>
                  <a:pt x="225358" y="143103"/>
                </a:cubicBezTo>
                <a:lnTo>
                  <a:pt x="279576" y="192507"/>
                </a:lnTo>
                <a:cubicBezTo>
                  <a:pt x="282158" y="191218"/>
                  <a:pt x="284740" y="190789"/>
                  <a:pt x="287321" y="190789"/>
                </a:cubicBezTo>
                <a:cubicBezTo>
                  <a:pt x="289903" y="190789"/>
                  <a:pt x="292055" y="191218"/>
                  <a:pt x="294206" y="192077"/>
                </a:cubicBezTo>
                <a:lnTo>
                  <a:pt x="337667" y="152554"/>
                </a:lnTo>
                <a:cubicBezTo>
                  <a:pt x="337667" y="151695"/>
                  <a:pt x="337667" y="150406"/>
                  <a:pt x="337667" y="149117"/>
                </a:cubicBezTo>
                <a:cubicBezTo>
                  <a:pt x="337667" y="139237"/>
                  <a:pt x="345412" y="131504"/>
                  <a:pt x="355309" y="131504"/>
                </a:cubicBezTo>
                <a:cubicBezTo>
                  <a:pt x="364346" y="131504"/>
                  <a:pt x="372091" y="138377"/>
                  <a:pt x="372952" y="146969"/>
                </a:cubicBezTo>
                <a:lnTo>
                  <a:pt x="418133" y="169738"/>
                </a:lnTo>
                <a:cubicBezTo>
                  <a:pt x="421146" y="167161"/>
                  <a:pt x="425018" y="165872"/>
                  <a:pt x="428891" y="165872"/>
                </a:cubicBezTo>
                <a:cubicBezTo>
                  <a:pt x="430182" y="165872"/>
                  <a:pt x="431473" y="165872"/>
                  <a:pt x="432764" y="166301"/>
                </a:cubicBezTo>
                <a:lnTo>
                  <a:pt x="472352" y="118186"/>
                </a:lnTo>
                <a:cubicBezTo>
                  <a:pt x="471921" y="116468"/>
                  <a:pt x="471061" y="114320"/>
                  <a:pt x="471061" y="112172"/>
                </a:cubicBezTo>
                <a:cubicBezTo>
                  <a:pt x="471061" y="102291"/>
                  <a:pt x="479237" y="94558"/>
                  <a:pt x="489134" y="94558"/>
                </a:cubicBezTo>
                <a:close/>
                <a:moveTo>
                  <a:pt x="53702" y="22772"/>
                </a:moveTo>
                <a:lnTo>
                  <a:pt x="53702" y="305917"/>
                </a:lnTo>
                <a:lnTo>
                  <a:pt x="542962" y="305917"/>
                </a:lnTo>
                <a:lnTo>
                  <a:pt x="542962" y="22772"/>
                </a:lnTo>
                <a:close/>
                <a:moveTo>
                  <a:pt x="53702" y="0"/>
                </a:moveTo>
                <a:lnTo>
                  <a:pt x="542962" y="0"/>
                </a:lnTo>
                <a:cubicBezTo>
                  <a:pt x="555871" y="0"/>
                  <a:pt x="566198" y="9882"/>
                  <a:pt x="566198" y="22772"/>
                </a:cubicBezTo>
                <a:lnTo>
                  <a:pt x="566198" y="305917"/>
                </a:lnTo>
                <a:cubicBezTo>
                  <a:pt x="566198" y="318806"/>
                  <a:pt x="555871" y="329118"/>
                  <a:pt x="542962" y="329118"/>
                </a:cubicBezTo>
                <a:lnTo>
                  <a:pt x="53702" y="329118"/>
                </a:lnTo>
                <a:cubicBezTo>
                  <a:pt x="40793" y="329118"/>
                  <a:pt x="30466" y="318806"/>
                  <a:pt x="30466" y="305917"/>
                </a:cubicBezTo>
                <a:lnTo>
                  <a:pt x="30466" y="22772"/>
                </a:lnTo>
                <a:cubicBezTo>
                  <a:pt x="30466" y="9882"/>
                  <a:pt x="40793" y="0"/>
                  <a:pt x="53702" y="0"/>
                </a:cubicBezTo>
                <a:close/>
              </a:path>
            </a:pathLst>
          </a:custGeom>
          <a:solidFill>
            <a:schemeClr val="bg1"/>
          </a:solidFill>
          <a:ln>
            <a:noFill/>
          </a:ln>
        </p:spPr>
      </p:sp>
      <p:sp>
        <p:nvSpPr>
          <p:cNvPr id="151" name="warning_94911"/>
          <p:cNvSpPr>
            <a:spLocks/>
          </p:cNvSpPr>
          <p:nvPr/>
        </p:nvSpPr>
        <p:spPr bwMode="gray">
          <a:xfrm>
            <a:off x="563783" y="3615149"/>
            <a:ext cx="202967" cy="202673"/>
          </a:xfrm>
          <a:custGeom>
            <a:avLst/>
            <a:gdLst>
              <a:gd name="T0" fmla="*/ 4733 w 4773"/>
              <a:gd name="T1" fmla="*/ 4096 h 4367"/>
              <a:gd name="T2" fmla="*/ 2541 w 4773"/>
              <a:gd name="T3" fmla="*/ 107 h 4367"/>
              <a:gd name="T4" fmla="*/ 2387 w 4773"/>
              <a:gd name="T5" fmla="*/ 0 h 4367"/>
              <a:gd name="T6" fmla="*/ 2232 w 4773"/>
              <a:gd name="T7" fmla="*/ 107 h 4367"/>
              <a:gd name="T8" fmla="*/ 40 w 4773"/>
              <a:gd name="T9" fmla="*/ 4096 h 4367"/>
              <a:gd name="T10" fmla="*/ 31 w 4773"/>
              <a:gd name="T11" fmla="*/ 4283 h 4367"/>
              <a:gd name="T12" fmla="*/ 202 w 4773"/>
              <a:gd name="T13" fmla="*/ 4367 h 4367"/>
              <a:gd name="T14" fmla="*/ 4571 w 4773"/>
              <a:gd name="T15" fmla="*/ 4367 h 4367"/>
              <a:gd name="T16" fmla="*/ 4742 w 4773"/>
              <a:gd name="T17" fmla="*/ 4283 h 4367"/>
              <a:gd name="T18" fmla="*/ 4733 w 4773"/>
              <a:gd name="T19" fmla="*/ 4096 h 4367"/>
              <a:gd name="T20" fmla="*/ 2064 w 4773"/>
              <a:gd name="T21" fmla="*/ 1055 h 4367"/>
              <a:gd name="T22" fmla="*/ 2111 w 4773"/>
              <a:gd name="T23" fmla="*/ 1034 h 4367"/>
              <a:gd name="T24" fmla="*/ 2656 w 4773"/>
              <a:gd name="T25" fmla="*/ 1034 h 4367"/>
              <a:gd name="T26" fmla="*/ 2703 w 4773"/>
              <a:gd name="T27" fmla="*/ 1055 h 4367"/>
              <a:gd name="T28" fmla="*/ 2721 w 4773"/>
              <a:gd name="T29" fmla="*/ 1104 h 4367"/>
              <a:gd name="T30" fmla="*/ 2652 w 4773"/>
              <a:gd name="T31" fmla="*/ 2965 h 4367"/>
              <a:gd name="T32" fmla="*/ 2583 w 4773"/>
              <a:gd name="T33" fmla="*/ 3034 h 4367"/>
              <a:gd name="T34" fmla="*/ 2179 w 4773"/>
              <a:gd name="T35" fmla="*/ 3034 h 4367"/>
              <a:gd name="T36" fmla="*/ 2111 w 4773"/>
              <a:gd name="T37" fmla="*/ 2966 h 4367"/>
              <a:gd name="T38" fmla="*/ 2046 w 4773"/>
              <a:gd name="T39" fmla="*/ 1105 h 4367"/>
              <a:gd name="T40" fmla="*/ 2064 w 4773"/>
              <a:gd name="T41" fmla="*/ 1055 h 4367"/>
              <a:gd name="T42" fmla="*/ 2386 w 4773"/>
              <a:gd name="T43" fmla="*/ 4013 h 4367"/>
              <a:gd name="T44" fmla="*/ 2026 w 4773"/>
              <a:gd name="T45" fmla="*/ 3635 h 4367"/>
              <a:gd name="T46" fmla="*/ 2381 w 4773"/>
              <a:gd name="T47" fmla="*/ 3252 h 4367"/>
              <a:gd name="T48" fmla="*/ 2737 w 4773"/>
              <a:gd name="T49" fmla="*/ 3635 h 4367"/>
              <a:gd name="T50" fmla="*/ 2386 w 4773"/>
              <a:gd name="T51" fmla="*/ 4013 h 4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73" h="4367">
                <a:moveTo>
                  <a:pt x="4733" y="4096"/>
                </a:moveTo>
                <a:lnTo>
                  <a:pt x="2541" y="107"/>
                </a:lnTo>
                <a:cubicBezTo>
                  <a:pt x="2504" y="39"/>
                  <a:pt x="2448" y="0"/>
                  <a:pt x="2387" y="0"/>
                </a:cubicBezTo>
                <a:cubicBezTo>
                  <a:pt x="2326" y="0"/>
                  <a:pt x="2269" y="39"/>
                  <a:pt x="2232" y="107"/>
                </a:cubicBezTo>
                <a:lnTo>
                  <a:pt x="40" y="4096"/>
                </a:lnTo>
                <a:cubicBezTo>
                  <a:pt x="3" y="4162"/>
                  <a:pt x="0" y="4231"/>
                  <a:pt x="31" y="4283"/>
                </a:cubicBezTo>
                <a:cubicBezTo>
                  <a:pt x="63" y="4337"/>
                  <a:pt x="125" y="4367"/>
                  <a:pt x="202" y="4367"/>
                </a:cubicBezTo>
                <a:lnTo>
                  <a:pt x="4571" y="4367"/>
                </a:lnTo>
                <a:cubicBezTo>
                  <a:pt x="4648" y="4367"/>
                  <a:pt x="4710" y="4337"/>
                  <a:pt x="4742" y="4283"/>
                </a:cubicBezTo>
                <a:cubicBezTo>
                  <a:pt x="4773" y="4231"/>
                  <a:pt x="4770" y="4162"/>
                  <a:pt x="4733" y="4096"/>
                </a:cubicBezTo>
                <a:close/>
                <a:moveTo>
                  <a:pt x="2064" y="1055"/>
                </a:moveTo>
                <a:cubicBezTo>
                  <a:pt x="2076" y="1043"/>
                  <a:pt x="2093" y="1034"/>
                  <a:pt x="2111" y="1034"/>
                </a:cubicBezTo>
                <a:lnTo>
                  <a:pt x="2656" y="1034"/>
                </a:lnTo>
                <a:cubicBezTo>
                  <a:pt x="2674" y="1034"/>
                  <a:pt x="2691" y="1043"/>
                  <a:pt x="2703" y="1055"/>
                </a:cubicBezTo>
                <a:cubicBezTo>
                  <a:pt x="2715" y="1068"/>
                  <a:pt x="2722" y="1086"/>
                  <a:pt x="2721" y="1104"/>
                </a:cubicBezTo>
                <a:lnTo>
                  <a:pt x="2652" y="2965"/>
                </a:lnTo>
                <a:cubicBezTo>
                  <a:pt x="2651" y="3002"/>
                  <a:pt x="2620" y="3034"/>
                  <a:pt x="2583" y="3034"/>
                </a:cubicBezTo>
                <a:lnTo>
                  <a:pt x="2179" y="3034"/>
                </a:lnTo>
                <a:cubicBezTo>
                  <a:pt x="2143" y="3034"/>
                  <a:pt x="2112" y="3002"/>
                  <a:pt x="2111" y="2966"/>
                </a:cubicBezTo>
                <a:lnTo>
                  <a:pt x="2046" y="1105"/>
                </a:lnTo>
                <a:cubicBezTo>
                  <a:pt x="2045" y="1087"/>
                  <a:pt x="2052" y="1068"/>
                  <a:pt x="2064" y="1055"/>
                </a:cubicBezTo>
                <a:close/>
                <a:moveTo>
                  <a:pt x="2386" y="4013"/>
                </a:moveTo>
                <a:cubicBezTo>
                  <a:pt x="2181" y="4013"/>
                  <a:pt x="2026" y="3850"/>
                  <a:pt x="2026" y="3635"/>
                </a:cubicBezTo>
                <a:cubicBezTo>
                  <a:pt x="2026" y="3417"/>
                  <a:pt x="2179" y="3252"/>
                  <a:pt x="2381" y="3252"/>
                </a:cubicBezTo>
                <a:cubicBezTo>
                  <a:pt x="2590" y="3252"/>
                  <a:pt x="2737" y="3409"/>
                  <a:pt x="2737" y="3635"/>
                </a:cubicBezTo>
                <a:cubicBezTo>
                  <a:pt x="2737" y="3857"/>
                  <a:pt x="2592" y="4013"/>
                  <a:pt x="2386" y="4013"/>
                </a:cubicBezTo>
                <a:close/>
              </a:path>
            </a:pathLst>
          </a:custGeom>
          <a:solidFill>
            <a:schemeClr val="bg1"/>
          </a:solidFill>
          <a:ln>
            <a:noFill/>
          </a:ln>
        </p:spPr>
      </p:sp>
      <p:sp>
        <p:nvSpPr>
          <p:cNvPr id="152" name="school-book_74303"/>
          <p:cNvSpPr>
            <a:spLocks/>
          </p:cNvSpPr>
          <p:nvPr/>
        </p:nvSpPr>
        <p:spPr bwMode="gray">
          <a:xfrm>
            <a:off x="585754" y="4579997"/>
            <a:ext cx="159024" cy="193920"/>
          </a:xfrm>
          <a:custGeom>
            <a:avLst/>
            <a:gdLst>
              <a:gd name="T0" fmla="*/ 532 w 3373"/>
              <a:gd name="T1" fmla="*/ 381 h 4441"/>
              <a:gd name="T2" fmla="*/ 3373 w 3373"/>
              <a:gd name="T3" fmla="*/ 381 h 4441"/>
              <a:gd name="T4" fmla="*/ 3373 w 3373"/>
              <a:gd name="T5" fmla="*/ 0 h 4441"/>
              <a:gd name="T6" fmla="*/ 532 w 3373"/>
              <a:gd name="T7" fmla="*/ 0 h 4441"/>
              <a:gd name="T8" fmla="*/ 0 w 3373"/>
              <a:gd name="T9" fmla="*/ 532 h 4441"/>
              <a:gd name="T10" fmla="*/ 0 w 3373"/>
              <a:gd name="T11" fmla="*/ 4012 h 4441"/>
              <a:gd name="T12" fmla="*/ 429 w 3373"/>
              <a:gd name="T13" fmla="*/ 4441 h 4441"/>
              <a:gd name="T14" fmla="*/ 3373 w 3373"/>
              <a:gd name="T15" fmla="*/ 4441 h 4441"/>
              <a:gd name="T16" fmla="*/ 3373 w 3373"/>
              <a:gd name="T17" fmla="*/ 683 h 4441"/>
              <a:gd name="T18" fmla="*/ 532 w 3373"/>
              <a:gd name="T19" fmla="*/ 683 h 4441"/>
              <a:gd name="T20" fmla="*/ 381 w 3373"/>
              <a:gd name="T21" fmla="*/ 532 h 4441"/>
              <a:gd name="T22" fmla="*/ 532 w 3373"/>
              <a:gd name="T23" fmla="*/ 381 h 4441"/>
              <a:gd name="T24" fmla="*/ 1397 w 3373"/>
              <a:gd name="T25" fmla="*/ 3011 h 4441"/>
              <a:gd name="T26" fmla="*/ 2854 w 3373"/>
              <a:gd name="T27" fmla="*/ 3011 h 4441"/>
              <a:gd name="T28" fmla="*/ 2854 w 3373"/>
              <a:gd name="T29" fmla="*/ 3794 h 4441"/>
              <a:gd name="T30" fmla="*/ 1397 w 3373"/>
              <a:gd name="T31" fmla="*/ 3794 h 4441"/>
              <a:gd name="T32" fmla="*/ 1397 w 3373"/>
              <a:gd name="T33" fmla="*/ 3011 h 4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373" h="4441">
                <a:moveTo>
                  <a:pt x="532" y="381"/>
                </a:moveTo>
                <a:lnTo>
                  <a:pt x="3373" y="381"/>
                </a:lnTo>
                <a:lnTo>
                  <a:pt x="3373" y="0"/>
                </a:lnTo>
                <a:lnTo>
                  <a:pt x="532" y="0"/>
                </a:lnTo>
                <a:cubicBezTo>
                  <a:pt x="239" y="0"/>
                  <a:pt x="0" y="239"/>
                  <a:pt x="0" y="532"/>
                </a:cubicBezTo>
                <a:lnTo>
                  <a:pt x="0" y="4012"/>
                </a:lnTo>
                <a:cubicBezTo>
                  <a:pt x="0" y="4248"/>
                  <a:pt x="192" y="4441"/>
                  <a:pt x="429" y="4441"/>
                </a:cubicBezTo>
                <a:lnTo>
                  <a:pt x="3373" y="4441"/>
                </a:lnTo>
                <a:lnTo>
                  <a:pt x="3373" y="683"/>
                </a:lnTo>
                <a:lnTo>
                  <a:pt x="532" y="683"/>
                </a:lnTo>
                <a:cubicBezTo>
                  <a:pt x="449" y="683"/>
                  <a:pt x="381" y="616"/>
                  <a:pt x="381" y="532"/>
                </a:cubicBezTo>
                <a:cubicBezTo>
                  <a:pt x="381" y="449"/>
                  <a:pt x="449" y="381"/>
                  <a:pt x="532" y="381"/>
                </a:cubicBezTo>
                <a:close/>
                <a:moveTo>
                  <a:pt x="1397" y="3011"/>
                </a:moveTo>
                <a:lnTo>
                  <a:pt x="2854" y="3011"/>
                </a:lnTo>
                <a:lnTo>
                  <a:pt x="2854" y="3794"/>
                </a:lnTo>
                <a:lnTo>
                  <a:pt x="1397" y="3794"/>
                </a:lnTo>
                <a:lnTo>
                  <a:pt x="1397" y="3011"/>
                </a:lnTo>
                <a:close/>
              </a:path>
            </a:pathLst>
          </a:custGeom>
          <a:solidFill>
            <a:schemeClr val="bg1"/>
          </a:solidFill>
          <a:ln>
            <a:noFill/>
          </a:ln>
        </p:spPr>
      </p:sp>
      <p:sp>
        <p:nvSpPr>
          <p:cNvPr id="27" name="五边形 153"/>
          <p:cNvSpPr/>
          <p:nvPr/>
        </p:nvSpPr>
        <p:spPr bwMode="gray">
          <a:xfrm>
            <a:off x="8150785" y="113221"/>
            <a:ext cx="1259508" cy="213037"/>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准备阶段</a:t>
            </a:r>
          </a:p>
        </p:txBody>
      </p:sp>
      <p:sp>
        <p:nvSpPr>
          <p:cNvPr id="28" name="燕尾形 154"/>
          <p:cNvSpPr/>
          <p:nvPr/>
        </p:nvSpPr>
        <p:spPr bwMode="gray">
          <a:xfrm>
            <a:off x="9320182"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实施阶段</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燕尾形 155"/>
          <p:cNvSpPr/>
          <p:nvPr/>
        </p:nvSpPr>
        <p:spPr bwMode="gray">
          <a:xfrm>
            <a:off x="10489579"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收尾阶段</a:t>
            </a:r>
          </a:p>
        </p:txBody>
      </p:sp>
    </p:spTree>
    <p:custDataLst>
      <p:tags r:id="rId1"/>
    </p:custDataLst>
    <p:extLst>
      <p:ext uri="{BB962C8B-B14F-4D97-AF65-F5344CB8AC3E}">
        <p14:creationId xmlns:p14="http://schemas.microsoft.com/office/powerpoint/2010/main" val="3785387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风险评估</a:t>
            </a:r>
          </a:p>
        </p:txBody>
      </p:sp>
      <p:sp>
        <p:nvSpPr>
          <p:cNvPr id="60" name="文本占位符 3"/>
          <p:cNvSpPr>
            <a:spLocks noGrp="1"/>
          </p:cNvSpPr>
          <p:nvPr>
            <p:ph type="body" sz="quarter" idx="10"/>
          </p:nvPr>
        </p:nvSpPr>
        <p:spPr bwMode="gray">
          <a:xfrm>
            <a:off x="2153265" y="1047750"/>
            <a:ext cx="9595822" cy="4879805"/>
          </a:xfrm>
        </p:spPr>
        <p:txBody>
          <a:bodyPr/>
          <a:lstStyle/>
          <a:p>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根据调研结果、需求分析结果，以及割接方案的框架进行割接风险分析与评估，针对可能出现的风险项目提前制定应对措施，并将对应的风险项对应措施责任人确认。</a:t>
            </a:r>
            <a:endParaRPr lang="en-US" altLang="zh-CN" sz="1799"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风险评估需要涉及的技术人员参与讨论，将各个风险的责任人明确到具体的技术人员。</a:t>
            </a:r>
          </a:p>
        </p:txBody>
      </p:sp>
      <p:sp>
        <p:nvSpPr>
          <p:cNvPr id="111" name="isḻïḑe">
            <a:extLst>
              <a:ext uri="{FF2B5EF4-FFF2-40B4-BE49-F238E27FC236}">
                <a16:creationId xmlns:a16="http://schemas.microsoft.com/office/drawing/2014/main" id="{24CBC826-002E-4B71-8291-B729E4BED0E3}"/>
              </a:ext>
            </a:extLst>
          </p:cNvPr>
          <p:cNvSpPr txBox="1"/>
          <p:nvPr/>
        </p:nvSpPr>
        <p:spPr bwMode="gray">
          <a:xfrm>
            <a:off x="836816" y="1593188"/>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pPr algn="l"/>
            <a:r>
              <a:rPr lang="zh-CN" altLang="en-US" sz="1399" dirty="0">
                <a:solidFill>
                  <a:schemeClr val="bg1">
                    <a:lumMod val="65000"/>
                  </a:schemeClr>
                </a:solidFill>
              </a:rPr>
              <a:t>项目调研</a:t>
            </a:r>
            <a:endParaRPr lang="en-US" altLang="zh-CN" sz="1399" dirty="0">
              <a:solidFill>
                <a:schemeClr val="bg1">
                  <a:lumMod val="65000"/>
                </a:schemeClr>
              </a:solidFill>
            </a:endParaRPr>
          </a:p>
        </p:txBody>
      </p:sp>
      <p:sp>
        <p:nvSpPr>
          <p:cNvPr id="112" name="ïšļïďe">
            <a:extLst>
              <a:ext uri="{FF2B5EF4-FFF2-40B4-BE49-F238E27FC236}">
                <a16:creationId xmlns:a16="http://schemas.microsoft.com/office/drawing/2014/main" id="{FB41FAD4-0BA5-4580-B72E-A6BFF22F8784}"/>
              </a:ext>
            </a:extLst>
          </p:cNvPr>
          <p:cNvSpPr txBox="1"/>
          <p:nvPr/>
        </p:nvSpPr>
        <p:spPr bwMode="gray">
          <a:xfrm>
            <a:off x="836816" y="2547719"/>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pPr algn="l"/>
            <a:r>
              <a:rPr lang="zh-CN" altLang="en-US" sz="1399" dirty="0"/>
              <a:t>项目分析</a:t>
            </a:r>
            <a:endParaRPr lang="en-US" altLang="zh-CN" sz="1399" dirty="0"/>
          </a:p>
        </p:txBody>
      </p:sp>
      <p:sp>
        <p:nvSpPr>
          <p:cNvPr id="113" name="ïṧļíḍê">
            <a:extLst>
              <a:ext uri="{FF2B5EF4-FFF2-40B4-BE49-F238E27FC236}">
                <a16:creationId xmlns:a16="http://schemas.microsoft.com/office/drawing/2014/main" id="{D1BCCD92-D45A-41F7-960F-30FC35568CBF}"/>
              </a:ext>
            </a:extLst>
          </p:cNvPr>
          <p:cNvSpPr txBox="1"/>
          <p:nvPr/>
        </p:nvSpPr>
        <p:spPr bwMode="gray">
          <a:xfrm>
            <a:off x="836816" y="3502250"/>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1399" b="1" dirty="0"/>
              <a:t>风险评估</a:t>
            </a:r>
            <a:endParaRPr lang="en-US" altLang="zh-CN" sz="1399" b="1" dirty="0"/>
          </a:p>
        </p:txBody>
      </p:sp>
      <p:sp>
        <p:nvSpPr>
          <p:cNvPr id="114" name="îş1iḍê">
            <a:extLst>
              <a:ext uri="{FF2B5EF4-FFF2-40B4-BE49-F238E27FC236}">
                <a16:creationId xmlns:a16="http://schemas.microsoft.com/office/drawing/2014/main" id="{F0B068A5-560A-4DB9-9ABC-E179FB4B53B1}"/>
              </a:ext>
            </a:extLst>
          </p:cNvPr>
          <p:cNvSpPr txBox="1"/>
          <p:nvPr/>
        </p:nvSpPr>
        <p:spPr bwMode="gray">
          <a:xfrm>
            <a:off x="836816" y="4456781"/>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lnSpc>
                <a:spcPct val="100000"/>
              </a:lnSpc>
              <a:spcBef>
                <a:spcPct val="0"/>
              </a:spcBef>
            </a:pPr>
            <a:r>
              <a:rPr lang="zh-CN" altLang="en-US" sz="1399" dirty="0">
                <a:solidFill>
                  <a:schemeClr val="bg1">
                    <a:lumMod val="65000"/>
                  </a:schemeClr>
                </a:solidFill>
              </a:rPr>
              <a:t>输出割接方案</a:t>
            </a:r>
            <a:endParaRPr lang="en-US" altLang="zh-CN" sz="1399" dirty="0">
              <a:solidFill>
                <a:schemeClr val="bg1">
                  <a:lumMod val="65000"/>
                </a:schemeClr>
              </a:solidFill>
            </a:endParaRPr>
          </a:p>
        </p:txBody>
      </p:sp>
      <p:sp>
        <p:nvSpPr>
          <p:cNvPr id="115" name="íşḻïďe">
            <a:extLst>
              <a:ext uri="{FF2B5EF4-FFF2-40B4-BE49-F238E27FC236}">
                <a16:creationId xmlns:a16="http://schemas.microsoft.com/office/drawing/2014/main" id="{05246D82-A4F5-42F2-854D-C3D348D160CE}"/>
              </a:ext>
            </a:extLst>
          </p:cNvPr>
          <p:cNvSpPr txBox="1"/>
          <p:nvPr/>
        </p:nvSpPr>
        <p:spPr bwMode="gray">
          <a:xfrm>
            <a:off x="836816" y="5411312"/>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lnSpc>
                <a:spcPct val="100000"/>
              </a:lnSpc>
              <a:spcBef>
                <a:spcPct val="0"/>
              </a:spcBef>
            </a:pPr>
            <a:r>
              <a:rPr lang="zh-CN" altLang="en-US" sz="1399" dirty="0">
                <a:solidFill>
                  <a:schemeClr val="bg1">
                    <a:lumMod val="65000"/>
                  </a:schemeClr>
                </a:solidFill>
              </a:rPr>
              <a:t>方案验证、评审</a:t>
            </a:r>
            <a:endParaRPr lang="en-US" altLang="zh-CN" sz="1399" dirty="0">
              <a:solidFill>
                <a:schemeClr val="bg1">
                  <a:lumMod val="65000"/>
                </a:schemeClr>
              </a:solidFill>
            </a:endParaRPr>
          </a:p>
        </p:txBody>
      </p:sp>
      <p:cxnSp>
        <p:nvCxnSpPr>
          <p:cNvPr id="117" name="直接连接符 116">
            <a:extLst>
              <a:ext uri="{FF2B5EF4-FFF2-40B4-BE49-F238E27FC236}">
                <a16:creationId xmlns:a16="http://schemas.microsoft.com/office/drawing/2014/main" id="{4AA622A8-8183-4782-A4A5-6DF01B92BB53}"/>
              </a:ext>
            </a:extLst>
          </p:cNvPr>
          <p:cNvCxnSpPr/>
          <p:nvPr/>
        </p:nvCxnSpPr>
        <p:spPr bwMode="gray">
          <a:xfrm>
            <a:off x="665266" y="1440792"/>
            <a:ext cx="0" cy="4689414"/>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26" name="iṩ1îdè">
            <a:extLst>
              <a:ext uri="{FF2B5EF4-FFF2-40B4-BE49-F238E27FC236}">
                <a16:creationId xmlns:a16="http://schemas.microsoft.com/office/drawing/2014/main" id="{7F2033B8-3D85-4EBC-B06A-35DC8DC5989D}"/>
              </a:ext>
            </a:extLst>
          </p:cNvPr>
          <p:cNvSpPr/>
          <p:nvPr/>
        </p:nvSpPr>
        <p:spPr bwMode="gray">
          <a:xfrm rot="10800000" flipV="1">
            <a:off x="485337" y="3541848"/>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rgbClr val="56C4D2"/>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799"/>
          </a:p>
        </p:txBody>
      </p:sp>
      <p:sp>
        <p:nvSpPr>
          <p:cNvPr id="131" name="íŝlíďé">
            <a:extLst>
              <a:ext uri="{FF2B5EF4-FFF2-40B4-BE49-F238E27FC236}">
                <a16:creationId xmlns:a16="http://schemas.microsoft.com/office/drawing/2014/main" id="{E7C05249-EC6B-4A31-B592-1B7DA1FC1C4D}"/>
              </a:ext>
            </a:extLst>
          </p:cNvPr>
          <p:cNvSpPr/>
          <p:nvPr/>
        </p:nvSpPr>
        <p:spPr bwMode="gray">
          <a:xfrm rot="10800000" flipV="1">
            <a:off x="485337" y="4497025"/>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377" rtl="0" eaLnBrk="1" latinLnBrk="0" hangingPunct="1">
              <a:defRPr sz="1800" kern="1200">
                <a:solidFill>
                  <a:schemeClr val="lt1"/>
                </a:solidFill>
              </a:defRPr>
            </a:lvl1pPr>
            <a:lvl2pPr marL="457189" algn="l" defTabSz="914377" rtl="0" eaLnBrk="1" latinLnBrk="0" hangingPunct="1">
              <a:defRPr sz="1800" kern="1200">
                <a:solidFill>
                  <a:schemeClr val="lt1"/>
                </a:solidFill>
              </a:defRPr>
            </a:lvl2pPr>
            <a:lvl3pPr marL="914377" algn="l" defTabSz="914377" rtl="0" eaLnBrk="1" latinLnBrk="0" hangingPunct="1">
              <a:defRPr sz="1800" kern="1200">
                <a:solidFill>
                  <a:schemeClr val="lt1"/>
                </a:solidFill>
              </a:defRPr>
            </a:lvl3pPr>
            <a:lvl4pPr marL="1371566" algn="l" defTabSz="914377" rtl="0" eaLnBrk="1" latinLnBrk="0" hangingPunct="1">
              <a:defRPr sz="1800" kern="1200">
                <a:solidFill>
                  <a:schemeClr val="lt1"/>
                </a:solidFill>
              </a:defRPr>
            </a:lvl4pPr>
            <a:lvl5pPr marL="1828754" algn="l" defTabSz="914377" rtl="0" eaLnBrk="1" latinLnBrk="0" hangingPunct="1">
              <a:defRPr sz="1800" kern="1200">
                <a:solidFill>
                  <a:schemeClr val="lt1"/>
                </a:solidFill>
              </a:defRPr>
            </a:lvl5pPr>
            <a:lvl6pPr marL="2285943" algn="l" defTabSz="914377" rtl="0" eaLnBrk="1" latinLnBrk="0" hangingPunct="1">
              <a:defRPr sz="1800" kern="1200">
                <a:solidFill>
                  <a:schemeClr val="lt1"/>
                </a:solidFill>
              </a:defRPr>
            </a:lvl6pPr>
            <a:lvl7pPr marL="2743131" algn="l" defTabSz="914377" rtl="0" eaLnBrk="1" latinLnBrk="0" hangingPunct="1">
              <a:defRPr sz="1800" kern="1200">
                <a:solidFill>
                  <a:schemeClr val="lt1"/>
                </a:solidFill>
              </a:defRPr>
            </a:lvl7pPr>
            <a:lvl8pPr marL="3200320" algn="l" defTabSz="914377" rtl="0" eaLnBrk="1" latinLnBrk="0" hangingPunct="1">
              <a:defRPr sz="1800" kern="1200">
                <a:solidFill>
                  <a:schemeClr val="lt1"/>
                </a:solidFill>
              </a:defRPr>
            </a:lvl8pPr>
            <a:lvl9pPr marL="3657509" algn="l" defTabSz="914377" rtl="0" eaLnBrk="1" latinLnBrk="0" hangingPunct="1">
              <a:defRPr sz="1800" kern="1200">
                <a:solidFill>
                  <a:schemeClr val="lt1"/>
                </a:solidFill>
              </a:defRPr>
            </a:lvl9pPr>
          </a:lstStyle>
          <a:p>
            <a:pPr algn="ctr"/>
            <a:endParaRPr sz="1799"/>
          </a:p>
        </p:txBody>
      </p:sp>
      <p:grpSp>
        <p:nvGrpSpPr>
          <p:cNvPr id="133" name="组合 132"/>
          <p:cNvGrpSpPr/>
          <p:nvPr/>
        </p:nvGrpSpPr>
        <p:grpSpPr bwMode="gray">
          <a:xfrm>
            <a:off x="485337" y="5452200"/>
            <a:ext cx="359859" cy="359859"/>
            <a:chOff x="8645353" y="1253075"/>
            <a:chExt cx="532084" cy="532082"/>
          </a:xfrm>
        </p:grpSpPr>
        <p:sp>
          <p:nvSpPr>
            <p:cNvPr id="134" name="íṡ1íḋê">
              <a:extLst>
                <a:ext uri="{FF2B5EF4-FFF2-40B4-BE49-F238E27FC236}">
                  <a16:creationId xmlns:a16="http://schemas.microsoft.com/office/drawing/2014/main" id="{87A1502E-FF5A-402F-AE9A-604F51135206}"/>
                </a:ext>
              </a:extLst>
            </p:cNvPr>
            <p:cNvSpPr/>
            <p:nvPr/>
          </p:nvSpPr>
          <p:spPr bwMode="gray">
            <a:xfrm rot="10800000" flipV="1">
              <a:off x="8645353" y="1253075"/>
              <a:ext cx="532084" cy="532082"/>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377" rtl="0" eaLnBrk="1" latinLnBrk="0" hangingPunct="1">
                <a:defRPr sz="1800" kern="1200">
                  <a:solidFill>
                    <a:schemeClr val="lt1"/>
                  </a:solidFill>
                </a:defRPr>
              </a:lvl1pPr>
              <a:lvl2pPr marL="457189" algn="l" defTabSz="914377" rtl="0" eaLnBrk="1" latinLnBrk="0" hangingPunct="1">
                <a:defRPr sz="1800" kern="1200">
                  <a:solidFill>
                    <a:schemeClr val="lt1"/>
                  </a:solidFill>
                </a:defRPr>
              </a:lvl2pPr>
              <a:lvl3pPr marL="914377" algn="l" defTabSz="914377" rtl="0" eaLnBrk="1" latinLnBrk="0" hangingPunct="1">
                <a:defRPr sz="1800" kern="1200">
                  <a:solidFill>
                    <a:schemeClr val="lt1"/>
                  </a:solidFill>
                </a:defRPr>
              </a:lvl3pPr>
              <a:lvl4pPr marL="1371566" algn="l" defTabSz="914377" rtl="0" eaLnBrk="1" latinLnBrk="0" hangingPunct="1">
                <a:defRPr sz="1800" kern="1200">
                  <a:solidFill>
                    <a:schemeClr val="lt1"/>
                  </a:solidFill>
                </a:defRPr>
              </a:lvl4pPr>
              <a:lvl5pPr marL="1828754" algn="l" defTabSz="914377" rtl="0" eaLnBrk="1" latinLnBrk="0" hangingPunct="1">
                <a:defRPr sz="1800" kern="1200">
                  <a:solidFill>
                    <a:schemeClr val="lt1"/>
                  </a:solidFill>
                </a:defRPr>
              </a:lvl5pPr>
              <a:lvl6pPr marL="2285943" algn="l" defTabSz="914377" rtl="0" eaLnBrk="1" latinLnBrk="0" hangingPunct="1">
                <a:defRPr sz="1800" kern="1200">
                  <a:solidFill>
                    <a:schemeClr val="lt1"/>
                  </a:solidFill>
                </a:defRPr>
              </a:lvl6pPr>
              <a:lvl7pPr marL="2743131" algn="l" defTabSz="914377" rtl="0" eaLnBrk="1" latinLnBrk="0" hangingPunct="1">
                <a:defRPr sz="1800" kern="1200">
                  <a:solidFill>
                    <a:schemeClr val="lt1"/>
                  </a:solidFill>
                </a:defRPr>
              </a:lvl7pPr>
              <a:lvl8pPr marL="3200320" algn="l" defTabSz="914377" rtl="0" eaLnBrk="1" latinLnBrk="0" hangingPunct="1">
                <a:defRPr sz="1800" kern="1200">
                  <a:solidFill>
                    <a:schemeClr val="lt1"/>
                  </a:solidFill>
                </a:defRPr>
              </a:lvl8pPr>
              <a:lvl9pPr marL="3657509" algn="l" defTabSz="914377" rtl="0" eaLnBrk="1" latinLnBrk="0" hangingPunct="1">
                <a:defRPr sz="1800" kern="1200">
                  <a:solidFill>
                    <a:schemeClr val="lt1"/>
                  </a:solidFill>
                </a:defRPr>
              </a:lvl9pPr>
            </a:lstStyle>
            <a:p>
              <a:pPr algn="ctr"/>
              <a:endParaRPr sz="1799"/>
            </a:p>
          </p:txBody>
        </p:sp>
        <p:sp>
          <p:nvSpPr>
            <p:cNvPr id="136" name="iṡļidè">
              <a:extLst>
                <a:ext uri="{FF2B5EF4-FFF2-40B4-BE49-F238E27FC236}">
                  <a16:creationId xmlns:a16="http://schemas.microsoft.com/office/drawing/2014/main" id="{D2F2F0A0-455D-459F-90E5-A8674554530D}"/>
                </a:ext>
              </a:extLst>
            </p:cNvPr>
            <p:cNvSpPr/>
            <p:nvPr/>
          </p:nvSpPr>
          <p:spPr bwMode="gray">
            <a:xfrm>
              <a:off x="8806407" y="1420044"/>
              <a:ext cx="235733" cy="198142"/>
            </a:xfrm>
            <a:custGeom>
              <a:avLst/>
              <a:gdLst>
                <a:gd name="connsiteX0" fmla="*/ 536415 w 607227"/>
                <a:gd name="connsiteY0" fmla="*/ 12631 h 510399"/>
                <a:gd name="connsiteX1" fmla="*/ 557192 w 607227"/>
                <a:gd name="connsiteY1" fmla="*/ 21221 h 510399"/>
                <a:gd name="connsiteX2" fmla="*/ 598584 w 607227"/>
                <a:gd name="connsiteY2" fmla="*/ 62633 h 510399"/>
                <a:gd name="connsiteX3" fmla="*/ 598584 w 607227"/>
                <a:gd name="connsiteY3" fmla="*/ 104044 h 510399"/>
                <a:gd name="connsiteX4" fmla="*/ 511175 w 607227"/>
                <a:gd name="connsiteY4" fmla="*/ 191324 h 510399"/>
                <a:gd name="connsiteX5" fmla="*/ 444948 w 607227"/>
                <a:gd name="connsiteY5" fmla="*/ 257453 h 510399"/>
                <a:gd name="connsiteX6" fmla="*/ 339441 w 607227"/>
                <a:gd name="connsiteY6" fmla="*/ 362805 h 510399"/>
                <a:gd name="connsiteX7" fmla="*/ 297968 w 607227"/>
                <a:gd name="connsiteY7" fmla="*/ 404217 h 510399"/>
                <a:gd name="connsiteX8" fmla="*/ 277191 w 607227"/>
                <a:gd name="connsiteY8" fmla="*/ 412807 h 510399"/>
                <a:gd name="connsiteX9" fmla="*/ 256495 w 607227"/>
                <a:gd name="connsiteY9" fmla="*/ 404217 h 510399"/>
                <a:gd name="connsiteX10" fmla="*/ 215023 w 607227"/>
                <a:gd name="connsiteY10" fmla="*/ 362805 h 510399"/>
                <a:gd name="connsiteX11" fmla="*/ 138814 w 607227"/>
                <a:gd name="connsiteY11" fmla="*/ 286790 h 510399"/>
                <a:gd name="connsiteX12" fmla="*/ 138814 w 607227"/>
                <a:gd name="connsiteY12" fmla="*/ 245378 h 510399"/>
                <a:gd name="connsiteX13" fmla="*/ 180286 w 607227"/>
                <a:gd name="connsiteY13" fmla="*/ 203967 h 510399"/>
                <a:gd name="connsiteX14" fmla="*/ 201063 w 607227"/>
                <a:gd name="connsiteY14" fmla="*/ 195376 h 510399"/>
                <a:gd name="connsiteX15" fmla="*/ 221759 w 607227"/>
                <a:gd name="connsiteY15" fmla="*/ 203967 h 510399"/>
                <a:gd name="connsiteX16" fmla="*/ 277191 w 607227"/>
                <a:gd name="connsiteY16" fmla="*/ 259317 h 510399"/>
                <a:gd name="connsiteX17" fmla="*/ 444948 w 607227"/>
                <a:gd name="connsiteY17" fmla="*/ 91807 h 510399"/>
                <a:gd name="connsiteX18" fmla="*/ 503951 w 607227"/>
                <a:gd name="connsiteY18" fmla="*/ 32891 h 510399"/>
                <a:gd name="connsiteX19" fmla="*/ 515719 w 607227"/>
                <a:gd name="connsiteY19" fmla="*/ 21221 h 510399"/>
                <a:gd name="connsiteX20" fmla="*/ 536415 w 607227"/>
                <a:gd name="connsiteY20" fmla="*/ 12631 h 510399"/>
                <a:gd name="connsiteX21" fmla="*/ 61847 w 607227"/>
                <a:gd name="connsiteY21" fmla="*/ 0 h 510399"/>
                <a:gd name="connsiteX22" fmla="*/ 449328 w 607227"/>
                <a:gd name="connsiteY22" fmla="*/ 0 h 510399"/>
                <a:gd name="connsiteX23" fmla="*/ 491858 w 607227"/>
                <a:gd name="connsiteY23" fmla="*/ 17019 h 510399"/>
                <a:gd name="connsiteX24" fmla="*/ 442591 w 607227"/>
                <a:gd name="connsiteY24" fmla="*/ 66130 h 510399"/>
                <a:gd name="connsiteX25" fmla="*/ 66230 w 607227"/>
                <a:gd name="connsiteY25" fmla="*/ 66130 h 510399"/>
                <a:gd name="connsiteX26" fmla="*/ 66230 w 607227"/>
                <a:gd name="connsiteY26" fmla="*/ 444269 h 510399"/>
                <a:gd name="connsiteX27" fmla="*/ 444945 w 607227"/>
                <a:gd name="connsiteY27" fmla="*/ 444269 h 510399"/>
                <a:gd name="connsiteX28" fmla="*/ 444945 w 607227"/>
                <a:gd name="connsiteY28" fmla="*/ 285590 h 510399"/>
                <a:gd name="connsiteX29" fmla="*/ 511175 w 607227"/>
                <a:gd name="connsiteY29" fmla="*/ 219460 h 510399"/>
                <a:gd name="connsiteX30" fmla="*/ 511175 w 607227"/>
                <a:gd name="connsiteY30" fmla="*/ 448645 h 510399"/>
                <a:gd name="connsiteX31" fmla="*/ 449328 w 607227"/>
                <a:gd name="connsiteY31" fmla="*/ 510399 h 510399"/>
                <a:gd name="connsiteX32" fmla="*/ 61847 w 607227"/>
                <a:gd name="connsiteY32" fmla="*/ 510399 h 510399"/>
                <a:gd name="connsiteX33" fmla="*/ 0 w 607227"/>
                <a:gd name="connsiteY33" fmla="*/ 448645 h 510399"/>
                <a:gd name="connsiteX34" fmla="*/ 0 w 607227"/>
                <a:gd name="connsiteY34" fmla="*/ 61673 h 510399"/>
                <a:gd name="connsiteX35" fmla="*/ 61847 w 607227"/>
                <a:gd name="connsiteY35" fmla="*/ 0 h 51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7227" h="510399">
                  <a:moveTo>
                    <a:pt x="536415" y="12631"/>
                  </a:moveTo>
                  <a:cubicBezTo>
                    <a:pt x="543882" y="12631"/>
                    <a:pt x="551430" y="15467"/>
                    <a:pt x="557192" y="21221"/>
                  </a:cubicBezTo>
                  <a:lnTo>
                    <a:pt x="598584" y="62633"/>
                  </a:lnTo>
                  <a:cubicBezTo>
                    <a:pt x="610108" y="74059"/>
                    <a:pt x="610108" y="92618"/>
                    <a:pt x="598584" y="104044"/>
                  </a:cubicBezTo>
                  <a:lnTo>
                    <a:pt x="511175" y="191324"/>
                  </a:lnTo>
                  <a:lnTo>
                    <a:pt x="444948" y="257453"/>
                  </a:lnTo>
                  <a:lnTo>
                    <a:pt x="339441" y="362805"/>
                  </a:lnTo>
                  <a:lnTo>
                    <a:pt x="297968" y="404217"/>
                  </a:lnTo>
                  <a:cubicBezTo>
                    <a:pt x="292206" y="409971"/>
                    <a:pt x="284739" y="412807"/>
                    <a:pt x="277191" y="412807"/>
                  </a:cubicBezTo>
                  <a:cubicBezTo>
                    <a:pt x="269724" y="412807"/>
                    <a:pt x="262177" y="409971"/>
                    <a:pt x="256495" y="404217"/>
                  </a:cubicBezTo>
                  <a:lnTo>
                    <a:pt x="215023" y="362805"/>
                  </a:lnTo>
                  <a:lnTo>
                    <a:pt x="138814" y="286790"/>
                  </a:lnTo>
                  <a:cubicBezTo>
                    <a:pt x="127370" y="275363"/>
                    <a:pt x="127370" y="256805"/>
                    <a:pt x="138814" y="245378"/>
                  </a:cubicBezTo>
                  <a:lnTo>
                    <a:pt x="180286" y="203967"/>
                  </a:lnTo>
                  <a:cubicBezTo>
                    <a:pt x="186049" y="198213"/>
                    <a:pt x="193515" y="195376"/>
                    <a:pt x="201063" y="195376"/>
                  </a:cubicBezTo>
                  <a:cubicBezTo>
                    <a:pt x="208530" y="195376"/>
                    <a:pt x="215997" y="198213"/>
                    <a:pt x="221759" y="203967"/>
                  </a:cubicBezTo>
                  <a:lnTo>
                    <a:pt x="277191" y="259317"/>
                  </a:lnTo>
                  <a:lnTo>
                    <a:pt x="444948" y="91807"/>
                  </a:lnTo>
                  <a:lnTo>
                    <a:pt x="503951" y="32891"/>
                  </a:lnTo>
                  <a:lnTo>
                    <a:pt x="515719" y="21221"/>
                  </a:lnTo>
                  <a:cubicBezTo>
                    <a:pt x="521401" y="15467"/>
                    <a:pt x="528949" y="12631"/>
                    <a:pt x="536415" y="12631"/>
                  </a:cubicBezTo>
                  <a:close/>
                  <a:moveTo>
                    <a:pt x="61847" y="0"/>
                  </a:moveTo>
                  <a:lnTo>
                    <a:pt x="449328" y="0"/>
                  </a:lnTo>
                  <a:cubicBezTo>
                    <a:pt x="465804" y="0"/>
                    <a:pt x="480738" y="6483"/>
                    <a:pt x="491858" y="17019"/>
                  </a:cubicBezTo>
                  <a:lnTo>
                    <a:pt x="442591" y="66130"/>
                  </a:lnTo>
                  <a:lnTo>
                    <a:pt x="66230" y="66130"/>
                  </a:lnTo>
                  <a:lnTo>
                    <a:pt x="66230" y="444269"/>
                  </a:lnTo>
                  <a:lnTo>
                    <a:pt x="444945" y="444269"/>
                  </a:lnTo>
                  <a:lnTo>
                    <a:pt x="444945" y="285590"/>
                  </a:lnTo>
                  <a:lnTo>
                    <a:pt x="511175" y="219460"/>
                  </a:lnTo>
                  <a:lnTo>
                    <a:pt x="511175" y="448645"/>
                  </a:lnTo>
                  <a:cubicBezTo>
                    <a:pt x="511175" y="482683"/>
                    <a:pt x="483417" y="510399"/>
                    <a:pt x="449328" y="510399"/>
                  </a:cubicBezTo>
                  <a:lnTo>
                    <a:pt x="61847" y="510399"/>
                  </a:lnTo>
                  <a:cubicBezTo>
                    <a:pt x="27758" y="510399"/>
                    <a:pt x="0" y="482683"/>
                    <a:pt x="0" y="448645"/>
                  </a:cubicBezTo>
                  <a:lnTo>
                    <a:pt x="0" y="61673"/>
                  </a:lnTo>
                  <a:cubicBezTo>
                    <a:pt x="0" y="27635"/>
                    <a:pt x="27758" y="0"/>
                    <a:pt x="61847" y="0"/>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sz="1799"/>
            </a:p>
          </p:txBody>
        </p:sp>
      </p:grpSp>
      <p:sp>
        <p:nvSpPr>
          <p:cNvPr id="140" name="cloud-computing_161788"/>
          <p:cNvSpPr>
            <a:spLocks noChangeAspect="1"/>
          </p:cNvSpPr>
          <p:nvPr/>
        </p:nvSpPr>
        <p:spPr bwMode="gray">
          <a:xfrm>
            <a:off x="566012" y="1712328"/>
            <a:ext cx="198513" cy="198190"/>
          </a:xfrm>
          <a:custGeom>
            <a:avLst/>
            <a:gdLst>
              <a:gd name="connsiteX0" fmla="*/ 46142 w 606580"/>
              <a:gd name="connsiteY0" fmla="*/ 341782 h 605592"/>
              <a:gd name="connsiteX1" fmla="*/ 46142 w 606580"/>
              <a:gd name="connsiteY1" fmla="*/ 468218 h 605592"/>
              <a:gd name="connsiteX2" fmla="*/ 251785 w 606580"/>
              <a:gd name="connsiteY2" fmla="*/ 468218 h 605592"/>
              <a:gd name="connsiteX3" fmla="*/ 251785 w 606580"/>
              <a:gd name="connsiteY3" fmla="*/ 341782 h 605592"/>
              <a:gd name="connsiteX4" fmla="*/ 0 w 606580"/>
              <a:gd name="connsiteY4" fmla="*/ 297010 h 605592"/>
              <a:gd name="connsiteX5" fmla="*/ 297927 w 606580"/>
              <a:gd name="connsiteY5" fmla="*/ 297010 h 605592"/>
              <a:gd name="connsiteX6" fmla="*/ 297927 w 606580"/>
              <a:gd name="connsiteY6" fmla="*/ 512433 h 605592"/>
              <a:gd name="connsiteX7" fmla="*/ 197844 w 606580"/>
              <a:gd name="connsiteY7" fmla="*/ 512433 h 605592"/>
              <a:gd name="connsiteX8" fmla="*/ 207128 w 606580"/>
              <a:gd name="connsiteY8" fmla="*/ 562860 h 605592"/>
              <a:gd name="connsiteX9" fmla="*/ 237766 w 606580"/>
              <a:gd name="connsiteY9" fmla="*/ 562860 h 605592"/>
              <a:gd name="connsiteX10" fmla="*/ 237766 w 606580"/>
              <a:gd name="connsiteY10" fmla="*/ 605592 h 605592"/>
              <a:gd name="connsiteX11" fmla="*/ 60625 w 606580"/>
              <a:gd name="connsiteY11" fmla="*/ 605592 h 605592"/>
              <a:gd name="connsiteX12" fmla="*/ 60625 w 606580"/>
              <a:gd name="connsiteY12" fmla="*/ 562860 h 605592"/>
              <a:gd name="connsiteX13" fmla="*/ 90891 w 606580"/>
              <a:gd name="connsiteY13" fmla="*/ 562860 h 605592"/>
              <a:gd name="connsiteX14" fmla="*/ 100176 w 606580"/>
              <a:gd name="connsiteY14" fmla="*/ 512433 h 605592"/>
              <a:gd name="connsiteX15" fmla="*/ 0 w 606580"/>
              <a:gd name="connsiteY15" fmla="*/ 512433 h 605592"/>
              <a:gd name="connsiteX16" fmla="*/ 440020 w 606580"/>
              <a:gd name="connsiteY16" fmla="*/ 278733 h 605592"/>
              <a:gd name="connsiteX17" fmla="*/ 453483 w 606580"/>
              <a:gd name="connsiteY17" fmla="*/ 292178 h 605592"/>
              <a:gd name="connsiteX18" fmla="*/ 453483 w 606580"/>
              <a:gd name="connsiteY18" fmla="*/ 415781 h 605592"/>
              <a:gd name="connsiteX19" fmla="*/ 440484 w 606580"/>
              <a:gd name="connsiteY19" fmla="*/ 429319 h 605592"/>
              <a:gd name="connsiteX20" fmla="*/ 354788 w 606580"/>
              <a:gd name="connsiteY20" fmla="*/ 429319 h 605592"/>
              <a:gd name="connsiteX21" fmla="*/ 341325 w 606580"/>
              <a:gd name="connsiteY21" fmla="*/ 415781 h 605592"/>
              <a:gd name="connsiteX22" fmla="*/ 354788 w 606580"/>
              <a:gd name="connsiteY22" fmla="*/ 402336 h 605592"/>
              <a:gd name="connsiteX23" fmla="*/ 426465 w 606580"/>
              <a:gd name="connsiteY23" fmla="*/ 402336 h 605592"/>
              <a:gd name="connsiteX24" fmla="*/ 426465 w 606580"/>
              <a:gd name="connsiteY24" fmla="*/ 292178 h 605592"/>
              <a:gd name="connsiteX25" fmla="*/ 440020 w 606580"/>
              <a:gd name="connsiteY25" fmla="*/ 278733 h 605592"/>
              <a:gd name="connsiteX26" fmla="*/ 410109 w 606580"/>
              <a:gd name="connsiteY26" fmla="*/ 0 h 605592"/>
              <a:gd name="connsiteX27" fmla="*/ 485782 w 606580"/>
              <a:gd name="connsiteY27" fmla="*/ 36057 h 605592"/>
              <a:gd name="connsiteX28" fmla="*/ 542328 w 606580"/>
              <a:gd name="connsiteY28" fmla="*/ 52185 h 605592"/>
              <a:gd name="connsiteX29" fmla="*/ 562291 w 606580"/>
              <a:gd name="connsiteY29" fmla="*/ 103350 h 605592"/>
              <a:gd name="connsiteX30" fmla="*/ 606580 w 606580"/>
              <a:gd name="connsiteY30" fmla="*/ 168697 h 605592"/>
              <a:gd name="connsiteX31" fmla="*/ 536293 w 606580"/>
              <a:gd name="connsiteY31" fmla="*/ 238864 h 605592"/>
              <a:gd name="connsiteX32" fmla="*/ 311502 w 606580"/>
              <a:gd name="connsiteY32" fmla="*/ 238864 h 605592"/>
              <a:gd name="connsiteX33" fmla="*/ 241122 w 606580"/>
              <a:gd name="connsiteY33" fmla="*/ 168697 h 605592"/>
              <a:gd name="connsiteX34" fmla="*/ 311502 w 606580"/>
              <a:gd name="connsiteY34" fmla="*/ 98530 h 605592"/>
              <a:gd name="connsiteX35" fmla="*/ 410109 w 606580"/>
              <a:gd name="connsiteY35"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6580" h="605592">
                <a:moveTo>
                  <a:pt x="46142" y="341782"/>
                </a:moveTo>
                <a:lnTo>
                  <a:pt x="46142" y="468218"/>
                </a:lnTo>
                <a:lnTo>
                  <a:pt x="251785" y="468218"/>
                </a:lnTo>
                <a:lnTo>
                  <a:pt x="251785" y="341782"/>
                </a:lnTo>
                <a:close/>
                <a:moveTo>
                  <a:pt x="0" y="297010"/>
                </a:moveTo>
                <a:lnTo>
                  <a:pt x="297927" y="297010"/>
                </a:lnTo>
                <a:lnTo>
                  <a:pt x="297927" y="512433"/>
                </a:lnTo>
                <a:lnTo>
                  <a:pt x="197844" y="512433"/>
                </a:lnTo>
                <a:lnTo>
                  <a:pt x="207128" y="562860"/>
                </a:lnTo>
                <a:lnTo>
                  <a:pt x="237766" y="562860"/>
                </a:lnTo>
                <a:lnTo>
                  <a:pt x="237766" y="605592"/>
                </a:lnTo>
                <a:lnTo>
                  <a:pt x="60625" y="605592"/>
                </a:lnTo>
                <a:lnTo>
                  <a:pt x="60625" y="562860"/>
                </a:lnTo>
                <a:lnTo>
                  <a:pt x="90891" y="562860"/>
                </a:lnTo>
                <a:lnTo>
                  <a:pt x="100176" y="512433"/>
                </a:lnTo>
                <a:lnTo>
                  <a:pt x="0" y="512433"/>
                </a:lnTo>
                <a:close/>
                <a:moveTo>
                  <a:pt x="440020" y="278733"/>
                </a:moveTo>
                <a:cubicBezTo>
                  <a:pt x="447634" y="278733"/>
                  <a:pt x="453483" y="285038"/>
                  <a:pt x="453483" y="292178"/>
                </a:cubicBezTo>
                <a:lnTo>
                  <a:pt x="453483" y="415781"/>
                </a:lnTo>
                <a:cubicBezTo>
                  <a:pt x="453947" y="423477"/>
                  <a:pt x="447634" y="429319"/>
                  <a:pt x="440484" y="429319"/>
                </a:cubicBezTo>
                <a:lnTo>
                  <a:pt x="354788" y="429319"/>
                </a:lnTo>
                <a:cubicBezTo>
                  <a:pt x="347174" y="429319"/>
                  <a:pt x="341325" y="423014"/>
                  <a:pt x="341325" y="415781"/>
                </a:cubicBezTo>
                <a:cubicBezTo>
                  <a:pt x="341325" y="408641"/>
                  <a:pt x="347639" y="402336"/>
                  <a:pt x="354788" y="402336"/>
                </a:cubicBezTo>
                <a:lnTo>
                  <a:pt x="426465" y="402336"/>
                </a:lnTo>
                <a:lnTo>
                  <a:pt x="426465" y="292178"/>
                </a:lnTo>
                <a:cubicBezTo>
                  <a:pt x="426465" y="284482"/>
                  <a:pt x="432778" y="278733"/>
                  <a:pt x="440020" y="278733"/>
                </a:cubicBezTo>
                <a:close/>
                <a:moveTo>
                  <a:pt x="410109" y="0"/>
                </a:moveTo>
                <a:cubicBezTo>
                  <a:pt x="440935" y="0"/>
                  <a:pt x="468419" y="13996"/>
                  <a:pt x="485782" y="36057"/>
                </a:cubicBezTo>
                <a:cubicBezTo>
                  <a:pt x="508530" y="30495"/>
                  <a:pt x="531000" y="41247"/>
                  <a:pt x="542328" y="52185"/>
                </a:cubicBezTo>
                <a:cubicBezTo>
                  <a:pt x="554584" y="63771"/>
                  <a:pt x="562940" y="81197"/>
                  <a:pt x="562291" y="103350"/>
                </a:cubicBezTo>
                <a:cubicBezTo>
                  <a:pt x="588289" y="113917"/>
                  <a:pt x="606580" y="138943"/>
                  <a:pt x="606580" y="168697"/>
                </a:cubicBezTo>
                <a:cubicBezTo>
                  <a:pt x="606580" y="207627"/>
                  <a:pt x="574825" y="238864"/>
                  <a:pt x="536293" y="238864"/>
                </a:cubicBezTo>
                <a:lnTo>
                  <a:pt x="311502" y="238864"/>
                </a:lnTo>
                <a:cubicBezTo>
                  <a:pt x="272505" y="238864"/>
                  <a:pt x="241122" y="207627"/>
                  <a:pt x="241122" y="168697"/>
                </a:cubicBezTo>
                <a:cubicBezTo>
                  <a:pt x="241122" y="129767"/>
                  <a:pt x="272970" y="98530"/>
                  <a:pt x="311502" y="98530"/>
                </a:cubicBezTo>
                <a:cubicBezTo>
                  <a:pt x="311502" y="44213"/>
                  <a:pt x="355792" y="0"/>
                  <a:pt x="410109" y="0"/>
                </a:cubicBezTo>
                <a:close/>
              </a:path>
            </a:pathLst>
          </a:custGeom>
          <a:solidFill>
            <a:schemeClr val="bg1"/>
          </a:solidFill>
          <a:ln>
            <a:noFill/>
          </a:ln>
        </p:spPr>
      </p:sp>
      <p:sp>
        <p:nvSpPr>
          <p:cNvPr id="143" name="iṡ1ïdé">
            <a:extLst>
              <a:ext uri="{FF2B5EF4-FFF2-40B4-BE49-F238E27FC236}">
                <a16:creationId xmlns:a16="http://schemas.microsoft.com/office/drawing/2014/main" id="{3FC487D0-A815-4107-8A36-7C156E98B5FA}"/>
              </a:ext>
            </a:extLst>
          </p:cNvPr>
          <p:cNvSpPr/>
          <p:nvPr/>
        </p:nvSpPr>
        <p:spPr bwMode="gray">
          <a:xfrm rot="10800000" flipV="1">
            <a:off x="485337" y="2586671"/>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grpSp>
        <p:nvGrpSpPr>
          <p:cNvPr id="2" name="组合 1"/>
          <p:cNvGrpSpPr/>
          <p:nvPr/>
        </p:nvGrpSpPr>
        <p:grpSpPr bwMode="gray">
          <a:xfrm>
            <a:off x="485336" y="1602931"/>
            <a:ext cx="359859" cy="359859"/>
            <a:chOff x="2491530" y="2773952"/>
            <a:chExt cx="360000" cy="360000"/>
          </a:xfrm>
        </p:grpSpPr>
        <p:sp>
          <p:nvSpPr>
            <p:cNvPr id="146" name="íṩlíḓê">
              <a:extLst>
                <a:ext uri="{FF2B5EF4-FFF2-40B4-BE49-F238E27FC236}">
                  <a16:creationId xmlns:a16="http://schemas.microsoft.com/office/drawing/2014/main" id="{FBC6DF09-FCD2-4E57-B557-9F103A335C85}"/>
                </a:ext>
              </a:extLst>
            </p:cNvPr>
            <p:cNvSpPr/>
            <p:nvPr/>
          </p:nvSpPr>
          <p:spPr bwMode="gray">
            <a:xfrm rot="10800000" flipV="1">
              <a:off x="2491530" y="2773952"/>
              <a:ext cx="360000" cy="3600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45" name="stack-of-books-and-a-magnifier_67996"/>
            <p:cNvSpPr>
              <a:spLocks noChangeAspect="1"/>
            </p:cNvSpPr>
            <p:nvPr/>
          </p:nvSpPr>
          <p:spPr bwMode="gray">
            <a:xfrm>
              <a:off x="2556515" y="2843865"/>
              <a:ext cx="230028" cy="234756"/>
            </a:xfrm>
            <a:custGeom>
              <a:avLst/>
              <a:gdLst>
                <a:gd name="connsiteX0" fmla="*/ 359573 w 594302"/>
                <a:gd name="connsiteY0" fmla="*/ 276018 h 606516"/>
                <a:gd name="connsiteX1" fmla="*/ 291512 w 594302"/>
                <a:gd name="connsiteY1" fmla="*/ 304169 h 606516"/>
                <a:gd name="connsiteX2" fmla="*/ 291512 w 594302"/>
                <a:gd name="connsiteY2" fmla="*/ 440091 h 606516"/>
                <a:gd name="connsiteX3" fmla="*/ 427633 w 594302"/>
                <a:gd name="connsiteY3" fmla="*/ 440091 h 606516"/>
                <a:gd name="connsiteX4" fmla="*/ 427633 w 594302"/>
                <a:gd name="connsiteY4" fmla="*/ 304169 h 606516"/>
                <a:gd name="connsiteX5" fmla="*/ 359573 w 594302"/>
                <a:gd name="connsiteY5" fmla="*/ 276018 h 606516"/>
                <a:gd name="connsiteX6" fmla="*/ 359573 w 594302"/>
                <a:gd name="connsiteY6" fmla="*/ 238356 h 606516"/>
                <a:gd name="connsiteX7" fmla="*/ 454366 w 594302"/>
                <a:gd name="connsiteY7" fmla="*/ 277476 h 606516"/>
                <a:gd name="connsiteX8" fmla="*/ 476080 w 594302"/>
                <a:gd name="connsiteY8" fmla="*/ 438353 h 606516"/>
                <a:gd name="connsiteX9" fmla="*/ 583932 w 594302"/>
                <a:gd name="connsiteY9" fmla="*/ 546047 h 606516"/>
                <a:gd name="connsiteX10" fmla="*/ 583932 w 594302"/>
                <a:gd name="connsiteY10" fmla="*/ 596161 h 606516"/>
                <a:gd name="connsiteX11" fmla="*/ 533847 w 594302"/>
                <a:gd name="connsiteY11" fmla="*/ 596161 h 606516"/>
                <a:gd name="connsiteX12" fmla="*/ 425892 w 594302"/>
                <a:gd name="connsiteY12" fmla="*/ 488364 h 606516"/>
                <a:gd name="connsiteX13" fmla="*/ 264779 w 594302"/>
                <a:gd name="connsiteY13" fmla="*/ 466785 h 606516"/>
                <a:gd name="connsiteX14" fmla="*/ 264779 w 594302"/>
                <a:gd name="connsiteY14" fmla="*/ 277476 h 606516"/>
                <a:gd name="connsiteX15" fmla="*/ 359573 w 594302"/>
                <a:gd name="connsiteY15" fmla="*/ 238356 h 606516"/>
                <a:gd name="connsiteX16" fmla="*/ 139917 w 594302"/>
                <a:gd name="connsiteY16" fmla="*/ 43060 h 606516"/>
                <a:gd name="connsiteX17" fmla="*/ 114822 w 594302"/>
                <a:gd name="connsiteY17" fmla="*/ 68017 h 606516"/>
                <a:gd name="connsiteX18" fmla="*/ 114822 w 594302"/>
                <a:gd name="connsiteY18" fmla="*/ 145137 h 606516"/>
                <a:gd name="connsiteX19" fmla="*/ 139917 w 594302"/>
                <a:gd name="connsiteY19" fmla="*/ 170094 h 606516"/>
                <a:gd name="connsiteX20" fmla="*/ 461952 w 594302"/>
                <a:gd name="connsiteY20" fmla="*/ 170094 h 606516"/>
                <a:gd name="connsiteX21" fmla="*/ 461952 w 594302"/>
                <a:gd name="connsiteY21" fmla="*/ 128056 h 606516"/>
                <a:gd name="connsiteX22" fmla="*/ 322957 w 594302"/>
                <a:gd name="connsiteY22" fmla="*/ 128056 h 606516"/>
                <a:gd name="connsiteX23" fmla="*/ 301344 w 594302"/>
                <a:gd name="connsiteY23" fmla="*/ 106577 h 606516"/>
                <a:gd name="connsiteX24" fmla="*/ 322957 w 594302"/>
                <a:gd name="connsiteY24" fmla="*/ 85098 h 606516"/>
                <a:gd name="connsiteX25" fmla="*/ 461952 w 594302"/>
                <a:gd name="connsiteY25" fmla="*/ 85098 h 606516"/>
                <a:gd name="connsiteX26" fmla="*/ 461952 w 594302"/>
                <a:gd name="connsiteY26" fmla="*/ 43060 h 606516"/>
                <a:gd name="connsiteX27" fmla="*/ 139917 w 594302"/>
                <a:gd name="connsiteY27" fmla="*/ 0 h 606516"/>
                <a:gd name="connsiteX28" fmla="*/ 511117 w 594302"/>
                <a:gd name="connsiteY28" fmla="*/ 0 h 606516"/>
                <a:gd name="connsiteX29" fmla="*/ 532627 w 594302"/>
                <a:gd name="connsiteY29" fmla="*/ 21479 h 606516"/>
                <a:gd name="connsiteX30" fmla="*/ 511117 w 594302"/>
                <a:gd name="connsiteY30" fmla="*/ 43060 h 606516"/>
                <a:gd name="connsiteX31" fmla="*/ 505074 w 594302"/>
                <a:gd name="connsiteY31" fmla="*/ 43060 h 606516"/>
                <a:gd name="connsiteX32" fmla="*/ 505074 w 594302"/>
                <a:gd name="connsiteY32" fmla="*/ 170094 h 606516"/>
                <a:gd name="connsiteX33" fmla="*/ 511117 w 594302"/>
                <a:gd name="connsiteY33" fmla="*/ 170094 h 606516"/>
                <a:gd name="connsiteX34" fmla="*/ 532627 w 594302"/>
                <a:gd name="connsiteY34" fmla="*/ 191675 h 606516"/>
                <a:gd name="connsiteX35" fmla="*/ 511117 w 594302"/>
                <a:gd name="connsiteY35" fmla="*/ 213155 h 606516"/>
                <a:gd name="connsiteX36" fmla="*/ 456011 w 594302"/>
                <a:gd name="connsiteY36" fmla="*/ 213155 h 606516"/>
                <a:gd name="connsiteX37" fmla="*/ 460825 w 594302"/>
                <a:gd name="connsiteY37" fmla="*/ 238111 h 606516"/>
                <a:gd name="connsiteX38" fmla="*/ 460825 w 594302"/>
                <a:gd name="connsiteY38" fmla="*/ 256829 h 606516"/>
                <a:gd name="connsiteX39" fmla="*/ 416576 w 594302"/>
                <a:gd name="connsiteY39" fmla="*/ 230645 h 606516"/>
                <a:gd name="connsiteX40" fmla="*/ 392710 w 594302"/>
                <a:gd name="connsiteY40" fmla="*/ 213155 h 606516"/>
                <a:gd name="connsiteX41" fmla="*/ 139917 w 594302"/>
                <a:gd name="connsiteY41" fmla="*/ 213155 h 606516"/>
                <a:gd name="connsiteX42" fmla="*/ 70675 w 594302"/>
                <a:gd name="connsiteY42" fmla="*/ 213155 h 606516"/>
                <a:gd name="connsiteX43" fmla="*/ 70675 w 594302"/>
                <a:gd name="connsiteY43" fmla="*/ 255192 h 606516"/>
                <a:gd name="connsiteX44" fmla="*/ 209670 w 594302"/>
                <a:gd name="connsiteY44" fmla="*/ 255192 h 606516"/>
                <a:gd name="connsiteX45" fmla="*/ 231181 w 594302"/>
                <a:gd name="connsiteY45" fmla="*/ 276671 h 606516"/>
                <a:gd name="connsiteX46" fmla="*/ 209670 w 594302"/>
                <a:gd name="connsiteY46" fmla="*/ 298253 h 606516"/>
                <a:gd name="connsiteX47" fmla="*/ 70675 w 594302"/>
                <a:gd name="connsiteY47" fmla="*/ 298253 h 606516"/>
                <a:gd name="connsiteX48" fmla="*/ 70675 w 594302"/>
                <a:gd name="connsiteY48" fmla="*/ 340291 h 606516"/>
                <a:gd name="connsiteX49" fmla="*/ 211207 w 594302"/>
                <a:gd name="connsiteY49" fmla="*/ 340291 h 606516"/>
                <a:gd name="connsiteX50" fmla="*/ 207519 w 594302"/>
                <a:gd name="connsiteY50" fmla="*/ 374146 h 606516"/>
                <a:gd name="connsiteX51" fmla="*/ 207827 w 594302"/>
                <a:gd name="connsiteY51" fmla="*/ 383249 h 606516"/>
                <a:gd name="connsiteX52" fmla="*/ 139917 w 594302"/>
                <a:gd name="connsiteY52" fmla="*/ 383249 h 606516"/>
                <a:gd name="connsiteX53" fmla="*/ 114822 w 594302"/>
                <a:gd name="connsiteY53" fmla="*/ 408308 h 606516"/>
                <a:gd name="connsiteX54" fmla="*/ 114822 w 594302"/>
                <a:gd name="connsiteY54" fmla="*/ 485428 h 606516"/>
                <a:gd name="connsiteX55" fmla="*/ 139917 w 594302"/>
                <a:gd name="connsiteY55" fmla="*/ 510385 h 606516"/>
                <a:gd name="connsiteX56" fmla="*/ 290180 w 594302"/>
                <a:gd name="connsiteY56" fmla="*/ 510385 h 606516"/>
                <a:gd name="connsiteX57" fmla="*/ 361367 w 594302"/>
                <a:gd name="connsiteY57" fmla="*/ 527670 h 606516"/>
                <a:gd name="connsiteX58" fmla="*/ 413093 w 594302"/>
                <a:gd name="connsiteY58" fmla="*/ 518772 h 606516"/>
                <a:gd name="connsiteX59" fmla="*/ 447817 w 594302"/>
                <a:gd name="connsiteY59" fmla="*/ 553445 h 606516"/>
                <a:gd name="connsiteX60" fmla="*/ 139917 w 594302"/>
                <a:gd name="connsiteY60" fmla="*/ 553445 h 606516"/>
                <a:gd name="connsiteX61" fmla="*/ 71802 w 594302"/>
                <a:gd name="connsiteY61" fmla="*/ 485428 h 606516"/>
                <a:gd name="connsiteX62" fmla="*/ 71802 w 594302"/>
                <a:gd name="connsiteY62" fmla="*/ 408205 h 606516"/>
                <a:gd name="connsiteX63" fmla="*/ 76514 w 594302"/>
                <a:gd name="connsiteY63" fmla="*/ 383249 h 606516"/>
                <a:gd name="connsiteX64" fmla="*/ 21510 w 594302"/>
                <a:gd name="connsiteY64" fmla="*/ 383249 h 606516"/>
                <a:gd name="connsiteX65" fmla="*/ 0 w 594302"/>
                <a:gd name="connsiteY65" fmla="*/ 361770 h 606516"/>
                <a:gd name="connsiteX66" fmla="*/ 21510 w 594302"/>
                <a:gd name="connsiteY66" fmla="*/ 340291 h 606516"/>
                <a:gd name="connsiteX67" fmla="*/ 27553 w 594302"/>
                <a:gd name="connsiteY67" fmla="*/ 340291 h 606516"/>
                <a:gd name="connsiteX68" fmla="*/ 27553 w 594302"/>
                <a:gd name="connsiteY68" fmla="*/ 213155 h 606516"/>
                <a:gd name="connsiteX69" fmla="*/ 21510 w 594302"/>
                <a:gd name="connsiteY69" fmla="*/ 213155 h 606516"/>
                <a:gd name="connsiteX70" fmla="*/ 0 w 594302"/>
                <a:gd name="connsiteY70" fmla="*/ 191675 h 606516"/>
                <a:gd name="connsiteX71" fmla="*/ 21510 w 594302"/>
                <a:gd name="connsiteY71" fmla="*/ 170094 h 606516"/>
                <a:gd name="connsiteX72" fmla="*/ 76514 w 594302"/>
                <a:gd name="connsiteY72" fmla="*/ 170094 h 606516"/>
                <a:gd name="connsiteX73" fmla="*/ 71802 w 594302"/>
                <a:gd name="connsiteY73" fmla="*/ 145137 h 606516"/>
                <a:gd name="connsiteX74" fmla="*/ 71802 w 594302"/>
                <a:gd name="connsiteY74" fmla="*/ 68017 h 606516"/>
                <a:gd name="connsiteX75" fmla="*/ 139917 w 594302"/>
                <a:gd name="connsiteY75" fmla="*/ 0 h 60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94302" h="606516">
                  <a:moveTo>
                    <a:pt x="359573" y="276018"/>
                  </a:moveTo>
                  <a:cubicBezTo>
                    <a:pt x="334914" y="276018"/>
                    <a:pt x="310256" y="285402"/>
                    <a:pt x="291512" y="304169"/>
                  </a:cubicBezTo>
                  <a:cubicBezTo>
                    <a:pt x="253922" y="341601"/>
                    <a:pt x="253922" y="402659"/>
                    <a:pt x="291512" y="440091"/>
                  </a:cubicBezTo>
                  <a:cubicBezTo>
                    <a:pt x="328999" y="477523"/>
                    <a:pt x="390146" y="477523"/>
                    <a:pt x="427633" y="440091"/>
                  </a:cubicBezTo>
                  <a:cubicBezTo>
                    <a:pt x="465223" y="402659"/>
                    <a:pt x="465223" y="341601"/>
                    <a:pt x="427633" y="304169"/>
                  </a:cubicBezTo>
                  <a:cubicBezTo>
                    <a:pt x="408890" y="285402"/>
                    <a:pt x="384231" y="276018"/>
                    <a:pt x="359573" y="276018"/>
                  </a:cubicBezTo>
                  <a:close/>
                  <a:moveTo>
                    <a:pt x="359573" y="238356"/>
                  </a:moveTo>
                  <a:cubicBezTo>
                    <a:pt x="393910" y="238356"/>
                    <a:pt x="428248" y="251396"/>
                    <a:pt x="454366" y="277476"/>
                  </a:cubicBezTo>
                  <a:cubicBezTo>
                    <a:pt x="497896" y="321044"/>
                    <a:pt x="505168" y="387216"/>
                    <a:pt x="476080" y="438353"/>
                  </a:cubicBezTo>
                  <a:lnTo>
                    <a:pt x="583932" y="546047"/>
                  </a:lnTo>
                  <a:cubicBezTo>
                    <a:pt x="597759" y="559956"/>
                    <a:pt x="597759" y="582354"/>
                    <a:pt x="583932" y="596161"/>
                  </a:cubicBezTo>
                  <a:cubicBezTo>
                    <a:pt x="570105" y="609968"/>
                    <a:pt x="547674" y="609968"/>
                    <a:pt x="533847" y="596161"/>
                  </a:cubicBezTo>
                  <a:lnTo>
                    <a:pt x="425892" y="488364"/>
                  </a:lnTo>
                  <a:cubicBezTo>
                    <a:pt x="374783" y="517513"/>
                    <a:pt x="308412" y="510251"/>
                    <a:pt x="264779" y="466785"/>
                  </a:cubicBezTo>
                  <a:cubicBezTo>
                    <a:pt x="212543" y="414523"/>
                    <a:pt x="212543" y="329635"/>
                    <a:pt x="264779" y="277476"/>
                  </a:cubicBezTo>
                  <a:cubicBezTo>
                    <a:pt x="290898" y="251396"/>
                    <a:pt x="325235" y="238356"/>
                    <a:pt x="359573" y="238356"/>
                  </a:cubicBezTo>
                  <a:close/>
                  <a:moveTo>
                    <a:pt x="139917" y="43060"/>
                  </a:moveTo>
                  <a:cubicBezTo>
                    <a:pt x="126089" y="43060"/>
                    <a:pt x="114822" y="54209"/>
                    <a:pt x="114822" y="68017"/>
                  </a:cubicBezTo>
                  <a:lnTo>
                    <a:pt x="114822" y="145137"/>
                  </a:lnTo>
                  <a:cubicBezTo>
                    <a:pt x="114822" y="158945"/>
                    <a:pt x="126089" y="170094"/>
                    <a:pt x="139917" y="170094"/>
                  </a:cubicBezTo>
                  <a:lnTo>
                    <a:pt x="461952" y="170094"/>
                  </a:lnTo>
                  <a:lnTo>
                    <a:pt x="461952" y="128056"/>
                  </a:lnTo>
                  <a:lnTo>
                    <a:pt x="322957" y="128056"/>
                  </a:lnTo>
                  <a:cubicBezTo>
                    <a:pt x="311075" y="128056"/>
                    <a:pt x="301344" y="118442"/>
                    <a:pt x="301344" y="106577"/>
                  </a:cubicBezTo>
                  <a:cubicBezTo>
                    <a:pt x="301344" y="94713"/>
                    <a:pt x="311075" y="85098"/>
                    <a:pt x="322957" y="85098"/>
                  </a:cubicBezTo>
                  <a:lnTo>
                    <a:pt x="461952" y="85098"/>
                  </a:lnTo>
                  <a:lnTo>
                    <a:pt x="461952" y="43060"/>
                  </a:lnTo>
                  <a:close/>
                  <a:moveTo>
                    <a:pt x="139917" y="0"/>
                  </a:moveTo>
                  <a:lnTo>
                    <a:pt x="511117" y="0"/>
                  </a:lnTo>
                  <a:cubicBezTo>
                    <a:pt x="522999" y="0"/>
                    <a:pt x="532627" y="9614"/>
                    <a:pt x="532627" y="21479"/>
                  </a:cubicBezTo>
                  <a:cubicBezTo>
                    <a:pt x="532627" y="33344"/>
                    <a:pt x="522999" y="43060"/>
                    <a:pt x="511117" y="43060"/>
                  </a:cubicBezTo>
                  <a:lnTo>
                    <a:pt x="505074" y="43060"/>
                  </a:lnTo>
                  <a:lnTo>
                    <a:pt x="505074" y="170094"/>
                  </a:lnTo>
                  <a:lnTo>
                    <a:pt x="511117" y="170094"/>
                  </a:lnTo>
                  <a:cubicBezTo>
                    <a:pt x="522999" y="170094"/>
                    <a:pt x="532627" y="179811"/>
                    <a:pt x="532627" y="191675"/>
                  </a:cubicBezTo>
                  <a:cubicBezTo>
                    <a:pt x="532627" y="203540"/>
                    <a:pt x="522999" y="213155"/>
                    <a:pt x="511117" y="213155"/>
                  </a:cubicBezTo>
                  <a:lnTo>
                    <a:pt x="456011" y="213155"/>
                  </a:lnTo>
                  <a:cubicBezTo>
                    <a:pt x="459084" y="220928"/>
                    <a:pt x="460825" y="229315"/>
                    <a:pt x="460825" y="238111"/>
                  </a:cubicBezTo>
                  <a:lnTo>
                    <a:pt x="460825" y="256829"/>
                  </a:lnTo>
                  <a:cubicBezTo>
                    <a:pt x="447509" y="245578"/>
                    <a:pt x="432555" y="236782"/>
                    <a:pt x="416576" y="230645"/>
                  </a:cubicBezTo>
                  <a:cubicBezTo>
                    <a:pt x="413401" y="220519"/>
                    <a:pt x="403875" y="213155"/>
                    <a:pt x="392710" y="213155"/>
                  </a:cubicBezTo>
                  <a:lnTo>
                    <a:pt x="139917" y="213155"/>
                  </a:lnTo>
                  <a:lnTo>
                    <a:pt x="70675" y="213155"/>
                  </a:lnTo>
                  <a:lnTo>
                    <a:pt x="70675" y="255192"/>
                  </a:lnTo>
                  <a:lnTo>
                    <a:pt x="209670" y="255192"/>
                  </a:lnTo>
                  <a:cubicBezTo>
                    <a:pt x="221553" y="255192"/>
                    <a:pt x="231181" y="264807"/>
                    <a:pt x="231181" y="276671"/>
                  </a:cubicBezTo>
                  <a:cubicBezTo>
                    <a:pt x="231181" y="288638"/>
                    <a:pt x="221553" y="298253"/>
                    <a:pt x="209670" y="298253"/>
                  </a:cubicBezTo>
                  <a:lnTo>
                    <a:pt x="70675" y="298253"/>
                  </a:lnTo>
                  <a:lnTo>
                    <a:pt x="70675" y="340291"/>
                  </a:lnTo>
                  <a:lnTo>
                    <a:pt x="211207" y="340291"/>
                  </a:lnTo>
                  <a:cubicBezTo>
                    <a:pt x="208749" y="351235"/>
                    <a:pt x="207519" y="362588"/>
                    <a:pt x="207519" y="374146"/>
                  </a:cubicBezTo>
                  <a:cubicBezTo>
                    <a:pt x="207519" y="377214"/>
                    <a:pt x="207622" y="380283"/>
                    <a:pt x="207827" y="383249"/>
                  </a:cubicBezTo>
                  <a:lnTo>
                    <a:pt x="139917" y="383249"/>
                  </a:lnTo>
                  <a:cubicBezTo>
                    <a:pt x="126089" y="383249"/>
                    <a:pt x="114822" y="394500"/>
                    <a:pt x="114822" y="408308"/>
                  </a:cubicBezTo>
                  <a:lnTo>
                    <a:pt x="114822" y="485428"/>
                  </a:lnTo>
                  <a:cubicBezTo>
                    <a:pt x="114822" y="499134"/>
                    <a:pt x="126089" y="510385"/>
                    <a:pt x="139917" y="510385"/>
                  </a:cubicBezTo>
                  <a:lnTo>
                    <a:pt x="290180" y="510385"/>
                  </a:lnTo>
                  <a:cubicBezTo>
                    <a:pt x="311894" y="521738"/>
                    <a:pt x="336170" y="527670"/>
                    <a:pt x="361367" y="527670"/>
                  </a:cubicBezTo>
                  <a:cubicBezTo>
                    <a:pt x="379087" y="527670"/>
                    <a:pt x="396500" y="524704"/>
                    <a:pt x="413093" y="518772"/>
                  </a:cubicBezTo>
                  <a:lnTo>
                    <a:pt x="447817" y="553445"/>
                  </a:lnTo>
                  <a:lnTo>
                    <a:pt x="139917" y="553445"/>
                  </a:lnTo>
                  <a:cubicBezTo>
                    <a:pt x="102326" y="553445"/>
                    <a:pt x="71802" y="522863"/>
                    <a:pt x="71802" y="485428"/>
                  </a:cubicBezTo>
                  <a:lnTo>
                    <a:pt x="71802" y="408205"/>
                  </a:lnTo>
                  <a:cubicBezTo>
                    <a:pt x="71802" y="399409"/>
                    <a:pt x="73441" y="391022"/>
                    <a:pt x="76514" y="383249"/>
                  </a:cubicBezTo>
                  <a:lnTo>
                    <a:pt x="21510" y="383249"/>
                  </a:lnTo>
                  <a:cubicBezTo>
                    <a:pt x="9628" y="383249"/>
                    <a:pt x="0" y="373634"/>
                    <a:pt x="0" y="361770"/>
                  </a:cubicBezTo>
                  <a:cubicBezTo>
                    <a:pt x="0" y="349905"/>
                    <a:pt x="9628" y="340291"/>
                    <a:pt x="21510" y="340291"/>
                  </a:cubicBezTo>
                  <a:lnTo>
                    <a:pt x="27553" y="340291"/>
                  </a:lnTo>
                  <a:lnTo>
                    <a:pt x="27553" y="213155"/>
                  </a:lnTo>
                  <a:lnTo>
                    <a:pt x="21510" y="213155"/>
                  </a:lnTo>
                  <a:cubicBezTo>
                    <a:pt x="9628" y="213155"/>
                    <a:pt x="0" y="203540"/>
                    <a:pt x="0" y="191675"/>
                  </a:cubicBezTo>
                  <a:cubicBezTo>
                    <a:pt x="0" y="179708"/>
                    <a:pt x="9628" y="170094"/>
                    <a:pt x="21510" y="170094"/>
                  </a:cubicBezTo>
                  <a:lnTo>
                    <a:pt x="76514" y="170094"/>
                  </a:lnTo>
                  <a:cubicBezTo>
                    <a:pt x="73441" y="162423"/>
                    <a:pt x="71802" y="153934"/>
                    <a:pt x="71802" y="145137"/>
                  </a:cubicBezTo>
                  <a:lnTo>
                    <a:pt x="71802" y="68017"/>
                  </a:lnTo>
                  <a:cubicBezTo>
                    <a:pt x="71802" y="30480"/>
                    <a:pt x="102326" y="0"/>
                    <a:pt x="139917" y="0"/>
                  </a:cubicBezTo>
                  <a:close/>
                </a:path>
              </a:pathLst>
            </a:custGeom>
            <a:noFill/>
            <a:ln>
              <a:solidFill>
                <a:schemeClr val="bg1"/>
              </a:solidFill>
            </a:ln>
          </p:spPr>
        </p:sp>
      </p:grpSp>
      <p:sp>
        <p:nvSpPr>
          <p:cNvPr id="148" name="stocks-graphic-on-laptop-monitor_38809"/>
          <p:cNvSpPr>
            <a:spLocks/>
          </p:cNvSpPr>
          <p:nvPr/>
        </p:nvSpPr>
        <p:spPr bwMode="gray">
          <a:xfrm>
            <a:off x="556372" y="2705732"/>
            <a:ext cx="229749" cy="121738"/>
          </a:xfrm>
          <a:custGeom>
            <a:avLst/>
            <a:gdLst>
              <a:gd name="connsiteX0" fmla="*/ 5942 w 596753"/>
              <a:gd name="connsiteY0" fmla="*/ 342878 h 372092"/>
              <a:gd name="connsiteX1" fmla="*/ 591159 w 596753"/>
              <a:gd name="connsiteY1" fmla="*/ 342878 h 372092"/>
              <a:gd name="connsiteX2" fmla="*/ 596753 w 596753"/>
              <a:gd name="connsiteY2" fmla="*/ 348034 h 372092"/>
              <a:gd name="connsiteX3" fmla="*/ 594602 w 596753"/>
              <a:gd name="connsiteY3" fmla="*/ 354048 h 372092"/>
              <a:gd name="connsiteX4" fmla="*/ 295109 w 596753"/>
              <a:gd name="connsiteY4" fmla="*/ 372092 h 372092"/>
              <a:gd name="connsiteX5" fmla="*/ 99750 w 596753"/>
              <a:gd name="connsiteY5" fmla="*/ 367796 h 372092"/>
              <a:gd name="connsiteX6" fmla="*/ 1209 w 596753"/>
              <a:gd name="connsiteY6" fmla="*/ 353189 h 372092"/>
              <a:gd name="connsiteX7" fmla="*/ 779 w 596753"/>
              <a:gd name="connsiteY7" fmla="*/ 346315 h 372092"/>
              <a:gd name="connsiteX8" fmla="*/ 5942 w 596753"/>
              <a:gd name="connsiteY8" fmla="*/ 342878 h 372092"/>
              <a:gd name="connsiteX9" fmla="*/ 287321 w 596753"/>
              <a:gd name="connsiteY9" fmla="*/ 199380 h 372092"/>
              <a:gd name="connsiteX10" fmla="*/ 277855 w 596753"/>
              <a:gd name="connsiteY10" fmla="*/ 208402 h 372092"/>
              <a:gd name="connsiteX11" fmla="*/ 287321 w 596753"/>
              <a:gd name="connsiteY11" fmla="*/ 217853 h 372092"/>
              <a:gd name="connsiteX12" fmla="*/ 296358 w 596753"/>
              <a:gd name="connsiteY12" fmla="*/ 208402 h 372092"/>
              <a:gd name="connsiteX13" fmla="*/ 287321 w 596753"/>
              <a:gd name="connsiteY13" fmla="*/ 199380 h 372092"/>
              <a:gd name="connsiteX14" fmla="*/ 428891 w 596753"/>
              <a:gd name="connsiteY14" fmla="*/ 174464 h 372092"/>
              <a:gd name="connsiteX15" fmla="*/ 419855 w 596753"/>
              <a:gd name="connsiteY15" fmla="*/ 183485 h 372092"/>
              <a:gd name="connsiteX16" fmla="*/ 428891 w 596753"/>
              <a:gd name="connsiteY16" fmla="*/ 192936 h 372092"/>
              <a:gd name="connsiteX17" fmla="*/ 438358 w 596753"/>
              <a:gd name="connsiteY17" fmla="*/ 183485 h 372092"/>
              <a:gd name="connsiteX18" fmla="*/ 428891 w 596753"/>
              <a:gd name="connsiteY18" fmla="*/ 174464 h 372092"/>
              <a:gd name="connsiteX19" fmla="*/ 355309 w 596753"/>
              <a:gd name="connsiteY19" fmla="*/ 140096 h 372092"/>
              <a:gd name="connsiteX20" fmla="*/ 346273 w 596753"/>
              <a:gd name="connsiteY20" fmla="*/ 149117 h 372092"/>
              <a:gd name="connsiteX21" fmla="*/ 355309 w 596753"/>
              <a:gd name="connsiteY21" fmla="*/ 158569 h 372092"/>
              <a:gd name="connsiteX22" fmla="*/ 364776 w 596753"/>
              <a:gd name="connsiteY22" fmla="*/ 149117 h 372092"/>
              <a:gd name="connsiteX23" fmla="*/ 355309 w 596753"/>
              <a:gd name="connsiteY23" fmla="*/ 140096 h 372092"/>
              <a:gd name="connsiteX24" fmla="*/ 107455 w 596753"/>
              <a:gd name="connsiteY24" fmla="*/ 137948 h 372092"/>
              <a:gd name="connsiteX25" fmla="*/ 98418 w 596753"/>
              <a:gd name="connsiteY25" fmla="*/ 146969 h 372092"/>
              <a:gd name="connsiteX26" fmla="*/ 107455 w 596753"/>
              <a:gd name="connsiteY26" fmla="*/ 156421 h 372092"/>
              <a:gd name="connsiteX27" fmla="*/ 116921 w 596753"/>
              <a:gd name="connsiteY27" fmla="*/ 146969 h 372092"/>
              <a:gd name="connsiteX28" fmla="*/ 107455 w 596753"/>
              <a:gd name="connsiteY28" fmla="*/ 137948 h 372092"/>
              <a:gd name="connsiteX29" fmla="*/ 207715 w 596753"/>
              <a:gd name="connsiteY29" fmla="*/ 130645 h 372092"/>
              <a:gd name="connsiteX30" fmla="*/ 198679 w 596753"/>
              <a:gd name="connsiteY30" fmla="*/ 140096 h 372092"/>
              <a:gd name="connsiteX31" fmla="*/ 207715 w 596753"/>
              <a:gd name="connsiteY31" fmla="*/ 149117 h 372092"/>
              <a:gd name="connsiteX32" fmla="*/ 217182 w 596753"/>
              <a:gd name="connsiteY32" fmla="*/ 140096 h 372092"/>
              <a:gd name="connsiteX33" fmla="*/ 207715 w 596753"/>
              <a:gd name="connsiteY33" fmla="*/ 130645 h 372092"/>
              <a:gd name="connsiteX34" fmla="*/ 489134 w 596753"/>
              <a:gd name="connsiteY34" fmla="*/ 103150 h 372092"/>
              <a:gd name="connsiteX35" fmla="*/ 479667 w 596753"/>
              <a:gd name="connsiteY35" fmla="*/ 112172 h 372092"/>
              <a:gd name="connsiteX36" fmla="*/ 489134 w 596753"/>
              <a:gd name="connsiteY36" fmla="*/ 121623 h 372092"/>
              <a:gd name="connsiteX37" fmla="*/ 498600 w 596753"/>
              <a:gd name="connsiteY37" fmla="*/ 112172 h 372092"/>
              <a:gd name="connsiteX38" fmla="*/ 489134 w 596753"/>
              <a:gd name="connsiteY38" fmla="*/ 103150 h 372092"/>
              <a:gd name="connsiteX39" fmla="*/ 489134 w 596753"/>
              <a:gd name="connsiteY39" fmla="*/ 94558 h 372092"/>
              <a:gd name="connsiteX40" fmla="*/ 507206 w 596753"/>
              <a:gd name="connsiteY40" fmla="*/ 112172 h 372092"/>
              <a:gd name="connsiteX41" fmla="*/ 489134 w 596753"/>
              <a:gd name="connsiteY41" fmla="*/ 130215 h 372092"/>
              <a:gd name="connsiteX42" fmla="*/ 485261 w 596753"/>
              <a:gd name="connsiteY42" fmla="*/ 129785 h 372092"/>
              <a:gd name="connsiteX43" fmla="*/ 445673 w 596753"/>
              <a:gd name="connsiteY43" fmla="*/ 177471 h 372092"/>
              <a:gd name="connsiteX44" fmla="*/ 446964 w 596753"/>
              <a:gd name="connsiteY44" fmla="*/ 183485 h 372092"/>
              <a:gd name="connsiteX45" fmla="*/ 428891 w 596753"/>
              <a:gd name="connsiteY45" fmla="*/ 201528 h 372092"/>
              <a:gd name="connsiteX46" fmla="*/ 411249 w 596753"/>
              <a:gd name="connsiteY46" fmla="*/ 185633 h 372092"/>
              <a:gd name="connsiteX47" fmla="*/ 366497 w 596753"/>
              <a:gd name="connsiteY47" fmla="*/ 163294 h 372092"/>
              <a:gd name="connsiteX48" fmla="*/ 355309 w 596753"/>
              <a:gd name="connsiteY48" fmla="*/ 167161 h 372092"/>
              <a:gd name="connsiteX49" fmla="*/ 348855 w 596753"/>
              <a:gd name="connsiteY49" fmla="*/ 165872 h 372092"/>
              <a:gd name="connsiteX50" fmla="*/ 304964 w 596753"/>
              <a:gd name="connsiteY50" fmla="*/ 205824 h 372092"/>
              <a:gd name="connsiteX51" fmla="*/ 304964 w 596753"/>
              <a:gd name="connsiteY51" fmla="*/ 208402 h 372092"/>
              <a:gd name="connsiteX52" fmla="*/ 287321 w 596753"/>
              <a:gd name="connsiteY52" fmla="*/ 226445 h 372092"/>
              <a:gd name="connsiteX53" fmla="*/ 269249 w 596753"/>
              <a:gd name="connsiteY53" fmla="*/ 208402 h 372092"/>
              <a:gd name="connsiteX54" fmla="*/ 269679 w 596753"/>
              <a:gd name="connsiteY54" fmla="*/ 206254 h 372092"/>
              <a:gd name="connsiteX55" fmla="*/ 214600 w 596753"/>
              <a:gd name="connsiteY55" fmla="*/ 156421 h 372092"/>
              <a:gd name="connsiteX56" fmla="*/ 207715 w 596753"/>
              <a:gd name="connsiteY56" fmla="*/ 157709 h 372092"/>
              <a:gd name="connsiteX57" fmla="*/ 192655 w 596753"/>
              <a:gd name="connsiteY57" fmla="*/ 149547 h 372092"/>
              <a:gd name="connsiteX58" fmla="*/ 123376 w 596753"/>
              <a:gd name="connsiteY58" fmla="*/ 154702 h 372092"/>
              <a:gd name="connsiteX59" fmla="*/ 107455 w 596753"/>
              <a:gd name="connsiteY59" fmla="*/ 165013 h 372092"/>
              <a:gd name="connsiteX60" fmla="*/ 89812 w 596753"/>
              <a:gd name="connsiteY60" fmla="*/ 146969 h 372092"/>
              <a:gd name="connsiteX61" fmla="*/ 107455 w 596753"/>
              <a:gd name="connsiteY61" fmla="*/ 129356 h 372092"/>
              <a:gd name="connsiteX62" fmla="*/ 122515 w 596753"/>
              <a:gd name="connsiteY62" fmla="*/ 137518 h 372092"/>
              <a:gd name="connsiteX63" fmla="*/ 191794 w 596753"/>
              <a:gd name="connsiteY63" fmla="*/ 132363 h 372092"/>
              <a:gd name="connsiteX64" fmla="*/ 207715 w 596753"/>
              <a:gd name="connsiteY64" fmla="*/ 122053 h 372092"/>
              <a:gd name="connsiteX65" fmla="*/ 225788 w 596753"/>
              <a:gd name="connsiteY65" fmla="*/ 140096 h 372092"/>
              <a:gd name="connsiteX66" fmla="*/ 225358 w 596753"/>
              <a:gd name="connsiteY66" fmla="*/ 143103 h 372092"/>
              <a:gd name="connsiteX67" fmla="*/ 279576 w 596753"/>
              <a:gd name="connsiteY67" fmla="*/ 192507 h 372092"/>
              <a:gd name="connsiteX68" fmla="*/ 287321 w 596753"/>
              <a:gd name="connsiteY68" fmla="*/ 190789 h 372092"/>
              <a:gd name="connsiteX69" fmla="*/ 294206 w 596753"/>
              <a:gd name="connsiteY69" fmla="*/ 192077 h 372092"/>
              <a:gd name="connsiteX70" fmla="*/ 337667 w 596753"/>
              <a:gd name="connsiteY70" fmla="*/ 152554 h 372092"/>
              <a:gd name="connsiteX71" fmla="*/ 337667 w 596753"/>
              <a:gd name="connsiteY71" fmla="*/ 149117 h 372092"/>
              <a:gd name="connsiteX72" fmla="*/ 355309 w 596753"/>
              <a:gd name="connsiteY72" fmla="*/ 131504 h 372092"/>
              <a:gd name="connsiteX73" fmla="*/ 372952 w 596753"/>
              <a:gd name="connsiteY73" fmla="*/ 146969 h 372092"/>
              <a:gd name="connsiteX74" fmla="*/ 418133 w 596753"/>
              <a:gd name="connsiteY74" fmla="*/ 169738 h 372092"/>
              <a:gd name="connsiteX75" fmla="*/ 428891 w 596753"/>
              <a:gd name="connsiteY75" fmla="*/ 165872 h 372092"/>
              <a:gd name="connsiteX76" fmla="*/ 432764 w 596753"/>
              <a:gd name="connsiteY76" fmla="*/ 166301 h 372092"/>
              <a:gd name="connsiteX77" fmla="*/ 472352 w 596753"/>
              <a:gd name="connsiteY77" fmla="*/ 118186 h 372092"/>
              <a:gd name="connsiteX78" fmla="*/ 471061 w 596753"/>
              <a:gd name="connsiteY78" fmla="*/ 112172 h 372092"/>
              <a:gd name="connsiteX79" fmla="*/ 489134 w 596753"/>
              <a:gd name="connsiteY79" fmla="*/ 94558 h 372092"/>
              <a:gd name="connsiteX80" fmla="*/ 53702 w 596753"/>
              <a:gd name="connsiteY80" fmla="*/ 22772 h 372092"/>
              <a:gd name="connsiteX81" fmla="*/ 53702 w 596753"/>
              <a:gd name="connsiteY81" fmla="*/ 305917 h 372092"/>
              <a:gd name="connsiteX82" fmla="*/ 542962 w 596753"/>
              <a:gd name="connsiteY82" fmla="*/ 305917 h 372092"/>
              <a:gd name="connsiteX83" fmla="*/ 542962 w 596753"/>
              <a:gd name="connsiteY83" fmla="*/ 22772 h 372092"/>
              <a:gd name="connsiteX84" fmla="*/ 53702 w 596753"/>
              <a:gd name="connsiteY84" fmla="*/ 0 h 372092"/>
              <a:gd name="connsiteX85" fmla="*/ 542962 w 596753"/>
              <a:gd name="connsiteY85" fmla="*/ 0 h 372092"/>
              <a:gd name="connsiteX86" fmla="*/ 566198 w 596753"/>
              <a:gd name="connsiteY86" fmla="*/ 22772 h 372092"/>
              <a:gd name="connsiteX87" fmla="*/ 566198 w 596753"/>
              <a:gd name="connsiteY87" fmla="*/ 305917 h 372092"/>
              <a:gd name="connsiteX88" fmla="*/ 542962 w 596753"/>
              <a:gd name="connsiteY88" fmla="*/ 329118 h 372092"/>
              <a:gd name="connsiteX89" fmla="*/ 53702 w 596753"/>
              <a:gd name="connsiteY89" fmla="*/ 329118 h 372092"/>
              <a:gd name="connsiteX90" fmla="*/ 30466 w 596753"/>
              <a:gd name="connsiteY90" fmla="*/ 305917 h 372092"/>
              <a:gd name="connsiteX91" fmla="*/ 30466 w 596753"/>
              <a:gd name="connsiteY91" fmla="*/ 22772 h 372092"/>
              <a:gd name="connsiteX92" fmla="*/ 53702 w 596753"/>
              <a:gd name="connsiteY92" fmla="*/ 0 h 37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753" h="372092">
                <a:moveTo>
                  <a:pt x="5942" y="342878"/>
                </a:moveTo>
                <a:lnTo>
                  <a:pt x="591159" y="342878"/>
                </a:lnTo>
                <a:cubicBezTo>
                  <a:pt x="594171" y="342878"/>
                  <a:pt x="596323" y="345026"/>
                  <a:pt x="596753" y="348034"/>
                </a:cubicBezTo>
                <a:cubicBezTo>
                  <a:pt x="596753" y="350182"/>
                  <a:pt x="596323" y="352330"/>
                  <a:pt x="594602" y="354048"/>
                </a:cubicBezTo>
                <a:cubicBezTo>
                  <a:pt x="579541" y="370374"/>
                  <a:pt x="361376" y="372092"/>
                  <a:pt x="295109" y="372092"/>
                </a:cubicBezTo>
                <a:cubicBezTo>
                  <a:pt x="221096" y="372092"/>
                  <a:pt x="151817" y="370374"/>
                  <a:pt x="99750" y="367796"/>
                </a:cubicBezTo>
                <a:cubicBezTo>
                  <a:pt x="7664" y="363500"/>
                  <a:pt x="3361" y="357056"/>
                  <a:pt x="1209" y="353189"/>
                </a:cubicBezTo>
                <a:cubicBezTo>
                  <a:pt x="-82" y="351041"/>
                  <a:pt x="-512" y="348463"/>
                  <a:pt x="779" y="346315"/>
                </a:cubicBezTo>
                <a:cubicBezTo>
                  <a:pt x="1639" y="344167"/>
                  <a:pt x="3791" y="342878"/>
                  <a:pt x="5942" y="342878"/>
                </a:cubicBezTo>
                <a:close/>
                <a:moveTo>
                  <a:pt x="287321" y="199380"/>
                </a:moveTo>
                <a:cubicBezTo>
                  <a:pt x="282158" y="199380"/>
                  <a:pt x="277855" y="203247"/>
                  <a:pt x="277855" y="208402"/>
                </a:cubicBezTo>
                <a:cubicBezTo>
                  <a:pt x="277855" y="213557"/>
                  <a:pt x="282158" y="217853"/>
                  <a:pt x="287321" y="217853"/>
                </a:cubicBezTo>
                <a:cubicBezTo>
                  <a:pt x="292485" y="217853"/>
                  <a:pt x="296358" y="213557"/>
                  <a:pt x="296358" y="208402"/>
                </a:cubicBezTo>
                <a:cubicBezTo>
                  <a:pt x="296358" y="203247"/>
                  <a:pt x="292485" y="199380"/>
                  <a:pt x="287321" y="199380"/>
                </a:cubicBezTo>
                <a:close/>
                <a:moveTo>
                  <a:pt x="428891" y="174464"/>
                </a:moveTo>
                <a:cubicBezTo>
                  <a:pt x="423727" y="174464"/>
                  <a:pt x="419855" y="178330"/>
                  <a:pt x="419855" y="183485"/>
                </a:cubicBezTo>
                <a:cubicBezTo>
                  <a:pt x="419855" y="188641"/>
                  <a:pt x="423727" y="192936"/>
                  <a:pt x="428891" y="192936"/>
                </a:cubicBezTo>
                <a:cubicBezTo>
                  <a:pt x="434055" y="192936"/>
                  <a:pt x="438358" y="188641"/>
                  <a:pt x="438358" y="183485"/>
                </a:cubicBezTo>
                <a:cubicBezTo>
                  <a:pt x="438358" y="178330"/>
                  <a:pt x="434055" y="174464"/>
                  <a:pt x="428891" y="174464"/>
                </a:cubicBezTo>
                <a:close/>
                <a:moveTo>
                  <a:pt x="355309" y="140096"/>
                </a:moveTo>
                <a:cubicBezTo>
                  <a:pt x="350146" y="140096"/>
                  <a:pt x="346273" y="143962"/>
                  <a:pt x="346273" y="149117"/>
                </a:cubicBezTo>
                <a:cubicBezTo>
                  <a:pt x="346273" y="154273"/>
                  <a:pt x="350146" y="158569"/>
                  <a:pt x="355309" y="158569"/>
                </a:cubicBezTo>
                <a:cubicBezTo>
                  <a:pt x="360473" y="158569"/>
                  <a:pt x="364776" y="154273"/>
                  <a:pt x="364776" y="149117"/>
                </a:cubicBezTo>
                <a:cubicBezTo>
                  <a:pt x="364776" y="143962"/>
                  <a:pt x="360473" y="140096"/>
                  <a:pt x="355309" y="140096"/>
                </a:cubicBezTo>
                <a:close/>
                <a:moveTo>
                  <a:pt x="107455" y="137948"/>
                </a:moveTo>
                <a:cubicBezTo>
                  <a:pt x="102291" y="137948"/>
                  <a:pt x="98418" y="142244"/>
                  <a:pt x="98418" y="146969"/>
                </a:cubicBezTo>
                <a:cubicBezTo>
                  <a:pt x="98418" y="152125"/>
                  <a:pt x="102291" y="156421"/>
                  <a:pt x="107455" y="156421"/>
                </a:cubicBezTo>
                <a:cubicBezTo>
                  <a:pt x="112618" y="156421"/>
                  <a:pt x="116921" y="152125"/>
                  <a:pt x="116921" y="146969"/>
                </a:cubicBezTo>
                <a:cubicBezTo>
                  <a:pt x="116921" y="142244"/>
                  <a:pt x="112618" y="137948"/>
                  <a:pt x="107455" y="137948"/>
                </a:cubicBezTo>
                <a:close/>
                <a:moveTo>
                  <a:pt x="207715" y="130645"/>
                </a:moveTo>
                <a:cubicBezTo>
                  <a:pt x="202982" y="130645"/>
                  <a:pt x="198679" y="134941"/>
                  <a:pt x="198679" y="140096"/>
                </a:cubicBezTo>
                <a:cubicBezTo>
                  <a:pt x="198679" y="145251"/>
                  <a:pt x="202982" y="149117"/>
                  <a:pt x="207715" y="149117"/>
                </a:cubicBezTo>
                <a:cubicBezTo>
                  <a:pt x="212879" y="149117"/>
                  <a:pt x="217182" y="145251"/>
                  <a:pt x="217182" y="140096"/>
                </a:cubicBezTo>
                <a:cubicBezTo>
                  <a:pt x="217182" y="134941"/>
                  <a:pt x="212879" y="130645"/>
                  <a:pt x="207715" y="130645"/>
                </a:cubicBezTo>
                <a:close/>
                <a:moveTo>
                  <a:pt x="489134" y="103150"/>
                </a:moveTo>
                <a:cubicBezTo>
                  <a:pt x="483970" y="103150"/>
                  <a:pt x="479667" y="107017"/>
                  <a:pt x="479667" y="112172"/>
                </a:cubicBezTo>
                <a:cubicBezTo>
                  <a:pt x="479667" y="117327"/>
                  <a:pt x="483970" y="121623"/>
                  <a:pt x="489134" y="121623"/>
                </a:cubicBezTo>
                <a:cubicBezTo>
                  <a:pt x="494297" y="121623"/>
                  <a:pt x="498600" y="117327"/>
                  <a:pt x="498600" y="112172"/>
                </a:cubicBezTo>
                <a:cubicBezTo>
                  <a:pt x="498600" y="107017"/>
                  <a:pt x="494297" y="103150"/>
                  <a:pt x="489134" y="103150"/>
                </a:cubicBezTo>
                <a:close/>
                <a:moveTo>
                  <a:pt x="489134" y="94558"/>
                </a:moveTo>
                <a:cubicBezTo>
                  <a:pt x="499030" y="94558"/>
                  <a:pt x="507206" y="102291"/>
                  <a:pt x="507206" y="112172"/>
                </a:cubicBezTo>
                <a:cubicBezTo>
                  <a:pt x="507206" y="122053"/>
                  <a:pt x="499030" y="130215"/>
                  <a:pt x="489134" y="130215"/>
                </a:cubicBezTo>
                <a:cubicBezTo>
                  <a:pt x="487843" y="130215"/>
                  <a:pt x="486552" y="129785"/>
                  <a:pt x="485261" y="129785"/>
                </a:cubicBezTo>
                <a:lnTo>
                  <a:pt x="445673" y="177471"/>
                </a:lnTo>
                <a:cubicBezTo>
                  <a:pt x="446533" y="179619"/>
                  <a:pt x="446964" y="181337"/>
                  <a:pt x="446964" y="183485"/>
                </a:cubicBezTo>
                <a:cubicBezTo>
                  <a:pt x="446964" y="193366"/>
                  <a:pt x="438788" y="201528"/>
                  <a:pt x="428891" y="201528"/>
                </a:cubicBezTo>
                <a:cubicBezTo>
                  <a:pt x="419855" y="201528"/>
                  <a:pt x="412109" y="194225"/>
                  <a:pt x="411249" y="185633"/>
                </a:cubicBezTo>
                <a:lnTo>
                  <a:pt x="366497" y="163294"/>
                </a:lnTo>
                <a:cubicBezTo>
                  <a:pt x="363485" y="165442"/>
                  <a:pt x="359612" y="167161"/>
                  <a:pt x="355309" y="167161"/>
                </a:cubicBezTo>
                <a:cubicBezTo>
                  <a:pt x="353158" y="167161"/>
                  <a:pt x="351006" y="166731"/>
                  <a:pt x="348855" y="165872"/>
                </a:cubicBezTo>
                <a:lnTo>
                  <a:pt x="304964" y="205824"/>
                </a:lnTo>
                <a:cubicBezTo>
                  <a:pt x="304964" y="206684"/>
                  <a:pt x="304964" y="207543"/>
                  <a:pt x="304964" y="208402"/>
                </a:cubicBezTo>
                <a:cubicBezTo>
                  <a:pt x="304964" y="218283"/>
                  <a:pt x="297218" y="226445"/>
                  <a:pt x="287321" y="226445"/>
                </a:cubicBezTo>
                <a:cubicBezTo>
                  <a:pt x="277424" y="226445"/>
                  <a:pt x="269249" y="218283"/>
                  <a:pt x="269249" y="208402"/>
                </a:cubicBezTo>
                <a:cubicBezTo>
                  <a:pt x="269249" y="207972"/>
                  <a:pt x="269679" y="207113"/>
                  <a:pt x="269679" y="206254"/>
                </a:cubicBezTo>
                <a:lnTo>
                  <a:pt x="214600" y="156421"/>
                </a:lnTo>
                <a:cubicBezTo>
                  <a:pt x="212449" y="157280"/>
                  <a:pt x="210297" y="157709"/>
                  <a:pt x="207715" y="157709"/>
                </a:cubicBezTo>
                <a:cubicBezTo>
                  <a:pt x="201691" y="157709"/>
                  <a:pt x="196097" y="154273"/>
                  <a:pt x="192655" y="149547"/>
                </a:cubicBezTo>
                <a:lnTo>
                  <a:pt x="123376" y="154702"/>
                </a:lnTo>
                <a:cubicBezTo>
                  <a:pt x="120794" y="160717"/>
                  <a:pt x="114770" y="165013"/>
                  <a:pt x="107455" y="165013"/>
                </a:cubicBezTo>
                <a:cubicBezTo>
                  <a:pt x="97558" y="165013"/>
                  <a:pt x="89812" y="156850"/>
                  <a:pt x="89812" y="146969"/>
                </a:cubicBezTo>
                <a:cubicBezTo>
                  <a:pt x="89812" y="137518"/>
                  <a:pt x="97558" y="129356"/>
                  <a:pt x="107455" y="129356"/>
                </a:cubicBezTo>
                <a:cubicBezTo>
                  <a:pt x="113909" y="129356"/>
                  <a:pt x="119503" y="132793"/>
                  <a:pt x="122515" y="137518"/>
                </a:cubicBezTo>
                <a:lnTo>
                  <a:pt x="191794" y="132363"/>
                </a:lnTo>
                <a:cubicBezTo>
                  <a:pt x="194806" y="126349"/>
                  <a:pt x="200830" y="122053"/>
                  <a:pt x="207715" y="122053"/>
                </a:cubicBezTo>
                <a:cubicBezTo>
                  <a:pt x="217612" y="122053"/>
                  <a:pt x="225788" y="130215"/>
                  <a:pt x="225788" y="140096"/>
                </a:cubicBezTo>
                <a:cubicBezTo>
                  <a:pt x="225788" y="140955"/>
                  <a:pt x="225788" y="142244"/>
                  <a:pt x="225358" y="143103"/>
                </a:cubicBezTo>
                <a:lnTo>
                  <a:pt x="279576" y="192507"/>
                </a:lnTo>
                <a:cubicBezTo>
                  <a:pt x="282158" y="191218"/>
                  <a:pt x="284740" y="190789"/>
                  <a:pt x="287321" y="190789"/>
                </a:cubicBezTo>
                <a:cubicBezTo>
                  <a:pt x="289903" y="190789"/>
                  <a:pt x="292055" y="191218"/>
                  <a:pt x="294206" y="192077"/>
                </a:cubicBezTo>
                <a:lnTo>
                  <a:pt x="337667" y="152554"/>
                </a:lnTo>
                <a:cubicBezTo>
                  <a:pt x="337667" y="151695"/>
                  <a:pt x="337667" y="150406"/>
                  <a:pt x="337667" y="149117"/>
                </a:cubicBezTo>
                <a:cubicBezTo>
                  <a:pt x="337667" y="139237"/>
                  <a:pt x="345412" y="131504"/>
                  <a:pt x="355309" y="131504"/>
                </a:cubicBezTo>
                <a:cubicBezTo>
                  <a:pt x="364346" y="131504"/>
                  <a:pt x="372091" y="138377"/>
                  <a:pt x="372952" y="146969"/>
                </a:cubicBezTo>
                <a:lnTo>
                  <a:pt x="418133" y="169738"/>
                </a:lnTo>
                <a:cubicBezTo>
                  <a:pt x="421146" y="167161"/>
                  <a:pt x="425018" y="165872"/>
                  <a:pt x="428891" y="165872"/>
                </a:cubicBezTo>
                <a:cubicBezTo>
                  <a:pt x="430182" y="165872"/>
                  <a:pt x="431473" y="165872"/>
                  <a:pt x="432764" y="166301"/>
                </a:cubicBezTo>
                <a:lnTo>
                  <a:pt x="472352" y="118186"/>
                </a:lnTo>
                <a:cubicBezTo>
                  <a:pt x="471921" y="116468"/>
                  <a:pt x="471061" y="114320"/>
                  <a:pt x="471061" y="112172"/>
                </a:cubicBezTo>
                <a:cubicBezTo>
                  <a:pt x="471061" y="102291"/>
                  <a:pt x="479237" y="94558"/>
                  <a:pt x="489134" y="94558"/>
                </a:cubicBezTo>
                <a:close/>
                <a:moveTo>
                  <a:pt x="53702" y="22772"/>
                </a:moveTo>
                <a:lnTo>
                  <a:pt x="53702" y="305917"/>
                </a:lnTo>
                <a:lnTo>
                  <a:pt x="542962" y="305917"/>
                </a:lnTo>
                <a:lnTo>
                  <a:pt x="542962" y="22772"/>
                </a:lnTo>
                <a:close/>
                <a:moveTo>
                  <a:pt x="53702" y="0"/>
                </a:moveTo>
                <a:lnTo>
                  <a:pt x="542962" y="0"/>
                </a:lnTo>
                <a:cubicBezTo>
                  <a:pt x="555871" y="0"/>
                  <a:pt x="566198" y="9882"/>
                  <a:pt x="566198" y="22772"/>
                </a:cubicBezTo>
                <a:lnTo>
                  <a:pt x="566198" y="305917"/>
                </a:lnTo>
                <a:cubicBezTo>
                  <a:pt x="566198" y="318806"/>
                  <a:pt x="555871" y="329118"/>
                  <a:pt x="542962" y="329118"/>
                </a:cubicBezTo>
                <a:lnTo>
                  <a:pt x="53702" y="329118"/>
                </a:lnTo>
                <a:cubicBezTo>
                  <a:pt x="40793" y="329118"/>
                  <a:pt x="30466" y="318806"/>
                  <a:pt x="30466" y="305917"/>
                </a:cubicBezTo>
                <a:lnTo>
                  <a:pt x="30466" y="22772"/>
                </a:lnTo>
                <a:cubicBezTo>
                  <a:pt x="30466" y="9882"/>
                  <a:pt x="40793" y="0"/>
                  <a:pt x="53702" y="0"/>
                </a:cubicBezTo>
                <a:close/>
              </a:path>
            </a:pathLst>
          </a:custGeom>
          <a:solidFill>
            <a:schemeClr val="bg1"/>
          </a:solidFill>
          <a:ln>
            <a:noFill/>
          </a:ln>
        </p:spPr>
      </p:sp>
      <p:sp>
        <p:nvSpPr>
          <p:cNvPr id="151" name="warning_94911"/>
          <p:cNvSpPr>
            <a:spLocks/>
          </p:cNvSpPr>
          <p:nvPr/>
        </p:nvSpPr>
        <p:spPr bwMode="gray">
          <a:xfrm>
            <a:off x="563783" y="3615147"/>
            <a:ext cx="202967" cy="202673"/>
          </a:xfrm>
          <a:custGeom>
            <a:avLst/>
            <a:gdLst>
              <a:gd name="T0" fmla="*/ 4733 w 4773"/>
              <a:gd name="T1" fmla="*/ 4096 h 4367"/>
              <a:gd name="T2" fmla="*/ 2541 w 4773"/>
              <a:gd name="T3" fmla="*/ 107 h 4367"/>
              <a:gd name="T4" fmla="*/ 2387 w 4773"/>
              <a:gd name="T5" fmla="*/ 0 h 4367"/>
              <a:gd name="T6" fmla="*/ 2232 w 4773"/>
              <a:gd name="T7" fmla="*/ 107 h 4367"/>
              <a:gd name="T8" fmla="*/ 40 w 4773"/>
              <a:gd name="T9" fmla="*/ 4096 h 4367"/>
              <a:gd name="T10" fmla="*/ 31 w 4773"/>
              <a:gd name="T11" fmla="*/ 4283 h 4367"/>
              <a:gd name="T12" fmla="*/ 202 w 4773"/>
              <a:gd name="T13" fmla="*/ 4367 h 4367"/>
              <a:gd name="T14" fmla="*/ 4571 w 4773"/>
              <a:gd name="T15" fmla="*/ 4367 h 4367"/>
              <a:gd name="T16" fmla="*/ 4742 w 4773"/>
              <a:gd name="T17" fmla="*/ 4283 h 4367"/>
              <a:gd name="T18" fmla="*/ 4733 w 4773"/>
              <a:gd name="T19" fmla="*/ 4096 h 4367"/>
              <a:gd name="T20" fmla="*/ 2064 w 4773"/>
              <a:gd name="T21" fmla="*/ 1055 h 4367"/>
              <a:gd name="T22" fmla="*/ 2111 w 4773"/>
              <a:gd name="T23" fmla="*/ 1034 h 4367"/>
              <a:gd name="T24" fmla="*/ 2656 w 4773"/>
              <a:gd name="T25" fmla="*/ 1034 h 4367"/>
              <a:gd name="T26" fmla="*/ 2703 w 4773"/>
              <a:gd name="T27" fmla="*/ 1055 h 4367"/>
              <a:gd name="T28" fmla="*/ 2721 w 4773"/>
              <a:gd name="T29" fmla="*/ 1104 h 4367"/>
              <a:gd name="T30" fmla="*/ 2652 w 4773"/>
              <a:gd name="T31" fmla="*/ 2965 h 4367"/>
              <a:gd name="T32" fmla="*/ 2583 w 4773"/>
              <a:gd name="T33" fmla="*/ 3034 h 4367"/>
              <a:gd name="T34" fmla="*/ 2179 w 4773"/>
              <a:gd name="T35" fmla="*/ 3034 h 4367"/>
              <a:gd name="T36" fmla="*/ 2111 w 4773"/>
              <a:gd name="T37" fmla="*/ 2966 h 4367"/>
              <a:gd name="T38" fmla="*/ 2046 w 4773"/>
              <a:gd name="T39" fmla="*/ 1105 h 4367"/>
              <a:gd name="T40" fmla="*/ 2064 w 4773"/>
              <a:gd name="T41" fmla="*/ 1055 h 4367"/>
              <a:gd name="T42" fmla="*/ 2386 w 4773"/>
              <a:gd name="T43" fmla="*/ 4013 h 4367"/>
              <a:gd name="T44" fmla="*/ 2026 w 4773"/>
              <a:gd name="T45" fmla="*/ 3635 h 4367"/>
              <a:gd name="T46" fmla="*/ 2381 w 4773"/>
              <a:gd name="T47" fmla="*/ 3252 h 4367"/>
              <a:gd name="T48" fmla="*/ 2737 w 4773"/>
              <a:gd name="T49" fmla="*/ 3635 h 4367"/>
              <a:gd name="T50" fmla="*/ 2386 w 4773"/>
              <a:gd name="T51" fmla="*/ 4013 h 4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73" h="4367">
                <a:moveTo>
                  <a:pt x="4733" y="4096"/>
                </a:moveTo>
                <a:lnTo>
                  <a:pt x="2541" y="107"/>
                </a:lnTo>
                <a:cubicBezTo>
                  <a:pt x="2504" y="39"/>
                  <a:pt x="2448" y="0"/>
                  <a:pt x="2387" y="0"/>
                </a:cubicBezTo>
                <a:cubicBezTo>
                  <a:pt x="2326" y="0"/>
                  <a:pt x="2269" y="39"/>
                  <a:pt x="2232" y="107"/>
                </a:cubicBezTo>
                <a:lnTo>
                  <a:pt x="40" y="4096"/>
                </a:lnTo>
                <a:cubicBezTo>
                  <a:pt x="3" y="4162"/>
                  <a:pt x="0" y="4231"/>
                  <a:pt x="31" y="4283"/>
                </a:cubicBezTo>
                <a:cubicBezTo>
                  <a:pt x="63" y="4337"/>
                  <a:pt x="125" y="4367"/>
                  <a:pt x="202" y="4367"/>
                </a:cubicBezTo>
                <a:lnTo>
                  <a:pt x="4571" y="4367"/>
                </a:lnTo>
                <a:cubicBezTo>
                  <a:pt x="4648" y="4367"/>
                  <a:pt x="4710" y="4337"/>
                  <a:pt x="4742" y="4283"/>
                </a:cubicBezTo>
                <a:cubicBezTo>
                  <a:pt x="4773" y="4231"/>
                  <a:pt x="4770" y="4162"/>
                  <a:pt x="4733" y="4096"/>
                </a:cubicBezTo>
                <a:close/>
                <a:moveTo>
                  <a:pt x="2064" y="1055"/>
                </a:moveTo>
                <a:cubicBezTo>
                  <a:pt x="2076" y="1043"/>
                  <a:pt x="2093" y="1034"/>
                  <a:pt x="2111" y="1034"/>
                </a:cubicBezTo>
                <a:lnTo>
                  <a:pt x="2656" y="1034"/>
                </a:lnTo>
                <a:cubicBezTo>
                  <a:pt x="2674" y="1034"/>
                  <a:pt x="2691" y="1043"/>
                  <a:pt x="2703" y="1055"/>
                </a:cubicBezTo>
                <a:cubicBezTo>
                  <a:pt x="2715" y="1068"/>
                  <a:pt x="2722" y="1086"/>
                  <a:pt x="2721" y="1104"/>
                </a:cubicBezTo>
                <a:lnTo>
                  <a:pt x="2652" y="2965"/>
                </a:lnTo>
                <a:cubicBezTo>
                  <a:pt x="2651" y="3002"/>
                  <a:pt x="2620" y="3034"/>
                  <a:pt x="2583" y="3034"/>
                </a:cubicBezTo>
                <a:lnTo>
                  <a:pt x="2179" y="3034"/>
                </a:lnTo>
                <a:cubicBezTo>
                  <a:pt x="2143" y="3034"/>
                  <a:pt x="2112" y="3002"/>
                  <a:pt x="2111" y="2966"/>
                </a:cubicBezTo>
                <a:lnTo>
                  <a:pt x="2046" y="1105"/>
                </a:lnTo>
                <a:cubicBezTo>
                  <a:pt x="2045" y="1087"/>
                  <a:pt x="2052" y="1068"/>
                  <a:pt x="2064" y="1055"/>
                </a:cubicBezTo>
                <a:close/>
                <a:moveTo>
                  <a:pt x="2386" y="4013"/>
                </a:moveTo>
                <a:cubicBezTo>
                  <a:pt x="2181" y="4013"/>
                  <a:pt x="2026" y="3850"/>
                  <a:pt x="2026" y="3635"/>
                </a:cubicBezTo>
                <a:cubicBezTo>
                  <a:pt x="2026" y="3417"/>
                  <a:pt x="2179" y="3252"/>
                  <a:pt x="2381" y="3252"/>
                </a:cubicBezTo>
                <a:cubicBezTo>
                  <a:pt x="2590" y="3252"/>
                  <a:pt x="2737" y="3409"/>
                  <a:pt x="2737" y="3635"/>
                </a:cubicBezTo>
                <a:cubicBezTo>
                  <a:pt x="2737" y="3857"/>
                  <a:pt x="2592" y="4013"/>
                  <a:pt x="2386" y="4013"/>
                </a:cubicBezTo>
                <a:close/>
              </a:path>
            </a:pathLst>
          </a:custGeom>
          <a:solidFill>
            <a:schemeClr val="bg1"/>
          </a:solidFill>
          <a:ln>
            <a:noFill/>
          </a:ln>
        </p:spPr>
      </p:sp>
      <p:sp>
        <p:nvSpPr>
          <p:cNvPr id="152" name="school-book_74303"/>
          <p:cNvSpPr>
            <a:spLocks/>
          </p:cNvSpPr>
          <p:nvPr/>
        </p:nvSpPr>
        <p:spPr bwMode="gray">
          <a:xfrm>
            <a:off x="585754" y="4579995"/>
            <a:ext cx="159024" cy="193920"/>
          </a:xfrm>
          <a:custGeom>
            <a:avLst/>
            <a:gdLst>
              <a:gd name="T0" fmla="*/ 532 w 3373"/>
              <a:gd name="T1" fmla="*/ 381 h 4441"/>
              <a:gd name="T2" fmla="*/ 3373 w 3373"/>
              <a:gd name="T3" fmla="*/ 381 h 4441"/>
              <a:gd name="T4" fmla="*/ 3373 w 3373"/>
              <a:gd name="T5" fmla="*/ 0 h 4441"/>
              <a:gd name="T6" fmla="*/ 532 w 3373"/>
              <a:gd name="T7" fmla="*/ 0 h 4441"/>
              <a:gd name="T8" fmla="*/ 0 w 3373"/>
              <a:gd name="T9" fmla="*/ 532 h 4441"/>
              <a:gd name="T10" fmla="*/ 0 w 3373"/>
              <a:gd name="T11" fmla="*/ 4012 h 4441"/>
              <a:gd name="T12" fmla="*/ 429 w 3373"/>
              <a:gd name="T13" fmla="*/ 4441 h 4441"/>
              <a:gd name="T14" fmla="*/ 3373 w 3373"/>
              <a:gd name="T15" fmla="*/ 4441 h 4441"/>
              <a:gd name="T16" fmla="*/ 3373 w 3373"/>
              <a:gd name="T17" fmla="*/ 683 h 4441"/>
              <a:gd name="T18" fmla="*/ 532 w 3373"/>
              <a:gd name="T19" fmla="*/ 683 h 4441"/>
              <a:gd name="T20" fmla="*/ 381 w 3373"/>
              <a:gd name="T21" fmla="*/ 532 h 4441"/>
              <a:gd name="T22" fmla="*/ 532 w 3373"/>
              <a:gd name="T23" fmla="*/ 381 h 4441"/>
              <a:gd name="T24" fmla="*/ 1397 w 3373"/>
              <a:gd name="T25" fmla="*/ 3011 h 4441"/>
              <a:gd name="T26" fmla="*/ 2854 w 3373"/>
              <a:gd name="T27" fmla="*/ 3011 h 4441"/>
              <a:gd name="T28" fmla="*/ 2854 w 3373"/>
              <a:gd name="T29" fmla="*/ 3794 h 4441"/>
              <a:gd name="T30" fmla="*/ 1397 w 3373"/>
              <a:gd name="T31" fmla="*/ 3794 h 4441"/>
              <a:gd name="T32" fmla="*/ 1397 w 3373"/>
              <a:gd name="T33" fmla="*/ 3011 h 4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373" h="4441">
                <a:moveTo>
                  <a:pt x="532" y="381"/>
                </a:moveTo>
                <a:lnTo>
                  <a:pt x="3373" y="381"/>
                </a:lnTo>
                <a:lnTo>
                  <a:pt x="3373" y="0"/>
                </a:lnTo>
                <a:lnTo>
                  <a:pt x="532" y="0"/>
                </a:lnTo>
                <a:cubicBezTo>
                  <a:pt x="239" y="0"/>
                  <a:pt x="0" y="239"/>
                  <a:pt x="0" y="532"/>
                </a:cubicBezTo>
                <a:lnTo>
                  <a:pt x="0" y="4012"/>
                </a:lnTo>
                <a:cubicBezTo>
                  <a:pt x="0" y="4248"/>
                  <a:pt x="192" y="4441"/>
                  <a:pt x="429" y="4441"/>
                </a:cubicBezTo>
                <a:lnTo>
                  <a:pt x="3373" y="4441"/>
                </a:lnTo>
                <a:lnTo>
                  <a:pt x="3373" y="683"/>
                </a:lnTo>
                <a:lnTo>
                  <a:pt x="532" y="683"/>
                </a:lnTo>
                <a:cubicBezTo>
                  <a:pt x="449" y="683"/>
                  <a:pt x="381" y="616"/>
                  <a:pt x="381" y="532"/>
                </a:cubicBezTo>
                <a:cubicBezTo>
                  <a:pt x="381" y="449"/>
                  <a:pt x="449" y="381"/>
                  <a:pt x="532" y="381"/>
                </a:cubicBezTo>
                <a:close/>
                <a:moveTo>
                  <a:pt x="1397" y="3011"/>
                </a:moveTo>
                <a:lnTo>
                  <a:pt x="2854" y="3011"/>
                </a:lnTo>
                <a:lnTo>
                  <a:pt x="2854" y="3794"/>
                </a:lnTo>
                <a:lnTo>
                  <a:pt x="1397" y="3794"/>
                </a:lnTo>
                <a:lnTo>
                  <a:pt x="1397" y="3011"/>
                </a:lnTo>
                <a:close/>
              </a:path>
            </a:pathLst>
          </a:custGeom>
          <a:solidFill>
            <a:schemeClr val="bg1"/>
          </a:solidFill>
          <a:ln>
            <a:noFill/>
          </a:ln>
        </p:spPr>
      </p:sp>
      <p:sp>
        <p:nvSpPr>
          <p:cNvPr id="27" name="五边形 153"/>
          <p:cNvSpPr/>
          <p:nvPr/>
        </p:nvSpPr>
        <p:spPr bwMode="gray">
          <a:xfrm>
            <a:off x="8150785" y="113221"/>
            <a:ext cx="1259508" cy="213037"/>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准备阶段</a:t>
            </a:r>
          </a:p>
        </p:txBody>
      </p:sp>
      <p:sp>
        <p:nvSpPr>
          <p:cNvPr id="28" name="燕尾形 154"/>
          <p:cNvSpPr/>
          <p:nvPr/>
        </p:nvSpPr>
        <p:spPr bwMode="gray">
          <a:xfrm>
            <a:off x="9320182"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实施阶段</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燕尾形 155"/>
          <p:cNvSpPr/>
          <p:nvPr/>
        </p:nvSpPr>
        <p:spPr bwMode="gray">
          <a:xfrm>
            <a:off x="10489579"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收尾阶段</a:t>
            </a:r>
          </a:p>
        </p:txBody>
      </p:sp>
    </p:spTree>
    <p:custDataLst>
      <p:tags r:id="rId1"/>
    </p:custDataLst>
    <p:extLst>
      <p:ext uri="{BB962C8B-B14F-4D97-AF65-F5344CB8AC3E}">
        <p14:creationId xmlns:p14="http://schemas.microsoft.com/office/powerpoint/2010/main" val="1140875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矩形 48"/>
          <p:cNvSpPr/>
          <p:nvPr/>
        </p:nvSpPr>
        <p:spPr bwMode="gray">
          <a:xfrm>
            <a:off x="3631053" y="2714492"/>
            <a:ext cx="7163675" cy="3543535"/>
          </a:xfrm>
          <a:prstGeom prst="rect">
            <a:avLst/>
          </a:prstGeom>
          <a:solidFill>
            <a:srgbClr val="FFFFFF"/>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endParaRPr lang="en-US" altLang="zh-CN" sz="1599" kern="0" dirty="0">
              <a:solidFill>
                <a:srgbClr val="1D1D1A"/>
              </a:solidFill>
              <a:sym typeface="Huawei Sans" panose="020C0503030203020204" pitchFamily="34" charset="0"/>
            </a:endParaRPr>
          </a:p>
        </p:txBody>
      </p:sp>
      <p:sp>
        <p:nvSpPr>
          <p:cNvPr id="3" name="标题 2"/>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输出割接方案</a:t>
            </a:r>
          </a:p>
        </p:txBody>
      </p:sp>
      <p:sp>
        <p:nvSpPr>
          <p:cNvPr id="60" name="文本占位符 3"/>
          <p:cNvSpPr>
            <a:spLocks noGrp="1"/>
          </p:cNvSpPr>
          <p:nvPr>
            <p:ph type="body" sz="quarter" idx="10"/>
          </p:nvPr>
        </p:nvSpPr>
        <p:spPr bwMode="gray">
          <a:xfrm>
            <a:off x="2153265" y="1047750"/>
            <a:ext cx="9595822" cy="4879805"/>
          </a:xfrm>
        </p:spPr>
        <p:txBody>
          <a:bodyPr/>
          <a:lstStyle/>
          <a:p>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根据调研结果、项目分析结果、技术人员风险评估编写相应的割接方案。</a:t>
            </a:r>
            <a:endParaRPr lang="en-US" altLang="zh-CN" sz="1799"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割接方案中需要将割接前准备阶段、实施阶段、收尾阶段的详细步骤、过程进行明确。</a:t>
            </a:r>
          </a:p>
        </p:txBody>
      </p:sp>
      <p:sp>
        <p:nvSpPr>
          <p:cNvPr id="111" name="isḻïḑe">
            <a:extLst>
              <a:ext uri="{FF2B5EF4-FFF2-40B4-BE49-F238E27FC236}">
                <a16:creationId xmlns:a16="http://schemas.microsoft.com/office/drawing/2014/main" id="{24CBC826-002E-4B71-8291-B729E4BED0E3}"/>
              </a:ext>
            </a:extLst>
          </p:cNvPr>
          <p:cNvSpPr txBox="1"/>
          <p:nvPr/>
        </p:nvSpPr>
        <p:spPr bwMode="gray">
          <a:xfrm>
            <a:off x="836816" y="1593189"/>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pPr algn="l"/>
            <a:r>
              <a:rPr lang="zh-CN" altLang="en-US" sz="1399" dirty="0">
                <a:solidFill>
                  <a:schemeClr val="bg1">
                    <a:lumMod val="65000"/>
                  </a:schemeClr>
                </a:solidFill>
              </a:rPr>
              <a:t>项目调研</a:t>
            </a:r>
            <a:endParaRPr lang="en-US" altLang="zh-CN" sz="1399" dirty="0">
              <a:solidFill>
                <a:schemeClr val="bg1">
                  <a:lumMod val="65000"/>
                </a:schemeClr>
              </a:solidFill>
            </a:endParaRPr>
          </a:p>
        </p:txBody>
      </p:sp>
      <p:sp>
        <p:nvSpPr>
          <p:cNvPr id="112" name="ïšļïďe">
            <a:extLst>
              <a:ext uri="{FF2B5EF4-FFF2-40B4-BE49-F238E27FC236}">
                <a16:creationId xmlns:a16="http://schemas.microsoft.com/office/drawing/2014/main" id="{FB41FAD4-0BA5-4580-B72E-A6BFF22F8784}"/>
              </a:ext>
            </a:extLst>
          </p:cNvPr>
          <p:cNvSpPr txBox="1"/>
          <p:nvPr/>
        </p:nvSpPr>
        <p:spPr bwMode="gray">
          <a:xfrm>
            <a:off x="836816" y="2547720"/>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pPr algn="l"/>
            <a:r>
              <a:rPr lang="zh-CN" altLang="en-US" sz="1399" dirty="0"/>
              <a:t>项目分析</a:t>
            </a:r>
            <a:endParaRPr lang="en-US" altLang="zh-CN" sz="1399" dirty="0"/>
          </a:p>
        </p:txBody>
      </p:sp>
      <p:sp>
        <p:nvSpPr>
          <p:cNvPr id="113" name="ïṧļíḍê">
            <a:extLst>
              <a:ext uri="{FF2B5EF4-FFF2-40B4-BE49-F238E27FC236}">
                <a16:creationId xmlns:a16="http://schemas.microsoft.com/office/drawing/2014/main" id="{D1BCCD92-D45A-41F7-960F-30FC35568CBF}"/>
              </a:ext>
            </a:extLst>
          </p:cNvPr>
          <p:cNvSpPr txBox="1"/>
          <p:nvPr/>
        </p:nvSpPr>
        <p:spPr bwMode="gray">
          <a:xfrm>
            <a:off x="836816" y="3502251"/>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1399" dirty="0">
                <a:solidFill>
                  <a:schemeClr val="bg1">
                    <a:lumMod val="65000"/>
                  </a:schemeClr>
                </a:solidFill>
              </a:rPr>
              <a:t>风险评估</a:t>
            </a:r>
            <a:endParaRPr lang="en-US" altLang="zh-CN" sz="1399" dirty="0">
              <a:solidFill>
                <a:schemeClr val="bg1">
                  <a:lumMod val="65000"/>
                </a:schemeClr>
              </a:solidFill>
            </a:endParaRPr>
          </a:p>
        </p:txBody>
      </p:sp>
      <p:sp>
        <p:nvSpPr>
          <p:cNvPr id="114" name="îş1iḍê">
            <a:extLst>
              <a:ext uri="{FF2B5EF4-FFF2-40B4-BE49-F238E27FC236}">
                <a16:creationId xmlns:a16="http://schemas.microsoft.com/office/drawing/2014/main" id="{F0B068A5-560A-4DB9-9ABC-E179FB4B53B1}"/>
              </a:ext>
            </a:extLst>
          </p:cNvPr>
          <p:cNvSpPr txBox="1"/>
          <p:nvPr/>
        </p:nvSpPr>
        <p:spPr bwMode="gray">
          <a:xfrm>
            <a:off x="836816" y="4456782"/>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00000"/>
              </a:lnSpc>
              <a:spcBef>
                <a:spcPct val="0"/>
              </a:spcBef>
            </a:pPr>
            <a:r>
              <a:rPr lang="zh-CN" altLang="en-US" sz="1399" b="1" dirty="0"/>
              <a:t>输出割接方案</a:t>
            </a:r>
            <a:endParaRPr lang="en-US" altLang="zh-CN" sz="1399" b="1" dirty="0"/>
          </a:p>
        </p:txBody>
      </p:sp>
      <p:sp>
        <p:nvSpPr>
          <p:cNvPr id="115" name="íşḻïďe">
            <a:extLst>
              <a:ext uri="{FF2B5EF4-FFF2-40B4-BE49-F238E27FC236}">
                <a16:creationId xmlns:a16="http://schemas.microsoft.com/office/drawing/2014/main" id="{05246D82-A4F5-42F2-854D-C3D348D160CE}"/>
              </a:ext>
            </a:extLst>
          </p:cNvPr>
          <p:cNvSpPr txBox="1"/>
          <p:nvPr/>
        </p:nvSpPr>
        <p:spPr bwMode="gray">
          <a:xfrm>
            <a:off x="836816" y="5411313"/>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lnSpc>
                <a:spcPct val="100000"/>
              </a:lnSpc>
              <a:spcBef>
                <a:spcPct val="0"/>
              </a:spcBef>
            </a:pPr>
            <a:r>
              <a:rPr lang="zh-CN" altLang="en-US" sz="1399" dirty="0">
                <a:solidFill>
                  <a:schemeClr val="bg1">
                    <a:lumMod val="65000"/>
                  </a:schemeClr>
                </a:solidFill>
              </a:rPr>
              <a:t>方案验证、评审</a:t>
            </a:r>
            <a:endParaRPr lang="en-US" altLang="zh-CN" sz="1399" dirty="0">
              <a:solidFill>
                <a:schemeClr val="bg1">
                  <a:lumMod val="65000"/>
                </a:schemeClr>
              </a:solidFill>
            </a:endParaRPr>
          </a:p>
        </p:txBody>
      </p:sp>
      <p:cxnSp>
        <p:nvCxnSpPr>
          <p:cNvPr id="117" name="直接连接符 116">
            <a:extLst>
              <a:ext uri="{FF2B5EF4-FFF2-40B4-BE49-F238E27FC236}">
                <a16:creationId xmlns:a16="http://schemas.microsoft.com/office/drawing/2014/main" id="{4AA622A8-8183-4782-A4A5-6DF01B92BB53}"/>
              </a:ext>
            </a:extLst>
          </p:cNvPr>
          <p:cNvCxnSpPr/>
          <p:nvPr/>
        </p:nvCxnSpPr>
        <p:spPr bwMode="gray">
          <a:xfrm>
            <a:off x="665266" y="1440793"/>
            <a:ext cx="0" cy="4689414"/>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26" name="iṩ1îdè">
            <a:extLst>
              <a:ext uri="{FF2B5EF4-FFF2-40B4-BE49-F238E27FC236}">
                <a16:creationId xmlns:a16="http://schemas.microsoft.com/office/drawing/2014/main" id="{7F2033B8-3D85-4EBC-B06A-35DC8DC5989D}"/>
              </a:ext>
            </a:extLst>
          </p:cNvPr>
          <p:cNvSpPr/>
          <p:nvPr/>
        </p:nvSpPr>
        <p:spPr bwMode="gray">
          <a:xfrm rot="10800000" flipV="1">
            <a:off x="485337" y="3541849"/>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31" name="íŝlíďé">
            <a:extLst>
              <a:ext uri="{FF2B5EF4-FFF2-40B4-BE49-F238E27FC236}">
                <a16:creationId xmlns:a16="http://schemas.microsoft.com/office/drawing/2014/main" id="{E7C05249-EC6B-4A31-B592-1B7DA1FC1C4D}"/>
              </a:ext>
            </a:extLst>
          </p:cNvPr>
          <p:cNvSpPr/>
          <p:nvPr/>
        </p:nvSpPr>
        <p:spPr bwMode="gray">
          <a:xfrm rot="10800000" flipV="1">
            <a:off x="485337" y="4497026"/>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rgbClr val="56C4D2"/>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799"/>
          </a:p>
        </p:txBody>
      </p:sp>
      <p:grpSp>
        <p:nvGrpSpPr>
          <p:cNvPr id="133" name="组合 132"/>
          <p:cNvGrpSpPr/>
          <p:nvPr/>
        </p:nvGrpSpPr>
        <p:grpSpPr bwMode="gray">
          <a:xfrm>
            <a:off x="485337" y="5452201"/>
            <a:ext cx="359859" cy="359859"/>
            <a:chOff x="8645353" y="1253075"/>
            <a:chExt cx="532084" cy="532082"/>
          </a:xfrm>
        </p:grpSpPr>
        <p:sp>
          <p:nvSpPr>
            <p:cNvPr id="134" name="íṡ1íḋê">
              <a:extLst>
                <a:ext uri="{FF2B5EF4-FFF2-40B4-BE49-F238E27FC236}">
                  <a16:creationId xmlns:a16="http://schemas.microsoft.com/office/drawing/2014/main" id="{87A1502E-FF5A-402F-AE9A-604F51135206}"/>
                </a:ext>
              </a:extLst>
            </p:cNvPr>
            <p:cNvSpPr/>
            <p:nvPr/>
          </p:nvSpPr>
          <p:spPr bwMode="gray">
            <a:xfrm rot="10800000" flipV="1">
              <a:off x="8645353" y="1253075"/>
              <a:ext cx="532084" cy="532082"/>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377" rtl="0" eaLnBrk="1" latinLnBrk="0" hangingPunct="1">
                <a:defRPr sz="1800" kern="1200">
                  <a:solidFill>
                    <a:schemeClr val="lt1"/>
                  </a:solidFill>
                </a:defRPr>
              </a:lvl1pPr>
              <a:lvl2pPr marL="457189" algn="l" defTabSz="914377" rtl="0" eaLnBrk="1" latinLnBrk="0" hangingPunct="1">
                <a:defRPr sz="1800" kern="1200">
                  <a:solidFill>
                    <a:schemeClr val="lt1"/>
                  </a:solidFill>
                </a:defRPr>
              </a:lvl2pPr>
              <a:lvl3pPr marL="914377" algn="l" defTabSz="914377" rtl="0" eaLnBrk="1" latinLnBrk="0" hangingPunct="1">
                <a:defRPr sz="1800" kern="1200">
                  <a:solidFill>
                    <a:schemeClr val="lt1"/>
                  </a:solidFill>
                </a:defRPr>
              </a:lvl3pPr>
              <a:lvl4pPr marL="1371566" algn="l" defTabSz="914377" rtl="0" eaLnBrk="1" latinLnBrk="0" hangingPunct="1">
                <a:defRPr sz="1800" kern="1200">
                  <a:solidFill>
                    <a:schemeClr val="lt1"/>
                  </a:solidFill>
                </a:defRPr>
              </a:lvl4pPr>
              <a:lvl5pPr marL="1828754" algn="l" defTabSz="914377" rtl="0" eaLnBrk="1" latinLnBrk="0" hangingPunct="1">
                <a:defRPr sz="1800" kern="1200">
                  <a:solidFill>
                    <a:schemeClr val="lt1"/>
                  </a:solidFill>
                </a:defRPr>
              </a:lvl5pPr>
              <a:lvl6pPr marL="2285943" algn="l" defTabSz="914377" rtl="0" eaLnBrk="1" latinLnBrk="0" hangingPunct="1">
                <a:defRPr sz="1800" kern="1200">
                  <a:solidFill>
                    <a:schemeClr val="lt1"/>
                  </a:solidFill>
                </a:defRPr>
              </a:lvl6pPr>
              <a:lvl7pPr marL="2743131" algn="l" defTabSz="914377" rtl="0" eaLnBrk="1" latinLnBrk="0" hangingPunct="1">
                <a:defRPr sz="1800" kern="1200">
                  <a:solidFill>
                    <a:schemeClr val="lt1"/>
                  </a:solidFill>
                </a:defRPr>
              </a:lvl7pPr>
              <a:lvl8pPr marL="3200320" algn="l" defTabSz="914377" rtl="0" eaLnBrk="1" latinLnBrk="0" hangingPunct="1">
                <a:defRPr sz="1800" kern="1200">
                  <a:solidFill>
                    <a:schemeClr val="lt1"/>
                  </a:solidFill>
                </a:defRPr>
              </a:lvl8pPr>
              <a:lvl9pPr marL="3657509" algn="l" defTabSz="914377" rtl="0" eaLnBrk="1" latinLnBrk="0" hangingPunct="1">
                <a:defRPr sz="1800" kern="1200">
                  <a:solidFill>
                    <a:schemeClr val="lt1"/>
                  </a:solidFill>
                </a:defRPr>
              </a:lvl9pPr>
            </a:lstStyle>
            <a:p>
              <a:pPr algn="ctr"/>
              <a:endParaRPr sz="1799"/>
            </a:p>
          </p:txBody>
        </p:sp>
        <p:sp>
          <p:nvSpPr>
            <p:cNvPr id="136" name="iṡļidè">
              <a:extLst>
                <a:ext uri="{FF2B5EF4-FFF2-40B4-BE49-F238E27FC236}">
                  <a16:creationId xmlns:a16="http://schemas.microsoft.com/office/drawing/2014/main" id="{D2F2F0A0-455D-459F-90E5-A8674554530D}"/>
                </a:ext>
              </a:extLst>
            </p:cNvPr>
            <p:cNvSpPr/>
            <p:nvPr/>
          </p:nvSpPr>
          <p:spPr bwMode="gray">
            <a:xfrm>
              <a:off x="8806407" y="1420044"/>
              <a:ext cx="235733" cy="198142"/>
            </a:xfrm>
            <a:custGeom>
              <a:avLst/>
              <a:gdLst>
                <a:gd name="connsiteX0" fmla="*/ 536415 w 607227"/>
                <a:gd name="connsiteY0" fmla="*/ 12631 h 510399"/>
                <a:gd name="connsiteX1" fmla="*/ 557192 w 607227"/>
                <a:gd name="connsiteY1" fmla="*/ 21221 h 510399"/>
                <a:gd name="connsiteX2" fmla="*/ 598584 w 607227"/>
                <a:gd name="connsiteY2" fmla="*/ 62633 h 510399"/>
                <a:gd name="connsiteX3" fmla="*/ 598584 w 607227"/>
                <a:gd name="connsiteY3" fmla="*/ 104044 h 510399"/>
                <a:gd name="connsiteX4" fmla="*/ 511175 w 607227"/>
                <a:gd name="connsiteY4" fmla="*/ 191324 h 510399"/>
                <a:gd name="connsiteX5" fmla="*/ 444948 w 607227"/>
                <a:gd name="connsiteY5" fmla="*/ 257453 h 510399"/>
                <a:gd name="connsiteX6" fmla="*/ 339441 w 607227"/>
                <a:gd name="connsiteY6" fmla="*/ 362805 h 510399"/>
                <a:gd name="connsiteX7" fmla="*/ 297968 w 607227"/>
                <a:gd name="connsiteY7" fmla="*/ 404217 h 510399"/>
                <a:gd name="connsiteX8" fmla="*/ 277191 w 607227"/>
                <a:gd name="connsiteY8" fmla="*/ 412807 h 510399"/>
                <a:gd name="connsiteX9" fmla="*/ 256495 w 607227"/>
                <a:gd name="connsiteY9" fmla="*/ 404217 h 510399"/>
                <a:gd name="connsiteX10" fmla="*/ 215023 w 607227"/>
                <a:gd name="connsiteY10" fmla="*/ 362805 h 510399"/>
                <a:gd name="connsiteX11" fmla="*/ 138814 w 607227"/>
                <a:gd name="connsiteY11" fmla="*/ 286790 h 510399"/>
                <a:gd name="connsiteX12" fmla="*/ 138814 w 607227"/>
                <a:gd name="connsiteY12" fmla="*/ 245378 h 510399"/>
                <a:gd name="connsiteX13" fmla="*/ 180286 w 607227"/>
                <a:gd name="connsiteY13" fmla="*/ 203967 h 510399"/>
                <a:gd name="connsiteX14" fmla="*/ 201063 w 607227"/>
                <a:gd name="connsiteY14" fmla="*/ 195376 h 510399"/>
                <a:gd name="connsiteX15" fmla="*/ 221759 w 607227"/>
                <a:gd name="connsiteY15" fmla="*/ 203967 h 510399"/>
                <a:gd name="connsiteX16" fmla="*/ 277191 w 607227"/>
                <a:gd name="connsiteY16" fmla="*/ 259317 h 510399"/>
                <a:gd name="connsiteX17" fmla="*/ 444948 w 607227"/>
                <a:gd name="connsiteY17" fmla="*/ 91807 h 510399"/>
                <a:gd name="connsiteX18" fmla="*/ 503951 w 607227"/>
                <a:gd name="connsiteY18" fmla="*/ 32891 h 510399"/>
                <a:gd name="connsiteX19" fmla="*/ 515719 w 607227"/>
                <a:gd name="connsiteY19" fmla="*/ 21221 h 510399"/>
                <a:gd name="connsiteX20" fmla="*/ 536415 w 607227"/>
                <a:gd name="connsiteY20" fmla="*/ 12631 h 510399"/>
                <a:gd name="connsiteX21" fmla="*/ 61847 w 607227"/>
                <a:gd name="connsiteY21" fmla="*/ 0 h 510399"/>
                <a:gd name="connsiteX22" fmla="*/ 449328 w 607227"/>
                <a:gd name="connsiteY22" fmla="*/ 0 h 510399"/>
                <a:gd name="connsiteX23" fmla="*/ 491858 w 607227"/>
                <a:gd name="connsiteY23" fmla="*/ 17019 h 510399"/>
                <a:gd name="connsiteX24" fmla="*/ 442591 w 607227"/>
                <a:gd name="connsiteY24" fmla="*/ 66130 h 510399"/>
                <a:gd name="connsiteX25" fmla="*/ 66230 w 607227"/>
                <a:gd name="connsiteY25" fmla="*/ 66130 h 510399"/>
                <a:gd name="connsiteX26" fmla="*/ 66230 w 607227"/>
                <a:gd name="connsiteY26" fmla="*/ 444269 h 510399"/>
                <a:gd name="connsiteX27" fmla="*/ 444945 w 607227"/>
                <a:gd name="connsiteY27" fmla="*/ 444269 h 510399"/>
                <a:gd name="connsiteX28" fmla="*/ 444945 w 607227"/>
                <a:gd name="connsiteY28" fmla="*/ 285590 h 510399"/>
                <a:gd name="connsiteX29" fmla="*/ 511175 w 607227"/>
                <a:gd name="connsiteY29" fmla="*/ 219460 h 510399"/>
                <a:gd name="connsiteX30" fmla="*/ 511175 w 607227"/>
                <a:gd name="connsiteY30" fmla="*/ 448645 h 510399"/>
                <a:gd name="connsiteX31" fmla="*/ 449328 w 607227"/>
                <a:gd name="connsiteY31" fmla="*/ 510399 h 510399"/>
                <a:gd name="connsiteX32" fmla="*/ 61847 w 607227"/>
                <a:gd name="connsiteY32" fmla="*/ 510399 h 510399"/>
                <a:gd name="connsiteX33" fmla="*/ 0 w 607227"/>
                <a:gd name="connsiteY33" fmla="*/ 448645 h 510399"/>
                <a:gd name="connsiteX34" fmla="*/ 0 w 607227"/>
                <a:gd name="connsiteY34" fmla="*/ 61673 h 510399"/>
                <a:gd name="connsiteX35" fmla="*/ 61847 w 607227"/>
                <a:gd name="connsiteY35" fmla="*/ 0 h 51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7227" h="510399">
                  <a:moveTo>
                    <a:pt x="536415" y="12631"/>
                  </a:moveTo>
                  <a:cubicBezTo>
                    <a:pt x="543882" y="12631"/>
                    <a:pt x="551430" y="15467"/>
                    <a:pt x="557192" y="21221"/>
                  </a:cubicBezTo>
                  <a:lnTo>
                    <a:pt x="598584" y="62633"/>
                  </a:lnTo>
                  <a:cubicBezTo>
                    <a:pt x="610108" y="74059"/>
                    <a:pt x="610108" y="92618"/>
                    <a:pt x="598584" y="104044"/>
                  </a:cubicBezTo>
                  <a:lnTo>
                    <a:pt x="511175" y="191324"/>
                  </a:lnTo>
                  <a:lnTo>
                    <a:pt x="444948" y="257453"/>
                  </a:lnTo>
                  <a:lnTo>
                    <a:pt x="339441" y="362805"/>
                  </a:lnTo>
                  <a:lnTo>
                    <a:pt x="297968" y="404217"/>
                  </a:lnTo>
                  <a:cubicBezTo>
                    <a:pt x="292206" y="409971"/>
                    <a:pt x="284739" y="412807"/>
                    <a:pt x="277191" y="412807"/>
                  </a:cubicBezTo>
                  <a:cubicBezTo>
                    <a:pt x="269724" y="412807"/>
                    <a:pt x="262177" y="409971"/>
                    <a:pt x="256495" y="404217"/>
                  </a:cubicBezTo>
                  <a:lnTo>
                    <a:pt x="215023" y="362805"/>
                  </a:lnTo>
                  <a:lnTo>
                    <a:pt x="138814" y="286790"/>
                  </a:lnTo>
                  <a:cubicBezTo>
                    <a:pt x="127370" y="275363"/>
                    <a:pt x="127370" y="256805"/>
                    <a:pt x="138814" y="245378"/>
                  </a:cubicBezTo>
                  <a:lnTo>
                    <a:pt x="180286" y="203967"/>
                  </a:lnTo>
                  <a:cubicBezTo>
                    <a:pt x="186049" y="198213"/>
                    <a:pt x="193515" y="195376"/>
                    <a:pt x="201063" y="195376"/>
                  </a:cubicBezTo>
                  <a:cubicBezTo>
                    <a:pt x="208530" y="195376"/>
                    <a:pt x="215997" y="198213"/>
                    <a:pt x="221759" y="203967"/>
                  </a:cubicBezTo>
                  <a:lnTo>
                    <a:pt x="277191" y="259317"/>
                  </a:lnTo>
                  <a:lnTo>
                    <a:pt x="444948" y="91807"/>
                  </a:lnTo>
                  <a:lnTo>
                    <a:pt x="503951" y="32891"/>
                  </a:lnTo>
                  <a:lnTo>
                    <a:pt x="515719" y="21221"/>
                  </a:lnTo>
                  <a:cubicBezTo>
                    <a:pt x="521401" y="15467"/>
                    <a:pt x="528949" y="12631"/>
                    <a:pt x="536415" y="12631"/>
                  </a:cubicBezTo>
                  <a:close/>
                  <a:moveTo>
                    <a:pt x="61847" y="0"/>
                  </a:moveTo>
                  <a:lnTo>
                    <a:pt x="449328" y="0"/>
                  </a:lnTo>
                  <a:cubicBezTo>
                    <a:pt x="465804" y="0"/>
                    <a:pt x="480738" y="6483"/>
                    <a:pt x="491858" y="17019"/>
                  </a:cubicBezTo>
                  <a:lnTo>
                    <a:pt x="442591" y="66130"/>
                  </a:lnTo>
                  <a:lnTo>
                    <a:pt x="66230" y="66130"/>
                  </a:lnTo>
                  <a:lnTo>
                    <a:pt x="66230" y="444269"/>
                  </a:lnTo>
                  <a:lnTo>
                    <a:pt x="444945" y="444269"/>
                  </a:lnTo>
                  <a:lnTo>
                    <a:pt x="444945" y="285590"/>
                  </a:lnTo>
                  <a:lnTo>
                    <a:pt x="511175" y="219460"/>
                  </a:lnTo>
                  <a:lnTo>
                    <a:pt x="511175" y="448645"/>
                  </a:lnTo>
                  <a:cubicBezTo>
                    <a:pt x="511175" y="482683"/>
                    <a:pt x="483417" y="510399"/>
                    <a:pt x="449328" y="510399"/>
                  </a:cubicBezTo>
                  <a:lnTo>
                    <a:pt x="61847" y="510399"/>
                  </a:lnTo>
                  <a:cubicBezTo>
                    <a:pt x="27758" y="510399"/>
                    <a:pt x="0" y="482683"/>
                    <a:pt x="0" y="448645"/>
                  </a:cubicBezTo>
                  <a:lnTo>
                    <a:pt x="0" y="61673"/>
                  </a:lnTo>
                  <a:cubicBezTo>
                    <a:pt x="0" y="27635"/>
                    <a:pt x="27758" y="0"/>
                    <a:pt x="61847" y="0"/>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sz="1799"/>
            </a:p>
          </p:txBody>
        </p:sp>
      </p:grpSp>
      <p:sp>
        <p:nvSpPr>
          <p:cNvPr id="140" name="cloud-computing_161788"/>
          <p:cNvSpPr>
            <a:spLocks noChangeAspect="1"/>
          </p:cNvSpPr>
          <p:nvPr/>
        </p:nvSpPr>
        <p:spPr bwMode="gray">
          <a:xfrm>
            <a:off x="566012" y="1712329"/>
            <a:ext cx="198513" cy="198190"/>
          </a:xfrm>
          <a:custGeom>
            <a:avLst/>
            <a:gdLst>
              <a:gd name="connsiteX0" fmla="*/ 46142 w 606580"/>
              <a:gd name="connsiteY0" fmla="*/ 341782 h 605592"/>
              <a:gd name="connsiteX1" fmla="*/ 46142 w 606580"/>
              <a:gd name="connsiteY1" fmla="*/ 468218 h 605592"/>
              <a:gd name="connsiteX2" fmla="*/ 251785 w 606580"/>
              <a:gd name="connsiteY2" fmla="*/ 468218 h 605592"/>
              <a:gd name="connsiteX3" fmla="*/ 251785 w 606580"/>
              <a:gd name="connsiteY3" fmla="*/ 341782 h 605592"/>
              <a:gd name="connsiteX4" fmla="*/ 0 w 606580"/>
              <a:gd name="connsiteY4" fmla="*/ 297010 h 605592"/>
              <a:gd name="connsiteX5" fmla="*/ 297927 w 606580"/>
              <a:gd name="connsiteY5" fmla="*/ 297010 h 605592"/>
              <a:gd name="connsiteX6" fmla="*/ 297927 w 606580"/>
              <a:gd name="connsiteY6" fmla="*/ 512433 h 605592"/>
              <a:gd name="connsiteX7" fmla="*/ 197844 w 606580"/>
              <a:gd name="connsiteY7" fmla="*/ 512433 h 605592"/>
              <a:gd name="connsiteX8" fmla="*/ 207128 w 606580"/>
              <a:gd name="connsiteY8" fmla="*/ 562860 h 605592"/>
              <a:gd name="connsiteX9" fmla="*/ 237766 w 606580"/>
              <a:gd name="connsiteY9" fmla="*/ 562860 h 605592"/>
              <a:gd name="connsiteX10" fmla="*/ 237766 w 606580"/>
              <a:gd name="connsiteY10" fmla="*/ 605592 h 605592"/>
              <a:gd name="connsiteX11" fmla="*/ 60625 w 606580"/>
              <a:gd name="connsiteY11" fmla="*/ 605592 h 605592"/>
              <a:gd name="connsiteX12" fmla="*/ 60625 w 606580"/>
              <a:gd name="connsiteY12" fmla="*/ 562860 h 605592"/>
              <a:gd name="connsiteX13" fmla="*/ 90891 w 606580"/>
              <a:gd name="connsiteY13" fmla="*/ 562860 h 605592"/>
              <a:gd name="connsiteX14" fmla="*/ 100176 w 606580"/>
              <a:gd name="connsiteY14" fmla="*/ 512433 h 605592"/>
              <a:gd name="connsiteX15" fmla="*/ 0 w 606580"/>
              <a:gd name="connsiteY15" fmla="*/ 512433 h 605592"/>
              <a:gd name="connsiteX16" fmla="*/ 440020 w 606580"/>
              <a:gd name="connsiteY16" fmla="*/ 278733 h 605592"/>
              <a:gd name="connsiteX17" fmla="*/ 453483 w 606580"/>
              <a:gd name="connsiteY17" fmla="*/ 292178 h 605592"/>
              <a:gd name="connsiteX18" fmla="*/ 453483 w 606580"/>
              <a:gd name="connsiteY18" fmla="*/ 415781 h 605592"/>
              <a:gd name="connsiteX19" fmla="*/ 440484 w 606580"/>
              <a:gd name="connsiteY19" fmla="*/ 429319 h 605592"/>
              <a:gd name="connsiteX20" fmla="*/ 354788 w 606580"/>
              <a:gd name="connsiteY20" fmla="*/ 429319 h 605592"/>
              <a:gd name="connsiteX21" fmla="*/ 341325 w 606580"/>
              <a:gd name="connsiteY21" fmla="*/ 415781 h 605592"/>
              <a:gd name="connsiteX22" fmla="*/ 354788 w 606580"/>
              <a:gd name="connsiteY22" fmla="*/ 402336 h 605592"/>
              <a:gd name="connsiteX23" fmla="*/ 426465 w 606580"/>
              <a:gd name="connsiteY23" fmla="*/ 402336 h 605592"/>
              <a:gd name="connsiteX24" fmla="*/ 426465 w 606580"/>
              <a:gd name="connsiteY24" fmla="*/ 292178 h 605592"/>
              <a:gd name="connsiteX25" fmla="*/ 440020 w 606580"/>
              <a:gd name="connsiteY25" fmla="*/ 278733 h 605592"/>
              <a:gd name="connsiteX26" fmla="*/ 410109 w 606580"/>
              <a:gd name="connsiteY26" fmla="*/ 0 h 605592"/>
              <a:gd name="connsiteX27" fmla="*/ 485782 w 606580"/>
              <a:gd name="connsiteY27" fmla="*/ 36057 h 605592"/>
              <a:gd name="connsiteX28" fmla="*/ 542328 w 606580"/>
              <a:gd name="connsiteY28" fmla="*/ 52185 h 605592"/>
              <a:gd name="connsiteX29" fmla="*/ 562291 w 606580"/>
              <a:gd name="connsiteY29" fmla="*/ 103350 h 605592"/>
              <a:gd name="connsiteX30" fmla="*/ 606580 w 606580"/>
              <a:gd name="connsiteY30" fmla="*/ 168697 h 605592"/>
              <a:gd name="connsiteX31" fmla="*/ 536293 w 606580"/>
              <a:gd name="connsiteY31" fmla="*/ 238864 h 605592"/>
              <a:gd name="connsiteX32" fmla="*/ 311502 w 606580"/>
              <a:gd name="connsiteY32" fmla="*/ 238864 h 605592"/>
              <a:gd name="connsiteX33" fmla="*/ 241122 w 606580"/>
              <a:gd name="connsiteY33" fmla="*/ 168697 h 605592"/>
              <a:gd name="connsiteX34" fmla="*/ 311502 w 606580"/>
              <a:gd name="connsiteY34" fmla="*/ 98530 h 605592"/>
              <a:gd name="connsiteX35" fmla="*/ 410109 w 606580"/>
              <a:gd name="connsiteY35"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6580" h="605592">
                <a:moveTo>
                  <a:pt x="46142" y="341782"/>
                </a:moveTo>
                <a:lnTo>
                  <a:pt x="46142" y="468218"/>
                </a:lnTo>
                <a:lnTo>
                  <a:pt x="251785" y="468218"/>
                </a:lnTo>
                <a:lnTo>
                  <a:pt x="251785" y="341782"/>
                </a:lnTo>
                <a:close/>
                <a:moveTo>
                  <a:pt x="0" y="297010"/>
                </a:moveTo>
                <a:lnTo>
                  <a:pt x="297927" y="297010"/>
                </a:lnTo>
                <a:lnTo>
                  <a:pt x="297927" y="512433"/>
                </a:lnTo>
                <a:lnTo>
                  <a:pt x="197844" y="512433"/>
                </a:lnTo>
                <a:lnTo>
                  <a:pt x="207128" y="562860"/>
                </a:lnTo>
                <a:lnTo>
                  <a:pt x="237766" y="562860"/>
                </a:lnTo>
                <a:lnTo>
                  <a:pt x="237766" y="605592"/>
                </a:lnTo>
                <a:lnTo>
                  <a:pt x="60625" y="605592"/>
                </a:lnTo>
                <a:lnTo>
                  <a:pt x="60625" y="562860"/>
                </a:lnTo>
                <a:lnTo>
                  <a:pt x="90891" y="562860"/>
                </a:lnTo>
                <a:lnTo>
                  <a:pt x="100176" y="512433"/>
                </a:lnTo>
                <a:lnTo>
                  <a:pt x="0" y="512433"/>
                </a:lnTo>
                <a:close/>
                <a:moveTo>
                  <a:pt x="440020" y="278733"/>
                </a:moveTo>
                <a:cubicBezTo>
                  <a:pt x="447634" y="278733"/>
                  <a:pt x="453483" y="285038"/>
                  <a:pt x="453483" y="292178"/>
                </a:cubicBezTo>
                <a:lnTo>
                  <a:pt x="453483" y="415781"/>
                </a:lnTo>
                <a:cubicBezTo>
                  <a:pt x="453947" y="423477"/>
                  <a:pt x="447634" y="429319"/>
                  <a:pt x="440484" y="429319"/>
                </a:cubicBezTo>
                <a:lnTo>
                  <a:pt x="354788" y="429319"/>
                </a:lnTo>
                <a:cubicBezTo>
                  <a:pt x="347174" y="429319"/>
                  <a:pt x="341325" y="423014"/>
                  <a:pt x="341325" y="415781"/>
                </a:cubicBezTo>
                <a:cubicBezTo>
                  <a:pt x="341325" y="408641"/>
                  <a:pt x="347639" y="402336"/>
                  <a:pt x="354788" y="402336"/>
                </a:cubicBezTo>
                <a:lnTo>
                  <a:pt x="426465" y="402336"/>
                </a:lnTo>
                <a:lnTo>
                  <a:pt x="426465" y="292178"/>
                </a:lnTo>
                <a:cubicBezTo>
                  <a:pt x="426465" y="284482"/>
                  <a:pt x="432778" y="278733"/>
                  <a:pt x="440020" y="278733"/>
                </a:cubicBezTo>
                <a:close/>
                <a:moveTo>
                  <a:pt x="410109" y="0"/>
                </a:moveTo>
                <a:cubicBezTo>
                  <a:pt x="440935" y="0"/>
                  <a:pt x="468419" y="13996"/>
                  <a:pt x="485782" y="36057"/>
                </a:cubicBezTo>
                <a:cubicBezTo>
                  <a:pt x="508530" y="30495"/>
                  <a:pt x="531000" y="41247"/>
                  <a:pt x="542328" y="52185"/>
                </a:cubicBezTo>
                <a:cubicBezTo>
                  <a:pt x="554584" y="63771"/>
                  <a:pt x="562940" y="81197"/>
                  <a:pt x="562291" y="103350"/>
                </a:cubicBezTo>
                <a:cubicBezTo>
                  <a:pt x="588289" y="113917"/>
                  <a:pt x="606580" y="138943"/>
                  <a:pt x="606580" y="168697"/>
                </a:cubicBezTo>
                <a:cubicBezTo>
                  <a:pt x="606580" y="207627"/>
                  <a:pt x="574825" y="238864"/>
                  <a:pt x="536293" y="238864"/>
                </a:cubicBezTo>
                <a:lnTo>
                  <a:pt x="311502" y="238864"/>
                </a:lnTo>
                <a:cubicBezTo>
                  <a:pt x="272505" y="238864"/>
                  <a:pt x="241122" y="207627"/>
                  <a:pt x="241122" y="168697"/>
                </a:cubicBezTo>
                <a:cubicBezTo>
                  <a:pt x="241122" y="129767"/>
                  <a:pt x="272970" y="98530"/>
                  <a:pt x="311502" y="98530"/>
                </a:cubicBezTo>
                <a:cubicBezTo>
                  <a:pt x="311502" y="44213"/>
                  <a:pt x="355792" y="0"/>
                  <a:pt x="410109" y="0"/>
                </a:cubicBezTo>
                <a:close/>
              </a:path>
            </a:pathLst>
          </a:custGeom>
          <a:solidFill>
            <a:schemeClr val="bg1"/>
          </a:solidFill>
          <a:ln>
            <a:noFill/>
          </a:ln>
        </p:spPr>
      </p:sp>
      <p:sp>
        <p:nvSpPr>
          <p:cNvPr id="143" name="iṡ1ïdé">
            <a:extLst>
              <a:ext uri="{FF2B5EF4-FFF2-40B4-BE49-F238E27FC236}">
                <a16:creationId xmlns:a16="http://schemas.microsoft.com/office/drawing/2014/main" id="{3FC487D0-A815-4107-8A36-7C156E98B5FA}"/>
              </a:ext>
            </a:extLst>
          </p:cNvPr>
          <p:cNvSpPr/>
          <p:nvPr/>
        </p:nvSpPr>
        <p:spPr bwMode="gray">
          <a:xfrm rot="10800000" flipV="1">
            <a:off x="485337" y="2586672"/>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grpSp>
        <p:nvGrpSpPr>
          <p:cNvPr id="2" name="组合 1"/>
          <p:cNvGrpSpPr/>
          <p:nvPr/>
        </p:nvGrpSpPr>
        <p:grpSpPr bwMode="gray">
          <a:xfrm>
            <a:off x="485336" y="1602932"/>
            <a:ext cx="359859" cy="359859"/>
            <a:chOff x="2491530" y="2773952"/>
            <a:chExt cx="360000" cy="360000"/>
          </a:xfrm>
        </p:grpSpPr>
        <p:sp>
          <p:nvSpPr>
            <p:cNvPr id="146" name="íṩlíḓê">
              <a:extLst>
                <a:ext uri="{FF2B5EF4-FFF2-40B4-BE49-F238E27FC236}">
                  <a16:creationId xmlns:a16="http://schemas.microsoft.com/office/drawing/2014/main" id="{FBC6DF09-FCD2-4E57-B557-9F103A335C85}"/>
                </a:ext>
              </a:extLst>
            </p:cNvPr>
            <p:cNvSpPr/>
            <p:nvPr/>
          </p:nvSpPr>
          <p:spPr bwMode="gray">
            <a:xfrm rot="10800000" flipV="1">
              <a:off x="2491530" y="2773952"/>
              <a:ext cx="360000" cy="3600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45" name="stack-of-books-and-a-magnifier_67996"/>
            <p:cNvSpPr>
              <a:spLocks noChangeAspect="1"/>
            </p:cNvSpPr>
            <p:nvPr/>
          </p:nvSpPr>
          <p:spPr bwMode="gray">
            <a:xfrm>
              <a:off x="2556515" y="2843865"/>
              <a:ext cx="230028" cy="234756"/>
            </a:xfrm>
            <a:custGeom>
              <a:avLst/>
              <a:gdLst>
                <a:gd name="connsiteX0" fmla="*/ 359573 w 594302"/>
                <a:gd name="connsiteY0" fmla="*/ 276018 h 606516"/>
                <a:gd name="connsiteX1" fmla="*/ 291512 w 594302"/>
                <a:gd name="connsiteY1" fmla="*/ 304169 h 606516"/>
                <a:gd name="connsiteX2" fmla="*/ 291512 w 594302"/>
                <a:gd name="connsiteY2" fmla="*/ 440091 h 606516"/>
                <a:gd name="connsiteX3" fmla="*/ 427633 w 594302"/>
                <a:gd name="connsiteY3" fmla="*/ 440091 h 606516"/>
                <a:gd name="connsiteX4" fmla="*/ 427633 w 594302"/>
                <a:gd name="connsiteY4" fmla="*/ 304169 h 606516"/>
                <a:gd name="connsiteX5" fmla="*/ 359573 w 594302"/>
                <a:gd name="connsiteY5" fmla="*/ 276018 h 606516"/>
                <a:gd name="connsiteX6" fmla="*/ 359573 w 594302"/>
                <a:gd name="connsiteY6" fmla="*/ 238356 h 606516"/>
                <a:gd name="connsiteX7" fmla="*/ 454366 w 594302"/>
                <a:gd name="connsiteY7" fmla="*/ 277476 h 606516"/>
                <a:gd name="connsiteX8" fmla="*/ 476080 w 594302"/>
                <a:gd name="connsiteY8" fmla="*/ 438353 h 606516"/>
                <a:gd name="connsiteX9" fmla="*/ 583932 w 594302"/>
                <a:gd name="connsiteY9" fmla="*/ 546047 h 606516"/>
                <a:gd name="connsiteX10" fmla="*/ 583932 w 594302"/>
                <a:gd name="connsiteY10" fmla="*/ 596161 h 606516"/>
                <a:gd name="connsiteX11" fmla="*/ 533847 w 594302"/>
                <a:gd name="connsiteY11" fmla="*/ 596161 h 606516"/>
                <a:gd name="connsiteX12" fmla="*/ 425892 w 594302"/>
                <a:gd name="connsiteY12" fmla="*/ 488364 h 606516"/>
                <a:gd name="connsiteX13" fmla="*/ 264779 w 594302"/>
                <a:gd name="connsiteY13" fmla="*/ 466785 h 606516"/>
                <a:gd name="connsiteX14" fmla="*/ 264779 w 594302"/>
                <a:gd name="connsiteY14" fmla="*/ 277476 h 606516"/>
                <a:gd name="connsiteX15" fmla="*/ 359573 w 594302"/>
                <a:gd name="connsiteY15" fmla="*/ 238356 h 606516"/>
                <a:gd name="connsiteX16" fmla="*/ 139917 w 594302"/>
                <a:gd name="connsiteY16" fmla="*/ 43060 h 606516"/>
                <a:gd name="connsiteX17" fmla="*/ 114822 w 594302"/>
                <a:gd name="connsiteY17" fmla="*/ 68017 h 606516"/>
                <a:gd name="connsiteX18" fmla="*/ 114822 w 594302"/>
                <a:gd name="connsiteY18" fmla="*/ 145137 h 606516"/>
                <a:gd name="connsiteX19" fmla="*/ 139917 w 594302"/>
                <a:gd name="connsiteY19" fmla="*/ 170094 h 606516"/>
                <a:gd name="connsiteX20" fmla="*/ 461952 w 594302"/>
                <a:gd name="connsiteY20" fmla="*/ 170094 h 606516"/>
                <a:gd name="connsiteX21" fmla="*/ 461952 w 594302"/>
                <a:gd name="connsiteY21" fmla="*/ 128056 h 606516"/>
                <a:gd name="connsiteX22" fmla="*/ 322957 w 594302"/>
                <a:gd name="connsiteY22" fmla="*/ 128056 h 606516"/>
                <a:gd name="connsiteX23" fmla="*/ 301344 w 594302"/>
                <a:gd name="connsiteY23" fmla="*/ 106577 h 606516"/>
                <a:gd name="connsiteX24" fmla="*/ 322957 w 594302"/>
                <a:gd name="connsiteY24" fmla="*/ 85098 h 606516"/>
                <a:gd name="connsiteX25" fmla="*/ 461952 w 594302"/>
                <a:gd name="connsiteY25" fmla="*/ 85098 h 606516"/>
                <a:gd name="connsiteX26" fmla="*/ 461952 w 594302"/>
                <a:gd name="connsiteY26" fmla="*/ 43060 h 606516"/>
                <a:gd name="connsiteX27" fmla="*/ 139917 w 594302"/>
                <a:gd name="connsiteY27" fmla="*/ 0 h 606516"/>
                <a:gd name="connsiteX28" fmla="*/ 511117 w 594302"/>
                <a:gd name="connsiteY28" fmla="*/ 0 h 606516"/>
                <a:gd name="connsiteX29" fmla="*/ 532627 w 594302"/>
                <a:gd name="connsiteY29" fmla="*/ 21479 h 606516"/>
                <a:gd name="connsiteX30" fmla="*/ 511117 w 594302"/>
                <a:gd name="connsiteY30" fmla="*/ 43060 h 606516"/>
                <a:gd name="connsiteX31" fmla="*/ 505074 w 594302"/>
                <a:gd name="connsiteY31" fmla="*/ 43060 h 606516"/>
                <a:gd name="connsiteX32" fmla="*/ 505074 w 594302"/>
                <a:gd name="connsiteY32" fmla="*/ 170094 h 606516"/>
                <a:gd name="connsiteX33" fmla="*/ 511117 w 594302"/>
                <a:gd name="connsiteY33" fmla="*/ 170094 h 606516"/>
                <a:gd name="connsiteX34" fmla="*/ 532627 w 594302"/>
                <a:gd name="connsiteY34" fmla="*/ 191675 h 606516"/>
                <a:gd name="connsiteX35" fmla="*/ 511117 w 594302"/>
                <a:gd name="connsiteY35" fmla="*/ 213155 h 606516"/>
                <a:gd name="connsiteX36" fmla="*/ 456011 w 594302"/>
                <a:gd name="connsiteY36" fmla="*/ 213155 h 606516"/>
                <a:gd name="connsiteX37" fmla="*/ 460825 w 594302"/>
                <a:gd name="connsiteY37" fmla="*/ 238111 h 606516"/>
                <a:gd name="connsiteX38" fmla="*/ 460825 w 594302"/>
                <a:gd name="connsiteY38" fmla="*/ 256829 h 606516"/>
                <a:gd name="connsiteX39" fmla="*/ 416576 w 594302"/>
                <a:gd name="connsiteY39" fmla="*/ 230645 h 606516"/>
                <a:gd name="connsiteX40" fmla="*/ 392710 w 594302"/>
                <a:gd name="connsiteY40" fmla="*/ 213155 h 606516"/>
                <a:gd name="connsiteX41" fmla="*/ 139917 w 594302"/>
                <a:gd name="connsiteY41" fmla="*/ 213155 h 606516"/>
                <a:gd name="connsiteX42" fmla="*/ 70675 w 594302"/>
                <a:gd name="connsiteY42" fmla="*/ 213155 h 606516"/>
                <a:gd name="connsiteX43" fmla="*/ 70675 w 594302"/>
                <a:gd name="connsiteY43" fmla="*/ 255192 h 606516"/>
                <a:gd name="connsiteX44" fmla="*/ 209670 w 594302"/>
                <a:gd name="connsiteY44" fmla="*/ 255192 h 606516"/>
                <a:gd name="connsiteX45" fmla="*/ 231181 w 594302"/>
                <a:gd name="connsiteY45" fmla="*/ 276671 h 606516"/>
                <a:gd name="connsiteX46" fmla="*/ 209670 w 594302"/>
                <a:gd name="connsiteY46" fmla="*/ 298253 h 606516"/>
                <a:gd name="connsiteX47" fmla="*/ 70675 w 594302"/>
                <a:gd name="connsiteY47" fmla="*/ 298253 h 606516"/>
                <a:gd name="connsiteX48" fmla="*/ 70675 w 594302"/>
                <a:gd name="connsiteY48" fmla="*/ 340291 h 606516"/>
                <a:gd name="connsiteX49" fmla="*/ 211207 w 594302"/>
                <a:gd name="connsiteY49" fmla="*/ 340291 h 606516"/>
                <a:gd name="connsiteX50" fmla="*/ 207519 w 594302"/>
                <a:gd name="connsiteY50" fmla="*/ 374146 h 606516"/>
                <a:gd name="connsiteX51" fmla="*/ 207827 w 594302"/>
                <a:gd name="connsiteY51" fmla="*/ 383249 h 606516"/>
                <a:gd name="connsiteX52" fmla="*/ 139917 w 594302"/>
                <a:gd name="connsiteY52" fmla="*/ 383249 h 606516"/>
                <a:gd name="connsiteX53" fmla="*/ 114822 w 594302"/>
                <a:gd name="connsiteY53" fmla="*/ 408308 h 606516"/>
                <a:gd name="connsiteX54" fmla="*/ 114822 w 594302"/>
                <a:gd name="connsiteY54" fmla="*/ 485428 h 606516"/>
                <a:gd name="connsiteX55" fmla="*/ 139917 w 594302"/>
                <a:gd name="connsiteY55" fmla="*/ 510385 h 606516"/>
                <a:gd name="connsiteX56" fmla="*/ 290180 w 594302"/>
                <a:gd name="connsiteY56" fmla="*/ 510385 h 606516"/>
                <a:gd name="connsiteX57" fmla="*/ 361367 w 594302"/>
                <a:gd name="connsiteY57" fmla="*/ 527670 h 606516"/>
                <a:gd name="connsiteX58" fmla="*/ 413093 w 594302"/>
                <a:gd name="connsiteY58" fmla="*/ 518772 h 606516"/>
                <a:gd name="connsiteX59" fmla="*/ 447817 w 594302"/>
                <a:gd name="connsiteY59" fmla="*/ 553445 h 606516"/>
                <a:gd name="connsiteX60" fmla="*/ 139917 w 594302"/>
                <a:gd name="connsiteY60" fmla="*/ 553445 h 606516"/>
                <a:gd name="connsiteX61" fmla="*/ 71802 w 594302"/>
                <a:gd name="connsiteY61" fmla="*/ 485428 h 606516"/>
                <a:gd name="connsiteX62" fmla="*/ 71802 w 594302"/>
                <a:gd name="connsiteY62" fmla="*/ 408205 h 606516"/>
                <a:gd name="connsiteX63" fmla="*/ 76514 w 594302"/>
                <a:gd name="connsiteY63" fmla="*/ 383249 h 606516"/>
                <a:gd name="connsiteX64" fmla="*/ 21510 w 594302"/>
                <a:gd name="connsiteY64" fmla="*/ 383249 h 606516"/>
                <a:gd name="connsiteX65" fmla="*/ 0 w 594302"/>
                <a:gd name="connsiteY65" fmla="*/ 361770 h 606516"/>
                <a:gd name="connsiteX66" fmla="*/ 21510 w 594302"/>
                <a:gd name="connsiteY66" fmla="*/ 340291 h 606516"/>
                <a:gd name="connsiteX67" fmla="*/ 27553 w 594302"/>
                <a:gd name="connsiteY67" fmla="*/ 340291 h 606516"/>
                <a:gd name="connsiteX68" fmla="*/ 27553 w 594302"/>
                <a:gd name="connsiteY68" fmla="*/ 213155 h 606516"/>
                <a:gd name="connsiteX69" fmla="*/ 21510 w 594302"/>
                <a:gd name="connsiteY69" fmla="*/ 213155 h 606516"/>
                <a:gd name="connsiteX70" fmla="*/ 0 w 594302"/>
                <a:gd name="connsiteY70" fmla="*/ 191675 h 606516"/>
                <a:gd name="connsiteX71" fmla="*/ 21510 w 594302"/>
                <a:gd name="connsiteY71" fmla="*/ 170094 h 606516"/>
                <a:gd name="connsiteX72" fmla="*/ 76514 w 594302"/>
                <a:gd name="connsiteY72" fmla="*/ 170094 h 606516"/>
                <a:gd name="connsiteX73" fmla="*/ 71802 w 594302"/>
                <a:gd name="connsiteY73" fmla="*/ 145137 h 606516"/>
                <a:gd name="connsiteX74" fmla="*/ 71802 w 594302"/>
                <a:gd name="connsiteY74" fmla="*/ 68017 h 606516"/>
                <a:gd name="connsiteX75" fmla="*/ 139917 w 594302"/>
                <a:gd name="connsiteY75" fmla="*/ 0 h 60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94302" h="606516">
                  <a:moveTo>
                    <a:pt x="359573" y="276018"/>
                  </a:moveTo>
                  <a:cubicBezTo>
                    <a:pt x="334914" y="276018"/>
                    <a:pt x="310256" y="285402"/>
                    <a:pt x="291512" y="304169"/>
                  </a:cubicBezTo>
                  <a:cubicBezTo>
                    <a:pt x="253922" y="341601"/>
                    <a:pt x="253922" y="402659"/>
                    <a:pt x="291512" y="440091"/>
                  </a:cubicBezTo>
                  <a:cubicBezTo>
                    <a:pt x="328999" y="477523"/>
                    <a:pt x="390146" y="477523"/>
                    <a:pt x="427633" y="440091"/>
                  </a:cubicBezTo>
                  <a:cubicBezTo>
                    <a:pt x="465223" y="402659"/>
                    <a:pt x="465223" y="341601"/>
                    <a:pt x="427633" y="304169"/>
                  </a:cubicBezTo>
                  <a:cubicBezTo>
                    <a:pt x="408890" y="285402"/>
                    <a:pt x="384231" y="276018"/>
                    <a:pt x="359573" y="276018"/>
                  </a:cubicBezTo>
                  <a:close/>
                  <a:moveTo>
                    <a:pt x="359573" y="238356"/>
                  </a:moveTo>
                  <a:cubicBezTo>
                    <a:pt x="393910" y="238356"/>
                    <a:pt x="428248" y="251396"/>
                    <a:pt x="454366" y="277476"/>
                  </a:cubicBezTo>
                  <a:cubicBezTo>
                    <a:pt x="497896" y="321044"/>
                    <a:pt x="505168" y="387216"/>
                    <a:pt x="476080" y="438353"/>
                  </a:cubicBezTo>
                  <a:lnTo>
                    <a:pt x="583932" y="546047"/>
                  </a:lnTo>
                  <a:cubicBezTo>
                    <a:pt x="597759" y="559956"/>
                    <a:pt x="597759" y="582354"/>
                    <a:pt x="583932" y="596161"/>
                  </a:cubicBezTo>
                  <a:cubicBezTo>
                    <a:pt x="570105" y="609968"/>
                    <a:pt x="547674" y="609968"/>
                    <a:pt x="533847" y="596161"/>
                  </a:cubicBezTo>
                  <a:lnTo>
                    <a:pt x="425892" y="488364"/>
                  </a:lnTo>
                  <a:cubicBezTo>
                    <a:pt x="374783" y="517513"/>
                    <a:pt x="308412" y="510251"/>
                    <a:pt x="264779" y="466785"/>
                  </a:cubicBezTo>
                  <a:cubicBezTo>
                    <a:pt x="212543" y="414523"/>
                    <a:pt x="212543" y="329635"/>
                    <a:pt x="264779" y="277476"/>
                  </a:cubicBezTo>
                  <a:cubicBezTo>
                    <a:pt x="290898" y="251396"/>
                    <a:pt x="325235" y="238356"/>
                    <a:pt x="359573" y="238356"/>
                  </a:cubicBezTo>
                  <a:close/>
                  <a:moveTo>
                    <a:pt x="139917" y="43060"/>
                  </a:moveTo>
                  <a:cubicBezTo>
                    <a:pt x="126089" y="43060"/>
                    <a:pt x="114822" y="54209"/>
                    <a:pt x="114822" y="68017"/>
                  </a:cubicBezTo>
                  <a:lnTo>
                    <a:pt x="114822" y="145137"/>
                  </a:lnTo>
                  <a:cubicBezTo>
                    <a:pt x="114822" y="158945"/>
                    <a:pt x="126089" y="170094"/>
                    <a:pt x="139917" y="170094"/>
                  </a:cubicBezTo>
                  <a:lnTo>
                    <a:pt x="461952" y="170094"/>
                  </a:lnTo>
                  <a:lnTo>
                    <a:pt x="461952" y="128056"/>
                  </a:lnTo>
                  <a:lnTo>
                    <a:pt x="322957" y="128056"/>
                  </a:lnTo>
                  <a:cubicBezTo>
                    <a:pt x="311075" y="128056"/>
                    <a:pt x="301344" y="118442"/>
                    <a:pt x="301344" y="106577"/>
                  </a:cubicBezTo>
                  <a:cubicBezTo>
                    <a:pt x="301344" y="94713"/>
                    <a:pt x="311075" y="85098"/>
                    <a:pt x="322957" y="85098"/>
                  </a:cubicBezTo>
                  <a:lnTo>
                    <a:pt x="461952" y="85098"/>
                  </a:lnTo>
                  <a:lnTo>
                    <a:pt x="461952" y="43060"/>
                  </a:lnTo>
                  <a:close/>
                  <a:moveTo>
                    <a:pt x="139917" y="0"/>
                  </a:moveTo>
                  <a:lnTo>
                    <a:pt x="511117" y="0"/>
                  </a:lnTo>
                  <a:cubicBezTo>
                    <a:pt x="522999" y="0"/>
                    <a:pt x="532627" y="9614"/>
                    <a:pt x="532627" y="21479"/>
                  </a:cubicBezTo>
                  <a:cubicBezTo>
                    <a:pt x="532627" y="33344"/>
                    <a:pt x="522999" y="43060"/>
                    <a:pt x="511117" y="43060"/>
                  </a:cubicBezTo>
                  <a:lnTo>
                    <a:pt x="505074" y="43060"/>
                  </a:lnTo>
                  <a:lnTo>
                    <a:pt x="505074" y="170094"/>
                  </a:lnTo>
                  <a:lnTo>
                    <a:pt x="511117" y="170094"/>
                  </a:lnTo>
                  <a:cubicBezTo>
                    <a:pt x="522999" y="170094"/>
                    <a:pt x="532627" y="179811"/>
                    <a:pt x="532627" y="191675"/>
                  </a:cubicBezTo>
                  <a:cubicBezTo>
                    <a:pt x="532627" y="203540"/>
                    <a:pt x="522999" y="213155"/>
                    <a:pt x="511117" y="213155"/>
                  </a:cubicBezTo>
                  <a:lnTo>
                    <a:pt x="456011" y="213155"/>
                  </a:lnTo>
                  <a:cubicBezTo>
                    <a:pt x="459084" y="220928"/>
                    <a:pt x="460825" y="229315"/>
                    <a:pt x="460825" y="238111"/>
                  </a:cubicBezTo>
                  <a:lnTo>
                    <a:pt x="460825" y="256829"/>
                  </a:lnTo>
                  <a:cubicBezTo>
                    <a:pt x="447509" y="245578"/>
                    <a:pt x="432555" y="236782"/>
                    <a:pt x="416576" y="230645"/>
                  </a:cubicBezTo>
                  <a:cubicBezTo>
                    <a:pt x="413401" y="220519"/>
                    <a:pt x="403875" y="213155"/>
                    <a:pt x="392710" y="213155"/>
                  </a:cubicBezTo>
                  <a:lnTo>
                    <a:pt x="139917" y="213155"/>
                  </a:lnTo>
                  <a:lnTo>
                    <a:pt x="70675" y="213155"/>
                  </a:lnTo>
                  <a:lnTo>
                    <a:pt x="70675" y="255192"/>
                  </a:lnTo>
                  <a:lnTo>
                    <a:pt x="209670" y="255192"/>
                  </a:lnTo>
                  <a:cubicBezTo>
                    <a:pt x="221553" y="255192"/>
                    <a:pt x="231181" y="264807"/>
                    <a:pt x="231181" y="276671"/>
                  </a:cubicBezTo>
                  <a:cubicBezTo>
                    <a:pt x="231181" y="288638"/>
                    <a:pt x="221553" y="298253"/>
                    <a:pt x="209670" y="298253"/>
                  </a:cubicBezTo>
                  <a:lnTo>
                    <a:pt x="70675" y="298253"/>
                  </a:lnTo>
                  <a:lnTo>
                    <a:pt x="70675" y="340291"/>
                  </a:lnTo>
                  <a:lnTo>
                    <a:pt x="211207" y="340291"/>
                  </a:lnTo>
                  <a:cubicBezTo>
                    <a:pt x="208749" y="351235"/>
                    <a:pt x="207519" y="362588"/>
                    <a:pt x="207519" y="374146"/>
                  </a:cubicBezTo>
                  <a:cubicBezTo>
                    <a:pt x="207519" y="377214"/>
                    <a:pt x="207622" y="380283"/>
                    <a:pt x="207827" y="383249"/>
                  </a:cubicBezTo>
                  <a:lnTo>
                    <a:pt x="139917" y="383249"/>
                  </a:lnTo>
                  <a:cubicBezTo>
                    <a:pt x="126089" y="383249"/>
                    <a:pt x="114822" y="394500"/>
                    <a:pt x="114822" y="408308"/>
                  </a:cubicBezTo>
                  <a:lnTo>
                    <a:pt x="114822" y="485428"/>
                  </a:lnTo>
                  <a:cubicBezTo>
                    <a:pt x="114822" y="499134"/>
                    <a:pt x="126089" y="510385"/>
                    <a:pt x="139917" y="510385"/>
                  </a:cubicBezTo>
                  <a:lnTo>
                    <a:pt x="290180" y="510385"/>
                  </a:lnTo>
                  <a:cubicBezTo>
                    <a:pt x="311894" y="521738"/>
                    <a:pt x="336170" y="527670"/>
                    <a:pt x="361367" y="527670"/>
                  </a:cubicBezTo>
                  <a:cubicBezTo>
                    <a:pt x="379087" y="527670"/>
                    <a:pt x="396500" y="524704"/>
                    <a:pt x="413093" y="518772"/>
                  </a:cubicBezTo>
                  <a:lnTo>
                    <a:pt x="447817" y="553445"/>
                  </a:lnTo>
                  <a:lnTo>
                    <a:pt x="139917" y="553445"/>
                  </a:lnTo>
                  <a:cubicBezTo>
                    <a:pt x="102326" y="553445"/>
                    <a:pt x="71802" y="522863"/>
                    <a:pt x="71802" y="485428"/>
                  </a:cubicBezTo>
                  <a:lnTo>
                    <a:pt x="71802" y="408205"/>
                  </a:lnTo>
                  <a:cubicBezTo>
                    <a:pt x="71802" y="399409"/>
                    <a:pt x="73441" y="391022"/>
                    <a:pt x="76514" y="383249"/>
                  </a:cubicBezTo>
                  <a:lnTo>
                    <a:pt x="21510" y="383249"/>
                  </a:lnTo>
                  <a:cubicBezTo>
                    <a:pt x="9628" y="383249"/>
                    <a:pt x="0" y="373634"/>
                    <a:pt x="0" y="361770"/>
                  </a:cubicBezTo>
                  <a:cubicBezTo>
                    <a:pt x="0" y="349905"/>
                    <a:pt x="9628" y="340291"/>
                    <a:pt x="21510" y="340291"/>
                  </a:cubicBezTo>
                  <a:lnTo>
                    <a:pt x="27553" y="340291"/>
                  </a:lnTo>
                  <a:lnTo>
                    <a:pt x="27553" y="213155"/>
                  </a:lnTo>
                  <a:lnTo>
                    <a:pt x="21510" y="213155"/>
                  </a:lnTo>
                  <a:cubicBezTo>
                    <a:pt x="9628" y="213155"/>
                    <a:pt x="0" y="203540"/>
                    <a:pt x="0" y="191675"/>
                  </a:cubicBezTo>
                  <a:cubicBezTo>
                    <a:pt x="0" y="179708"/>
                    <a:pt x="9628" y="170094"/>
                    <a:pt x="21510" y="170094"/>
                  </a:cubicBezTo>
                  <a:lnTo>
                    <a:pt x="76514" y="170094"/>
                  </a:lnTo>
                  <a:cubicBezTo>
                    <a:pt x="73441" y="162423"/>
                    <a:pt x="71802" y="153934"/>
                    <a:pt x="71802" y="145137"/>
                  </a:cubicBezTo>
                  <a:lnTo>
                    <a:pt x="71802" y="68017"/>
                  </a:lnTo>
                  <a:cubicBezTo>
                    <a:pt x="71802" y="30480"/>
                    <a:pt x="102326" y="0"/>
                    <a:pt x="139917" y="0"/>
                  </a:cubicBezTo>
                  <a:close/>
                </a:path>
              </a:pathLst>
            </a:custGeom>
            <a:noFill/>
            <a:ln>
              <a:solidFill>
                <a:schemeClr val="bg1"/>
              </a:solidFill>
            </a:ln>
          </p:spPr>
        </p:sp>
      </p:grpSp>
      <p:sp>
        <p:nvSpPr>
          <p:cNvPr id="148" name="stocks-graphic-on-laptop-monitor_38809"/>
          <p:cNvSpPr>
            <a:spLocks/>
          </p:cNvSpPr>
          <p:nvPr/>
        </p:nvSpPr>
        <p:spPr bwMode="gray">
          <a:xfrm>
            <a:off x="556372" y="2705733"/>
            <a:ext cx="229749" cy="121738"/>
          </a:xfrm>
          <a:custGeom>
            <a:avLst/>
            <a:gdLst>
              <a:gd name="connsiteX0" fmla="*/ 5942 w 596753"/>
              <a:gd name="connsiteY0" fmla="*/ 342878 h 372092"/>
              <a:gd name="connsiteX1" fmla="*/ 591159 w 596753"/>
              <a:gd name="connsiteY1" fmla="*/ 342878 h 372092"/>
              <a:gd name="connsiteX2" fmla="*/ 596753 w 596753"/>
              <a:gd name="connsiteY2" fmla="*/ 348034 h 372092"/>
              <a:gd name="connsiteX3" fmla="*/ 594602 w 596753"/>
              <a:gd name="connsiteY3" fmla="*/ 354048 h 372092"/>
              <a:gd name="connsiteX4" fmla="*/ 295109 w 596753"/>
              <a:gd name="connsiteY4" fmla="*/ 372092 h 372092"/>
              <a:gd name="connsiteX5" fmla="*/ 99750 w 596753"/>
              <a:gd name="connsiteY5" fmla="*/ 367796 h 372092"/>
              <a:gd name="connsiteX6" fmla="*/ 1209 w 596753"/>
              <a:gd name="connsiteY6" fmla="*/ 353189 h 372092"/>
              <a:gd name="connsiteX7" fmla="*/ 779 w 596753"/>
              <a:gd name="connsiteY7" fmla="*/ 346315 h 372092"/>
              <a:gd name="connsiteX8" fmla="*/ 5942 w 596753"/>
              <a:gd name="connsiteY8" fmla="*/ 342878 h 372092"/>
              <a:gd name="connsiteX9" fmla="*/ 287321 w 596753"/>
              <a:gd name="connsiteY9" fmla="*/ 199380 h 372092"/>
              <a:gd name="connsiteX10" fmla="*/ 277855 w 596753"/>
              <a:gd name="connsiteY10" fmla="*/ 208402 h 372092"/>
              <a:gd name="connsiteX11" fmla="*/ 287321 w 596753"/>
              <a:gd name="connsiteY11" fmla="*/ 217853 h 372092"/>
              <a:gd name="connsiteX12" fmla="*/ 296358 w 596753"/>
              <a:gd name="connsiteY12" fmla="*/ 208402 h 372092"/>
              <a:gd name="connsiteX13" fmla="*/ 287321 w 596753"/>
              <a:gd name="connsiteY13" fmla="*/ 199380 h 372092"/>
              <a:gd name="connsiteX14" fmla="*/ 428891 w 596753"/>
              <a:gd name="connsiteY14" fmla="*/ 174464 h 372092"/>
              <a:gd name="connsiteX15" fmla="*/ 419855 w 596753"/>
              <a:gd name="connsiteY15" fmla="*/ 183485 h 372092"/>
              <a:gd name="connsiteX16" fmla="*/ 428891 w 596753"/>
              <a:gd name="connsiteY16" fmla="*/ 192936 h 372092"/>
              <a:gd name="connsiteX17" fmla="*/ 438358 w 596753"/>
              <a:gd name="connsiteY17" fmla="*/ 183485 h 372092"/>
              <a:gd name="connsiteX18" fmla="*/ 428891 w 596753"/>
              <a:gd name="connsiteY18" fmla="*/ 174464 h 372092"/>
              <a:gd name="connsiteX19" fmla="*/ 355309 w 596753"/>
              <a:gd name="connsiteY19" fmla="*/ 140096 h 372092"/>
              <a:gd name="connsiteX20" fmla="*/ 346273 w 596753"/>
              <a:gd name="connsiteY20" fmla="*/ 149117 h 372092"/>
              <a:gd name="connsiteX21" fmla="*/ 355309 w 596753"/>
              <a:gd name="connsiteY21" fmla="*/ 158569 h 372092"/>
              <a:gd name="connsiteX22" fmla="*/ 364776 w 596753"/>
              <a:gd name="connsiteY22" fmla="*/ 149117 h 372092"/>
              <a:gd name="connsiteX23" fmla="*/ 355309 w 596753"/>
              <a:gd name="connsiteY23" fmla="*/ 140096 h 372092"/>
              <a:gd name="connsiteX24" fmla="*/ 107455 w 596753"/>
              <a:gd name="connsiteY24" fmla="*/ 137948 h 372092"/>
              <a:gd name="connsiteX25" fmla="*/ 98418 w 596753"/>
              <a:gd name="connsiteY25" fmla="*/ 146969 h 372092"/>
              <a:gd name="connsiteX26" fmla="*/ 107455 w 596753"/>
              <a:gd name="connsiteY26" fmla="*/ 156421 h 372092"/>
              <a:gd name="connsiteX27" fmla="*/ 116921 w 596753"/>
              <a:gd name="connsiteY27" fmla="*/ 146969 h 372092"/>
              <a:gd name="connsiteX28" fmla="*/ 107455 w 596753"/>
              <a:gd name="connsiteY28" fmla="*/ 137948 h 372092"/>
              <a:gd name="connsiteX29" fmla="*/ 207715 w 596753"/>
              <a:gd name="connsiteY29" fmla="*/ 130645 h 372092"/>
              <a:gd name="connsiteX30" fmla="*/ 198679 w 596753"/>
              <a:gd name="connsiteY30" fmla="*/ 140096 h 372092"/>
              <a:gd name="connsiteX31" fmla="*/ 207715 w 596753"/>
              <a:gd name="connsiteY31" fmla="*/ 149117 h 372092"/>
              <a:gd name="connsiteX32" fmla="*/ 217182 w 596753"/>
              <a:gd name="connsiteY32" fmla="*/ 140096 h 372092"/>
              <a:gd name="connsiteX33" fmla="*/ 207715 w 596753"/>
              <a:gd name="connsiteY33" fmla="*/ 130645 h 372092"/>
              <a:gd name="connsiteX34" fmla="*/ 489134 w 596753"/>
              <a:gd name="connsiteY34" fmla="*/ 103150 h 372092"/>
              <a:gd name="connsiteX35" fmla="*/ 479667 w 596753"/>
              <a:gd name="connsiteY35" fmla="*/ 112172 h 372092"/>
              <a:gd name="connsiteX36" fmla="*/ 489134 w 596753"/>
              <a:gd name="connsiteY36" fmla="*/ 121623 h 372092"/>
              <a:gd name="connsiteX37" fmla="*/ 498600 w 596753"/>
              <a:gd name="connsiteY37" fmla="*/ 112172 h 372092"/>
              <a:gd name="connsiteX38" fmla="*/ 489134 w 596753"/>
              <a:gd name="connsiteY38" fmla="*/ 103150 h 372092"/>
              <a:gd name="connsiteX39" fmla="*/ 489134 w 596753"/>
              <a:gd name="connsiteY39" fmla="*/ 94558 h 372092"/>
              <a:gd name="connsiteX40" fmla="*/ 507206 w 596753"/>
              <a:gd name="connsiteY40" fmla="*/ 112172 h 372092"/>
              <a:gd name="connsiteX41" fmla="*/ 489134 w 596753"/>
              <a:gd name="connsiteY41" fmla="*/ 130215 h 372092"/>
              <a:gd name="connsiteX42" fmla="*/ 485261 w 596753"/>
              <a:gd name="connsiteY42" fmla="*/ 129785 h 372092"/>
              <a:gd name="connsiteX43" fmla="*/ 445673 w 596753"/>
              <a:gd name="connsiteY43" fmla="*/ 177471 h 372092"/>
              <a:gd name="connsiteX44" fmla="*/ 446964 w 596753"/>
              <a:gd name="connsiteY44" fmla="*/ 183485 h 372092"/>
              <a:gd name="connsiteX45" fmla="*/ 428891 w 596753"/>
              <a:gd name="connsiteY45" fmla="*/ 201528 h 372092"/>
              <a:gd name="connsiteX46" fmla="*/ 411249 w 596753"/>
              <a:gd name="connsiteY46" fmla="*/ 185633 h 372092"/>
              <a:gd name="connsiteX47" fmla="*/ 366497 w 596753"/>
              <a:gd name="connsiteY47" fmla="*/ 163294 h 372092"/>
              <a:gd name="connsiteX48" fmla="*/ 355309 w 596753"/>
              <a:gd name="connsiteY48" fmla="*/ 167161 h 372092"/>
              <a:gd name="connsiteX49" fmla="*/ 348855 w 596753"/>
              <a:gd name="connsiteY49" fmla="*/ 165872 h 372092"/>
              <a:gd name="connsiteX50" fmla="*/ 304964 w 596753"/>
              <a:gd name="connsiteY50" fmla="*/ 205824 h 372092"/>
              <a:gd name="connsiteX51" fmla="*/ 304964 w 596753"/>
              <a:gd name="connsiteY51" fmla="*/ 208402 h 372092"/>
              <a:gd name="connsiteX52" fmla="*/ 287321 w 596753"/>
              <a:gd name="connsiteY52" fmla="*/ 226445 h 372092"/>
              <a:gd name="connsiteX53" fmla="*/ 269249 w 596753"/>
              <a:gd name="connsiteY53" fmla="*/ 208402 h 372092"/>
              <a:gd name="connsiteX54" fmla="*/ 269679 w 596753"/>
              <a:gd name="connsiteY54" fmla="*/ 206254 h 372092"/>
              <a:gd name="connsiteX55" fmla="*/ 214600 w 596753"/>
              <a:gd name="connsiteY55" fmla="*/ 156421 h 372092"/>
              <a:gd name="connsiteX56" fmla="*/ 207715 w 596753"/>
              <a:gd name="connsiteY56" fmla="*/ 157709 h 372092"/>
              <a:gd name="connsiteX57" fmla="*/ 192655 w 596753"/>
              <a:gd name="connsiteY57" fmla="*/ 149547 h 372092"/>
              <a:gd name="connsiteX58" fmla="*/ 123376 w 596753"/>
              <a:gd name="connsiteY58" fmla="*/ 154702 h 372092"/>
              <a:gd name="connsiteX59" fmla="*/ 107455 w 596753"/>
              <a:gd name="connsiteY59" fmla="*/ 165013 h 372092"/>
              <a:gd name="connsiteX60" fmla="*/ 89812 w 596753"/>
              <a:gd name="connsiteY60" fmla="*/ 146969 h 372092"/>
              <a:gd name="connsiteX61" fmla="*/ 107455 w 596753"/>
              <a:gd name="connsiteY61" fmla="*/ 129356 h 372092"/>
              <a:gd name="connsiteX62" fmla="*/ 122515 w 596753"/>
              <a:gd name="connsiteY62" fmla="*/ 137518 h 372092"/>
              <a:gd name="connsiteX63" fmla="*/ 191794 w 596753"/>
              <a:gd name="connsiteY63" fmla="*/ 132363 h 372092"/>
              <a:gd name="connsiteX64" fmla="*/ 207715 w 596753"/>
              <a:gd name="connsiteY64" fmla="*/ 122053 h 372092"/>
              <a:gd name="connsiteX65" fmla="*/ 225788 w 596753"/>
              <a:gd name="connsiteY65" fmla="*/ 140096 h 372092"/>
              <a:gd name="connsiteX66" fmla="*/ 225358 w 596753"/>
              <a:gd name="connsiteY66" fmla="*/ 143103 h 372092"/>
              <a:gd name="connsiteX67" fmla="*/ 279576 w 596753"/>
              <a:gd name="connsiteY67" fmla="*/ 192507 h 372092"/>
              <a:gd name="connsiteX68" fmla="*/ 287321 w 596753"/>
              <a:gd name="connsiteY68" fmla="*/ 190789 h 372092"/>
              <a:gd name="connsiteX69" fmla="*/ 294206 w 596753"/>
              <a:gd name="connsiteY69" fmla="*/ 192077 h 372092"/>
              <a:gd name="connsiteX70" fmla="*/ 337667 w 596753"/>
              <a:gd name="connsiteY70" fmla="*/ 152554 h 372092"/>
              <a:gd name="connsiteX71" fmla="*/ 337667 w 596753"/>
              <a:gd name="connsiteY71" fmla="*/ 149117 h 372092"/>
              <a:gd name="connsiteX72" fmla="*/ 355309 w 596753"/>
              <a:gd name="connsiteY72" fmla="*/ 131504 h 372092"/>
              <a:gd name="connsiteX73" fmla="*/ 372952 w 596753"/>
              <a:gd name="connsiteY73" fmla="*/ 146969 h 372092"/>
              <a:gd name="connsiteX74" fmla="*/ 418133 w 596753"/>
              <a:gd name="connsiteY74" fmla="*/ 169738 h 372092"/>
              <a:gd name="connsiteX75" fmla="*/ 428891 w 596753"/>
              <a:gd name="connsiteY75" fmla="*/ 165872 h 372092"/>
              <a:gd name="connsiteX76" fmla="*/ 432764 w 596753"/>
              <a:gd name="connsiteY76" fmla="*/ 166301 h 372092"/>
              <a:gd name="connsiteX77" fmla="*/ 472352 w 596753"/>
              <a:gd name="connsiteY77" fmla="*/ 118186 h 372092"/>
              <a:gd name="connsiteX78" fmla="*/ 471061 w 596753"/>
              <a:gd name="connsiteY78" fmla="*/ 112172 h 372092"/>
              <a:gd name="connsiteX79" fmla="*/ 489134 w 596753"/>
              <a:gd name="connsiteY79" fmla="*/ 94558 h 372092"/>
              <a:gd name="connsiteX80" fmla="*/ 53702 w 596753"/>
              <a:gd name="connsiteY80" fmla="*/ 22772 h 372092"/>
              <a:gd name="connsiteX81" fmla="*/ 53702 w 596753"/>
              <a:gd name="connsiteY81" fmla="*/ 305917 h 372092"/>
              <a:gd name="connsiteX82" fmla="*/ 542962 w 596753"/>
              <a:gd name="connsiteY82" fmla="*/ 305917 h 372092"/>
              <a:gd name="connsiteX83" fmla="*/ 542962 w 596753"/>
              <a:gd name="connsiteY83" fmla="*/ 22772 h 372092"/>
              <a:gd name="connsiteX84" fmla="*/ 53702 w 596753"/>
              <a:gd name="connsiteY84" fmla="*/ 0 h 372092"/>
              <a:gd name="connsiteX85" fmla="*/ 542962 w 596753"/>
              <a:gd name="connsiteY85" fmla="*/ 0 h 372092"/>
              <a:gd name="connsiteX86" fmla="*/ 566198 w 596753"/>
              <a:gd name="connsiteY86" fmla="*/ 22772 h 372092"/>
              <a:gd name="connsiteX87" fmla="*/ 566198 w 596753"/>
              <a:gd name="connsiteY87" fmla="*/ 305917 h 372092"/>
              <a:gd name="connsiteX88" fmla="*/ 542962 w 596753"/>
              <a:gd name="connsiteY88" fmla="*/ 329118 h 372092"/>
              <a:gd name="connsiteX89" fmla="*/ 53702 w 596753"/>
              <a:gd name="connsiteY89" fmla="*/ 329118 h 372092"/>
              <a:gd name="connsiteX90" fmla="*/ 30466 w 596753"/>
              <a:gd name="connsiteY90" fmla="*/ 305917 h 372092"/>
              <a:gd name="connsiteX91" fmla="*/ 30466 w 596753"/>
              <a:gd name="connsiteY91" fmla="*/ 22772 h 372092"/>
              <a:gd name="connsiteX92" fmla="*/ 53702 w 596753"/>
              <a:gd name="connsiteY92" fmla="*/ 0 h 37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753" h="372092">
                <a:moveTo>
                  <a:pt x="5942" y="342878"/>
                </a:moveTo>
                <a:lnTo>
                  <a:pt x="591159" y="342878"/>
                </a:lnTo>
                <a:cubicBezTo>
                  <a:pt x="594171" y="342878"/>
                  <a:pt x="596323" y="345026"/>
                  <a:pt x="596753" y="348034"/>
                </a:cubicBezTo>
                <a:cubicBezTo>
                  <a:pt x="596753" y="350182"/>
                  <a:pt x="596323" y="352330"/>
                  <a:pt x="594602" y="354048"/>
                </a:cubicBezTo>
                <a:cubicBezTo>
                  <a:pt x="579541" y="370374"/>
                  <a:pt x="361376" y="372092"/>
                  <a:pt x="295109" y="372092"/>
                </a:cubicBezTo>
                <a:cubicBezTo>
                  <a:pt x="221096" y="372092"/>
                  <a:pt x="151817" y="370374"/>
                  <a:pt x="99750" y="367796"/>
                </a:cubicBezTo>
                <a:cubicBezTo>
                  <a:pt x="7664" y="363500"/>
                  <a:pt x="3361" y="357056"/>
                  <a:pt x="1209" y="353189"/>
                </a:cubicBezTo>
                <a:cubicBezTo>
                  <a:pt x="-82" y="351041"/>
                  <a:pt x="-512" y="348463"/>
                  <a:pt x="779" y="346315"/>
                </a:cubicBezTo>
                <a:cubicBezTo>
                  <a:pt x="1639" y="344167"/>
                  <a:pt x="3791" y="342878"/>
                  <a:pt x="5942" y="342878"/>
                </a:cubicBezTo>
                <a:close/>
                <a:moveTo>
                  <a:pt x="287321" y="199380"/>
                </a:moveTo>
                <a:cubicBezTo>
                  <a:pt x="282158" y="199380"/>
                  <a:pt x="277855" y="203247"/>
                  <a:pt x="277855" y="208402"/>
                </a:cubicBezTo>
                <a:cubicBezTo>
                  <a:pt x="277855" y="213557"/>
                  <a:pt x="282158" y="217853"/>
                  <a:pt x="287321" y="217853"/>
                </a:cubicBezTo>
                <a:cubicBezTo>
                  <a:pt x="292485" y="217853"/>
                  <a:pt x="296358" y="213557"/>
                  <a:pt x="296358" y="208402"/>
                </a:cubicBezTo>
                <a:cubicBezTo>
                  <a:pt x="296358" y="203247"/>
                  <a:pt x="292485" y="199380"/>
                  <a:pt x="287321" y="199380"/>
                </a:cubicBezTo>
                <a:close/>
                <a:moveTo>
                  <a:pt x="428891" y="174464"/>
                </a:moveTo>
                <a:cubicBezTo>
                  <a:pt x="423727" y="174464"/>
                  <a:pt x="419855" y="178330"/>
                  <a:pt x="419855" y="183485"/>
                </a:cubicBezTo>
                <a:cubicBezTo>
                  <a:pt x="419855" y="188641"/>
                  <a:pt x="423727" y="192936"/>
                  <a:pt x="428891" y="192936"/>
                </a:cubicBezTo>
                <a:cubicBezTo>
                  <a:pt x="434055" y="192936"/>
                  <a:pt x="438358" y="188641"/>
                  <a:pt x="438358" y="183485"/>
                </a:cubicBezTo>
                <a:cubicBezTo>
                  <a:pt x="438358" y="178330"/>
                  <a:pt x="434055" y="174464"/>
                  <a:pt x="428891" y="174464"/>
                </a:cubicBezTo>
                <a:close/>
                <a:moveTo>
                  <a:pt x="355309" y="140096"/>
                </a:moveTo>
                <a:cubicBezTo>
                  <a:pt x="350146" y="140096"/>
                  <a:pt x="346273" y="143962"/>
                  <a:pt x="346273" y="149117"/>
                </a:cubicBezTo>
                <a:cubicBezTo>
                  <a:pt x="346273" y="154273"/>
                  <a:pt x="350146" y="158569"/>
                  <a:pt x="355309" y="158569"/>
                </a:cubicBezTo>
                <a:cubicBezTo>
                  <a:pt x="360473" y="158569"/>
                  <a:pt x="364776" y="154273"/>
                  <a:pt x="364776" y="149117"/>
                </a:cubicBezTo>
                <a:cubicBezTo>
                  <a:pt x="364776" y="143962"/>
                  <a:pt x="360473" y="140096"/>
                  <a:pt x="355309" y="140096"/>
                </a:cubicBezTo>
                <a:close/>
                <a:moveTo>
                  <a:pt x="107455" y="137948"/>
                </a:moveTo>
                <a:cubicBezTo>
                  <a:pt x="102291" y="137948"/>
                  <a:pt x="98418" y="142244"/>
                  <a:pt x="98418" y="146969"/>
                </a:cubicBezTo>
                <a:cubicBezTo>
                  <a:pt x="98418" y="152125"/>
                  <a:pt x="102291" y="156421"/>
                  <a:pt x="107455" y="156421"/>
                </a:cubicBezTo>
                <a:cubicBezTo>
                  <a:pt x="112618" y="156421"/>
                  <a:pt x="116921" y="152125"/>
                  <a:pt x="116921" y="146969"/>
                </a:cubicBezTo>
                <a:cubicBezTo>
                  <a:pt x="116921" y="142244"/>
                  <a:pt x="112618" y="137948"/>
                  <a:pt x="107455" y="137948"/>
                </a:cubicBezTo>
                <a:close/>
                <a:moveTo>
                  <a:pt x="207715" y="130645"/>
                </a:moveTo>
                <a:cubicBezTo>
                  <a:pt x="202982" y="130645"/>
                  <a:pt x="198679" y="134941"/>
                  <a:pt x="198679" y="140096"/>
                </a:cubicBezTo>
                <a:cubicBezTo>
                  <a:pt x="198679" y="145251"/>
                  <a:pt x="202982" y="149117"/>
                  <a:pt x="207715" y="149117"/>
                </a:cubicBezTo>
                <a:cubicBezTo>
                  <a:pt x="212879" y="149117"/>
                  <a:pt x="217182" y="145251"/>
                  <a:pt x="217182" y="140096"/>
                </a:cubicBezTo>
                <a:cubicBezTo>
                  <a:pt x="217182" y="134941"/>
                  <a:pt x="212879" y="130645"/>
                  <a:pt x="207715" y="130645"/>
                </a:cubicBezTo>
                <a:close/>
                <a:moveTo>
                  <a:pt x="489134" y="103150"/>
                </a:moveTo>
                <a:cubicBezTo>
                  <a:pt x="483970" y="103150"/>
                  <a:pt x="479667" y="107017"/>
                  <a:pt x="479667" y="112172"/>
                </a:cubicBezTo>
                <a:cubicBezTo>
                  <a:pt x="479667" y="117327"/>
                  <a:pt x="483970" y="121623"/>
                  <a:pt x="489134" y="121623"/>
                </a:cubicBezTo>
                <a:cubicBezTo>
                  <a:pt x="494297" y="121623"/>
                  <a:pt x="498600" y="117327"/>
                  <a:pt x="498600" y="112172"/>
                </a:cubicBezTo>
                <a:cubicBezTo>
                  <a:pt x="498600" y="107017"/>
                  <a:pt x="494297" y="103150"/>
                  <a:pt x="489134" y="103150"/>
                </a:cubicBezTo>
                <a:close/>
                <a:moveTo>
                  <a:pt x="489134" y="94558"/>
                </a:moveTo>
                <a:cubicBezTo>
                  <a:pt x="499030" y="94558"/>
                  <a:pt x="507206" y="102291"/>
                  <a:pt x="507206" y="112172"/>
                </a:cubicBezTo>
                <a:cubicBezTo>
                  <a:pt x="507206" y="122053"/>
                  <a:pt x="499030" y="130215"/>
                  <a:pt x="489134" y="130215"/>
                </a:cubicBezTo>
                <a:cubicBezTo>
                  <a:pt x="487843" y="130215"/>
                  <a:pt x="486552" y="129785"/>
                  <a:pt x="485261" y="129785"/>
                </a:cubicBezTo>
                <a:lnTo>
                  <a:pt x="445673" y="177471"/>
                </a:lnTo>
                <a:cubicBezTo>
                  <a:pt x="446533" y="179619"/>
                  <a:pt x="446964" y="181337"/>
                  <a:pt x="446964" y="183485"/>
                </a:cubicBezTo>
                <a:cubicBezTo>
                  <a:pt x="446964" y="193366"/>
                  <a:pt x="438788" y="201528"/>
                  <a:pt x="428891" y="201528"/>
                </a:cubicBezTo>
                <a:cubicBezTo>
                  <a:pt x="419855" y="201528"/>
                  <a:pt x="412109" y="194225"/>
                  <a:pt x="411249" y="185633"/>
                </a:cubicBezTo>
                <a:lnTo>
                  <a:pt x="366497" y="163294"/>
                </a:lnTo>
                <a:cubicBezTo>
                  <a:pt x="363485" y="165442"/>
                  <a:pt x="359612" y="167161"/>
                  <a:pt x="355309" y="167161"/>
                </a:cubicBezTo>
                <a:cubicBezTo>
                  <a:pt x="353158" y="167161"/>
                  <a:pt x="351006" y="166731"/>
                  <a:pt x="348855" y="165872"/>
                </a:cubicBezTo>
                <a:lnTo>
                  <a:pt x="304964" y="205824"/>
                </a:lnTo>
                <a:cubicBezTo>
                  <a:pt x="304964" y="206684"/>
                  <a:pt x="304964" y="207543"/>
                  <a:pt x="304964" y="208402"/>
                </a:cubicBezTo>
                <a:cubicBezTo>
                  <a:pt x="304964" y="218283"/>
                  <a:pt x="297218" y="226445"/>
                  <a:pt x="287321" y="226445"/>
                </a:cubicBezTo>
                <a:cubicBezTo>
                  <a:pt x="277424" y="226445"/>
                  <a:pt x="269249" y="218283"/>
                  <a:pt x="269249" y="208402"/>
                </a:cubicBezTo>
                <a:cubicBezTo>
                  <a:pt x="269249" y="207972"/>
                  <a:pt x="269679" y="207113"/>
                  <a:pt x="269679" y="206254"/>
                </a:cubicBezTo>
                <a:lnTo>
                  <a:pt x="214600" y="156421"/>
                </a:lnTo>
                <a:cubicBezTo>
                  <a:pt x="212449" y="157280"/>
                  <a:pt x="210297" y="157709"/>
                  <a:pt x="207715" y="157709"/>
                </a:cubicBezTo>
                <a:cubicBezTo>
                  <a:pt x="201691" y="157709"/>
                  <a:pt x="196097" y="154273"/>
                  <a:pt x="192655" y="149547"/>
                </a:cubicBezTo>
                <a:lnTo>
                  <a:pt x="123376" y="154702"/>
                </a:lnTo>
                <a:cubicBezTo>
                  <a:pt x="120794" y="160717"/>
                  <a:pt x="114770" y="165013"/>
                  <a:pt x="107455" y="165013"/>
                </a:cubicBezTo>
                <a:cubicBezTo>
                  <a:pt x="97558" y="165013"/>
                  <a:pt x="89812" y="156850"/>
                  <a:pt x="89812" y="146969"/>
                </a:cubicBezTo>
                <a:cubicBezTo>
                  <a:pt x="89812" y="137518"/>
                  <a:pt x="97558" y="129356"/>
                  <a:pt x="107455" y="129356"/>
                </a:cubicBezTo>
                <a:cubicBezTo>
                  <a:pt x="113909" y="129356"/>
                  <a:pt x="119503" y="132793"/>
                  <a:pt x="122515" y="137518"/>
                </a:cubicBezTo>
                <a:lnTo>
                  <a:pt x="191794" y="132363"/>
                </a:lnTo>
                <a:cubicBezTo>
                  <a:pt x="194806" y="126349"/>
                  <a:pt x="200830" y="122053"/>
                  <a:pt x="207715" y="122053"/>
                </a:cubicBezTo>
                <a:cubicBezTo>
                  <a:pt x="217612" y="122053"/>
                  <a:pt x="225788" y="130215"/>
                  <a:pt x="225788" y="140096"/>
                </a:cubicBezTo>
                <a:cubicBezTo>
                  <a:pt x="225788" y="140955"/>
                  <a:pt x="225788" y="142244"/>
                  <a:pt x="225358" y="143103"/>
                </a:cubicBezTo>
                <a:lnTo>
                  <a:pt x="279576" y="192507"/>
                </a:lnTo>
                <a:cubicBezTo>
                  <a:pt x="282158" y="191218"/>
                  <a:pt x="284740" y="190789"/>
                  <a:pt x="287321" y="190789"/>
                </a:cubicBezTo>
                <a:cubicBezTo>
                  <a:pt x="289903" y="190789"/>
                  <a:pt x="292055" y="191218"/>
                  <a:pt x="294206" y="192077"/>
                </a:cubicBezTo>
                <a:lnTo>
                  <a:pt x="337667" y="152554"/>
                </a:lnTo>
                <a:cubicBezTo>
                  <a:pt x="337667" y="151695"/>
                  <a:pt x="337667" y="150406"/>
                  <a:pt x="337667" y="149117"/>
                </a:cubicBezTo>
                <a:cubicBezTo>
                  <a:pt x="337667" y="139237"/>
                  <a:pt x="345412" y="131504"/>
                  <a:pt x="355309" y="131504"/>
                </a:cubicBezTo>
                <a:cubicBezTo>
                  <a:pt x="364346" y="131504"/>
                  <a:pt x="372091" y="138377"/>
                  <a:pt x="372952" y="146969"/>
                </a:cubicBezTo>
                <a:lnTo>
                  <a:pt x="418133" y="169738"/>
                </a:lnTo>
                <a:cubicBezTo>
                  <a:pt x="421146" y="167161"/>
                  <a:pt x="425018" y="165872"/>
                  <a:pt x="428891" y="165872"/>
                </a:cubicBezTo>
                <a:cubicBezTo>
                  <a:pt x="430182" y="165872"/>
                  <a:pt x="431473" y="165872"/>
                  <a:pt x="432764" y="166301"/>
                </a:cubicBezTo>
                <a:lnTo>
                  <a:pt x="472352" y="118186"/>
                </a:lnTo>
                <a:cubicBezTo>
                  <a:pt x="471921" y="116468"/>
                  <a:pt x="471061" y="114320"/>
                  <a:pt x="471061" y="112172"/>
                </a:cubicBezTo>
                <a:cubicBezTo>
                  <a:pt x="471061" y="102291"/>
                  <a:pt x="479237" y="94558"/>
                  <a:pt x="489134" y="94558"/>
                </a:cubicBezTo>
                <a:close/>
                <a:moveTo>
                  <a:pt x="53702" y="22772"/>
                </a:moveTo>
                <a:lnTo>
                  <a:pt x="53702" y="305917"/>
                </a:lnTo>
                <a:lnTo>
                  <a:pt x="542962" y="305917"/>
                </a:lnTo>
                <a:lnTo>
                  <a:pt x="542962" y="22772"/>
                </a:lnTo>
                <a:close/>
                <a:moveTo>
                  <a:pt x="53702" y="0"/>
                </a:moveTo>
                <a:lnTo>
                  <a:pt x="542962" y="0"/>
                </a:lnTo>
                <a:cubicBezTo>
                  <a:pt x="555871" y="0"/>
                  <a:pt x="566198" y="9882"/>
                  <a:pt x="566198" y="22772"/>
                </a:cubicBezTo>
                <a:lnTo>
                  <a:pt x="566198" y="305917"/>
                </a:lnTo>
                <a:cubicBezTo>
                  <a:pt x="566198" y="318806"/>
                  <a:pt x="555871" y="329118"/>
                  <a:pt x="542962" y="329118"/>
                </a:cubicBezTo>
                <a:lnTo>
                  <a:pt x="53702" y="329118"/>
                </a:lnTo>
                <a:cubicBezTo>
                  <a:pt x="40793" y="329118"/>
                  <a:pt x="30466" y="318806"/>
                  <a:pt x="30466" y="305917"/>
                </a:cubicBezTo>
                <a:lnTo>
                  <a:pt x="30466" y="22772"/>
                </a:lnTo>
                <a:cubicBezTo>
                  <a:pt x="30466" y="9882"/>
                  <a:pt x="40793" y="0"/>
                  <a:pt x="53702" y="0"/>
                </a:cubicBezTo>
                <a:close/>
              </a:path>
            </a:pathLst>
          </a:custGeom>
          <a:solidFill>
            <a:schemeClr val="bg1"/>
          </a:solidFill>
          <a:ln>
            <a:noFill/>
          </a:ln>
        </p:spPr>
      </p:sp>
      <p:sp>
        <p:nvSpPr>
          <p:cNvPr id="151" name="warning_94911"/>
          <p:cNvSpPr>
            <a:spLocks/>
          </p:cNvSpPr>
          <p:nvPr/>
        </p:nvSpPr>
        <p:spPr bwMode="gray">
          <a:xfrm>
            <a:off x="563783" y="3615148"/>
            <a:ext cx="202967" cy="202673"/>
          </a:xfrm>
          <a:custGeom>
            <a:avLst/>
            <a:gdLst>
              <a:gd name="T0" fmla="*/ 4733 w 4773"/>
              <a:gd name="T1" fmla="*/ 4096 h 4367"/>
              <a:gd name="T2" fmla="*/ 2541 w 4773"/>
              <a:gd name="T3" fmla="*/ 107 h 4367"/>
              <a:gd name="T4" fmla="*/ 2387 w 4773"/>
              <a:gd name="T5" fmla="*/ 0 h 4367"/>
              <a:gd name="T6" fmla="*/ 2232 w 4773"/>
              <a:gd name="T7" fmla="*/ 107 h 4367"/>
              <a:gd name="T8" fmla="*/ 40 w 4773"/>
              <a:gd name="T9" fmla="*/ 4096 h 4367"/>
              <a:gd name="T10" fmla="*/ 31 w 4773"/>
              <a:gd name="T11" fmla="*/ 4283 h 4367"/>
              <a:gd name="T12" fmla="*/ 202 w 4773"/>
              <a:gd name="T13" fmla="*/ 4367 h 4367"/>
              <a:gd name="T14" fmla="*/ 4571 w 4773"/>
              <a:gd name="T15" fmla="*/ 4367 h 4367"/>
              <a:gd name="T16" fmla="*/ 4742 w 4773"/>
              <a:gd name="T17" fmla="*/ 4283 h 4367"/>
              <a:gd name="T18" fmla="*/ 4733 w 4773"/>
              <a:gd name="T19" fmla="*/ 4096 h 4367"/>
              <a:gd name="T20" fmla="*/ 2064 w 4773"/>
              <a:gd name="T21" fmla="*/ 1055 h 4367"/>
              <a:gd name="T22" fmla="*/ 2111 w 4773"/>
              <a:gd name="T23" fmla="*/ 1034 h 4367"/>
              <a:gd name="T24" fmla="*/ 2656 w 4773"/>
              <a:gd name="T25" fmla="*/ 1034 h 4367"/>
              <a:gd name="T26" fmla="*/ 2703 w 4773"/>
              <a:gd name="T27" fmla="*/ 1055 h 4367"/>
              <a:gd name="T28" fmla="*/ 2721 w 4773"/>
              <a:gd name="T29" fmla="*/ 1104 h 4367"/>
              <a:gd name="T30" fmla="*/ 2652 w 4773"/>
              <a:gd name="T31" fmla="*/ 2965 h 4367"/>
              <a:gd name="T32" fmla="*/ 2583 w 4773"/>
              <a:gd name="T33" fmla="*/ 3034 h 4367"/>
              <a:gd name="T34" fmla="*/ 2179 w 4773"/>
              <a:gd name="T35" fmla="*/ 3034 h 4367"/>
              <a:gd name="T36" fmla="*/ 2111 w 4773"/>
              <a:gd name="T37" fmla="*/ 2966 h 4367"/>
              <a:gd name="T38" fmla="*/ 2046 w 4773"/>
              <a:gd name="T39" fmla="*/ 1105 h 4367"/>
              <a:gd name="T40" fmla="*/ 2064 w 4773"/>
              <a:gd name="T41" fmla="*/ 1055 h 4367"/>
              <a:gd name="T42" fmla="*/ 2386 w 4773"/>
              <a:gd name="T43" fmla="*/ 4013 h 4367"/>
              <a:gd name="T44" fmla="*/ 2026 w 4773"/>
              <a:gd name="T45" fmla="*/ 3635 h 4367"/>
              <a:gd name="T46" fmla="*/ 2381 w 4773"/>
              <a:gd name="T47" fmla="*/ 3252 h 4367"/>
              <a:gd name="T48" fmla="*/ 2737 w 4773"/>
              <a:gd name="T49" fmla="*/ 3635 h 4367"/>
              <a:gd name="T50" fmla="*/ 2386 w 4773"/>
              <a:gd name="T51" fmla="*/ 4013 h 4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73" h="4367">
                <a:moveTo>
                  <a:pt x="4733" y="4096"/>
                </a:moveTo>
                <a:lnTo>
                  <a:pt x="2541" y="107"/>
                </a:lnTo>
                <a:cubicBezTo>
                  <a:pt x="2504" y="39"/>
                  <a:pt x="2448" y="0"/>
                  <a:pt x="2387" y="0"/>
                </a:cubicBezTo>
                <a:cubicBezTo>
                  <a:pt x="2326" y="0"/>
                  <a:pt x="2269" y="39"/>
                  <a:pt x="2232" y="107"/>
                </a:cubicBezTo>
                <a:lnTo>
                  <a:pt x="40" y="4096"/>
                </a:lnTo>
                <a:cubicBezTo>
                  <a:pt x="3" y="4162"/>
                  <a:pt x="0" y="4231"/>
                  <a:pt x="31" y="4283"/>
                </a:cubicBezTo>
                <a:cubicBezTo>
                  <a:pt x="63" y="4337"/>
                  <a:pt x="125" y="4367"/>
                  <a:pt x="202" y="4367"/>
                </a:cubicBezTo>
                <a:lnTo>
                  <a:pt x="4571" y="4367"/>
                </a:lnTo>
                <a:cubicBezTo>
                  <a:pt x="4648" y="4367"/>
                  <a:pt x="4710" y="4337"/>
                  <a:pt x="4742" y="4283"/>
                </a:cubicBezTo>
                <a:cubicBezTo>
                  <a:pt x="4773" y="4231"/>
                  <a:pt x="4770" y="4162"/>
                  <a:pt x="4733" y="4096"/>
                </a:cubicBezTo>
                <a:close/>
                <a:moveTo>
                  <a:pt x="2064" y="1055"/>
                </a:moveTo>
                <a:cubicBezTo>
                  <a:pt x="2076" y="1043"/>
                  <a:pt x="2093" y="1034"/>
                  <a:pt x="2111" y="1034"/>
                </a:cubicBezTo>
                <a:lnTo>
                  <a:pt x="2656" y="1034"/>
                </a:lnTo>
                <a:cubicBezTo>
                  <a:pt x="2674" y="1034"/>
                  <a:pt x="2691" y="1043"/>
                  <a:pt x="2703" y="1055"/>
                </a:cubicBezTo>
                <a:cubicBezTo>
                  <a:pt x="2715" y="1068"/>
                  <a:pt x="2722" y="1086"/>
                  <a:pt x="2721" y="1104"/>
                </a:cubicBezTo>
                <a:lnTo>
                  <a:pt x="2652" y="2965"/>
                </a:lnTo>
                <a:cubicBezTo>
                  <a:pt x="2651" y="3002"/>
                  <a:pt x="2620" y="3034"/>
                  <a:pt x="2583" y="3034"/>
                </a:cubicBezTo>
                <a:lnTo>
                  <a:pt x="2179" y="3034"/>
                </a:lnTo>
                <a:cubicBezTo>
                  <a:pt x="2143" y="3034"/>
                  <a:pt x="2112" y="3002"/>
                  <a:pt x="2111" y="2966"/>
                </a:cubicBezTo>
                <a:lnTo>
                  <a:pt x="2046" y="1105"/>
                </a:lnTo>
                <a:cubicBezTo>
                  <a:pt x="2045" y="1087"/>
                  <a:pt x="2052" y="1068"/>
                  <a:pt x="2064" y="1055"/>
                </a:cubicBezTo>
                <a:close/>
                <a:moveTo>
                  <a:pt x="2386" y="4013"/>
                </a:moveTo>
                <a:cubicBezTo>
                  <a:pt x="2181" y="4013"/>
                  <a:pt x="2026" y="3850"/>
                  <a:pt x="2026" y="3635"/>
                </a:cubicBezTo>
                <a:cubicBezTo>
                  <a:pt x="2026" y="3417"/>
                  <a:pt x="2179" y="3252"/>
                  <a:pt x="2381" y="3252"/>
                </a:cubicBezTo>
                <a:cubicBezTo>
                  <a:pt x="2590" y="3252"/>
                  <a:pt x="2737" y="3409"/>
                  <a:pt x="2737" y="3635"/>
                </a:cubicBezTo>
                <a:cubicBezTo>
                  <a:pt x="2737" y="3857"/>
                  <a:pt x="2592" y="4013"/>
                  <a:pt x="2386" y="4013"/>
                </a:cubicBezTo>
                <a:close/>
              </a:path>
            </a:pathLst>
          </a:custGeom>
          <a:solidFill>
            <a:schemeClr val="bg1"/>
          </a:solidFill>
          <a:ln>
            <a:noFill/>
          </a:ln>
        </p:spPr>
      </p:sp>
      <p:sp>
        <p:nvSpPr>
          <p:cNvPr id="152" name="school-book_74303"/>
          <p:cNvSpPr>
            <a:spLocks/>
          </p:cNvSpPr>
          <p:nvPr/>
        </p:nvSpPr>
        <p:spPr bwMode="gray">
          <a:xfrm>
            <a:off x="585754" y="4579996"/>
            <a:ext cx="159024" cy="193920"/>
          </a:xfrm>
          <a:custGeom>
            <a:avLst/>
            <a:gdLst>
              <a:gd name="T0" fmla="*/ 532 w 3373"/>
              <a:gd name="T1" fmla="*/ 381 h 4441"/>
              <a:gd name="T2" fmla="*/ 3373 w 3373"/>
              <a:gd name="T3" fmla="*/ 381 h 4441"/>
              <a:gd name="T4" fmla="*/ 3373 w 3373"/>
              <a:gd name="T5" fmla="*/ 0 h 4441"/>
              <a:gd name="T6" fmla="*/ 532 w 3373"/>
              <a:gd name="T7" fmla="*/ 0 h 4441"/>
              <a:gd name="T8" fmla="*/ 0 w 3373"/>
              <a:gd name="T9" fmla="*/ 532 h 4441"/>
              <a:gd name="T10" fmla="*/ 0 w 3373"/>
              <a:gd name="T11" fmla="*/ 4012 h 4441"/>
              <a:gd name="T12" fmla="*/ 429 w 3373"/>
              <a:gd name="T13" fmla="*/ 4441 h 4441"/>
              <a:gd name="T14" fmla="*/ 3373 w 3373"/>
              <a:gd name="T15" fmla="*/ 4441 h 4441"/>
              <a:gd name="T16" fmla="*/ 3373 w 3373"/>
              <a:gd name="T17" fmla="*/ 683 h 4441"/>
              <a:gd name="T18" fmla="*/ 532 w 3373"/>
              <a:gd name="T19" fmla="*/ 683 h 4441"/>
              <a:gd name="T20" fmla="*/ 381 w 3373"/>
              <a:gd name="T21" fmla="*/ 532 h 4441"/>
              <a:gd name="T22" fmla="*/ 532 w 3373"/>
              <a:gd name="T23" fmla="*/ 381 h 4441"/>
              <a:gd name="T24" fmla="*/ 1397 w 3373"/>
              <a:gd name="T25" fmla="*/ 3011 h 4441"/>
              <a:gd name="T26" fmla="*/ 2854 w 3373"/>
              <a:gd name="T27" fmla="*/ 3011 h 4441"/>
              <a:gd name="T28" fmla="*/ 2854 w 3373"/>
              <a:gd name="T29" fmla="*/ 3794 h 4441"/>
              <a:gd name="T30" fmla="*/ 1397 w 3373"/>
              <a:gd name="T31" fmla="*/ 3794 h 4441"/>
              <a:gd name="T32" fmla="*/ 1397 w 3373"/>
              <a:gd name="T33" fmla="*/ 3011 h 4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373" h="4441">
                <a:moveTo>
                  <a:pt x="532" y="381"/>
                </a:moveTo>
                <a:lnTo>
                  <a:pt x="3373" y="381"/>
                </a:lnTo>
                <a:lnTo>
                  <a:pt x="3373" y="0"/>
                </a:lnTo>
                <a:lnTo>
                  <a:pt x="532" y="0"/>
                </a:lnTo>
                <a:cubicBezTo>
                  <a:pt x="239" y="0"/>
                  <a:pt x="0" y="239"/>
                  <a:pt x="0" y="532"/>
                </a:cubicBezTo>
                <a:lnTo>
                  <a:pt x="0" y="4012"/>
                </a:lnTo>
                <a:cubicBezTo>
                  <a:pt x="0" y="4248"/>
                  <a:pt x="192" y="4441"/>
                  <a:pt x="429" y="4441"/>
                </a:cubicBezTo>
                <a:lnTo>
                  <a:pt x="3373" y="4441"/>
                </a:lnTo>
                <a:lnTo>
                  <a:pt x="3373" y="683"/>
                </a:lnTo>
                <a:lnTo>
                  <a:pt x="532" y="683"/>
                </a:lnTo>
                <a:cubicBezTo>
                  <a:pt x="449" y="683"/>
                  <a:pt x="381" y="616"/>
                  <a:pt x="381" y="532"/>
                </a:cubicBezTo>
                <a:cubicBezTo>
                  <a:pt x="381" y="449"/>
                  <a:pt x="449" y="381"/>
                  <a:pt x="532" y="381"/>
                </a:cubicBezTo>
                <a:close/>
                <a:moveTo>
                  <a:pt x="1397" y="3011"/>
                </a:moveTo>
                <a:lnTo>
                  <a:pt x="2854" y="3011"/>
                </a:lnTo>
                <a:lnTo>
                  <a:pt x="2854" y="3794"/>
                </a:lnTo>
                <a:lnTo>
                  <a:pt x="1397" y="3794"/>
                </a:lnTo>
                <a:lnTo>
                  <a:pt x="1397" y="3011"/>
                </a:lnTo>
                <a:close/>
              </a:path>
            </a:pathLst>
          </a:custGeom>
          <a:solidFill>
            <a:schemeClr val="bg1"/>
          </a:solidFill>
          <a:ln>
            <a:noFill/>
          </a:ln>
        </p:spPr>
      </p:sp>
      <p:sp>
        <p:nvSpPr>
          <p:cNvPr id="28" name="圆角矩形 27"/>
          <p:cNvSpPr>
            <a:spLocks/>
          </p:cNvSpPr>
          <p:nvPr/>
        </p:nvSpPr>
        <p:spPr bwMode="gray">
          <a:xfrm>
            <a:off x="3882091" y="3135957"/>
            <a:ext cx="1951608" cy="2803923"/>
          </a:xfrm>
          <a:prstGeom prst="roundRect">
            <a:avLst>
              <a:gd name="adj" fmla="val 2908"/>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矩形 28"/>
          <p:cNvSpPr/>
          <p:nvPr/>
        </p:nvSpPr>
        <p:spPr bwMode="gray">
          <a:xfrm flipH="1">
            <a:off x="3923870" y="3172053"/>
            <a:ext cx="1868051" cy="338422"/>
          </a:xfrm>
          <a:prstGeom prst="rect">
            <a:avLst/>
          </a:prstGeom>
        </p:spPr>
        <p:txBody>
          <a:bodyPr wrap="square">
            <a:spAutoFit/>
          </a:bodyPr>
          <a:lstStyle/>
          <a:p>
            <a:pPr algn="ctr" defTabSz="914034">
              <a:defRPr/>
            </a:pPr>
            <a:r>
              <a:rPr lang="zh-CN" altLang="en-US" sz="1599" kern="0" dirty="0">
                <a:sym typeface="Huawei Sans" panose="020C0503030203020204" pitchFamily="34" charset="0"/>
              </a:rPr>
              <a:t>前期准备</a:t>
            </a:r>
          </a:p>
        </p:txBody>
      </p:sp>
      <p:grpSp>
        <p:nvGrpSpPr>
          <p:cNvPr id="4" name="组合 3"/>
          <p:cNvGrpSpPr/>
          <p:nvPr/>
        </p:nvGrpSpPr>
        <p:grpSpPr bwMode="gray">
          <a:xfrm>
            <a:off x="4149872" y="3621917"/>
            <a:ext cx="1416045" cy="1741610"/>
            <a:chOff x="4543768" y="3621993"/>
            <a:chExt cx="1416598" cy="1742290"/>
          </a:xfrm>
        </p:grpSpPr>
        <p:sp>
          <p:nvSpPr>
            <p:cNvPr id="31" name="圆角矩形 30"/>
            <p:cNvSpPr/>
            <p:nvPr/>
          </p:nvSpPr>
          <p:spPr bwMode="gray">
            <a:xfrm flipH="1">
              <a:off x="4543769" y="3621993"/>
              <a:ext cx="1416597" cy="360000"/>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项目背景</a:t>
              </a:r>
            </a:p>
          </p:txBody>
        </p:sp>
        <p:sp>
          <p:nvSpPr>
            <p:cNvPr id="32" name="圆角矩形 31"/>
            <p:cNvSpPr/>
            <p:nvPr/>
          </p:nvSpPr>
          <p:spPr bwMode="gray">
            <a:xfrm flipH="1">
              <a:off x="4543769" y="5004283"/>
              <a:ext cx="1416597" cy="360000"/>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风险评估</a:t>
              </a:r>
            </a:p>
          </p:txBody>
        </p:sp>
        <p:sp>
          <p:nvSpPr>
            <p:cNvPr id="33" name="圆角矩形 32"/>
            <p:cNvSpPr/>
            <p:nvPr/>
          </p:nvSpPr>
          <p:spPr bwMode="gray">
            <a:xfrm flipH="1">
              <a:off x="4543768" y="4082756"/>
              <a:ext cx="1416597" cy="360000"/>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现网概述</a:t>
              </a:r>
            </a:p>
          </p:txBody>
        </p:sp>
        <p:sp>
          <p:nvSpPr>
            <p:cNvPr id="35" name="圆角矩形 34"/>
            <p:cNvSpPr/>
            <p:nvPr/>
          </p:nvSpPr>
          <p:spPr bwMode="gray">
            <a:xfrm flipH="1">
              <a:off x="4543769" y="4543519"/>
              <a:ext cx="1416597" cy="360000"/>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割接目标</a:t>
              </a:r>
            </a:p>
          </p:txBody>
        </p:sp>
      </p:grpSp>
      <p:sp>
        <p:nvSpPr>
          <p:cNvPr id="37" name="圆角矩形 36"/>
          <p:cNvSpPr>
            <a:spLocks/>
          </p:cNvSpPr>
          <p:nvPr/>
        </p:nvSpPr>
        <p:spPr bwMode="gray">
          <a:xfrm>
            <a:off x="6256718" y="3135957"/>
            <a:ext cx="1951608" cy="2803923"/>
          </a:xfrm>
          <a:prstGeom prst="roundRect">
            <a:avLst>
              <a:gd name="adj" fmla="val 2908"/>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矩形 37"/>
          <p:cNvSpPr/>
          <p:nvPr/>
        </p:nvSpPr>
        <p:spPr bwMode="gray">
          <a:xfrm flipH="1">
            <a:off x="6298498" y="3172053"/>
            <a:ext cx="1868051" cy="338422"/>
          </a:xfrm>
          <a:prstGeom prst="rect">
            <a:avLst/>
          </a:prstGeom>
        </p:spPr>
        <p:txBody>
          <a:bodyPr wrap="square">
            <a:spAutoFit/>
          </a:bodyPr>
          <a:lstStyle/>
          <a:p>
            <a:pPr algn="ctr" defTabSz="914034">
              <a:defRPr/>
            </a:pPr>
            <a:r>
              <a:rPr lang="zh-CN" altLang="en-US" sz="1599" kern="0" dirty="0">
                <a:sym typeface="Huawei Sans" panose="020C0503030203020204" pitchFamily="34" charset="0"/>
              </a:rPr>
              <a:t>实施</a:t>
            </a:r>
          </a:p>
        </p:txBody>
      </p:sp>
      <p:grpSp>
        <p:nvGrpSpPr>
          <p:cNvPr id="6" name="组合 5"/>
          <p:cNvGrpSpPr/>
          <p:nvPr/>
        </p:nvGrpSpPr>
        <p:grpSpPr bwMode="gray">
          <a:xfrm>
            <a:off x="6524500" y="3621918"/>
            <a:ext cx="1420840" cy="2189746"/>
            <a:chOff x="6919323" y="3621993"/>
            <a:chExt cx="1421395" cy="2190601"/>
          </a:xfrm>
        </p:grpSpPr>
        <p:sp>
          <p:nvSpPr>
            <p:cNvPr id="39" name="圆角矩形 38"/>
            <p:cNvSpPr/>
            <p:nvPr/>
          </p:nvSpPr>
          <p:spPr bwMode="gray">
            <a:xfrm flipH="1">
              <a:off x="6919324" y="3621993"/>
              <a:ext cx="1416597" cy="360000"/>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割接准备</a:t>
              </a:r>
            </a:p>
          </p:txBody>
        </p:sp>
        <p:sp>
          <p:nvSpPr>
            <p:cNvPr id="40" name="圆角矩形 39"/>
            <p:cNvSpPr/>
            <p:nvPr/>
          </p:nvSpPr>
          <p:spPr bwMode="gray">
            <a:xfrm flipH="1">
              <a:off x="6919324" y="5452594"/>
              <a:ext cx="1416597" cy="360000"/>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应急预案</a:t>
              </a:r>
            </a:p>
          </p:txBody>
        </p:sp>
        <p:sp>
          <p:nvSpPr>
            <p:cNvPr id="41" name="圆角矩形 40"/>
            <p:cNvSpPr/>
            <p:nvPr/>
          </p:nvSpPr>
          <p:spPr bwMode="gray">
            <a:xfrm flipH="1">
              <a:off x="6919323" y="4082756"/>
              <a:ext cx="1416597" cy="360000"/>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割接实施</a:t>
              </a:r>
            </a:p>
          </p:txBody>
        </p:sp>
        <p:sp>
          <p:nvSpPr>
            <p:cNvPr id="42" name="圆角矩形 41"/>
            <p:cNvSpPr/>
            <p:nvPr/>
          </p:nvSpPr>
          <p:spPr bwMode="gray">
            <a:xfrm flipH="1">
              <a:off x="6924121" y="5004283"/>
              <a:ext cx="1416597" cy="360000"/>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回退方案</a:t>
              </a:r>
            </a:p>
          </p:txBody>
        </p:sp>
      </p:grpSp>
      <p:sp>
        <p:nvSpPr>
          <p:cNvPr id="43" name="圆角矩形 42"/>
          <p:cNvSpPr>
            <a:spLocks/>
          </p:cNvSpPr>
          <p:nvPr/>
        </p:nvSpPr>
        <p:spPr bwMode="gray">
          <a:xfrm>
            <a:off x="8592081" y="3135957"/>
            <a:ext cx="1951608" cy="2803923"/>
          </a:xfrm>
          <a:prstGeom prst="roundRect">
            <a:avLst>
              <a:gd name="adj" fmla="val 2908"/>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矩形 43"/>
          <p:cNvSpPr/>
          <p:nvPr/>
        </p:nvSpPr>
        <p:spPr bwMode="gray">
          <a:xfrm flipH="1">
            <a:off x="8633860" y="3172053"/>
            <a:ext cx="1868051" cy="338422"/>
          </a:xfrm>
          <a:prstGeom prst="rect">
            <a:avLst/>
          </a:prstGeom>
        </p:spPr>
        <p:txBody>
          <a:bodyPr wrap="square">
            <a:spAutoFit/>
          </a:bodyPr>
          <a:lstStyle/>
          <a:p>
            <a:pPr algn="ctr" defTabSz="914034">
              <a:defRPr/>
            </a:pPr>
            <a:r>
              <a:rPr lang="zh-CN" altLang="en-US" sz="1599" kern="0" dirty="0">
                <a:sym typeface="Huawei Sans" panose="020C0503030203020204" pitchFamily="34" charset="0"/>
              </a:rPr>
              <a:t>割接收尾</a:t>
            </a:r>
          </a:p>
        </p:txBody>
      </p:sp>
      <p:sp>
        <p:nvSpPr>
          <p:cNvPr id="45" name="圆角矩形 44"/>
          <p:cNvSpPr/>
          <p:nvPr/>
        </p:nvSpPr>
        <p:spPr bwMode="gray">
          <a:xfrm flipH="1">
            <a:off x="6529296" y="4545248"/>
            <a:ext cx="1416044" cy="359859"/>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业务测试</a:t>
            </a:r>
          </a:p>
        </p:txBody>
      </p:sp>
      <p:sp>
        <p:nvSpPr>
          <p:cNvPr id="46" name="圆角矩形 45"/>
          <p:cNvSpPr/>
          <p:nvPr/>
        </p:nvSpPr>
        <p:spPr bwMode="gray">
          <a:xfrm flipH="1">
            <a:off x="8859864" y="4543084"/>
            <a:ext cx="1416044" cy="359859"/>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项目验收</a:t>
            </a:r>
          </a:p>
        </p:txBody>
      </p:sp>
      <p:sp>
        <p:nvSpPr>
          <p:cNvPr id="47" name="圆角矩形 46"/>
          <p:cNvSpPr/>
          <p:nvPr/>
        </p:nvSpPr>
        <p:spPr bwMode="gray">
          <a:xfrm flipH="1">
            <a:off x="8882172" y="3620336"/>
            <a:ext cx="1416044" cy="359859"/>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现场守局</a:t>
            </a:r>
          </a:p>
        </p:txBody>
      </p:sp>
      <p:sp>
        <p:nvSpPr>
          <p:cNvPr id="48" name="圆角矩形 47"/>
          <p:cNvSpPr/>
          <p:nvPr/>
        </p:nvSpPr>
        <p:spPr bwMode="gray">
          <a:xfrm flipH="1">
            <a:off x="8882172" y="4082155"/>
            <a:ext cx="1416044" cy="359859"/>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资料移接</a:t>
            </a:r>
          </a:p>
        </p:txBody>
      </p:sp>
      <p:sp>
        <p:nvSpPr>
          <p:cNvPr id="10" name="矩形 9"/>
          <p:cNvSpPr/>
          <p:nvPr/>
        </p:nvSpPr>
        <p:spPr bwMode="gray">
          <a:xfrm>
            <a:off x="6655904" y="2714142"/>
            <a:ext cx="1113974" cy="369188"/>
          </a:xfrm>
          <a:prstGeom prst="rect">
            <a:avLst/>
          </a:prstGeom>
        </p:spPr>
        <p:txBody>
          <a:bodyPr wrap="none">
            <a:spAutoFit/>
          </a:bodyPr>
          <a:lstStyle/>
          <a:p>
            <a:pPr lvl="0" algn="ctr"/>
            <a:r>
              <a:rPr lang="zh-CN" altLang="en-US" sz="1799" b="1" dirty="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rPr>
              <a:t>割接方案</a:t>
            </a:r>
          </a:p>
        </p:txBody>
      </p:sp>
      <p:sp>
        <p:nvSpPr>
          <p:cNvPr id="50" name="五边形 153"/>
          <p:cNvSpPr/>
          <p:nvPr/>
        </p:nvSpPr>
        <p:spPr bwMode="gray">
          <a:xfrm>
            <a:off x="8150785" y="113221"/>
            <a:ext cx="1259508" cy="213037"/>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准备阶段</a:t>
            </a:r>
          </a:p>
        </p:txBody>
      </p:sp>
      <p:sp>
        <p:nvSpPr>
          <p:cNvPr id="51" name="燕尾形 154"/>
          <p:cNvSpPr/>
          <p:nvPr/>
        </p:nvSpPr>
        <p:spPr bwMode="gray">
          <a:xfrm>
            <a:off x="9320182"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实施阶段</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燕尾形 155"/>
          <p:cNvSpPr/>
          <p:nvPr/>
        </p:nvSpPr>
        <p:spPr bwMode="gray">
          <a:xfrm>
            <a:off x="10489579"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收尾阶段</a:t>
            </a:r>
          </a:p>
        </p:txBody>
      </p:sp>
    </p:spTree>
    <p:custDataLst>
      <p:tags r:id="rId1"/>
    </p:custDataLst>
    <p:extLst>
      <p:ext uri="{BB962C8B-B14F-4D97-AF65-F5344CB8AC3E}">
        <p14:creationId xmlns:p14="http://schemas.microsoft.com/office/powerpoint/2010/main" val="14485863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实施方案</a:t>
            </a:r>
          </a:p>
        </p:txBody>
      </p:sp>
      <p:sp>
        <p:nvSpPr>
          <p:cNvPr id="60" name="文本占位符 3"/>
          <p:cNvSpPr>
            <a:spLocks noGrp="1"/>
          </p:cNvSpPr>
          <p:nvPr>
            <p:ph type="body" sz="quarter" idx="10"/>
          </p:nvPr>
        </p:nvSpPr>
        <p:spPr bwMode="gray">
          <a:xfrm>
            <a:off x="2163097" y="1047750"/>
            <a:ext cx="9585990" cy="4879805"/>
          </a:xfrm>
        </p:spPr>
        <p:txBody>
          <a:bodyPr/>
          <a:lstStyle/>
          <a:p>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为进行高效、规范地割接，割接中的每个实施步骤都要提前规划，按照割接操作顺序到最小操作动作，细化到具体的命令行，以及每一个操作步骤执行所需的时间。</a:t>
            </a:r>
            <a:endParaRPr lang="en-US" altLang="zh-CN" sz="1799"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割接实施方案中需要制定相应的割接操作确认记录表，针对每一模块操作的时间点，完成后的结果确认和异常信息记录。</a:t>
            </a:r>
            <a:endParaRPr lang="en-US" altLang="zh-CN" sz="17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isḻïḑe">
            <a:extLst>
              <a:ext uri="{FF2B5EF4-FFF2-40B4-BE49-F238E27FC236}">
                <a16:creationId xmlns:a16="http://schemas.microsoft.com/office/drawing/2014/main" id="{24CBC826-002E-4B71-8291-B729E4BED0E3}"/>
              </a:ext>
            </a:extLst>
          </p:cNvPr>
          <p:cNvSpPr txBox="1"/>
          <p:nvPr/>
        </p:nvSpPr>
        <p:spPr bwMode="gray">
          <a:xfrm>
            <a:off x="836816" y="1593189"/>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pPr algn="l"/>
            <a:r>
              <a:rPr lang="zh-CN" altLang="en-US" sz="1399" dirty="0">
                <a:solidFill>
                  <a:schemeClr val="bg1">
                    <a:lumMod val="65000"/>
                  </a:schemeClr>
                </a:solidFill>
              </a:rPr>
              <a:t>项目调研</a:t>
            </a:r>
            <a:endParaRPr lang="en-US" altLang="zh-CN" sz="1399" dirty="0">
              <a:solidFill>
                <a:schemeClr val="bg1">
                  <a:lumMod val="65000"/>
                </a:schemeClr>
              </a:solidFill>
            </a:endParaRPr>
          </a:p>
        </p:txBody>
      </p:sp>
      <p:sp>
        <p:nvSpPr>
          <p:cNvPr id="112" name="ïšļïďe">
            <a:extLst>
              <a:ext uri="{FF2B5EF4-FFF2-40B4-BE49-F238E27FC236}">
                <a16:creationId xmlns:a16="http://schemas.microsoft.com/office/drawing/2014/main" id="{FB41FAD4-0BA5-4580-B72E-A6BFF22F8784}"/>
              </a:ext>
            </a:extLst>
          </p:cNvPr>
          <p:cNvSpPr txBox="1"/>
          <p:nvPr/>
        </p:nvSpPr>
        <p:spPr bwMode="gray">
          <a:xfrm>
            <a:off x="836816" y="2547720"/>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pPr algn="l"/>
            <a:r>
              <a:rPr lang="zh-CN" altLang="en-US" sz="1399" dirty="0"/>
              <a:t>项目分析</a:t>
            </a:r>
            <a:endParaRPr lang="en-US" altLang="zh-CN" sz="1399" dirty="0"/>
          </a:p>
        </p:txBody>
      </p:sp>
      <p:sp>
        <p:nvSpPr>
          <p:cNvPr id="113" name="ïṧļíḍê">
            <a:extLst>
              <a:ext uri="{FF2B5EF4-FFF2-40B4-BE49-F238E27FC236}">
                <a16:creationId xmlns:a16="http://schemas.microsoft.com/office/drawing/2014/main" id="{D1BCCD92-D45A-41F7-960F-30FC35568CBF}"/>
              </a:ext>
            </a:extLst>
          </p:cNvPr>
          <p:cNvSpPr txBox="1"/>
          <p:nvPr/>
        </p:nvSpPr>
        <p:spPr bwMode="gray">
          <a:xfrm>
            <a:off x="836816" y="3502251"/>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1399" dirty="0">
                <a:solidFill>
                  <a:schemeClr val="bg1">
                    <a:lumMod val="65000"/>
                  </a:schemeClr>
                </a:solidFill>
              </a:rPr>
              <a:t>风险评估</a:t>
            </a:r>
            <a:endParaRPr lang="en-US" altLang="zh-CN" sz="1399" dirty="0">
              <a:solidFill>
                <a:schemeClr val="bg1">
                  <a:lumMod val="65000"/>
                </a:schemeClr>
              </a:solidFill>
            </a:endParaRPr>
          </a:p>
        </p:txBody>
      </p:sp>
      <p:sp>
        <p:nvSpPr>
          <p:cNvPr id="114" name="îş1iḍê">
            <a:extLst>
              <a:ext uri="{FF2B5EF4-FFF2-40B4-BE49-F238E27FC236}">
                <a16:creationId xmlns:a16="http://schemas.microsoft.com/office/drawing/2014/main" id="{F0B068A5-560A-4DB9-9ABC-E179FB4B53B1}"/>
              </a:ext>
            </a:extLst>
          </p:cNvPr>
          <p:cNvSpPr txBox="1"/>
          <p:nvPr/>
        </p:nvSpPr>
        <p:spPr bwMode="gray">
          <a:xfrm>
            <a:off x="836816" y="4456782"/>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00000"/>
              </a:lnSpc>
              <a:spcBef>
                <a:spcPct val="0"/>
              </a:spcBef>
            </a:pPr>
            <a:r>
              <a:rPr lang="zh-CN" altLang="en-US" sz="1399" b="1" dirty="0"/>
              <a:t>输出割接方案</a:t>
            </a:r>
            <a:endParaRPr lang="en-US" altLang="zh-CN" sz="1399" b="1" dirty="0"/>
          </a:p>
        </p:txBody>
      </p:sp>
      <p:sp>
        <p:nvSpPr>
          <p:cNvPr id="115" name="íşḻïďe">
            <a:extLst>
              <a:ext uri="{FF2B5EF4-FFF2-40B4-BE49-F238E27FC236}">
                <a16:creationId xmlns:a16="http://schemas.microsoft.com/office/drawing/2014/main" id="{05246D82-A4F5-42F2-854D-C3D348D160CE}"/>
              </a:ext>
            </a:extLst>
          </p:cNvPr>
          <p:cNvSpPr txBox="1"/>
          <p:nvPr/>
        </p:nvSpPr>
        <p:spPr bwMode="gray">
          <a:xfrm>
            <a:off x="836816" y="5411313"/>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lnSpc>
                <a:spcPct val="100000"/>
              </a:lnSpc>
              <a:spcBef>
                <a:spcPct val="0"/>
              </a:spcBef>
            </a:pPr>
            <a:r>
              <a:rPr lang="zh-CN" altLang="en-US" sz="1399" dirty="0">
                <a:solidFill>
                  <a:schemeClr val="bg1">
                    <a:lumMod val="65000"/>
                  </a:schemeClr>
                </a:solidFill>
              </a:rPr>
              <a:t>方案验证、评审</a:t>
            </a:r>
            <a:endParaRPr lang="en-US" altLang="zh-CN" sz="1399" dirty="0">
              <a:solidFill>
                <a:schemeClr val="bg1">
                  <a:lumMod val="65000"/>
                </a:schemeClr>
              </a:solidFill>
            </a:endParaRPr>
          </a:p>
        </p:txBody>
      </p:sp>
      <p:cxnSp>
        <p:nvCxnSpPr>
          <p:cNvPr id="117" name="直接连接符 116">
            <a:extLst>
              <a:ext uri="{FF2B5EF4-FFF2-40B4-BE49-F238E27FC236}">
                <a16:creationId xmlns:a16="http://schemas.microsoft.com/office/drawing/2014/main" id="{4AA622A8-8183-4782-A4A5-6DF01B92BB53}"/>
              </a:ext>
            </a:extLst>
          </p:cNvPr>
          <p:cNvCxnSpPr/>
          <p:nvPr/>
        </p:nvCxnSpPr>
        <p:spPr bwMode="gray">
          <a:xfrm>
            <a:off x="665266" y="1440793"/>
            <a:ext cx="0" cy="4689414"/>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26" name="iṩ1îdè">
            <a:extLst>
              <a:ext uri="{FF2B5EF4-FFF2-40B4-BE49-F238E27FC236}">
                <a16:creationId xmlns:a16="http://schemas.microsoft.com/office/drawing/2014/main" id="{7F2033B8-3D85-4EBC-B06A-35DC8DC5989D}"/>
              </a:ext>
            </a:extLst>
          </p:cNvPr>
          <p:cNvSpPr/>
          <p:nvPr/>
        </p:nvSpPr>
        <p:spPr bwMode="gray">
          <a:xfrm rot="10800000" flipV="1">
            <a:off x="485337" y="3541849"/>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31" name="íŝlíďé">
            <a:extLst>
              <a:ext uri="{FF2B5EF4-FFF2-40B4-BE49-F238E27FC236}">
                <a16:creationId xmlns:a16="http://schemas.microsoft.com/office/drawing/2014/main" id="{E7C05249-EC6B-4A31-B592-1B7DA1FC1C4D}"/>
              </a:ext>
            </a:extLst>
          </p:cNvPr>
          <p:cNvSpPr/>
          <p:nvPr/>
        </p:nvSpPr>
        <p:spPr bwMode="gray">
          <a:xfrm rot="10800000" flipV="1">
            <a:off x="485337" y="4497026"/>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rgbClr val="56C4D2"/>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799"/>
          </a:p>
        </p:txBody>
      </p:sp>
      <p:grpSp>
        <p:nvGrpSpPr>
          <p:cNvPr id="133" name="组合 132"/>
          <p:cNvGrpSpPr/>
          <p:nvPr/>
        </p:nvGrpSpPr>
        <p:grpSpPr bwMode="gray">
          <a:xfrm>
            <a:off x="485337" y="5452201"/>
            <a:ext cx="359859" cy="359859"/>
            <a:chOff x="8645353" y="1253075"/>
            <a:chExt cx="532084" cy="532082"/>
          </a:xfrm>
        </p:grpSpPr>
        <p:sp>
          <p:nvSpPr>
            <p:cNvPr id="134" name="íṡ1íḋê">
              <a:extLst>
                <a:ext uri="{FF2B5EF4-FFF2-40B4-BE49-F238E27FC236}">
                  <a16:creationId xmlns:a16="http://schemas.microsoft.com/office/drawing/2014/main" id="{87A1502E-FF5A-402F-AE9A-604F51135206}"/>
                </a:ext>
              </a:extLst>
            </p:cNvPr>
            <p:cNvSpPr/>
            <p:nvPr/>
          </p:nvSpPr>
          <p:spPr bwMode="gray">
            <a:xfrm rot="10800000" flipV="1">
              <a:off x="8645353" y="1253075"/>
              <a:ext cx="532084" cy="532082"/>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377" rtl="0" eaLnBrk="1" latinLnBrk="0" hangingPunct="1">
                <a:defRPr sz="1800" kern="1200">
                  <a:solidFill>
                    <a:schemeClr val="lt1"/>
                  </a:solidFill>
                </a:defRPr>
              </a:lvl1pPr>
              <a:lvl2pPr marL="457189" algn="l" defTabSz="914377" rtl="0" eaLnBrk="1" latinLnBrk="0" hangingPunct="1">
                <a:defRPr sz="1800" kern="1200">
                  <a:solidFill>
                    <a:schemeClr val="lt1"/>
                  </a:solidFill>
                </a:defRPr>
              </a:lvl2pPr>
              <a:lvl3pPr marL="914377" algn="l" defTabSz="914377" rtl="0" eaLnBrk="1" latinLnBrk="0" hangingPunct="1">
                <a:defRPr sz="1800" kern="1200">
                  <a:solidFill>
                    <a:schemeClr val="lt1"/>
                  </a:solidFill>
                </a:defRPr>
              </a:lvl3pPr>
              <a:lvl4pPr marL="1371566" algn="l" defTabSz="914377" rtl="0" eaLnBrk="1" latinLnBrk="0" hangingPunct="1">
                <a:defRPr sz="1800" kern="1200">
                  <a:solidFill>
                    <a:schemeClr val="lt1"/>
                  </a:solidFill>
                </a:defRPr>
              </a:lvl4pPr>
              <a:lvl5pPr marL="1828754" algn="l" defTabSz="914377" rtl="0" eaLnBrk="1" latinLnBrk="0" hangingPunct="1">
                <a:defRPr sz="1800" kern="1200">
                  <a:solidFill>
                    <a:schemeClr val="lt1"/>
                  </a:solidFill>
                </a:defRPr>
              </a:lvl5pPr>
              <a:lvl6pPr marL="2285943" algn="l" defTabSz="914377" rtl="0" eaLnBrk="1" latinLnBrk="0" hangingPunct="1">
                <a:defRPr sz="1800" kern="1200">
                  <a:solidFill>
                    <a:schemeClr val="lt1"/>
                  </a:solidFill>
                </a:defRPr>
              </a:lvl6pPr>
              <a:lvl7pPr marL="2743131" algn="l" defTabSz="914377" rtl="0" eaLnBrk="1" latinLnBrk="0" hangingPunct="1">
                <a:defRPr sz="1800" kern="1200">
                  <a:solidFill>
                    <a:schemeClr val="lt1"/>
                  </a:solidFill>
                </a:defRPr>
              </a:lvl7pPr>
              <a:lvl8pPr marL="3200320" algn="l" defTabSz="914377" rtl="0" eaLnBrk="1" latinLnBrk="0" hangingPunct="1">
                <a:defRPr sz="1800" kern="1200">
                  <a:solidFill>
                    <a:schemeClr val="lt1"/>
                  </a:solidFill>
                </a:defRPr>
              </a:lvl8pPr>
              <a:lvl9pPr marL="3657509" algn="l" defTabSz="914377" rtl="0" eaLnBrk="1" latinLnBrk="0" hangingPunct="1">
                <a:defRPr sz="1800" kern="1200">
                  <a:solidFill>
                    <a:schemeClr val="lt1"/>
                  </a:solidFill>
                </a:defRPr>
              </a:lvl9pPr>
            </a:lstStyle>
            <a:p>
              <a:pPr algn="ctr"/>
              <a:endParaRPr sz="1799"/>
            </a:p>
          </p:txBody>
        </p:sp>
        <p:sp>
          <p:nvSpPr>
            <p:cNvPr id="136" name="iṡļidè">
              <a:extLst>
                <a:ext uri="{FF2B5EF4-FFF2-40B4-BE49-F238E27FC236}">
                  <a16:creationId xmlns:a16="http://schemas.microsoft.com/office/drawing/2014/main" id="{D2F2F0A0-455D-459F-90E5-A8674554530D}"/>
                </a:ext>
              </a:extLst>
            </p:cNvPr>
            <p:cNvSpPr/>
            <p:nvPr/>
          </p:nvSpPr>
          <p:spPr bwMode="gray">
            <a:xfrm>
              <a:off x="8806407" y="1420044"/>
              <a:ext cx="235733" cy="198142"/>
            </a:xfrm>
            <a:custGeom>
              <a:avLst/>
              <a:gdLst>
                <a:gd name="connsiteX0" fmla="*/ 536415 w 607227"/>
                <a:gd name="connsiteY0" fmla="*/ 12631 h 510399"/>
                <a:gd name="connsiteX1" fmla="*/ 557192 w 607227"/>
                <a:gd name="connsiteY1" fmla="*/ 21221 h 510399"/>
                <a:gd name="connsiteX2" fmla="*/ 598584 w 607227"/>
                <a:gd name="connsiteY2" fmla="*/ 62633 h 510399"/>
                <a:gd name="connsiteX3" fmla="*/ 598584 w 607227"/>
                <a:gd name="connsiteY3" fmla="*/ 104044 h 510399"/>
                <a:gd name="connsiteX4" fmla="*/ 511175 w 607227"/>
                <a:gd name="connsiteY4" fmla="*/ 191324 h 510399"/>
                <a:gd name="connsiteX5" fmla="*/ 444948 w 607227"/>
                <a:gd name="connsiteY5" fmla="*/ 257453 h 510399"/>
                <a:gd name="connsiteX6" fmla="*/ 339441 w 607227"/>
                <a:gd name="connsiteY6" fmla="*/ 362805 h 510399"/>
                <a:gd name="connsiteX7" fmla="*/ 297968 w 607227"/>
                <a:gd name="connsiteY7" fmla="*/ 404217 h 510399"/>
                <a:gd name="connsiteX8" fmla="*/ 277191 w 607227"/>
                <a:gd name="connsiteY8" fmla="*/ 412807 h 510399"/>
                <a:gd name="connsiteX9" fmla="*/ 256495 w 607227"/>
                <a:gd name="connsiteY9" fmla="*/ 404217 h 510399"/>
                <a:gd name="connsiteX10" fmla="*/ 215023 w 607227"/>
                <a:gd name="connsiteY10" fmla="*/ 362805 h 510399"/>
                <a:gd name="connsiteX11" fmla="*/ 138814 w 607227"/>
                <a:gd name="connsiteY11" fmla="*/ 286790 h 510399"/>
                <a:gd name="connsiteX12" fmla="*/ 138814 w 607227"/>
                <a:gd name="connsiteY12" fmla="*/ 245378 h 510399"/>
                <a:gd name="connsiteX13" fmla="*/ 180286 w 607227"/>
                <a:gd name="connsiteY13" fmla="*/ 203967 h 510399"/>
                <a:gd name="connsiteX14" fmla="*/ 201063 w 607227"/>
                <a:gd name="connsiteY14" fmla="*/ 195376 h 510399"/>
                <a:gd name="connsiteX15" fmla="*/ 221759 w 607227"/>
                <a:gd name="connsiteY15" fmla="*/ 203967 h 510399"/>
                <a:gd name="connsiteX16" fmla="*/ 277191 w 607227"/>
                <a:gd name="connsiteY16" fmla="*/ 259317 h 510399"/>
                <a:gd name="connsiteX17" fmla="*/ 444948 w 607227"/>
                <a:gd name="connsiteY17" fmla="*/ 91807 h 510399"/>
                <a:gd name="connsiteX18" fmla="*/ 503951 w 607227"/>
                <a:gd name="connsiteY18" fmla="*/ 32891 h 510399"/>
                <a:gd name="connsiteX19" fmla="*/ 515719 w 607227"/>
                <a:gd name="connsiteY19" fmla="*/ 21221 h 510399"/>
                <a:gd name="connsiteX20" fmla="*/ 536415 w 607227"/>
                <a:gd name="connsiteY20" fmla="*/ 12631 h 510399"/>
                <a:gd name="connsiteX21" fmla="*/ 61847 w 607227"/>
                <a:gd name="connsiteY21" fmla="*/ 0 h 510399"/>
                <a:gd name="connsiteX22" fmla="*/ 449328 w 607227"/>
                <a:gd name="connsiteY22" fmla="*/ 0 h 510399"/>
                <a:gd name="connsiteX23" fmla="*/ 491858 w 607227"/>
                <a:gd name="connsiteY23" fmla="*/ 17019 h 510399"/>
                <a:gd name="connsiteX24" fmla="*/ 442591 w 607227"/>
                <a:gd name="connsiteY24" fmla="*/ 66130 h 510399"/>
                <a:gd name="connsiteX25" fmla="*/ 66230 w 607227"/>
                <a:gd name="connsiteY25" fmla="*/ 66130 h 510399"/>
                <a:gd name="connsiteX26" fmla="*/ 66230 w 607227"/>
                <a:gd name="connsiteY26" fmla="*/ 444269 h 510399"/>
                <a:gd name="connsiteX27" fmla="*/ 444945 w 607227"/>
                <a:gd name="connsiteY27" fmla="*/ 444269 h 510399"/>
                <a:gd name="connsiteX28" fmla="*/ 444945 w 607227"/>
                <a:gd name="connsiteY28" fmla="*/ 285590 h 510399"/>
                <a:gd name="connsiteX29" fmla="*/ 511175 w 607227"/>
                <a:gd name="connsiteY29" fmla="*/ 219460 h 510399"/>
                <a:gd name="connsiteX30" fmla="*/ 511175 w 607227"/>
                <a:gd name="connsiteY30" fmla="*/ 448645 h 510399"/>
                <a:gd name="connsiteX31" fmla="*/ 449328 w 607227"/>
                <a:gd name="connsiteY31" fmla="*/ 510399 h 510399"/>
                <a:gd name="connsiteX32" fmla="*/ 61847 w 607227"/>
                <a:gd name="connsiteY32" fmla="*/ 510399 h 510399"/>
                <a:gd name="connsiteX33" fmla="*/ 0 w 607227"/>
                <a:gd name="connsiteY33" fmla="*/ 448645 h 510399"/>
                <a:gd name="connsiteX34" fmla="*/ 0 w 607227"/>
                <a:gd name="connsiteY34" fmla="*/ 61673 h 510399"/>
                <a:gd name="connsiteX35" fmla="*/ 61847 w 607227"/>
                <a:gd name="connsiteY35" fmla="*/ 0 h 51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7227" h="510399">
                  <a:moveTo>
                    <a:pt x="536415" y="12631"/>
                  </a:moveTo>
                  <a:cubicBezTo>
                    <a:pt x="543882" y="12631"/>
                    <a:pt x="551430" y="15467"/>
                    <a:pt x="557192" y="21221"/>
                  </a:cubicBezTo>
                  <a:lnTo>
                    <a:pt x="598584" y="62633"/>
                  </a:lnTo>
                  <a:cubicBezTo>
                    <a:pt x="610108" y="74059"/>
                    <a:pt x="610108" y="92618"/>
                    <a:pt x="598584" y="104044"/>
                  </a:cubicBezTo>
                  <a:lnTo>
                    <a:pt x="511175" y="191324"/>
                  </a:lnTo>
                  <a:lnTo>
                    <a:pt x="444948" y="257453"/>
                  </a:lnTo>
                  <a:lnTo>
                    <a:pt x="339441" y="362805"/>
                  </a:lnTo>
                  <a:lnTo>
                    <a:pt x="297968" y="404217"/>
                  </a:lnTo>
                  <a:cubicBezTo>
                    <a:pt x="292206" y="409971"/>
                    <a:pt x="284739" y="412807"/>
                    <a:pt x="277191" y="412807"/>
                  </a:cubicBezTo>
                  <a:cubicBezTo>
                    <a:pt x="269724" y="412807"/>
                    <a:pt x="262177" y="409971"/>
                    <a:pt x="256495" y="404217"/>
                  </a:cubicBezTo>
                  <a:lnTo>
                    <a:pt x="215023" y="362805"/>
                  </a:lnTo>
                  <a:lnTo>
                    <a:pt x="138814" y="286790"/>
                  </a:lnTo>
                  <a:cubicBezTo>
                    <a:pt x="127370" y="275363"/>
                    <a:pt x="127370" y="256805"/>
                    <a:pt x="138814" y="245378"/>
                  </a:cubicBezTo>
                  <a:lnTo>
                    <a:pt x="180286" y="203967"/>
                  </a:lnTo>
                  <a:cubicBezTo>
                    <a:pt x="186049" y="198213"/>
                    <a:pt x="193515" y="195376"/>
                    <a:pt x="201063" y="195376"/>
                  </a:cubicBezTo>
                  <a:cubicBezTo>
                    <a:pt x="208530" y="195376"/>
                    <a:pt x="215997" y="198213"/>
                    <a:pt x="221759" y="203967"/>
                  </a:cubicBezTo>
                  <a:lnTo>
                    <a:pt x="277191" y="259317"/>
                  </a:lnTo>
                  <a:lnTo>
                    <a:pt x="444948" y="91807"/>
                  </a:lnTo>
                  <a:lnTo>
                    <a:pt x="503951" y="32891"/>
                  </a:lnTo>
                  <a:lnTo>
                    <a:pt x="515719" y="21221"/>
                  </a:lnTo>
                  <a:cubicBezTo>
                    <a:pt x="521401" y="15467"/>
                    <a:pt x="528949" y="12631"/>
                    <a:pt x="536415" y="12631"/>
                  </a:cubicBezTo>
                  <a:close/>
                  <a:moveTo>
                    <a:pt x="61847" y="0"/>
                  </a:moveTo>
                  <a:lnTo>
                    <a:pt x="449328" y="0"/>
                  </a:lnTo>
                  <a:cubicBezTo>
                    <a:pt x="465804" y="0"/>
                    <a:pt x="480738" y="6483"/>
                    <a:pt x="491858" y="17019"/>
                  </a:cubicBezTo>
                  <a:lnTo>
                    <a:pt x="442591" y="66130"/>
                  </a:lnTo>
                  <a:lnTo>
                    <a:pt x="66230" y="66130"/>
                  </a:lnTo>
                  <a:lnTo>
                    <a:pt x="66230" y="444269"/>
                  </a:lnTo>
                  <a:lnTo>
                    <a:pt x="444945" y="444269"/>
                  </a:lnTo>
                  <a:lnTo>
                    <a:pt x="444945" y="285590"/>
                  </a:lnTo>
                  <a:lnTo>
                    <a:pt x="511175" y="219460"/>
                  </a:lnTo>
                  <a:lnTo>
                    <a:pt x="511175" y="448645"/>
                  </a:lnTo>
                  <a:cubicBezTo>
                    <a:pt x="511175" y="482683"/>
                    <a:pt x="483417" y="510399"/>
                    <a:pt x="449328" y="510399"/>
                  </a:cubicBezTo>
                  <a:lnTo>
                    <a:pt x="61847" y="510399"/>
                  </a:lnTo>
                  <a:cubicBezTo>
                    <a:pt x="27758" y="510399"/>
                    <a:pt x="0" y="482683"/>
                    <a:pt x="0" y="448645"/>
                  </a:cubicBezTo>
                  <a:lnTo>
                    <a:pt x="0" y="61673"/>
                  </a:lnTo>
                  <a:cubicBezTo>
                    <a:pt x="0" y="27635"/>
                    <a:pt x="27758" y="0"/>
                    <a:pt x="61847" y="0"/>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sz="1799"/>
            </a:p>
          </p:txBody>
        </p:sp>
      </p:grpSp>
      <p:sp>
        <p:nvSpPr>
          <p:cNvPr id="140" name="cloud-computing_161788"/>
          <p:cNvSpPr>
            <a:spLocks noChangeAspect="1"/>
          </p:cNvSpPr>
          <p:nvPr/>
        </p:nvSpPr>
        <p:spPr bwMode="gray">
          <a:xfrm>
            <a:off x="566012" y="1712329"/>
            <a:ext cx="198513" cy="198190"/>
          </a:xfrm>
          <a:custGeom>
            <a:avLst/>
            <a:gdLst>
              <a:gd name="connsiteX0" fmla="*/ 46142 w 606580"/>
              <a:gd name="connsiteY0" fmla="*/ 341782 h 605592"/>
              <a:gd name="connsiteX1" fmla="*/ 46142 w 606580"/>
              <a:gd name="connsiteY1" fmla="*/ 468218 h 605592"/>
              <a:gd name="connsiteX2" fmla="*/ 251785 w 606580"/>
              <a:gd name="connsiteY2" fmla="*/ 468218 h 605592"/>
              <a:gd name="connsiteX3" fmla="*/ 251785 w 606580"/>
              <a:gd name="connsiteY3" fmla="*/ 341782 h 605592"/>
              <a:gd name="connsiteX4" fmla="*/ 0 w 606580"/>
              <a:gd name="connsiteY4" fmla="*/ 297010 h 605592"/>
              <a:gd name="connsiteX5" fmla="*/ 297927 w 606580"/>
              <a:gd name="connsiteY5" fmla="*/ 297010 h 605592"/>
              <a:gd name="connsiteX6" fmla="*/ 297927 w 606580"/>
              <a:gd name="connsiteY6" fmla="*/ 512433 h 605592"/>
              <a:gd name="connsiteX7" fmla="*/ 197844 w 606580"/>
              <a:gd name="connsiteY7" fmla="*/ 512433 h 605592"/>
              <a:gd name="connsiteX8" fmla="*/ 207128 w 606580"/>
              <a:gd name="connsiteY8" fmla="*/ 562860 h 605592"/>
              <a:gd name="connsiteX9" fmla="*/ 237766 w 606580"/>
              <a:gd name="connsiteY9" fmla="*/ 562860 h 605592"/>
              <a:gd name="connsiteX10" fmla="*/ 237766 w 606580"/>
              <a:gd name="connsiteY10" fmla="*/ 605592 h 605592"/>
              <a:gd name="connsiteX11" fmla="*/ 60625 w 606580"/>
              <a:gd name="connsiteY11" fmla="*/ 605592 h 605592"/>
              <a:gd name="connsiteX12" fmla="*/ 60625 w 606580"/>
              <a:gd name="connsiteY12" fmla="*/ 562860 h 605592"/>
              <a:gd name="connsiteX13" fmla="*/ 90891 w 606580"/>
              <a:gd name="connsiteY13" fmla="*/ 562860 h 605592"/>
              <a:gd name="connsiteX14" fmla="*/ 100176 w 606580"/>
              <a:gd name="connsiteY14" fmla="*/ 512433 h 605592"/>
              <a:gd name="connsiteX15" fmla="*/ 0 w 606580"/>
              <a:gd name="connsiteY15" fmla="*/ 512433 h 605592"/>
              <a:gd name="connsiteX16" fmla="*/ 440020 w 606580"/>
              <a:gd name="connsiteY16" fmla="*/ 278733 h 605592"/>
              <a:gd name="connsiteX17" fmla="*/ 453483 w 606580"/>
              <a:gd name="connsiteY17" fmla="*/ 292178 h 605592"/>
              <a:gd name="connsiteX18" fmla="*/ 453483 w 606580"/>
              <a:gd name="connsiteY18" fmla="*/ 415781 h 605592"/>
              <a:gd name="connsiteX19" fmla="*/ 440484 w 606580"/>
              <a:gd name="connsiteY19" fmla="*/ 429319 h 605592"/>
              <a:gd name="connsiteX20" fmla="*/ 354788 w 606580"/>
              <a:gd name="connsiteY20" fmla="*/ 429319 h 605592"/>
              <a:gd name="connsiteX21" fmla="*/ 341325 w 606580"/>
              <a:gd name="connsiteY21" fmla="*/ 415781 h 605592"/>
              <a:gd name="connsiteX22" fmla="*/ 354788 w 606580"/>
              <a:gd name="connsiteY22" fmla="*/ 402336 h 605592"/>
              <a:gd name="connsiteX23" fmla="*/ 426465 w 606580"/>
              <a:gd name="connsiteY23" fmla="*/ 402336 h 605592"/>
              <a:gd name="connsiteX24" fmla="*/ 426465 w 606580"/>
              <a:gd name="connsiteY24" fmla="*/ 292178 h 605592"/>
              <a:gd name="connsiteX25" fmla="*/ 440020 w 606580"/>
              <a:gd name="connsiteY25" fmla="*/ 278733 h 605592"/>
              <a:gd name="connsiteX26" fmla="*/ 410109 w 606580"/>
              <a:gd name="connsiteY26" fmla="*/ 0 h 605592"/>
              <a:gd name="connsiteX27" fmla="*/ 485782 w 606580"/>
              <a:gd name="connsiteY27" fmla="*/ 36057 h 605592"/>
              <a:gd name="connsiteX28" fmla="*/ 542328 w 606580"/>
              <a:gd name="connsiteY28" fmla="*/ 52185 h 605592"/>
              <a:gd name="connsiteX29" fmla="*/ 562291 w 606580"/>
              <a:gd name="connsiteY29" fmla="*/ 103350 h 605592"/>
              <a:gd name="connsiteX30" fmla="*/ 606580 w 606580"/>
              <a:gd name="connsiteY30" fmla="*/ 168697 h 605592"/>
              <a:gd name="connsiteX31" fmla="*/ 536293 w 606580"/>
              <a:gd name="connsiteY31" fmla="*/ 238864 h 605592"/>
              <a:gd name="connsiteX32" fmla="*/ 311502 w 606580"/>
              <a:gd name="connsiteY32" fmla="*/ 238864 h 605592"/>
              <a:gd name="connsiteX33" fmla="*/ 241122 w 606580"/>
              <a:gd name="connsiteY33" fmla="*/ 168697 h 605592"/>
              <a:gd name="connsiteX34" fmla="*/ 311502 w 606580"/>
              <a:gd name="connsiteY34" fmla="*/ 98530 h 605592"/>
              <a:gd name="connsiteX35" fmla="*/ 410109 w 606580"/>
              <a:gd name="connsiteY35"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6580" h="605592">
                <a:moveTo>
                  <a:pt x="46142" y="341782"/>
                </a:moveTo>
                <a:lnTo>
                  <a:pt x="46142" y="468218"/>
                </a:lnTo>
                <a:lnTo>
                  <a:pt x="251785" y="468218"/>
                </a:lnTo>
                <a:lnTo>
                  <a:pt x="251785" y="341782"/>
                </a:lnTo>
                <a:close/>
                <a:moveTo>
                  <a:pt x="0" y="297010"/>
                </a:moveTo>
                <a:lnTo>
                  <a:pt x="297927" y="297010"/>
                </a:lnTo>
                <a:lnTo>
                  <a:pt x="297927" y="512433"/>
                </a:lnTo>
                <a:lnTo>
                  <a:pt x="197844" y="512433"/>
                </a:lnTo>
                <a:lnTo>
                  <a:pt x="207128" y="562860"/>
                </a:lnTo>
                <a:lnTo>
                  <a:pt x="237766" y="562860"/>
                </a:lnTo>
                <a:lnTo>
                  <a:pt x="237766" y="605592"/>
                </a:lnTo>
                <a:lnTo>
                  <a:pt x="60625" y="605592"/>
                </a:lnTo>
                <a:lnTo>
                  <a:pt x="60625" y="562860"/>
                </a:lnTo>
                <a:lnTo>
                  <a:pt x="90891" y="562860"/>
                </a:lnTo>
                <a:lnTo>
                  <a:pt x="100176" y="512433"/>
                </a:lnTo>
                <a:lnTo>
                  <a:pt x="0" y="512433"/>
                </a:lnTo>
                <a:close/>
                <a:moveTo>
                  <a:pt x="440020" y="278733"/>
                </a:moveTo>
                <a:cubicBezTo>
                  <a:pt x="447634" y="278733"/>
                  <a:pt x="453483" y="285038"/>
                  <a:pt x="453483" y="292178"/>
                </a:cubicBezTo>
                <a:lnTo>
                  <a:pt x="453483" y="415781"/>
                </a:lnTo>
                <a:cubicBezTo>
                  <a:pt x="453947" y="423477"/>
                  <a:pt x="447634" y="429319"/>
                  <a:pt x="440484" y="429319"/>
                </a:cubicBezTo>
                <a:lnTo>
                  <a:pt x="354788" y="429319"/>
                </a:lnTo>
                <a:cubicBezTo>
                  <a:pt x="347174" y="429319"/>
                  <a:pt x="341325" y="423014"/>
                  <a:pt x="341325" y="415781"/>
                </a:cubicBezTo>
                <a:cubicBezTo>
                  <a:pt x="341325" y="408641"/>
                  <a:pt x="347639" y="402336"/>
                  <a:pt x="354788" y="402336"/>
                </a:cubicBezTo>
                <a:lnTo>
                  <a:pt x="426465" y="402336"/>
                </a:lnTo>
                <a:lnTo>
                  <a:pt x="426465" y="292178"/>
                </a:lnTo>
                <a:cubicBezTo>
                  <a:pt x="426465" y="284482"/>
                  <a:pt x="432778" y="278733"/>
                  <a:pt x="440020" y="278733"/>
                </a:cubicBezTo>
                <a:close/>
                <a:moveTo>
                  <a:pt x="410109" y="0"/>
                </a:moveTo>
                <a:cubicBezTo>
                  <a:pt x="440935" y="0"/>
                  <a:pt x="468419" y="13996"/>
                  <a:pt x="485782" y="36057"/>
                </a:cubicBezTo>
                <a:cubicBezTo>
                  <a:pt x="508530" y="30495"/>
                  <a:pt x="531000" y="41247"/>
                  <a:pt x="542328" y="52185"/>
                </a:cubicBezTo>
                <a:cubicBezTo>
                  <a:pt x="554584" y="63771"/>
                  <a:pt x="562940" y="81197"/>
                  <a:pt x="562291" y="103350"/>
                </a:cubicBezTo>
                <a:cubicBezTo>
                  <a:pt x="588289" y="113917"/>
                  <a:pt x="606580" y="138943"/>
                  <a:pt x="606580" y="168697"/>
                </a:cubicBezTo>
                <a:cubicBezTo>
                  <a:pt x="606580" y="207627"/>
                  <a:pt x="574825" y="238864"/>
                  <a:pt x="536293" y="238864"/>
                </a:cubicBezTo>
                <a:lnTo>
                  <a:pt x="311502" y="238864"/>
                </a:lnTo>
                <a:cubicBezTo>
                  <a:pt x="272505" y="238864"/>
                  <a:pt x="241122" y="207627"/>
                  <a:pt x="241122" y="168697"/>
                </a:cubicBezTo>
                <a:cubicBezTo>
                  <a:pt x="241122" y="129767"/>
                  <a:pt x="272970" y="98530"/>
                  <a:pt x="311502" y="98530"/>
                </a:cubicBezTo>
                <a:cubicBezTo>
                  <a:pt x="311502" y="44213"/>
                  <a:pt x="355792" y="0"/>
                  <a:pt x="410109" y="0"/>
                </a:cubicBezTo>
                <a:close/>
              </a:path>
            </a:pathLst>
          </a:custGeom>
          <a:solidFill>
            <a:schemeClr val="bg1"/>
          </a:solidFill>
          <a:ln>
            <a:noFill/>
          </a:ln>
        </p:spPr>
      </p:sp>
      <p:sp>
        <p:nvSpPr>
          <p:cNvPr id="143" name="iṡ1ïdé">
            <a:extLst>
              <a:ext uri="{FF2B5EF4-FFF2-40B4-BE49-F238E27FC236}">
                <a16:creationId xmlns:a16="http://schemas.microsoft.com/office/drawing/2014/main" id="{3FC487D0-A815-4107-8A36-7C156E98B5FA}"/>
              </a:ext>
            </a:extLst>
          </p:cNvPr>
          <p:cNvSpPr/>
          <p:nvPr/>
        </p:nvSpPr>
        <p:spPr bwMode="gray">
          <a:xfrm rot="10800000" flipV="1">
            <a:off x="485337" y="2586672"/>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grpSp>
        <p:nvGrpSpPr>
          <p:cNvPr id="2" name="组合 1"/>
          <p:cNvGrpSpPr/>
          <p:nvPr/>
        </p:nvGrpSpPr>
        <p:grpSpPr bwMode="gray">
          <a:xfrm>
            <a:off x="485336" y="1602932"/>
            <a:ext cx="359859" cy="359859"/>
            <a:chOff x="2491530" y="2773952"/>
            <a:chExt cx="360000" cy="360000"/>
          </a:xfrm>
        </p:grpSpPr>
        <p:sp>
          <p:nvSpPr>
            <p:cNvPr id="146" name="íṩlíḓê">
              <a:extLst>
                <a:ext uri="{FF2B5EF4-FFF2-40B4-BE49-F238E27FC236}">
                  <a16:creationId xmlns:a16="http://schemas.microsoft.com/office/drawing/2014/main" id="{FBC6DF09-FCD2-4E57-B557-9F103A335C85}"/>
                </a:ext>
              </a:extLst>
            </p:cNvPr>
            <p:cNvSpPr/>
            <p:nvPr/>
          </p:nvSpPr>
          <p:spPr bwMode="gray">
            <a:xfrm rot="10800000" flipV="1">
              <a:off x="2491530" y="2773952"/>
              <a:ext cx="360000" cy="3600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45" name="stack-of-books-and-a-magnifier_67996"/>
            <p:cNvSpPr>
              <a:spLocks noChangeAspect="1"/>
            </p:cNvSpPr>
            <p:nvPr/>
          </p:nvSpPr>
          <p:spPr bwMode="gray">
            <a:xfrm>
              <a:off x="2556515" y="2843865"/>
              <a:ext cx="230028" cy="234756"/>
            </a:xfrm>
            <a:custGeom>
              <a:avLst/>
              <a:gdLst>
                <a:gd name="connsiteX0" fmla="*/ 359573 w 594302"/>
                <a:gd name="connsiteY0" fmla="*/ 276018 h 606516"/>
                <a:gd name="connsiteX1" fmla="*/ 291512 w 594302"/>
                <a:gd name="connsiteY1" fmla="*/ 304169 h 606516"/>
                <a:gd name="connsiteX2" fmla="*/ 291512 w 594302"/>
                <a:gd name="connsiteY2" fmla="*/ 440091 h 606516"/>
                <a:gd name="connsiteX3" fmla="*/ 427633 w 594302"/>
                <a:gd name="connsiteY3" fmla="*/ 440091 h 606516"/>
                <a:gd name="connsiteX4" fmla="*/ 427633 w 594302"/>
                <a:gd name="connsiteY4" fmla="*/ 304169 h 606516"/>
                <a:gd name="connsiteX5" fmla="*/ 359573 w 594302"/>
                <a:gd name="connsiteY5" fmla="*/ 276018 h 606516"/>
                <a:gd name="connsiteX6" fmla="*/ 359573 w 594302"/>
                <a:gd name="connsiteY6" fmla="*/ 238356 h 606516"/>
                <a:gd name="connsiteX7" fmla="*/ 454366 w 594302"/>
                <a:gd name="connsiteY7" fmla="*/ 277476 h 606516"/>
                <a:gd name="connsiteX8" fmla="*/ 476080 w 594302"/>
                <a:gd name="connsiteY8" fmla="*/ 438353 h 606516"/>
                <a:gd name="connsiteX9" fmla="*/ 583932 w 594302"/>
                <a:gd name="connsiteY9" fmla="*/ 546047 h 606516"/>
                <a:gd name="connsiteX10" fmla="*/ 583932 w 594302"/>
                <a:gd name="connsiteY10" fmla="*/ 596161 h 606516"/>
                <a:gd name="connsiteX11" fmla="*/ 533847 w 594302"/>
                <a:gd name="connsiteY11" fmla="*/ 596161 h 606516"/>
                <a:gd name="connsiteX12" fmla="*/ 425892 w 594302"/>
                <a:gd name="connsiteY12" fmla="*/ 488364 h 606516"/>
                <a:gd name="connsiteX13" fmla="*/ 264779 w 594302"/>
                <a:gd name="connsiteY13" fmla="*/ 466785 h 606516"/>
                <a:gd name="connsiteX14" fmla="*/ 264779 w 594302"/>
                <a:gd name="connsiteY14" fmla="*/ 277476 h 606516"/>
                <a:gd name="connsiteX15" fmla="*/ 359573 w 594302"/>
                <a:gd name="connsiteY15" fmla="*/ 238356 h 606516"/>
                <a:gd name="connsiteX16" fmla="*/ 139917 w 594302"/>
                <a:gd name="connsiteY16" fmla="*/ 43060 h 606516"/>
                <a:gd name="connsiteX17" fmla="*/ 114822 w 594302"/>
                <a:gd name="connsiteY17" fmla="*/ 68017 h 606516"/>
                <a:gd name="connsiteX18" fmla="*/ 114822 w 594302"/>
                <a:gd name="connsiteY18" fmla="*/ 145137 h 606516"/>
                <a:gd name="connsiteX19" fmla="*/ 139917 w 594302"/>
                <a:gd name="connsiteY19" fmla="*/ 170094 h 606516"/>
                <a:gd name="connsiteX20" fmla="*/ 461952 w 594302"/>
                <a:gd name="connsiteY20" fmla="*/ 170094 h 606516"/>
                <a:gd name="connsiteX21" fmla="*/ 461952 w 594302"/>
                <a:gd name="connsiteY21" fmla="*/ 128056 h 606516"/>
                <a:gd name="connsiteX22" fmla="*/ 322957 w 594302"/>
                <a:gd name="connsiteY22" fmla="*/ 128056 h 606516"/>
                <a:gd name="connsiteX23" fmla="*/ 301344 w 594302"/>
                <a:gd name="connsiteY23" fmla="*/ 106577 h 606516"/>
                <a:gd name="connsiteX24" fmla="*/ 322957 w 594302"/>
                <a:gd name="connsiteY24" fmla="*/ 85098 h 606516"/>
                <a:gd name="connsiteX25" fmla="*/ 461952 w 594302"/>
                <a:gd name="connsiteY25" fmla="*/ 85098 h 606516"/>
                <a:gd name="connsiteX26" fmla="*/ 461952 w 594302"/>
                <a:gd name="connsiteY26" fmla="*/ 43060 h 606516"/>
                <a:gd name="connsiteX27" fmla="*/ 139917 w 594302"/>
                <a:gd name="connsiteY27" fmla="*/ 0 h 606516"/>
                <a:gd name="connsiteX28" fmla="*/ 511117 w 594302"/>
                <a:gd name="connsiteY28" fmla="*/ 0 h 606516"/>
                <a:gd name="connsiteX29" fmla="*/ 532627 w 594302"/>
                <a:gd name="connsiteY29" fmla="*/ 21479 h 606516"/>
                <a:gd name="connsiteX30" fmla="*/ 511117 w 594302"/>
                <a:gd name="connsiteY30" fmla="*/ 43060 h 606516"/>
                <a:gd name="connsiteX31" fmla="*/ 505074 w 594302"/>
                <a:gd name="connsiteY31" fmla="*/ 43060 h 606516"/>
                <a:gd name="connsiteX32" fmla="*/ 505074 w 594302"/>
                <a:gd name="connsiteY32" fmla="*/ 170094 h 606516"/>
                <a:gd name="connsiteX33" fmla="*/ 511117 w 594302"/>
                <a:gd name="connsiteY33" fmla="*/ 170094 h 606516"/>
                <a:gd name="connsiteX34" fmla="*/ 532627 w 594302"/>
                <a:gd name="connsiteY34" fmla="*/ 191675 h 606516"/>
                <a:gd name="connsiteX35" fmla="*/ 511117 w 594302"/>
                <a:gd name="connsiteY35" fmla="*/ 213155 h 606516"/>
                <a:gd name="connsiteX36" fmla="*/ 456011 w 594302"/>
                <a:gd name="connsiteY36" fmla="*/ 213155 h 606516"/>
                <a:gd name="connsiteX37" fmla="*/ 460825 w 594302"/>
                <a:gd name="connsiteY37" fmla="*/ 238111 h 606516"/>
                <a:gd name="connsiteX38" fmla="*/ 460825 w 594302"/>
                <a:gd name="connsiteY38" fmla="*/ 256829 h 606516"/>
                <a:gd name="connsiteX39" fmla="*/ 416576 w 594302"/>
                <a:gd name="connsiteY39" fmla="*/ 230645 h 606516"/>
                <a:gd name="connsiteX40" fmla="*/ 392710 w 594302"/>
                <a:gd name="connsiteY40" fmla="*/ 213155 h 606516"/>
                <a:gd name="connsiteX41" fmla="*/ 139917 w 594302"/>
                <a:gd name="connsiteY41" fmla="*/ 213155 h 606516"/>
                <a:gd name="connsiteX42" fmla="*/ 70675 w 594302"/>
                <a:gd name="connsiteY42" fmla="*/ 213155 h 606516"/>
                <a:gd name="connsiteX43" fmla="*/ 70675 w 594302"/>
                <a:gd name="connsiteY43" fmla="*/ 255192 h 606516"/>
                <a:gd name="connsiteX44" fmla="*/ 209670 w 594302"/>
                <a:gd name="connsiteY44" fmla="*/ 255192 h 606516"/>
                <a:gd name="connsiteX45" fmla="*/ 231181 w 594302"/>
                <a:gd name="connsiteY45" fmla="*/ 276671 h 606516"/>
                <a:gd name="connsiteX46" fmla="*/ 209670 w 594302"/>
                <a:gd name="connsiteY46" fmla="*/ 298253 h 606516"/>
                <a:gd name="connsiteX47" fmla="*/ 70675 w 594302"/>
                <a:gd name="connsiteY47" fmla="*/ 298253 h 606516"/>
                <a:gd name="connsiteX48" fmla="*/ 70675 w 594302"/>
                <a:gd name="connsiteY48" fmla="*/ 340291 h 606516"/>
                <a:gd name="connsiteX49" fmla="*/ 211207 w 594302"/>
                <a:gd name="connsiteY49" fmla="*/ 340291 h 606516"/>
                <a:gd name="connsiteX50" fmla="*/ 207519 w 594302"/>
                <a:gd name="connsiteY50" fmla="*/ 374146 h 606516"/>
                <a:gd name="connsiteX51" fmla="*/ 207827 w 594302"/>
                <a:gd name="connsiteY51" fmla="*/ 383249 h 606516"/>
                <a:gd name="connsiteX52" fmla="*/ 139917 w 594302"/>
                <a:gd name="connsiteY52" fmla="*/ 383249 h 606516"/>
                <a:gd name="connsiteX53" fmla="*/ 114822 w 594302"/>
                <a:gd name="connsiteY53" fmla="*/ 408308 h 606516"/>
                <a:gd name="connsiteX54" fmla="*/ 114822 w 594302"/>
                <a:gd name="connsiteY54" fmla="*/ 485428 h 606516"/>
                <a:gd name="connsiteX55" fmla="*/ 139917 w 594302"/>
                <a:gd name="connsiteY55" fmla="*/ 510385 h 606516"/>
                <a:gd name="connsiteX56" fmla="*/ 290180 w 594302"/>
                <a:gd name="connsiteY56" fmla="*/ 510385 h 606516"/>
                <a:gd name="connsiteX57" fmla="*/ 361367 w 594302"/>
                <a:gd name="connsiteY57" fmla="*/ 527670 h 606516"/>
                <a:gd name="connsiteX58" fmla="*/ 413093 w 594302"/>
                <a:gd name="connsiteY58" fmla="*/ 518772 h 606516"/>
                <a:gd name="connsiteX59" fmla="*/ 447817 w 594302"/>
                <a:gd name="connsiteY59" fmla="*/ 553445 h 606516"/>
                <a:gd name="connsiteX60" fmla="*/ 139917 w 594302"/>
                <a:gd name="connsiteY60" fmla="*/ 553445 h 606516"/>
                <a:gd name="connsiteX61" fmla="*/ 71802 w 594302"/>
                <a:gd name="connsiteY61" fmla="*/ 485428 h 606516"/>
                <a:gd name="connsiteX62" fmla="*/ 71802 w 594302"/>
                <a:gd name="connsiteY62" fmla="*/ 408205 h 606516"/>
                <a:gd name="connsiteX63" fmla="*/ 76514 w 594302"/>
                <a:gd name="connsiteY63" fmla="*/ 383249 h 606516"/>
                <a:gd name="connsiteX64" fmla="*/ 21510 w 594302"/>
                <a:gd name="connsiteY64" fmla="*/ 383249 h 606516"/>
                <a:gd name="connsiteX65" fmla="*/ 0 w 594302"/>
                <a:gd name="connsiteY65" fmla="*/ 361770 h 606516"/>
                <a:gd name="connsiteX66" fmla="*/ 21510 w 594302"/>
                <a:gd name="connsiteY66" fmla="*/ 340291 h 606516"/>
                <a:gd name="connsiteX67" fmla="*/ 27553 w 594302"/>
                <a:gd name="connsiteY67" fmla="*/ 340291 h 606516"/>
                <a:gd name="connsiteX68" fmla="*/ 27553 w 594302"/>
                <a:gd name="connsiteY68" fmla="*/ 213155 h 606516"/>
                <a:gd name="connsiteX69" fmla="*/ 21510 w 594302"/>
                <a:gd name="connsiteY69" fmla="*/ 213155 h 606516"/>
                <a:gd name="connsiteX70" fmla="*/ 0 w 594302"/>
                <a:gd name="connsiteY70" fmla="*/ 191675 h 606516"/>
                <a:gd name="connsiteX71" fmla="*/ 21510 w 594302"/>
                <a:gd name="connsiteY71" fmla="*/ 170094 h 606516"/>
                <a:gd name="connsiteX72" fmla="*/ 76514 w 594302"/>
                <a:gd name="connsiteY72" fmla="*/ 170094 h 606516"/>
                <a:gd name="connsiteX73" fmla="*/ 71802 w 594302"/>
                <a:gd name="connsiteY73" fmla="*/ 145137 h 606516"/>
                <a:gd name="connsiteX74" fmla="*/ 71802 w 594302"/>
                <a:gd name="connsiteY74" fmla="*/ 68017 h 606516"/>
                <a:gd name="connsiteX75" fmla="*/ 139917 w 594302"/>
                <a:gd name="connsiteY75" fmla="*/ 0 h 60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94302" h="606516">
                  <a:moveTo>
                    <a:pt x="359573" y="276018"/>
                  </a:moveTo>
                  <a:cubicBezTo>
                    <a:pt x="334914" y="276018"/>
                    <a:pt x="310256" y="285402"/>
                    <a:pt x="291512" y="304169"/>
                  </a:cubicBezTo>
                  <a:cubicBezTo>
                    <a:pt x="253922" y="341601"/>
                    <a:pt x="253922" y="402659"/>
                    <a:pt x="291512" y="440091"/>
                  </a:cubicBezTo>
                  <a:cubicBezTo>
                    <a:pt x="328999" y="477523"/>
                    <a:pt x="390146" y="477523"/>
                    <a:pt x="427633" y="440091"/>
                  </a:cubicBezTo>
                  <a:cubicBezTo>
                    <a:pt x="465223" y="402659"/>
                    <a:pt x="465223" y="341601"/>
                    <a:pt x="427633" y="304169"/>
                  </a:cubicBezTo>
                  <a:cubicBezTo>
                    <a:pt x="408890" y="285402"/>
                    <a:pt x="384231" y="276018"/>
                    <a:pt x="359573" y="276018"/>
                  </a:cubicBezTo>
                  <a:close/>
                  <a:moveTo>
                    <a:pt x="359573" y="238356"/>
                  </a:moveTo>
                  <a:cubicBezTo>
                    <a:pt x="393910" y="238356"/>
                    <a:pt x="428248" y="251396"/>
                    <a:pt x="454366" y="277476"/>
                  </a:cubicBezTo>
                  <a:cubicBezTo>
                    <a:pt x="497896" y="321044"/>
                    <a:pt x="505168" y="387216"/>
                    <a:pt x="476080" y="438353"/>
                  </a:cubicBezTo>
                  <a:lnTo>
                    <a:pt x="583932" y="546047"/>
                  </a:lnTo>
                  <a:cubicBezTo>
                    <a:pt x="597759" y="559956"/>
                    <a:pt x="597759" y="582354"/>
                    <a:pt x="583932" y="596161"/>
                  </a:cubicBezTo>
                  <a:cubicBezTo>
                    <a:pt x="570105" y="609968"/>
                    <a:pt x="547674" y="609968"/>
                    <a:pt x="533847" y="596161"/>
                  </a:cubicBezTo>
                  <a:lnTo>
                    <a:pt x="425892" y="488364"/>
                  </a:lnTo>
                  <a:cubicBezTo>
                    <a:pt x="374783" y="517513"/>
                    <a:pt x="308412" y="510251"/>
                    <a:pt x="264779" y="466785"/>
                  </a:cubicBezTo>
                  <a:cubicBezTo>
                    <a:pt x="212543" y="414523"/>
                    <a:pt x="212543" y="329635"/>
                    <a:pt x="264779" y="277476"/>
                  </a:cubicBezTo>
                  <a:cubicBezTo>
                    <a:pt x="290898" y="251396"/>
                    <a:pt x="325235" y="238356"/>
                    <a:pt x="359573" y="238356"/>
                  </a:cubicBezTo>
                  <a:close/>
                  <a:moveTo>
                    <a:pt x="139917" y="43060"/>
                  </a:moveTo>
                  <a:cubicBezTo>
                    <a:pt x="126089" y="43060"/>
                    <a:pt x="114822" y="54209"/>
                    <a:pt x="114822" y="68017"/>
                  </a:cubicBezTo>
                  <a:lnTo>
                    <a:pt x="114822" y="145137"/>
                  </a:lnTo>
                  <a:cubicBezTo>
                    <a:pt x="114822" y="158945"/>
                    <a:pt x="126089" y="170094"/>
                    <a:pt x="139917" y="170094"/>
                  </a:cubicBezTo>
                  <a:lnTo>
                    <a:pt x="461952" y="170094"/>
                  </a:lnTo>
                  <a:lnTo>
                    <a:pt x="461952" y="128056"/>
                  </a:lnTo>
                  <a:lnTo>
                    <a:pt x="322957" y="128056"/>
                  </a:lnTo>
                  <a:cubicBezTo>
                    <a:pt x="311075" y="128056"/>
                    <a:pt x="301344" y="118442"/>
                    <a:pt x="301344" y="106577"/>
                  </a:cubicBezTo>
                  <a:cubicBezTo>
                    <a:pt x="301344" y="94713"/>
                    <a:pt x="311075" y="85098"/>
                    <a:pt x="322957" y="85098"/>
                  </a:cubicBezTo>
                  <a:lnTo>
                    <a:pt x="461952" y="85098"/>
                  </a:lnTo>
                  <a:lnTo>
                    <a:pt x="461952" y="43060"/>
                  </a:lnTo>
                  <a:close/>
                  <a:moveTo>
                    <a:pt x="139917" y="0"/>
                  </a:moveTo>
                  <a:lnTo>
                    <a:pt x="511117" y="0"/>
                  </a:lnTo>
                  <a:cubicBezTo>
                    <a:pt x="522999" y="0"/>
                    <a:pt x="532627" y="9614"/>
                    <a:pt x="532627" y="21479"/>
                  </a:cubicBezTo>
                  <a:cubicBezTo>
                    <a:pt x="532627" y="33344"/>
                    <a:pt x="522999" y="43060"/>
                    <a:pt x="511117" y="43060"/>
                  </a:cubicBezTo>
                  <a:lnTo>
                    <a:pt x="505074" y="43060"/>
                  </a:lnTo>
                  <a:lnTo>
                    <a:pt x="505074" y="170094"/>
                  </a:lnTo>
                  <a:lnTo>
                    <a:pt x="511117" y="170094"/>
                  </a:lnTo>
                  <a:cubicBezTo>
                    <a:pt x="522999" y="170094"/>
                    <a:pt x="532627" y="179811"/>
                    <a:pt x="532627" y="191675"/>
                  </a:cubicBezTo>
                  <a:cubicBezTo>
                    <a:pt x="532627" y="203540"/>
                    <a:pt x="522999" y="213155"/>
                    <a:pt x="511117" y="213155"/>
                  </a:cubicBezTo>
                  <a:lnTo>
                    <a:pt x="456011" y="213155"/>
                  </a:lnTo>
                  <a:cubicBezTo>
                    <a:pt x="459084" y="220928"/>
                    <a:pt x="460825" y="229315"/>
                    <a:pt x="460825" y="238111"/>
                  </a:cubicBezTo>
                  <a:lnTo>
                    <a:pt x="460825" y="256829"/>
                  </a:lnTo>
                  <a:cubicBezTo>
                    <a:pt x="447509" y="245578"/>
                    <a:pt x="432555" y="236782"/>
                    <a:pt x="416576" y="230645"/>
                  </a:cubicBezTo>
                  <a:cubicBezTo>
                    <a:pt x="413401" y="220519"/>
                    <a:pt x="403875" y="213155"/>
                    <a:pt x="392710" y="213155"/>
                  </a:cubicBezTo>
                  <a:lnTo>
                    <a:pt x="139917" y="213155"/>
                  </a:lnTo>
                  <a:lnTo>
                    <a:pt x="70675" y="213155"/>
                  </a:lnTo>
                  <a:lnTo>
                    <a:pt x="70675" y="255192"/>
                  </a:lnTo>
                  <a:lnTo>
                    <a:pt x="209670" y="255192"/>
                  </a:lnTo>
                  <a:cubicBezTo>
                    <a:pt x="221553" y="255192"/>
                    <a:pt x="231181" y="264807"/>
                    <a:pt x="231181" y="276671"/>
                  </a:cubicBezTo>
                  <a:cubicBezTo>
                    <a:pt x="231181" y="288638"/>
                    <a:pt x="221553" y="298253"/>
                    <a:pt x="209670" y="298253"/>
                  </a:cubicBezTo>
                  <a:lnTo>
                    <a:pt x="70675" y="298253"/>
                  </a:lnTo>
                  <a:lnTo>
                    <a:pt x="70675" y="340291"/>
                  </a:lnTo>
                  <a:lnTo>
                    <a:pt x="211207" y="340291"/>
                  </a:lnTo>
                  <a:cubicBezTo>
                    <a:pt x="208749" y="351235"/>
                    <a:pt x="207519" y="362588"/>
                    <a:pt x="207519" y="374146"/>
                  </a:cubicBezTo>
                  <a:cubicBezTo>
                    <a:pt x="207519" y="377214"/>
                    <a:pt x="207622" y="380283"/>
                    <a:pt x="207827" y="383249"/>
                  </a:cubicBezTo>
                  <a:lnTo>
                    <a:pt x="139917" y="383249"/>
                  </a:lnTo>
                  <a:cubicBezTo>
                    <a:pt x="126089" y="383249"/>
                    <a:pt x="114822" y="394500"/>
                    <a:pt x="114822" y="408308"/>
                  </a:cubicBezTo>
                  <a:lnTo>
                    <a:pt x="114822" y="485428"/>
                  </a:lnTo>
                  <a:cubicBezTo>
                    <a:pt x="114822" y="499134"/>
                    <a:pt x="126089" y="510385"/>
                    <a:pt x="139917" y="510385"/>
                  </a:cubicBezTo>
                  <a:lnTo>
                    <a:pt x="290180" y="510385"/>
                  </a:lnTo>
                  <a:cubicBezTo>
                    <a:pt x="311894" y="521738"/>
                    <a:pt x="336170" y="527670"/>
                    <a:pt x="361367" y="527670"/>
                  </a:cubicBezTo>
                  <a:cubicBezTo>
                    <a:pt x="379087" y="527670"/>
                    <a:pt x="396500" y="524704"/>
                    <a:pt x="413093" y="518772"/>
                  </a:cubicBezTo>
                  <a:lnTo>
                    <a:pt x="447817" y="553445"/>
                  </a:lnTo>
                  <a:lnTo>
                    <a:pt x="139917" y="553445"/>
                  </a:lnTo>
                  <a:cubicBezTo>
                    <a:pt x="102326" y="553445"/>
                    <a:pt x="71802" y="522863"/>
                    <a:pt x="71802" y="485428"/>
                  </a:cubicBezTo>
                  <a:lnTo>
                    <a:pt x="71802" y="408205"/>
                  </a:lnTo>
                  <a:cubicBezTo>
                    <a:pt x="71802" y="399409"/>
                    <a:pt x="73441" y="391022"/>
                    <a:pt x="76514" y="383249"/>
                  </a:cubicBezTo>
                  <a:lnTo>
                    <a:pt x="21510" y="383249"/>
                  </a:lnTo>
                  <a:cubicBezTo>
                    <a:pt x="9628" y="383249"/>
                    <a:pt x="0" y="373634"/>
                    <a:pt x="0" y="361770"/>
                  </a:cubicBezTo>
                  <a:cubicBezTo>
                    <a:pt x="0" y="349905"/>
                    <a:pt x="9628" y="340291"/>
                    <a:pt x="21510" y="340291"/>
                  </a:cubicBezTo>
                  <a:lnTo>
                    <a:pt x="27553" y="340291"/>
                  </a:lnTo>
                  <a:lnTo>
                    <a:pt x="27553" y="213155"/>
                  </a:lnTo>
                  <a:lnTo>
                    <a:pt x="21510" y="213155"/>
                  </a:lnTo>
                  <a:cubicBezTo>
                    <a:pt x="9628" y="213155"/>
                    <a:pt x="0" y="203540"/>
                    <a:pt x="0" y="191675"/>
                  </a:cubicBezTo>
                  <a:cubicBezTo>
                    <a:pt x="0" y="179708"/>
                    <a:pt x="9628" y="170094"/>
                    <a:pt x="21510" y="170094"/>
                  </a:cubicBezTo>
                  <a:lnTo>
                    <a:pt x="76514" y="170094"/>
                  </a:lnTo>
                  <a:cubicBezTo>
                    <a:pt x="73441" y="162423"/>
                    <a:pt x="71802" y="153934"/>
                    <a:pt x="71802" y="145137"/>
                  </a:cubicBezTo>
                  <a:lnTo>
                    <a:pt x="71802" y="68017"/>
                  </a:lnTo>
                  <a:cubicBezTo>
                    <a:pt x="71802" y="30480"/>
                    <a:pt x="102326" y="0"/>
                    <a:pt x="139917" y="0"/>
                  </a:cubicBezTo>
                  <a:close/>
                </a:path>
              </a:pathLst>
            </a:custGeom>
            <a:noFill/>
            <a:ln>
              <a:solidFill>
                <a:schemeClr val="bg1"/>
              </a:solidFill>
            </a:ln>
          </p:spPr>
        </p:sp>
      </p:grpSp>
      <p:sp>
        <p:nvSpPr>
          <p:cNvPr id="148" name="stocks-graphic-on-laptop-monitor_38809"/>
          <p:cNvSpPr>
            <a:spLocks/>
          </p:cNvSpPr>
          <p:nvPr/>
        </p:nvSpPr>
        <p:spPr bwMode="gray">
          <a:xfrm>
            <a:off x="556372" y="2705733"/>
            <a:ext cx="229749" cy="121738"/>
          </a:xfrm>
          <a:custGeom>
            <a:avLst/>
            <a:gdLst>
              <a:gd name="connsiteX0" fmla="*/ 5942 w 596753"/>
              <a:gd name="connsiteY0" fmla="*/ 342878 h 372092"/>
              <a:gd name="connsiteX1" fmla="*/ 591159 w 596753"/>
              <a:gd name="connsiteY1" fmla="*/ 342878 h 372092"/>
              <a:gd name="connsiteX2" fmla="*/ 596753 w 596753"/>
              <a:gd name="connsiteY2" fmla="*/ 348034 h 372092"/>
              <a:gd name="connsiteX3" fmla="*/ 594602 w 596753"/>
              <a:gd name="connsiteY3" fmla="*/ 354048 h 372092"/>
              <a:gd name="connsiteX4" fmla="*/ 295109 w 596753"/>
              <a:gd name="connsiteY4" fmla="*/ 372092 h 372092"/>
              <a:gd name="connsiteX5" fmla="*/ 99750 w 596753"/>
              <a:gd name="connsiteY5" fmla="*/ 367796 h 372092"/>
              <a:gd name="connsiteX6" fmla="*/ 1209 w 596753"/>
              <a:gd name="connsiteY6" fmla="*/ 353189 h 372092"/>
              <a:gd name="connsiteX7" fmla="*/ 779 w 596753"/>
              <a:gd name="connsiteY7" fmla="*/ 346315 h 372092"/>
              <a:gd name="connsiteX8" fmla="*/ 5942 w 596753"/>
              <a:gd name="connsiteY8" fmla="*/ 342878 h 372092"/>
              <a:gd name="connsiteX9" fmla="*/ 287321 w 596753"/>
              <a:gd name="connsiteY9" fmla="*/ 199380 h 372092"/>
              <a:gd name="connsiteX10" fmla="*/ 277855 w 596753"/>
              <a:gd name="connsiteY10" fmla="*/ 208402 h 372092"/>
              <a:gd name="connsiteX11" fmla="*/ 287321 w 596753"/>
              <a:gd name="connsiteY11" fmla="*/ 217853 h 372092"/>
              <a:gd name="connsiteX12" fmla="*/ 296358 w 596753"/>
              <a:gd name="connsiteY12" fmla="*/ 208402 h 372092"/>
              <a:gd name="connsiteX13" fmla="*/ 287321 w 596753"/>
              <a:gd name="connsiteY13" fmla="*/ 199380 h 372092"/>
              <a:gd name="connsiteX14" fmla="*/ 428891 w 596753"/>
              <a:gd name="connsiteY14" fmla="*/ 174464 h 372092"/>
              <a:gd name="connsiteX15" fmla="*/ 419855 w 596753"/>
              <a:gd name="connsiteY15" fmla="*/ 183485 h 372092"/>
              <a:gd name="connsiteX16" fmla="*/ 428891 w 596753"/>
              <a:gd name="connsiteY16" fmla="*/ 192936 h 372092"/>
              <a:gd name="connsiteX17" fmla="*/ 438358 w 596753"/>
              <a:gd name="connsiteY17" fmla="*/ 183485 h 372092"/>
              <a:gd name="connsiteX18" fmla="*/ 428891 w 596753"/>
              <a:gd name="connsiteY18" fmla="*/ 174464 h 372092"/>
              <a:gd name="connsiteX19" fmla="*/ 355309 w 596753"/>
              <a:gd name="connsiteY19" fmla="*/ 140096 h 372092"/>
              <a:gd name="connsiteX20" fmla="*/ 346273 w 596753"/>
              <a:gd name="connsiteY20" fmla="*/ 149117 h 372092"/>
              <a:gd name="connsiteX21" fmla="*/ 355309 w 596753"/>
              <a:gd name="connsiteY21" fmla="*/ 158569 h 372092"/>
              <a:gd name="connsiteX22" fmla="*/ 364776 w 596753"/>
              <a:gd name="connsiteY22" fmla="*/ 149117 h 372092"/>
              <a:gd name="connsiteX23" fmla="*/ 355309 w 596753"/>
              <a:gd name="connsiteY23" fmla="*/ 140096 h 372092"/>
              <a:gd name="connsiteX24" fmla="*/ 107455 w 596753"/>
              <a:gd name="connsiteY24" fmla="*/ 137948 h 372092"/>
              <a:gd name="connsiteX25" fmla="*/ 98418 w 596753"/>
              <a:gd name="connsiteY25" fmla="*/ 146969 h 372092"/>
              <a:gd name="connsiteX26" fmla="*/ 107455 w 596753"/>
              <a:gd name="connsiteY26" fmla="*/ 156421 h 372092"/>
              <a:gd name="connsiteX27" fmla="*/ 116921 w 596753"/>
              <a:gd name="connsiteY27" fmla="*/ 146969 h 372092"/>
              <a:gd name="connsiteX28" fmla="*/ 107455 w 596753"/>
              <a:gd name="connsiteY28" fmla="*/ 137948 h 372092"/>
              <a:gd name="connsiteX29" fmla="*/ 207715 w 596753"/>
              <a:gd name="connsiteY29" fmla="*/ 130645 h 372092"/>
              <a:gd name="connsiteX30" fmla="*/ 198679 w 596753"/>
              <a:gd name="connsiteY30" fmla="*/ 140096 h 372092"/>
              <a:gd name="connsiteX31" fmla="*/ 207715 w 596753"/>
              <a:gd name="connsiteY31" fmla="*/ 149117 h 372092"/>
              <a:gd name="connsiteX32" fmla="*/ 217182 w 596753"/>
              <a:gd name="connsiteY32" fmla="*/ 140096 h 372092"/>
              <a:gd name="connsiteX33" fmla="*/ 207715 w 596753"/>
              <a:gd name="connsiteY33" fmla="*/ 130645 h 372092"/>
              <a:gd name="connsiteX34" fmla="*/ 489134 w 596753"/>
              <a:gd name="connsiteY34" fmla="*/ 103150 h 372092"/>
              <a:gd name="connsiteX35" fmla="*/ 479667 w 596753"/>
              <a:gd name="connsiteY35" fmla="*/ 112172 h 372092"/>
              <a:gd name="connsiteX36" fmla="*/ 489134 w 596753"/>
              <a:gd name="connsiteY36" fmla="*/ 121623 h 372092"/>
              <a:gd name="connsiteX37" fmla="*/ 498600 w 596753"/>
              <a:gd name="connsiteY37" fmla="*/ 112172 h 372092"/>
              <a:gd name="connsiteX38" fmla="*/ 489134 w 596753"/>
              <a:gd name="connsiteY38" fmla="*/ 103150 h 372092"/>
              <a:gd name="connsiteX39" fmla="*/ 489134 w 596753"/>
              <a:gd name="connsiteY39" fmla="*/ 94558 h 372092"/>
              <a:gd name="connsiteX40" fmla="*/ 507206 w 596753"/>
              <a:gd name="connsiteY40" fmla="*/ 112172 h 372092"/>
              <a:gd name="connsiteX41" fmla="*/ 489134 w 596753"/>
              <a:gd name="connsiteY41" fmla="*/ 130215 h 372092"/>
              <a:gd name="connsiteX42" fmla="*/ 485261 w 596753"/>
              <a:gd name="connsiteY42" fmla="*/ 129785 h 372092"/>
              <a:gd name="connsiteX43" fmla="*/ 445673 w 596753"/>
              <a:gd name="connsiteY43" fmla="*/ 177471 h 372092"/>
              <a:gd name="connsiteX44" fmla="*/ 446964 w 596753"/>
              <a:gd name="connsiteY44" fmla="*/ 183485 h 372092"/>
              <a:gd name="connsiteX45" fmla="*/ 428891 w 596753"/>
              <a:gd name="connsiteY45" fmla="*/ 201528 h 372092"/>
              <a:gd name="connsiteX46" fmla="*/ 411249 w 596753"/>
              <a:gd name="connsiteY46" fmla="*/ 185633 h 372092"/>
              <a:gd name="connsiteX47" fmla="*/ 366497 w 596753"/>
              <a:gd name="connsiteY47" fmla="*/ 163294 h 372092"/>
              <a:gd name="connsiteX48" fmla="*/ 355309 w 596753"/>
              <a:gd name="connsiteY48" fmla="*/ 167161 h 372092"/>
              <a:gd name="connsiteX49" fmla="*/ 348855 w 596753"/>
              <a:gd name="connsiteY49" fmla="*/ 165872 h 372092"/>
              <a:gd name="connsiteX50" fmla="*/ 304964 w 596753"/>
              <a:gd name="connsiteY50" fmla="*/ 205824 h 372092"/>
              <a:gd name="connsiteX51" fmla="*/ 304964 w 596753"/>
              <a:gd name="connsiteY51" fmla="*/ 208402 h 372092"/>
              <a:gd name="connsiteX52" fmla="*/ 287321 w 596753"/>
              <a:gd name="connsiteY52" fmla="*/ 226445 h 372092"/>
              <a:gd name="connsiteX53" fmla="*/ 269249 w 596753"/>
              <a:gd name="connsiteY53" fmla="*/ 208402 h 372092"/>
              <a:gd name="connsiteX54" fmla="*/ 269679 w 596753"/>
              <a:gd name="connsiteY54" fmla="*/ 206254 h 372092"/>
              <a:gd name="connsiteX55" fmla="*/ 214600 w 596753"/>
              <a:gd name="connsiteY55" fmla="*/ 156421 h 372092"/>
              <a:gd name="connsiteX56" fmla="*/ 207715 w 596753"/>
              <a:gd name="connsiteY56" fmla="*/ 157709 h 372092"/>
              <a:gd name="connsiteX57" fmla="*/ 192655 w 596753"/>
              <a:gd name="connsiteY57" fmla="*/ 149547 h 372092"/>
              <a:gd name="connsiteX58" fmla="*/ 123376 w 596753"/>
              <a:gd name="connsiteY58" fmla="*/ 154702 h 372092"/>
              <a:gd name="connsiteX59" fmla="*/ 107455 w 596753"/>
              <a:gd name="connsiteY59" fmla="*/ 165013 h 372092"/>
              <a:gd name="connsiteX60" fmla="*/ 89812 w 596753"/>
              <a:gd name="connsiteY60" fmla="*/ 146969 h 372092"/>
              <a:gd name="connsiteX61" fmla="*/ 107455 w 596753"/>
              <a:gd name="connsiteY61" fmla="*/ 129356 h 372092"/>
              <a:gd name="connsiteX62" fmla="*/ 122515 w 596753"/>
              <a:gd name="connsiteY62" fmla="*/ 137518 h 372092"/>
              <a:gd name="connsiteX63" fmla="*/ 191794 w 596753"/>
              <a:gd name="connsiteY63" fmla="*/ 132363 h 372092"/>
              <a:gd name="connsiteX64" fmla="*/ 207715 w 596753"/>
              <a:gd name="connsiteY64" fmla="*/ 122053 h 372092"/>
              <a:gd name="connsiteX65" fmla="*/ 225788 w 596753"/>
              <a:gd name="connsiteY65" fmla="*/ 140096 h 372092"/>
              <a:gd name="connsiteX66" fmla="*/ 225358 w 596753"/>
              <a:gd name="connsiteY66" fmla="*/ 143103 h 372092"/>
              <a:gd name="connsiteX67" fmla="*/ 279576 w 596753"/>
              <a:gd name="connsiteY67" fmla="*/ 192507 h 372092"/>
              <a:gd name="connsiteX68" fmla="*/ 287321 w 596753"/>
              <a:gd name="connsiteY68" fmla="*/ 190789 h 372092"/>
              <a:gd name="connsiteX69" fmla="*/ 294206 w 596753"/>
              <a:gd name="connsiteY69" fmla="*/ 192077 h 372092"/>
              <a:gd name="connsiteX70" fmla="*/ 337667 w 596753"/>
              <a:gd name="connsiteY70" fmla="*/ 152554 h 372092"/>
              <a:gd name="connsiteX71" fmla="*/ 337667 w 596753"/>
              <a:gd name="connsiteY71" fmla="*/ 149117 h 372092"/>
              <a:gd name="connsiteX72" fmla="*/ 355309 w 596753"/>
              <a:gd name="connsiteY72" fmla="*/ 131504 h 372092"/>
              <a:gd name="connsiteX73" fmla="*/ 372952 w 596753"/>
              <a:gd name="connsiteY73" fmla="*/ 146969 h 372092"/>
              <a:gd name="connsiteX74" fmla="*/ 418133 w 596753"/>
              <a:gd name="connsiteY74" fmla="*/ 169738 h 372092"/>
              <a:gd name="connsiteX75" fmla="*/ 428891 w 596753"/>
              <a:gd name="connsiteY75" fmla="*/ 165872 h 372092"/>
              <a:gd name="connsiteX76" fmla="*/ 432764 w 596753"/>
              <a:gd name="connsiteY76" fmla="*/ 166301 h 372092"/>
              <a:gd name="connsiteX77" fmla="*/ 472352 w 596753"/>
              <a:gd name="connsiteY77" fmla="*/ 118186 h 372092"/>
              <a:gd name="connsiteX78" fmla="*/ 471061 w 596753"/>
              <a:gd name="connsiteY78" fmla="*/ 112172 h 372092"/>
              <a:gd name="connsiteX79" fmla="*/ 489134 w 596753"/>
              <a:gd name="connsiteY79" fmla="*/ 94558 h 372092"/>
              <a:gd name="connsiteX80" fmla="*/ 53702 w 596753"/>
              <a:gd name="connsiteY80" fmla="*/ 22772 h 372092"/>
              <a:gd name="connsiteX81" fmla="*/ 53702 w 596753"/>
              <a:gd name="connsiteY81" fmla="*/ 305917 h 372092"/>
              <a:gd name="connsiteX82" fmla="*/ 542962 w 596753"/>
              <a:gd name="connsiteY82" fmla="*/ 305917 h 372092"/>
              <a:gd name="connsiteX83" fmla="*/ 542962 w 596753"/>
              <a:gd name="connsiteY83" fmla="*/ 22772 h 372092"/>
              <a:gd name="connsiteX84" fmla="*/ 53702 w 596753"/>
              <a:gd name="connsiteY84" fmla="*/ 0 h 372092"/>
              <a:gd name="connsiteX85" fmla="*/ 542962 w 596753"/>
              <a:gd name="connsiteY85" fmla="*/ 0 h 372092"/>
              <a:gd name="connsiteX86" fmla="*/ 566198 w 596753"/>
              <a:gd name="connsiteY86" fmla="*/ 22772 h 372092"/>
              <a:gd name="connsiteX87" fmla="*/ 566198 w 596753"/>
              <a:gd name="connsiteY87" fmla="*/ 305917 h 372092"/>
              <a:gd name="connsiteX88" fmla="*/ 542962 w 596753"/>
              <a:gd name="connsiteY88" fmla="*/ 329118 h 372092"/>
              <a:gd name="connsiteX89" fmla="*/ 53702 w 596753"/>
              <a:gd name="connsiteY89" fmla="*/ 329118 h 372092"/>
              <a:gd name="connsiteX90" fmla="*/ 30466 w 596753"/>
              <a:gd name="connsiteY90" fmla="*/ 305917 h 372092"/>
              <a:gd name="connsiteX91" fmla="*/ 30466 w 596753"/>
              <a:gd name="connsiteY91" fmla="*/ 22772 h 372092"/>
              <a:gd name="connsiteX92" fmla="*/ 53702 w 596753"/>
              <a:gd name="connsiteY92" fmla="*/ 0 h 37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753" h="372092">
                <a:moveTo>
                  <a:pt x="5942" y="342878"/>
                </a:moveTo>
                <a:lnTo>
                  <a:pt x="591159" y="342878"/>
                </a:lnTo>
                <a:cubicBezTo>
                  <a:pt x="594171" y="342878"/>
                  <a:pt x="596323" y="345026"/>
                  <a:pt x="596753" y="348034"/>
                </a:cubicBezTo>
                <a:cubicBezTo>
                  <a:pt x="596753" y="350182"/>
                  <a:pt x="596323" y="352330"/>
                  <a:pt x="594602" y="354048"/>
                </a:cubicBezTo>
                <a:cubicBezTo>
                  <a:pt x="579541" y="370374"/>
                  <a:pt x="361376" y="372092"/>
                  <a:pt x="295109" y="372092"/>
                </a:cubicBezTo>
                <a:cubicBezTo>
                  <a:pt x="221096" y="372092"/>
                  <a:pt x="151817" y="370374"/>
                  <a:pt x="99750" y="367796"/>
                </a:cubicBezTo>
                <a:cubicBezTo>
                  <a:pt x="7664" y="363500"/>
                  <a:pt x="3361" y="357056"/>
                  <a:pt x="1209" y="353189"/>
                </a:cubicBezTo>
                <a:cubicBezTo>
                  <a:pt x="-82" y="351041"/>
                  <a:pt x="-512" y="348463"/>
                  <a:pt x="779" y="346315"/>
                </a:cubicBezTo>
                <a:cubicBezTo>
                  <a:pt x="1639" y="344167"/>
                  <a:pt x="3791" y="342878"/>
                  <a:pt x="5942" y="342878"/>
                </a:cubicBezTo>
                <a:close/>
                <a:moveTo>
                  <a:pt x="287321" y="199380"/>
                </a:moveTo>
                <a:cubicBezTo>
                  <a:pt x="282158" y="199380"/>
                  <a:pt x="277855" y="203247"/>
                  <a:pt x="277855" y="208402"/>
                </a:cubicBezTo>
                <a:cubicBezTo>
                  <a:pt x="277855" y="213557"/>
                  <a:pt x="282158" y="217853"/>
                  <a:pt x="287321" y="217853"/>
                </a:cubicBezTo>
                <a:cubicBezTo>
                  <a:pt x="292485" y="217853"/>
                  <a:pt x="296358" y="213557"/>
                  <a:pt x="296358" y="208402"/>
                </a:cubicBezTo>
                <a:cubicBezTo>
                  <a:pt x="296358" y="203247"/>
                  <a:pt x="292485" y="199380"/>
                  <a:pt x="287321" y="199380"/>
                </a:cubicBezTo>
                <a:close/>
                <a:moveTo>
                  <a:pt x="428891" y="174464"/>
                </a:moveTo>
                <a:cubicBezTo>
                  <a:pt x="423727" y="174464"/>
                  <a:pt x="419855" y="178330"/>
                  <a:pt x="419855" y="183485"/>
                </a:cubicBezTo>
                <a:cubicBezTo>
                  <a:pt x="419855" y="188641"/>
                  <a:pt x="423727" y="192936"/>
                  <a:pt x="428891" y="192936"/>
                </a:cubicBezTo>
                <a:cubicBezTo>
                  <a:pt x="434055" y="192936"/>
                  <a:pt x="438358" y="188641"/>
                  <a:pt x="438358" y="183485"/>
                </a:cubicBezTo>
                <a:cubicBezTo>
                  <a:pt x="438358" y="178330"/>
                  <a:pt x="434055" y="174464"/>
                  <a:pt x="428891" y="174464"/>
                </a:cubicBezTo>
                <a:close/>
                <a:moveTo>
                  <a:pt x="355309" y="140096"/>
                </a:moveTo>
                <a:cubicBezTo>
                  <a:pt x="350146" y="140096"/>
                  <a:pt x="346273" y="143962"/>
                  <a:pt x="346273" y="149117"/>
                </a:cubicBezTo>
                <a:cubicBezTo>
                  <a:pt x="346273" y="154273"/>
                  <a:pt x="350146" y="158569"/>
                  <a:pt x="355309" y="158569"/>
                </a:cubicBezTo>
                <a:cubicBezTo>
                  <a:pt x="360473" y="158569"/>
                  <a:pt x="364776" y="154273"/>
                  <a:pt x="364776" y="149117"/>
                </a:cubicBezTo>
                <a:cubicBezTo>
                  <a:pt x="364776" y="143962"/>
                  <a:pt x="360473" y="140096"/>
                  <a:pt x="355309" y="140096"/>
                </a:cubicBezTo>
                <a:close/>
                <a:moveTo>
                  <a:pt x="107455" y="137948"/>
                </a:moveTo>
                <a:cubicBezTo>
                  <a:pt x="102291" y="137948"/>
                  <a:pt x="98418" y="142244"/>
                  <a:pt x="98418" y="146969"/>
                </a:cubicBezTo>
                <a:cubicBezTo>
                  <a:pt x="98418" y="152125"/>
                  <a:pt x="102291" y="156421"/>
                  <a:pt x="107455" y="156421"/>
                </a:cubicBezTo>
                <a:cubicBezTo>
                  <a:pt x="112618" y="156421"/>
                  <a:pt x="116921" y="152125"/>
                  <a:pt x="116921" y="146969"/>
                </a:cubicBezTo>
                <a:cubicBezTo>
                  <a:pt x="116921" y="142244"/>
                  <a:pt x="112618" y="137948"/>
                  <a:pt x="107455" y="137948"/>
                </a:cubicBezTo>
                <a:close/>
                <a:moveTo>
                  <a:pt x="207715" y="130645"/>
                </a:moveTo>
                <a:cubicBezTo>
                  <a:pt x="202982" y="130645"/>
                  <a:pt x="198679" y="134941"/>
                  <a:pt x="198679" y="140096"/>
                </a:cubicBezTo>
                <a:cubicBezTo>
                  <a:pt x="198679" y="145251"/>
                  <a:pt x="202982" y="149117"/>
                  <a:pt x="207715" y="149117"/>
                </a:cubicBezTo>
                <a:cubicBezTo>
                  <a:pt x="212879" y="149117"/>
                  <a:pt x="217182" y="145251"/>
                  <a:pt x="217182" y="140096"/>
                </a:cubicBezTo>
                <a:cubicBezTo>
                  <a:pt x="217182" y="134941"/>
                  <a:pt x="212879" y="130645"/>
                  <a:pt x="207715" y="130645"/>
                </a:cubicBezTo>
                <a:close/>
                <a:moveTo>
                  <a:pt x="489134" y="103150"/>
                </a:moveTo>
                <a:cubicBezTo>
                  <a:pt x="483970" y="103150"/>
                  <a:pt x="479667" y="107017"/>
                  <a:pt x="479667" y="112172"/>
                </a:cubicBezTo>
                <a:cubicBezTo>
                  <a:pt x="479667" y="117327"/>
                  <a:pt x="483970" y="121623"/>
                  <a:pt x="489134" y="121623"/>
                </a:cubicBezTo>
                <a:cubicBezTo>
                  <a:pt x="494297" y="121623"/>
                  <a:pt x="498600" y="117327"/>
                  <a:pt x="498600" y="112172"/>
                </a:cubicBezTo>
                <a:cubicBezTo>
                  <a:pt x="498600" y="107017"/>
                  <a:pt x="494297" y="103150"/>
                  <a:pt x="489134" y="103150"/>
                </a:cubicBezTo>
                <a:close/>
                <a:moveTo>
                  <a:pt x="489134" y="94558"/>
                </a:moveTo>
                <a:cubicBezTo>
                  <a:pt x="499030" y="94558"/>
                  <a:pt x="507206" y="102291"/>
                  <a:pt x="507206" y="112172"/>
                </a:cubicBezTo>
                <a:cubicBezTo>
                  <a:pt x="507206" y="122053"/>
                  <a:pt x="499030" y="130215"/>
                  <a:pt x="489134" y="130215"/>
                </a:cubicBezTo>
                <a:cubicBezTo>
                  <a:pt x="487843" y="130215"/>
                  <a:pt x="486552" y="129785"/>
                  <a:pt x="485261" y="129785"/>
                </a:cubicBezTo>
                <a:lnTo>
                  <a:pt x="445673" y="177471"/>
                </a:lnTo>
                <a:cubicBezTo>
                  <a:pt x="446533" y="179619"/>
                  <a:pt x="446964" y="181337"/>
                  <a:pt x="446964" y="183485"/>
                </a:cubicBezTo>
                <a:cubicBezTo>
                  <a:pt x="446964" y="193366"/>
                  <a:pt x="438788" y="201528"/>
                  <a:pt x="428891" y="201528"/>
                </a:cubicBezTo>
                <a:cubicBezTo>
                  <a:pt x="419855" y="201528"/>
                  <a:pt x="412109" y="194225"/>
                  <a:pt x="411249" y="185633"/>
                </a:cubicBezTo>
                <a:lnTo>
                  <a:pt x="366497" y="163294"/>
                </a:lnTo>
                <a:cubicBezTo>
                  <a:pt x="363485" y="165442"/>
                  <a:pt x="359612" y="167161"/>
                  <a:pt x="355309" y="167161"/>
                </a:cubicBezTo>
                <a:cubicBezTo>
                  <a:pt x="353158" y="167161"/>
                  <a:pt x="351006" y="166731"/>
                  <a:pt x="348855" y="165872"/>
                </a:cubicBezTo>
                <a:lnTo>
                  <a:pt x="304964" y="205824"/>
                </a:lnTo>
                <a:cubicBezTo>
                  <a:pt x="304964" y="206684"/>
                  <a:pt x="304964" y="207543"/>
                  <a:pt x="304964" y="208402"/>
                </a:cubicBezTo>
                <a:cubicBezTo>
                  <a:pt x="304964" y="218283"/>
                  <a:pt x="297218" y="226445"/>
                  <a:pt x="287321" y="226445"/>
                </a:cubicBezTo>
                <a:cubicBezTo>
                  <a:pt x="277424" y="226445"/>
                  <a:pt x="269249" y="218283"/>
                  <a:pt x="269249" y="208402"/>
                </a:cubicBezTo>
                <a:cubicBezTo>
                  <a:pt x="269249" y="207972"/>
                  <a:pt x="269679" y="207113"/>
                  <a:pt x="269679" y="206254"/>
                </a:cubicBezTo>
                <a:lnTo>
                  <a:pt x="214600" y="156421"/>
                </a:lnTo>
                <a:cubicBezTo>
                  <a:pt x="212449" y="157280"/>
                  <a:pt x="210297" y="157709"/>
                  <a:pt x="207715" y="157709"/>
                </a:cubicBezTo>
                <a:cubicBezTo>
                  <a:pt x="201691" y="157709"/>
                  <a:pt x="196097" y="154273"/>
                  <a:pt x="192655" y="149547"/>
                </a:cubicBezTo>
                <a:lnTo>
                  <a:pt x="123376" y="154702"/>
                </a:lnTo>
                <a:cubicBezTo>
                  <a:pt x="120794" y="160717"/>
                  <a:pt x="114770" y="165013"/>
                  <a:pt x="107455" y="165013"/>
                </a:cubicBezTo>
                <a:cubicBezTo>
                  <a:pt x="97558" y="165013"/>
                  <a:pt x="89812" y="156850"/>
                  <a:pt x="89812" y="146969"/>
                </a:cubicBezTo>
                <a:cubicBezTo>
                  <a:pt x="89812" y="137518"/>
                  <a:pt x="97558" y="129356"/>
                  <a:pt x="107455" y="129356"/>
                </a:cubicBezTo>
                <a:cubicBezTo>
                  <a:pt x="113909" y="129356"/>
                  <a:pt x="119503" y="132793"/>
                  <a:pt x="122515" y="137518"/>
                </a:cubicBezTo>
                <a:lnTo>
                  <a:pt x="191794" y="132363"/>
                </a:lnTo>
                <a:cubicBezTo>
                  <a:pt x="194806" y="126349"/>
                  <a:pt x="200830" y="122053"/>
                  <a:pt x="207715" y="122053"/>
                </a:cubicBezTo>
                <a:cubicBezTo>
                  <a:pt x="217612" y="122053"/>
                  <a:pt x="225788" y="130215"/>
                  <a:pt x="225788" y="140096"/>
                </a:cubicBezTo>
                <a:cubicBezTo>
                  <a:pt x="225788" y="140955"/>
                  <a:pt x="225788" y="142244"/>
                  <a:pt x="225358" y="143103"/>
                </a:cubicBezTo>
                <a:lnTo>
                  <a:pt x="279576" y="192507"/>
                </a:lnTo>
                <a:cubicBezTo>
                  <a:pt x="282158" y="191218"/>
                  <a:pt x="284740" y="190789"/>
                  <a:pt x="287321" y="190789"/>
                </a:cubicBezTo>
                <a:cubicBezTo>
                  <a:pt x="289903" y="190789"/>
                  <a:pt x="292055" y="191218"/>
                  <a:pt x="294206" y="192077"/>
                </a:cubicBezTo>
                <a:lnTo>
                  <a:pt x="337667" y="152554"/>
                </a:lnTo>
                <a:cubicBezTo>
                  <a:pt x="337667" y="151695"/>
                  <a:pt x="337667" y="150406"/>
                  <a:pt x="337667" y="149117"/>
                </a:cubicBezTo>
                <a:cubicBezTo>
                  <a:pt x="337667" y="139237"/>
                  <a:pt x="345412" y="131504"/>
                  <a:pt x="355309" y="131504"/>
                </a:cubicBezTo>
                <a:cubicBezTo>
                  <a:pt x="364346" y="131504"/>
                  <a:pt x="372091" y="138377"/>
                  <a:pt x="372952" y="146969"/>
                </a:cubicBezTo>
                <a:lnTo>
                  <a:pt x="418133" y="169738"/>
                </a:lnTo>
                <a:cubicBezTo>
                  <a:pt x="421146" y="167161"/>
                  <a:pt x="425018" y="165872"/>
                  <a:pt x="428891" y="165872"/>
                </a:cubicBezTo>
                <a:cubicBezTo>
                  <a:pt x="430182" y="165872"/>
                  <a:pt x="431473" y="165872"/>
                  <a:pt x="432764" y="166301"/>
                </a:cubicBezTo>
                <a:lnTo>
                  <a:pt x="472352" y="118186"/>
                </a:lnTo>
                <a:cubicBezTo>
                  <a:pt x="471921" y="116468"/>
                  <a:pt x="471061" y="114320"/>
                  <a:pt x="471061" y="112172"/>
                </a:cubicBezTo>
                <a:cubicBezTo>
                  <a:pt x="471061" y="102291"/>
                  <a:pt x="479237" y="94558"/>
                  <a:pt x="489134" y="94558"/>
                </a:cubicBezTo>
                <a:close/>
                <a:moveTo>
                  <a:pt x="53702" y="22772"/>
                </a:moveTo>
                <a:lnTo>
                  <a:pt x="53702" y="305917"/>
                </a:lnTo>
                <a:lnTo>
                  <a:pt x="542962" y="305917"/>
                </a:lnTo>
                <a:lnTo>
                  <a:pt x="542962" y="22772"/>
                </a:lnTo>
                <a:close/>
                <a:moveTo>
                  <a:pt x="53702" y="0"/>
                </a:moveTo>
                <a:lnTo>
                  <a:pt x="542962" y="0"/>
                </a:lnTo>
                <a:cubicBezTo>
                  <a:pt x="555871" y="0"/>
                  <a:pt x="566198" y="9882"/>
                  <a:pt x="566198" y="22772"/>
                </a:cubicBezTo>
                <a:lnTo>
                  <a:pt x="566198" y="305917"/>
                </a:lnTo>
                <a:cubicBezTo>
                  <a:pt x="566198" y="318806"/>
                  <a:pt x="555871" y="329118"/>
                  <a:pt x="542962" y="329118"/>
                </a:cubicBezTo>
                <a:lnTo>
                  <a:pt x="53702" y="329118"/>
                </a:lnTo>
                <a:cubicBezTo>
                  <a:pt x="40793" y="329118"/>
                  <a:pt x="30466" y="318806"/>
                  <a:pt x="30466" y="305917"/>
                </a:cubicBezTo>
                <a:lnTo>
                  <a:pt x="30466" y="22772"/>
                </a:lnTo>
                <a:cubicBezTo>
                  <a:pt x="30466" y="9882"/>
                  <a:pt x="40793" y="0"/>
                  <a:pt x="53702" y="0"/>
                </a:cubicBezTo>
                <a:close/>
              </a:path>
            </a:pathLst>
          </a:custGeom>
          <a:solidFill>
            <a:schemeClr val="bg1"/>
          </a:solidFill>
          <a:ln>
            <a:noFill/>
          </a:ln>
        </p:spPr>
      </p:sp>
      <p:sp>
        <p:nvSpPr>
          <p:cNvPr id="151" name="warning_94911"/>
          <p:cNvSpPr>
            <a:spLocks/>
          </p:cNvSpPr>
          <p:nvPr/>
        </p:nvSpPr>
        <p:spPr bwMode="gray">
          <a:xfrm>
            <a:off x="563783" y="3615148"/>
            <a:ext cx="202967" cy="202673"/>
          </a:xfrm>
          <a:custGeom>
            <a:avLst/>
            <a:gdLst>
              <a:gd name="T0" fmla="*/ 4733 w 4773"/>
              <a:gd name="T1" fmla="*/ 4096 h 4367"/>
              <a:gd name="T2" fmla="*/ 2541 w 4773"/>
              <a:gd name="T3" fmla="*/ 107 h 4367"/>
              <a:gd name="T4" fmla="*/ 2387 w 4773"/>
              <a:gd name="T5" fmla="*/ 0 h 4367"/>
              <a:gd name="T6" fmla="*/ 2232 w 4773"/>
              <a:gd name="T7" fmla="*/ 107 h 4367"/>
              <a:gd name="T8" fmla="*/ 40 w 4773"/>
              <a:gd name="T9" fmla="*/ 4096 h 4367"/>
              <a:gd name="T10" fmla="*/ 31 w 4773"/>
              <a:gd name="T11" fmla="*/ 4283 h 4367"/>
              <a:gd name="T12" fmla="*/ 202 w 4773"/>
              <a:gd name="T13" fmla="*/ 4367 h 4367"/>
              <a:gd name="T14" fmla="*/ 4571 w 4773"/>
              <a:gd name="T15" fmla="*/ 4367 h 4367"/>
              <a:gd name="T16" fmla="*/ 4742 w 4773"/>
              <a:gd name="T17" fmla="*/ 4283 h 4367"/>
              <a:gd name="T18" fmla="*/ 4733 w 4773"/>
              <a:gd name="T19" fmla="*/ 4096 h 4367"/>
              <a:gd name="T20" fmla="*/ 2064 w 4773"/>
              <a:gd name="T21" fmla="*/ 1055 h 4367"/>
              <a:gd name="T22" fmla="*/ 2111 w 4773"/>
              <a:gd name="T23" fmla="*/ 1034 h 4367"/>
              <a:gd name="T24" fmla="*/ 2656 w 4773"/>
              <a:gd name="T25" fmla="*/ 1034 h 4367"/>
              <a:gd name="T26" fmla="*/ 2703 w 4773"/>
              <a:gd name="T27" fmla="*/ 1055 h 4367"/>
              <a:gd name="T28" fmla="*/ 2721 w 4773"/>
              <a:gd name="T29" fmla="*/ 1104 h 4367"/>
              <a:gd name="T30" fmla="*/ 2652 w 4773"/>
              <a:gd name="T31" fmla="*/ 2965 h 4367"/>
              <a:gd name="T32" fmla="*/ 2583 w 4773"/>
              <a:gd name="T33" fmla="*/ 3034 h 4367"/>
              <a:gd name="T34" fmla="*/ 2179 w 4773"/>
              <a:gd name="T35" fmla="*/ 3034 h 4367"/>
              <a:gd name="T36" fmla="*/ 2111 w 4773"/>
              <a:gd name="T37" fmla="*/ 2966 h 4367"/>
              <a:gd name="T38" fmla="*/ 2046 w 4773"/>
              <a:gd name="T39" fmla="*/ 1105 h 4367"/>
              <a:gd name="T40" fmla="*/ 2064 w 4773"/>
              <a:gd name="T41" fmla="*/ 1055 h 4367"/>
              <a:gd name="T42" fmla="*/ 2386 w 4773"/>
              <a:gd name="T43" fmla="*/ 4013 h 4367"/>
              <a:gd name="T44" fmla="*/ 2026 w 4773"/>
              <a:gd name="T45" fmla="*/ 3635 h 4367"/>
              <a:gd name="T46" fmla="*/ 2381 w 4773"/>
              <a:gd name="T47" fmla="*/ 3252 h 4367"/>
              <a:gd name="T48" fmla="*/ 2737 w 4773"/>
              <a:gd name="T49" fmla="*/ 3635 h 4367"/>
              <a:gd name="T50" fmla="*/ 2386 w 4773"/>
              <a:gd name="T51" fmla="*/ 4013 h 4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73" h="4367">
                <a:moveTo>
                  <a:pt x="4733" y="4096"/>
                </a:moveTo>
                <a:lnTo>
                  <a:pt x="2541" y="107"/>
                </a:lnTo>
                <a:cubicBezTo>
                  <a:pt x="2504" y="39"/>
                  <a:pt x="2448" y="0"/>
                  <a:pt x="2387" y="0"/>
                </a:cubicBezTo>
                <a:cubicBezTo>
                  <a:pt x="2326" y="0"/>
                  <a:pt x="2269" y="39"/>
                  <a:pt x="2232" y="107"/>
                </a:cubicBezTo>
                <a:lnTo>
                  <a:pt x="40" y="4096"/>
                </a:lnTo>
                <a:cubicBezTo>
                  <a:pt x="3" y="4162"/>
                  <a:pt x="0" y="4231"/>
                  <a:pt x="31" y="4283"/>
                </a:cubicBezTo>
                <a:cubicBezTo>
                  <a:pt x="63" y="4337"/>
                  <a:pt x="125" y="4367"/>
                  <a:pt x="202" y="4367"/>
                </a:cubicBezTo>
                <a:lnTo>
                  <a:pt x="4571" y="4367"/>
                </a:lnTo>
                <a:cubicBezTo>
                  <a:pt x="4648" y="4367"/>
                  <a:pt x="4710" y="4337"/>
                  <a:pt x="4742" y="4283"/>
                </a:cubicBezTo>
                <a:cubicBezTo>
                  <a:pt x="4773" y="4231"/>
                  <a:pt x="4770" y="4162"/>
                  <a:pt x="4733" y="4096"/>
                </a:cubicBezTo>
                <a:close/>
                <a:moveTo>
                  <a:pt x="2064" y="1055"/>
                </a:moveTo>
                <a:cubicBezTo>
                  <a:pt x="2076" y="1043"/>
                  <a:pt x="2093" y="1034"/>
                  <a:pt x="2111" y="1034"/>
                </a:cubicBezTo>
                <a:lnTo>
                  <a:pt x="2656" y="1034"/>
                </a:lnTo>
                <a:cubicBezTo>
                  <a:pt x="2674" y="1034"/>
                  <a:pt x="2691" y="1043"/>
                  <a:pt x="2703" y="1055"/>
                </a:cubicBezTo>
                <a:cubicBezTo>
                  <a:pt x="2715" y="1068"/>
                  <a:pt x="2722" y="1086"/>
                  <a:pt x="2721" y="1104"/>
                </a:cubicBezTo>
                <a:lnTo>
                  <a:pt x="2652" y="2965"/>
                </a:lnTo>
                <a:cubicBezTo>
                  <a:pt x="2651" y="3002"/>
                  <a:pt x="2620" y="3034"/>
                  <a:pt x="2583" y="3034"/>
                </a:cubicBezTo>
                <a:lnTo>
                  <a:pt x="2179" y="3034"/>
                </a:lnTo>
                <a:cubicBezTo>
                  <a:pt x="2143" y="3034"/>
                  <a:pt x="2112" y="3002"/>
                  <a:pt x="2111" y="2966"/>
                </a:cubicBezTo>
                <a:lnTo>
                  <a:pt x="2046" y="1105"/>
                </a:lnTo>
                <a:cubicBezTo>
                  <a:pt x="2045" y="1087"/>
                  <a:pt x="2052" y="1068"/>
                  <a:pt x="2064" y="1055"/>
                </a:cubicBezTo>
                <a:close/>
                <a:moveTo>
                  <a:pt x="2386" y="4013"/>
                </a:moveTo>
                <a:cubicBezTo>
                  <a:pt x="2181" y="4013"/>
                  <a:pt x="2026" y="3850"/>
                  <a:pt x="2026" y="3635"/>
                </a:cubicBezTo>
                <a:cubicBezTo>
                  <a:pt x="2026" y="3417"/>
                  <a:pt x="2179" y="3252"/>
                  <a:pt x="2381" y="3252"/>
                </a:cubicBezTo>
                <a:cubicBezTo>
                  <a:pt x="2590" y="3252"/>
                  <a:pt x="2737" y="3409"/>
                  <a:pt x="2737" y="3635"/>
                </a:cubicBezTo>
                <a:cubicBezTo>
                  <a:pt x="2737" y="3857"/>
                  <a:pt x="2592" y="4013"/>
                  <a:pt x="2386" y="4013"/>
                </a:cubicBezTo>
                <a:close/>
              </a:path>
            </a:pathLst>
          </a:custGeom>
          <a:solidFill>
            <a:schemeClr val="bg1"/>
          </a:solidFill>
          <a:ln>
            <a:noFill/>
          </a:ln>
        </p:spPr>
      </p:sp>
      <p:sp>
        <p:nvSpPr>
          <p:cNvPr id="152" name="school-book_74303"/>
          <p:cNvSpPr>
            <a:spLocks/>
          </p:cNvSpPr>
          <p:nvPr/>
        </p:nvSpPr>
        <p:spPr bwMode="gray">
          <a:xfrm>
            <a:off x="585754" y="4579996"/>
            <a:ext cx="159024" cy="193920"/>
          </a:xfrm>
          <a:custGeom>
            <a:avLst/>
            <a:gdLst>
              <a:gd name="T0" fmla="*/ 532 w 3373"/>
              <a:gd name="T1" fmla="*/ 381 h 4441"/>
              <a:gd name="T2" fmla="*/ 3373 w 3373"/>
              <a:gd name="T3" fmla="*/ 381 h 4441"/>
              <a:gd name="T4" fmla="*/ 3373 w 3373"/>
              <a:gd name="T5" fmla="*/ 0 h 4441"/>
              <a:gd name="T6" fmla="*/ 532 w 3373"/>
              <a:gd name="T7" fmla="*/ 0 h 4441"/>
              <a:gd name="T8" fmla="*/ 0 w 3373"/>
              <a:gd name="T9" fmla="*/ 532 h 4441"/>
              <a:gd name="T10" fmla="*/ 0 w 3373"/>
              <a:gd name="T11" fmla="*/ 4012 h 4441"/>
              <a:gd name="T12" fmla="*/ 429 w 3373"/>
              <a:gd name="T13" fmla="*/ 4441 h 4441"/>
              <a:gd name="T14" fmla="*/ 3373 w 3373"/>
              <a:gd name="T15" fmla="*/ 4441 h 4441"/>
              <a:gd name="T16" fmla="*/ 3373 w 3373"/>
              <a:gd name="T17" fmla="*/ 683 h 4441"/>
              <a:gd name="T18" fmla="*/ 532 w 3373"/>
              <a:gd name="T19" fmla="*/ 683 h 4441"/>
              <a:gd name="T20" fmla="*/ 381 w 3373"/>
              <a:gd name="T21" fmla="*/ 532 h 4441"/>
              <a:gd name="T22" fmla="*/ 532 w 3373"/>
              <a:gd name="T23" fmla="*/ 381 h 4441"/>
              <a:gd name="T24" fmla="*/ 1397 w 3373"/>
              <a:gd name="T25" fmla="*/ 3011 h 4441"/>
              <a:gd name="T26" fmla="*/ 2854 w 3373"/>
              <a:gd name="T27" fmla="*/ 3011 h 4441"/>
              <a:gd name="T28" fmla="*/ 2854 w 3373"/>
              <a:gd name="T29" fmla="*/ 3794 h 4441"/>
              <a:gd name="T30" fmla="*/ 1397 w 3373"/>
              <a:gd name="T31" fmla="*/ 3794 h 4441"/>
              <a:gd name="T32" fmla="*/ 1397 w 3373"/>
              <a:gd name="T33" fmla="*/ 3011 h 4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373" h="4441">
                <a:moveTo>
                  <a:pt x="532" y="381"/>
                </a:moveTo>
                <a:lnTo>
                  <a:pt x="3373" y="381"/>
                </a:lnTo>
                <a:lnTo>
                  <a:pt x="3373" y="0"/>
                </a:lnTo>
                <a:lnTo>
                  <a:pt x="532" y="0"/>
                </a:lnTo>
                <a:cubicBezTo>
                  <a:pt x="239" y="0"/>
                  <a:pt x="0" y="239"/>
                  <a:pt x="0" y="532"/>
                </a:cubicBezTo>
                <a:lnTo>
                  <a:pt x="0" y="4012"/>
                </a:lnTo>
                <a:cubicBezTo>
                  <a:pt x="0" y="4248"/>
                  <a:pt x="192" y="4441"/>
                  <a:pt x="429" y="4441"/>
                </a:cubicBezTo>
                <a:lnTo>
                  <a:pt x="3373" y="4441"/>
                </a:lnTo>
                <a:lnTo>
                  <a:pt x="3373" y="683"/>
                </a:lnTo>
                <a:lnTo>
                  <a:pt x="532" y="683"/>
                </a:lnTo>
                <a:cubicBezTo>
                  <a:pt x="449" y="683"/>
                  <a:pt x="381" y="616"/>
                  <a:pt x="381" y="532"/>
                </a:cubicBezTo>
                <a:cubicBezTo>
                  <a:pt x="381" y="449"/>
                  <a:pt x="449" y="381"/>
                  <a:pt x="532" y="381"/>
                </a:cubicBezTo>
                <a:close/>
                <a:moveTo>
                  <a:pt x="1397" y="3011"/>
                </a:moveTo>
                <a:lnTo>
                  <a:pt x="2854" y="3011"/>
                </a:lnTo>
                <a:lnTo>
                  <a:pt x="2854" y="3794"/>
                </a:lnTo>
                <a:lnTo>
                  <a:pt x="1397" y="3794"/>
                </a:lnTo>
                <a:lnTo>
                  <a:pt x="1397" y="3011"/>
                </a:lnTo>
                <a:close/>
              </a:path>
            </a:pathLst>
          </a:custGeom>
          <a:solidFill>
            <a:schemeClr val="bg1"/>
          </a:solidFill>
          <a:ln>
            <a:noFill/>
          </a:ln>
        </p:spPr>
      </p:sp>
      <p:graphicFrame>
        <p:nvGraphicFramePr>
          <p:cNvPr id="30" name="表格 29"/>
          <p:cNvGraphicFramePr>
            <a:graphicFrameLocks noGrp="1"/>
          </p:cNvGraphicFramePr>
          <p:nvPr>
            <p:extLst>
              <p:ext uri="{D42A27DB-BD31-4B8C-83A1-F6EECF244321}">
                <p14:modId xmlns:p14="http://schemas.microsoft.com/office/powerpoint/2010/main" val="3531290167"/>
              </p:ext>
            </p:extLst>
          </p:nvPr>
        </p:nvGraphicFramePr>
        <p:xfrm>
          <a:off x="5795431" y="3556543"/>
          <a:ext cx="5210222" cy="2106917"/>
        </p:xfrm>
        <a:graphic>
          <a:graphicData uri="http://schemas.openxmlformats.org/drawingml/2006/table">
            <a:tbl>
              <a:tblPr/>
              <a:tblGrid>
                <a:gridCol w="1261875">
                  <a:extLst>
                    <a:ext uri="{9D8B030D-6E8A-4147-A177-3AD203B41FA5}">
                      <a16:colId xmlns:a16="http://schemas.microsoft.com/office/drawing/2014/main" val="20000"/>
                    </a:ext>
                  </a:extLst>
                </a:gridCol>
                <a:gridCol w="2537551">
                  <a:extLst>
                    <a:ext uri="{9D8B030D-6E8A-4147-A177-3AD203B41FA5}">
                      <a16:colId xmlns:a16="http://schemas.microsoft.com/office/drawing/2014/main" val="20001"/>
                    </a:ext>
                  </a:extLst>
                </a:gridCol>
                <a:gridCol w="1410796">
                  <a:extLst>
                    <a:ext uri="{9D8B030D-6E8A-4147-A177-3AD203B41FA5}">
                      <a16:colId xmlns:a16="http://schemas.microsoft.com/office/drawing/2014/main" val="20002"/>
                    </a:ext>
                  </a:extLst>
                </a:gridCol>
              </a:tblGrid>
              <a:tr h="381862">
                <a:tc>
                  <a:txBody>
                    <a:bodyPr/>
                    <a:lstStyle/>
                    <a:p>
                      <a:pPr algn="ctr">
                        <a:lnSpc>
                          <a:spcPct val="100000"/>
                        </a:lnSpc>
                      </a:pPr>
                      <a:r>
                        <a:rPr lang="zh-CN" altLang="en-US" sz="1600" b="1"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rPr>
                        <a:t>步骤</a:t>
                      </a:r>
                    </a:p>
                  </a:txBody>
                  <a:tcPr marL="71972" marR="71972" marT="35986" marB="35986"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pPr>
                      <a:r>
                        <a:rPr lang="zh-CN" altLang="en-US" sz="1600" b="1"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rPr>
                        <a:t>操作</a:t>
                      </a:r>
                    </a:p>
                  </a:txBody>
                  <a:tcPr marL="71972" marR="71972" marT="35986" marB="359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pPr>
                      <a:r>
                        <a:rPr lang="zh-CN" altLang="en-US" sz="1600" b="1"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rPr>
                        <a:t>操作时间</a:t>
                      </a:r>
                    </a:p>
                  </a:txBody>
                  <a:tcPr marL="71972" marR="71972" marT="35986" marB="35986"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45011">
                <a:tc>
                  <a:txBody>
                    <a:bodyPr/>
                    <a:lstStyle/>
                    <a:p>
                      <a:pPr algn="ctr">
                        <a:lnSpc>
                          <a:spcPct val="100000"/>
                        </a:lnSpc>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旧设备下线</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72" marR="71972" marT="35986" marB="35986"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旧设备下电、线缆拆除</a:t>
                      </a:r>
                    </a:p>
                  </a:txBody>
                  <a:tcPr marL="71972" marR="71972" marT="35986" marB="359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0:00-0:30</a:t>
                      </a:r>
                      <a:endPar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72" marR="71972" marT="35986" marB="35986"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45011">
                <a:tc>
                  <a:txBody>
                    <a:bodyPr/>
                    <a:lstStyle/>
                    <a:p>
                      <a:pPr algn="ctr">
                        <a:lnSpc>
                          <a:spcPct val="100000"/>
                        </a:lnSpc>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新设备上架</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72" marR="71972" marT="35986" marB="35986"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新设备上电、线缆连接</a:t>
                      </a:r>
                    </a:p>
                  </a:txBody>
                  <a:tcPr marL="71972" marR="71972" marT="35986" marB="359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0:30-1:00</a:t>
                      </a:r>
                      <a:endPar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72" marR="71972" marT="35986" marB="35986"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45011">
                <a:tc>
                  <a:txBody>
                    <a:bodyPr/>
                    <a:lstStyle/>
                    <a:p>
                      <a:pPr algn="ctr">
                        <a:lnSpc>
                          <a:spcPct val="100000"/>
                        </a:lnSpc>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新设备配置</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72" marR="71972" marT="35986" marB="35986"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新设备刷入提前配置好的脚本</a:t>
                      </a:r>
                    </a:p>
                  </a:txBody>
                  <a:tcPr marL="71972" marR="71972" marT="35986" marB="359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1:00-1:20</a:t>
                      </a:r>
                    </a:p>
                  </a:txBody>
                  <a:tcPr marL="71972" marR="71972" marT="35986" marB="35986"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45011">
                <a:tc>
                  <a:txBody>
                    <a:bodyPr/>
                    <a:lstStyle/>
                    <a:p>
                      <a:pPr algn="ctr">
                        <a:lnSpc>
                          <a:spcPct val="100000"/>
                        </a:lnSpc>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网络状态检查</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72" marR="71972" marT="35986" marB="35986"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检查网络各项表项</a:t>
                      </a:r>
                    </a:p>
                  </a:txBody>
                  <a:tcPr marL="71972" marR="71972" marT="35986" marB="359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1:20-2:00</a:t>
                      </a:r>
                    </a:p>
                  </a:txBody>
                  <a:tcPr marL="71972" marR="71972" marT="35986" marB="35986"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45011">
                <a:tc>
                  <a:txBody>
                    <a:bodyPr/>
                    <a:lstStyle/>
                    <a:p>
                      <a:pPr algn="ctr">
                        <a:lnSpc>
                          <a:spcPct val="100000"/>
                        </a:lnSpc>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业务测试</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72" marR="71972" marT="35986" marB="35986"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00000"/>
                        </a:lnSpc>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协调甲方人员测试业务、应用</a:t>
                      </a:r>
                    </a:p>
                  </a:txBody>
                  <a:tcPr marL="71972" marR="71972" marT="35986" marB="359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00000"/>
                        </a:lnSpc>
                      </a:pP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2:00-2:30</a:t>
                      </a:r>
                    </a:p>
                  </a:txBody>
                  <a:tcPr marL="71972" marR="71972" marT="35986" marB="35986"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1" name="microsoft-word-document-file_32745"/>
          <p:cNvSpPr>
            <a:spLocks noChangeAspect="1"/>
          </p:cNvSpPr>
          <p:nvPr/>
        </p:nvSpPr>
        <p:spPr bwMode="gray">
          <a:xfrm>
            <a:off x="3848157" y="4180135"/>
            <a:ext cx="601138" cy="811980"/>
          </a:xfrm>
          <a:custGeom>
            <a:avLst/>
            <a:gdLst>
              <a:gd name="T0" fmla="*/ 385 w 4638"/>
              <a:gd name="T1" fmla="*/ 0 h 6274"/>
              <a:gd name="T2" fmla="*/ 0 w 4638"/>
              <a:gd name="T3" fmla="*/ 5890 h 6274"/>
              <a:gd name="T4" fmla="*/ 4253 w 4638"/>
              <a:gd name="T5" fmla="*/ 6274 h 6274"/>
              <a:gd name="T6" fmla="*/ 4638 w 4638"/>
              <a:gd name="T7" fmla="*/ 1190 h 6274"/>
              <a:gd name="T8" fmla="*/ 3634 w 4638"/>
              <a:gd name="T9" fmla="*/ 576 h 6274"/>
              <a:gd name="T10" fmla="*/ 3634 w 4638"/>
              <a:gd name="T11" fmla="*/ 1097 h 6274"/>
              <a:gd name="T12" fmla="*/ 4315 w 4638"/>
              <a:gd name="T13" fmla="*/ 5890 h 6274"/>
              <a:gd name="T14" fmla="*/ 385 w 4638"/>
              <a:gd name="T15" fmla="*/ 5951 h 6274"/>
              <a:gd name="T16" fmla="*/ 324 w 4638"/>
              <a:gd name="T17" fmla="*/ 385 h 6274"/>
              <a:gd name="T18" fmla="*/ 3311 w 4638"/>
              <a:gd name="T19" fmla="*/ 323 h 6274"/>
              <a:gd name="T20" fmla="*/ 3472 w 4638"/>
              <a:gd name="T21" fmla="*/ 1420 h 6274"/>
              <a:gd name="T22" fmla="*/ 4315 w 4638"/>
              <a:gd name="T23" fmla="*/ 5890 h 6274"/>
              <a:gd name="T24" fmla="*/ 603 w 4638"/>
              <a:gd name="T25" fmla="*/ 818 h 6274"/>
              <a:gd name="T26" fmla="*/ 1004 w 4638"/>
              <a:gd name="T27" fmla="*/ 1482 h 6274"/>
              <a:gd name="T28" fmla="*/ 1135 w 4638"/>
              <a:gd name="T29" fmla="*/ 1479 h 6274"/>
              <a:gd name="T30" fmla="*/ 1535 w 4638"/>
              <a:gd name="T31" fmla="*/ 818 h 6274"/>
              <a:gd name="T32" fmla="*/ 1753 w 4638"/>
              <a:gd name="T33" fmla="*/ 1747 h 6274"/>
              <a:gd name="T34" fmla="*/ 1819 w 4638"/>
              <a:gd name="T35" fmla="*/ 1480 h 6274"/>
              <a:gd name="T36" fmla="*/ 2232 w 4638"/>
              <a:gd name="T37" fmla="*/ 818 h 6274"/>
              <a:gd name="T38" fmla="*/ 1631 w 4638"/>
              <a:gd name="T39" fmla="*/ 2147 h 6274"/>
              <a:gd name="T40" fmla="*/ 1412 w 4638"/>
              <a:gd name="T41" fmla="*/ 1229 h 6274"/>
              <a:gd name="T42" fmla="*/ 1164 w 4638"/>
              <a:gd name="T43" fmla="*/ 2147 h 6274"/>
              <a:gd name="T44" fmla="*/ 940 w 4638"/>
              <a:gd name="T45" fmla="*/ 2147 h 6274"/>
              <a:gd name="T46" fmla="*/ 3863 w 4638"/>
              <a:gd name="T47" fmla="*/ 1865 h 6274"/>
              <a:gd name="T48" fmla="*/ 3863 w 4638"/>
              <a:gd name="T49" fmla="*/ 2107 h 6274"/>
              <a:gd name="T50" fmla="*/ 2296 w 4638"/>
              <a:gd name="T51" fmla="*/ 1986 h 6274"/>
              <a:gd name="T52" fmla="*/ 3984 w 4638"/>
              <a:gd name="T53" fmla="*/ 2794 h 6274"/>
              <a:gd name="T54" fmla="*/ 853 w 4638"/>
              <a:gd name="T55" fmla="*/ 2915 h 6274"/>
              <a:gd name="T56" fmla="*/ 853 w 4638"/>
              <a:gd name="T57" fmla="*/ 2673 h 6274"/>
              <a:gd name="T58" fmla="*/ 3984 w 4638"/>
              <a:gd name="T59" fmla="*/ 2794 h 6274"/>
              <a:gd name="T60" fmla="*/ 3863 w 4638"/>
              <a:gd name="T61" fmla="*/ 3631 h 6274"/>
              <a:gd name="T62" fmla="*/ 732 w 4638"/>
              <a:gd name="T63" fmla="*/ 3510 h 6274"/>
              <a:gd name="T64" fmla="*/ 3863 w 4638"/>
              <a:gd name="T65" fmla="*/ 3389 h 6274"/>
              <a:gd name="T66" fmla="*/ 3984 w 4638"/>
              <a:gd name="T67" fmla="*/ 4227 h 6274"/>
              <a:gd name="T68" fmla="*/ 853 w 4638"/>
              <a:gd name="T69" fmla="*/ 4348 h 6274"/>
              <a:gd name="T70" fmla="*/ 853 w 4638"/>
              <a:gd name="T71" fmla="*/ 4106 h 6274"/>
              <a:gd name="T72" fmla="*/ 3984 w 4638"/>
              <a:gd name="T73" fmla="*/ 4227 h 6274"/>
              <a:gd name="T74" fmla="*/ 3863 w 4638"/>
              <a:gd name="T75" fmla="*/ 5074 h 6274"/>
              <a:gd name="T76" fmla="*/ 732 w 4638"/>
              <a:gd name="T77" fmla="*/ 4953 h 6274"/>
              <a:gd name="T78" fmla="*/ 3863 w 4638"/>
              <a:gd name="T79" fmla="*/ 4832 h 6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638" h="6274">
                <a:moveTo>
                  <a:pt x="3543" y="0"/>
                </a:moveTo>
                <a:lnTo>
                  <a:pt x="385" y="0"/>
                </a:lnTo>
                <a:cubicBezTo>
                  <a:pt x="173" y="0"/>
                  <a:pt x="0" y="173"/>
                  <a:pt x="0" y="385"/>
                </a:cubicBezTo>
                <a:lnTo>
                  <a:pt x="0" y="5890"/>
                </a:lnTo>
                <a:cubicBezTo>
                  <a:pt x="0" y="6102"/>
                  <a:pt x="173" y="6274"/>
                  <a:pt x="385" y="6274"/>
                </a:cubicBezTo>
                <a:lnTo>
                  <a:pt x="4253" y="6274"/>
                </a:lnTo>
                <a:cubicBezTo>
                  <a:pt x="4466" y="6274"/>
                  <a:pt x="4638" y="6102"/>
                  <a:pt x="4638" y="5890"/>
                </a:cubicBezTo>
                <a:lnTo>
                  <a:pt x="4638" y="1190"/>
                </a:lnTo>
                <a:lnTo>
                  <a:pt x="3543" y="0"/>
                </a:lnTo>
                <a:close/>
                <a:moveTo>
                  <a:pt x="3634" y="576"/>
                </a:moveTo>
                <a:lnTo>
                  <a:pt x="4114" y="1097"/>
                </a:lnTo>
                <a:lnTo>
                  <a:pt x="3634" y="1097"/>
                </a:lnTo>
                <a:lnTo>
                  <a:pt x="3634" y="576"/>
                </a:lnTo>
                <a:close/>
                <a:moveTo>
                  <a:pt x="4315" y="5890"/>
                </a:moveTo>
                <a:cubicBezTo>
                  <a:pt x="4315" y="5924"/>
                  <a:pt x="4287" y="5951"/>
                  <a:pt x="4253" y="5951"/>
                </a:cubicBezTo>
                <a:lnTo>
                  <a:pt x="385" y="5951"/>
                </a:lnTo>
                <a:cubicBezTo>
                  <a:pt x="351" y="5951"/>
                  <a:pt x="324" y="5924"/>
                  <a:pt x="324" y="5890"/>
                </a:cubicBezTo>
                <a:lnTo>
                  <a:pt x="324" y="385"/>
                </a:lnTo>
                <a:cubicBezTo>
                  <a:pt x="324" y="351"/>
                  <a:pt x="351" y="323"/>
                  <a:pt x="385" y="323"/>
                </a:cubicBezTo>
                <a:lnTo>
                  <a:pt x="3311" y="323"/>
                </a:lnTo>
                <a:lnTo>
                  <a:pt x="3311" y="1259"/>
                </a:lnTo>
                <a:cubicBezTo>
                  <a:pt x="3311" y="1348"/>
                  <a:pt x="3383" y="1420"/>
                  <a:pt x="3472" y="1420"/>
                </a:cubicBezTo>
                <a:lnTo>
                  <a:pt x="4315" y="1420"/>
                </a:lnTo>
                <a:lnTo>
                  <a:pt x="4315" y="5890"/>
                </a:lnTo>
                <a:close/>
                <a:moveTo>
                  <a:pt x="940" y="2147"/>
                </a:moveTo>
                <a:lnTo>
                  <a:pt x="603" y="818"/>
                </a:lnTo>
                <a:lnTo>
                  <a:pt x="848" y="818"/>
                </a:lnTo>
                <a:lnTo>
                  <a:pt x="1004" y="1482"/>
                </a:lnTo>
                <a:cubicBezTo>
                  <a:pt x="1026" y="1575"/>
                  <a:pt x="1047" y="1669"/>
                  <a:pt x="1065" y="1756"/>
                </a:cubicBezTo>
                <a:cubicBezTo>
                  <a:pt x="1086" y="1667"/>
                  <a:pt x="1111" y="1572"/>
                  <a:pt x="1135" y="1479"/>
                </a:cubicBezTo>
                <a:lnTo>
                  <a:pt x="1310" y="818"/>
                </a:lnTo>
                <a:lnTo>
                  <a:pt x="1535" y="818"/>
                </a:lnTo>
                <a:lnTo>
                  <a:pt x="1695" y="1484"/>
                </a:lnTo>
                <a:cubicBezTo>
                  <a:pt x="1715" y="1571"/>
                  <a:pt x="1736" y="1661"/>
                  <a:pt x="1753" y="1747"/>
                </a:cubicBezTo>
                <a:cubicBezTo>
                  <a:pt x="1771" y="1670"/>
                  <a:pt x="1791" y="1591"/>
                  <a:pt x="1811" y="1510"/>
                </a:cubicBezTo>
                <a:lnTo>
                  <a:pt x="1819" y="1480"/>
                </a:lnTo>
                <a:lnTo>
                  <a:pt x="1992" y="818"/>
                </a:lnTo>
                <a:lnTo>
                  <a:pt x="2232" y="818"/>
                </a:lnTo>
                <a:lnTo>
                  <a:pt x="1855" y="2147"/>
                </a:lnTo>
                <a:lnTo>
                  <a:pt x="1631" y="2147"/>
                </a:lnTo>
                <a:lnTo>
                  <a:pt x="1465" y="1465"/>
                </a:lnTo>
                <a:cubicBezTo>
                  <a:pt x="1445" y="1381"/>
                  <a:pt x="1427" y="1304"/>
                  <a:pt x="1412" y="1229"/>
                </a:cubicBezTo>
                <a:cubicBezTo>
                  <a:pt x="1395" y="1304"/>
                  <a:pt x="1375" y="1381"/>
                  <a:pt x="1351" y="1466"/>
                </a:cubicBezTo>
                <a:lnTo>
                  <a:pt x="1164" y="2147"/>
                </a:lnTo>
                <a:lnTo>
                  <a:pt x="940" y="2147"/>
                </a:lnTo>
                <a:lnTo>
                  <a:pt x="940" y="2147"/>
                </a:lnTo>
                <a:close/>
                <a:moveTo>
                  <a:pt x="2417" y="1865"/>
                </a:moveTo>
                <a:lnTo>
                  <a:pt x="3863" y="1865"/>
                </a:lnTo>
                <a:cubicBezTo>
                  <a:pt x="3930" y="1865"/>
                  <a:pt x="3984" y="1919"/>
                  <a:pt x="3984" y="1986"/>
                </a:cubicBezTo>
                <a:cubicBezTo>
                  <a:pt x="3984" y="2053"/>
                  <a:pt x="3930" y="2107"/>
                  <a:pt x="3863" y="2107"/>
                </a:cubicBezTo>
                <a:lnTo>
                  <a:pt x="2417" y="2107"/>
                </a:lnTo>
                <a:cubicBezTo>
                  <a:pt x="2350" y="2107"/>
                  <a:pt x="2296" y="2053"/>
                  <a:pt x="2296" y="1986"/>
                </a:cubicBezTo>
                <a:cubicBezTo>
                  <a:pt x="2296" y="1919"/>
                  <a:pt x="2350" y="1865"/>
                  <a:pt x="2417" y="1865"/>
                </a:cubicBezTo>
                <a:close/>
                <a:moveTo>
                  <a:pt x="3984" y="2794"/>
                </a:moveTo>
                <a:cubicBezTo>
                  <a:pt x="3984" y="2861"/>
                  <a:pt x="3930" y="2915"/>
                  <a:pt x="3863" y="2915"/>
                </a:cubicBezTo>
                <a:lnTo>
                  <a:pt x="853" y="2915"/>
                </a:lnTo>
                <a:cubicBezTo>
                  <a:pt x="786" y="2915"/>
                  <a:pt x="732" y="2861"/>
                  <a:pt x="732" y="2794"/>
                </a:cubicBezTo>
                <a:cubicBezTo>
                  <a:pt x="732" y="2727"/>
                  <a:pt x="786" y="2673"/>
                  <a:pt x="853" y="2673"/>
                </a:cubicBezTo>
                <a:lnTo>
                  <a:pt x="3863" y="2673"/>
                </a:lnTo>
                <a:cubicBezTo>
                  <a:pt x="3930" y="2673"/>
                  <a:pt x="3984" y="2727"/>
                  <a:pt x="3984" y="2794"/>
                </a:cubicBezTo>
                <a:close/>
                <a:moveTo>
                  <a:pt x="3984" y="3510"/>
                </a:moveTo>
                <a:cubicBezTo>
                  <a:pt x="3984" y="3577"/>
                  <a:pt x="3930" y="3631"/>
                  <a:pt x="3863" y="3631"/>
                </a:cubicBezTo>
                <a:lnTo>
                  <a:pt x="853" y="3631"/>
                </a:lnTo>
                <a:cubicBezTo>
                  <a:pt x="786" y="3631"/>
                  <a:pt x="732" y="3577"/>
                  <a:pt x="732" y="3510"/>
                </a:cubicBezTo>
                <a:cubicBezTo>
                  <a:pt x="732" y="3444"/>
                  <a:pt x="786" y="3389"/>
                  <a:pt x="853" y="3389"/>
                </a:cubicBezTo>
                <a:lnTo>
                  <a:pt x="3863" y="3389"/>
                </a:lnTo>
                <a:cubicBezTo>
                  <a:pt x="3930" y="3389"/>
                  <a:pt x="3984" y="3444"/>
                  <a:pt x="3984" y="3510"/>
                </a:cubicBezTo>
                <a:close/>
                <a:moveTo>
                  <a:pt x="3984" y="4227"/>
                </a:moveTo>
                <a:cubicBezTo>
                  <a:pt x="3984" y="4294"/>
                  <a:pt x="3930" y="4348"/>
                  <a:pt x="3863" y="4348"/>
                </a:cubicBezTo>
                <a:lnTo>
                  <a:pt x="853" y="4348"/>
                </a:lnTo>
                <a:cubicBezTo>
                  <a:pt x="786" y="4348"/>
                  <a:pt x="732" y="4294"/>
                  <a:pt x="732" y="4227"/>
                </a:cubicBezTo>
                <a:cubicBezTo>
                  <a:pt x="732" y="4160"/>
                  <a:pt x="786" y="4106"/>
                  <a:pt x="853" y="4106"/>
                </a:cubicBezTo>
                <a:lnTo>
                  <a:pt x="3863" y="4106"/>
                </a:lnTo>
                <a:cubicBezTo>
                  <a:pt x="3930" y="4106"/>
                  <a:pt x="3984" y="4160"/>
                  <a:pt x="3984" y="4227"/>
                </a:cubicBezTo>
                <a:close/>
                <a:moveTo>
                  <a:pt x="3984" y="4953"/>
                </a:moveTo>
                <a:cubicBezTo>
                  <a:pt x="3984" y="5020"/>
                  <a:pt x="3930" y="5074"/>
                  <a:pt x="3863" y="5074"/>
                </a:cubicBezTo>
                <a:lnTo>
                  <a:pt x="853" y="5074"/>
                </a:lnTo>
                <a:cubicBezTo>
                  <a:pt x="786" y="5074"/>
                  <a:pt x="732" y="5020"/>
                  <a:pt x="732" y="4953"/>
                </a:cubicBezTo>
                <a:cubicBezTo>
                  <a:pt x="732" y="4886"/>
                  <a:pt x="786" y="4832"/>
                  <a:pt x="853" y="4832"/>
                </a:cubicBezTo>
                <a:lnTo>
                  <a:pt x="3863" y="4832"/>
                </a:lnTo>
                <a:cubicBezTo>
                  <a:pt x="3930" y="4832"/>
                  <a:pt x="3984" y="4886"/>
                  <a:pt x="3984" y="4953"/>
                </a:cubicBezTo>
                <a:close/>
              </a:path>
            </a:pathLst>
          </a:custGeom>
          <a:solidFill>
            <a:srgbClr val="56C4D2"/>
          </a:solidFill>
          <a:ln>
            <a:noFill/>
          </a:ln>
        </p:spPr>
      </p:sp>
      <p:sp>
        <p:nvSpPr>
          <p:cNvPr id="32" name="íşḻïďe">
            <a:extLst>
              <a:ext uri="{FF2B5EF4-FFF2-40B4-BE49-F238E27FC236}">
                <a16:creationId xmlns:a16="http://schemas.microsoft.com/office/drawing/2014/main" id="{05246D82-A4F5-42F2-854D-C3D348D160CE}"/>
              </a:ext>
            </a:extLst>
          </p:cNvPr>
          <p:cNvSpPr txBox="1"/>
          <p:nvPr/>
        </p:nvSpPr>
        <p:spPr bwMode="gray">
          <a:xfrm>
            <a:off x="3358837" y="4980664"/>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zh-CN" altLang="en-US" sz="1399" dirty="0"/>
              <a:t>割接方案</a:t>
            </a:r>
            <a:endParaRPr lang="en-US" altLang="zh-CN" sz="1399" dirty="0"/>
          </a:p>
        </p:txBody>
      </p:sp>
      <p:sp>
        <p:nvSpPr>
          <p:cNvPr id="6" name="任意多边形 5"/>
          <p:cNvSpPr/>
          <p:nvPr/>
        </p:nvSpPr>
        <p:spPr bwMode="gray">
          <a:xfrm>
            <a:off x="4542940" y="3548839"/>
            <a:ext cx="1118628" cy="2074570"/>
          </a:xfrm>
          <a:custGeom>
            <a:avLst/>
            <a:gdLst>
              <a:gd name="connsiteX0" fmla="*/ 1469204 w 1469204"/>
              <a:gd name="connsiteY0" fmla="*/ 0 h 2075380"/>
              <a:gd name="connsiteX1" fmla="*/ 1469204 w 1469204"/>
              <a:gd name="connsiteY1" fmla="*/ 2075380 h 2075380"/>
              <a:gd name="connsiteX2" fmla="*/ 0 w 1469204"/>
              <a:gd name="connsiteY2" fmla="*/ 1479479 h 2075380"/>
              <a:gd name="connsiteX3" fmla="*/ 0 w 1469204"/>
              <a:gd name="connsiteY3" fmla="*/ 667821 h 2075380"/>
              <a:gd name="connsiteX4" fmla="*/ 1469204 w 1469204"/>
              <a:gd name="connsiteY4" fmla="*/ 0 h 2075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9204" h="2075380">
                <a:moveTo>
                  <a:pt x="1469204" y="0"/>
                </a:moveTo>
                <a:lnTo>
                  <a:pt x="1469204" y="2075380"/>
                </a:lnTo>
                <a:lnTo>
                  <a:pt x="0" y="1479479"/>
                </a:lnTo>
                <a:lnTo>
                  <a:pt x="0" y="667821"/>
                </a:lnTo>
                <a:lnTo>
                  <a:pt x="1469204" y="0"/>
                </a:lnTo>
                <a:close/>
              </a:path>
            </a:pathLst>
          </a:custGeom>
          <a:gradFill flip="none" rotWithShape="1">
            <a:gsLst>
              <a:gs pos="0">
                <a:schemeClr val="bg1"/>
              </a:gs>
              <a:gs pos="100000">
                <a:srgbClr val="56C4D2">
                  <a:alpha val="5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endParaRPr>
          </a:p>
        </p:txBody>
      </p:sp>
      <p:sp>
        <p:nvSpPr>
          <p:cNvPr id="35" name="íşḻïďe">
            <a:extLst>
              <a:ext uri="{FF2B5EF4-FFF2-40B4-BE49-F238E27FC236}">
                <a16:creationId xmlns:a16="http://schemas.microsoft.com/office/drawing/2014/main" id="{05246D82-A4F5-42F2-854D-C3D348D160CE}"/>
              </a:ext>
            </a:extLst>
          </p:cNvPr>
          <p:cNvSpPr txBox="1"/>
          <p:nvPr/>
        </p:nvSpPr>
        <p:spPr bwMode="gray">
          <a:xfrm>
            <a:off x="5795431" y="3114910"/>
            <a:ext cx="5210221"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zh-CN" altLang="en-US" sz="1599" dirty="0"/>
              <a:t>割接执行步骤</a:t>
            </a:r>
            <a:endParaRPr lang="en-US" altLang="zh-CN" sz="1599" dirty="0"/>
          </a:p>
        </p:txBody>
      </p:sp>
      <p:sp>
        <p:nvSpPr>
          <p:cNvPr id="33" name="五边形 153"/>
          <p:cNvSpPr/>
          <p:nvPr/>
        </p:nvSpPr>
        <p:spPr bwMode="gray">
          <a:xfrm>
            <a:off x="8150785" y="113221"/>
            <a:ext cx="1259508" cy="213037"/>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准备阶段</a:t>
            </a:r>
          </a:p>
        </p:txBody>
      </p:sp>
      <p:sp>
        <p:nvSpPr>
          <p:cNvPr id="34" name="燕尾形 154"/>
          <p:cNvSpPr/>
          <p:nvPr/>
        </p:nvSpPr>
        <p:spPr bwMode="gray">
          <a:xfrm>
            <a:off x="9320182"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实施阶段</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燕尾形 155"/>
          <p:cNvSpPr/>
          <p:nvPr/>
        </p:nvSpPr>
        <p:spPr bwMode="gray">
          <a:xfrm>
            <a:off x="10489579"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收尾阶段</a:t>
            </a:r>
          </a:p>
        </p:txBody>
      </p:sp>
    </p:spTree>
    <p:custDataLst>
      <p:tags r:id="rId1"/>
    </p:custDataLst>
    <p:extLst>
      <p:ext uri="{BB962C8B-B14F-4D97-AF65-F5344CB8AC3E}">
        <p14:creationId xmlns:p14="http://schemas.microsoft.com/office/powerpoint/2010/main" val="22662722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回退方案</a:t>
            </a:r>
          </a:p>
        </p:txBody>
      </p:sp>
      <p:sp>
        <p:nvSpPr>
          <p:cNvPr id="60" name="文本占位符 3"/>
          <p:cNvSpPr>
            <a:spLocks noGrp="1"/>
          </p:cNvSpPr>
          <p:nvPr>
            <p:ph type="body" sz="quarter" idx="10"/>
          </p:nvPr>
        </p:nvSpPr>
        <p:spPr bwMode="gray">
          <a:xfrm>
            <a:off x="2153265" y="1047750"/>
            <a:ext cx="9595822" cy="4879805"/>
          </a:xfrm>
        </p:spPr>
        <p:txBody>
          <a:bodyPr/>
          <a:lstStyle/>
          <a:p>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回退方案：当割接失败时（割接之后业务测试失败、割接时间结束未完成割接</a:t>
            </a:r>
            <a:r>
              <a:rPr lang="en-US" altLang="zh-CN" sz="1799"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）需要将网络退回到割接前初始状态，此时需要按照回退方案进行操作，将网络恢复。</a:t>
            </a:r>
            <a:endParaRPr lang="en-US" altLang="zh-CN" sz="1799"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在制定割接方案时需要包含详细的回退方案，同割接操作一样，需要精确到每一步操作，这样当割接失败时可以有条不紊地进行回退。</a:t>
            </a:r>
          </a:p>
        </p:txBody>
      </p:sp>
      <p:sp>
        <p:nvSpPr>
          <p:cNvPr id="111" name="isḻïḑe">
            <a:extLst>
              <a:ext uri="{FF2B5EF4-FFF2-40B4-BE49-F238E27FC236}">
                <a16:creationId xmlns:a16="http://schemas.microsoft.com/office/drawing/2014/main" id="{24CBC826-002E-4B71-8291-B729E4BED0E3}"/>
              </a:ext>
            </a:extLst>
          </p:cNvPr>
          <p:cNvSpPr txBox="1"/>
          <p:nvPr/>
        </p:nvSpPr>
        <p:spPr bwMode="gray">
          <a:xfrm>
            <a:off x="836816" y="1593188"/>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pPr algn="l"/>
            <a:r>
              <a:rPr lang="zh-CN" altLang="en-US" sz="1399" dirty="0">
                <a:solidFill>
                  <a:schemeClr val="bg1">
                    <a:lumMod val="65000"/>
                  </a:schemeClr>
                </a:solidFill>
              </a:rPr>
              <a:t>项目调研</a:t>
            </a:r>
            <a:endParaRPr lang="en-US" altLang="zh-CN" sz="1399" dirty="0">
              <a:solidFill>
                <a:schemeClr val="bg1">
                  <a:lumMod val="65000"/>
                </a:schemeClr>
              </a:solidFill>
            </a:endParaRPr>
          </a:p>
        </p:txBody>
      </p:sp>
      <p:sp>
        <p:nvSpPr>
          <p:cNvPr id="112" name="ïšļïďe">
            <a:extLst>
              <a:ext uri="{FF2B5EF4-FFF2-40B4-BE49-F238E27FC236}">
                <a16:creationId xmlns:a16="http://schemas.microsoft.com/office/drawing/2014/main" id="{FB41FAD4-0BA5-4580-B72E-A6BFF22F8784}"/>
              </a:ext>
            </a:extLst>
          </p:cNvPr>
          <p:cNvSpPr txBox="1"/>
          <p:nvPr/>
        </p:nvSpPr>
        <p:spPr bwMode="gray">
          <a:xfrm>
            <a:off x="836816" y="2547719"/>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pPr algn="l"/>
            <a:r>
              <a:rPr lang="zh-CN" altLang="en-US" sz="1399" dirty="0"/>
              <a:t>项目分析</a:t>
            </a:r>
            <a:endParaRPr lang="en-US" altLang="zh-CN" sz="1399" dirty="0"/>
          </a:p>
        </p:txBody>
      </p:sp>
      <p:sp>
        <p:nvSpPr>
          <p:cNvPr id="113" name="ïṧļíḍê">
            <a:extLst>
              <a:ext uri="{FF2B5EF4-FFF2-40B4-BE49-F238E27FC236}">
                <a16:creationId xmlns:a16="http://schemas.microsoft.com/office/drawing/2014/main" id="{D1BCCD92-D45A-41F7-960F-30FC35568CBF}"/>
              </a:ext>
            </a:extLst>
          </p:cNvPr>
          <p:cNvSpPr txBox="1"/>
          <p:nvPr/>
        </p:nvSpPr>
        <p:spPr bwMode="gray">
          <a:xfrm>
            <a:off x="836816" y="3502250"/>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1399" dirty="0">
                <a:solidFill>
                  <a:schemeClr val="bg1">
                    <a:lumMod val="65000"/>
                  </a:schemeClr>
                </a:solidFill>
              </a:rPr>
              <a:t>风险评估</a:t>
            </a:r>
            <a:endParaRPr lang="en-US" altLang="zh-CN" sz="1399" dirty="0">
              <a:solidFill>
                <a:schemeClr val="bg1">
                  <a:lumMod val="65000"/>
                </a:schemeClr>
              </a:solidFill>
            </a:endParaRPr>
          </a:p>
        </p:txBody>
      </p:sp>
      <p:sp>
        <p:nvSpPr>
          <p:cNvPr id="114" name="îş1iḍê">
            <a:extLst>
              <a:ext uri="{FF2B5EF4-FFF2-40B4-BE49-F238E27FC236}">
                <a16:creationId xmlns:a16="http://schemas.microsoft.com/office/drawing/2014/main" id="{F0B068A5-560A-4DB9-9ABC-E179FB4B53B1}"/>
              </a:ext>
            </a:extLst>
          </p:cNvPr>
          <p:cNvSpPr txBox="1"/>
          <p:nvPr/>
        </p:nvSpPr>
        <p:spPr bwMode="gray">
          <a:xfrm>
            <a:off x="836816" y="4456781"/>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00000"/>
              </a:lnSpc>
              <a:spcBef>
                <a:spcPct val="0"/>
              </a:spcBef>
            </a:pPr>
            <a:r>
              <a:rPr lang="zh-CN" altLang="en-US" sz="1399" b="1" dirty="0"/>
              <a:t>输出割接方案</a:t>
            </a:r>
            <a:endParaRPr lang="en-US" altLang="zh-CN" sz="1399" b="1" dirty="0"/>
          </a:p>
        </p:txBody>
      </p:sp>
      <p:sp>
        <p:nvSpPr>
          <p:cNvPr id="115" name="íşḻïďe">
            <a:extLst>
              <a:ext uri="{FF2B5EF4-FFF2-40B4-BE49-F238E27FC236}">
                <a16:creationId xmlns:a16="http://schemas.microsoft.com/office/drawing/2014/main" id="{05246D82-A4F5-42F2-854D-C3D348D160CE}"/>
              </a:ext>
            </a:extLst>
          </p:cNvPr>
          <p:cNvSpPr txBox="1"/>
          <p:nvPr/>
        </p:nvSpPr>
        <p:spPr bwMode="gray">
          <a:xfrm>
            <a:off x="836816" y="5411312"/>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lnSpc>
                <a:spcPct val="100000"/>
              </a:lnSpc>
              <a:spcBef>
                <a:spcPct val="0"/>
              </a:spcBef>
            </a:pPr>
            <a:r>
              <a:rPr lang="zh-CN" altLang="en-US" sz="1399" dirty="0">
                <a:solidFill>
                  <a:schemeClr val="bg1">
                    <a:lumMod val="65000"/>
                  </a:schemeClr>
                </a:solidFill>
              </a:rPr>
              <a:t>方案验证、评审</a:t>
            </a:r>
            <a:endParaRPr lang="en-US" altLang="zh-CN" sz="1399" dirty="0">
              <a:solidFill>
                <a:schemeClr val="bg1">
                  <a:lumMod val="65000"/>
                </a:schemeClr>
              </a:solidFill>
            </a:endParaRPr>
          </a:p>
        </p:txBody>
      </p:sp>
      <p:cxnSp>
        <p:nvCxnSpPr>
          <p:cNvPr id="117" name="直接连接符 116">
            <a:extLst>
              <a:ext uri="{FF2B5EF4-FFF2-40B4-BE49-F238E27FC236}">
                <a16:creationId xmlns:a16="http://schemas.microsoft.com/office/drawing/2014/main" id="{4AA622A8-8183-4782-A4A5-6DF01B92BB53}"/>
              </a:ext>
            </a:extLst>
          </p:cNvPr>
          <p:cNvCxnSpPr/>
          <p:nvPr/>
        </p:nvCxnSpPr>
        <p:spPr bwMode="gray">
          <a:xfrm>
            <a:off x="665266" y="1440792"/>
            <a:ext cx="0" cy="4689414"/>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26" name="iṩ1îdè">
            <a:extLst>
              <a:ext uri="{FF2B5EF4-FFF2-40B4-BE49-F238E27FC236}">
                <a16:creationId xmlns:a16="http://schemas.microsoft.com/office/drawing/2014/main" id="{7F2033B8-3D85-4EBC-B06A-35DC8DC5989D}"/>
              </a:ext>
            </a:extLst>
          </p:cNvPr>
          <p:cNvSpPr/>
          <p:nvPr/>
        </p:nvSpPr>
        <p:spPr bwMode="gray">
          <a:xfrm rot="10800000" flipV="1">
            <a:off x="485337" y="3541848"/>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31" name="íŝlíďé">
            <a:extLst>
              <a:ext uri="{FF2B5EF4-FFF2-40B4-BE49-F238E27FC236}">
                <a16:creationId xmlns:a16="http://schemas.microsoft.com/office/drawing/2014/main" id="{E7C05249-EC6B-4A31-B592-1B7DA1FC1C4D}"/>
              </a:ext>
            </a:extLst>
          </p:cNvPr>
          <p:cNvSpPr/>
          <p:nvPr/>
        </p:nvSpPr>
        <p:spPr bwMode="gray">
          <a:xfrm rot="10800000" flipV="1">
            <a:off x="485337" y="4497025"/>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rgbClr val="56C4D2"/>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799"/>
          </a:p>
        </p:txBody>
      </p:sp>
      <p:grpSp>
        <p:nvGrpSpPr>
          <p:cNvPr id="133" name="组合 132"/>
          <p:cNvGrpSpPr/>
          <p:nvPr/>
        </p:nvGrpSpPr>
        <p:grpSpPr bwMode="gray">
          <a:xfrm>
            <a:off x="485337" y="5452200"/>
            <a:ext cx="359859" cy="359859"/>
            <a:chOff x="8645353" y="1253075"/>
            <a:chExt cx="532084" cy="532082"/>
          </a:xfrm>
        </p:grpSpPr>
        <p:sp>
          <p:nvSpPr>
            <p:cNvPr id="134" name="íṡ1íḋê">
              <a:extLst>
                <a:ext uri="{FF2B5EF4-FFF2-40B4-BE49-F238E27FC236}">
                  <a16:creationId xmlns:a16="http://schemas.microsoft.com/office/drawing/2014/main" id="{87A1502E-FF5A-402F-AE9A-604F51135206}"/>
                </a:ext>
              </a:extLst>
            </p:cNvPr>
            <p:cNvSpPr/>
            <p:nvPr/>
          </p:nvSpPr>
          <p:spPr bwMode="gray">
            <a:xfrm rot="10800000" flipV="1">
              <a:off x="8645353" y="1253075"/>
              <a:ext cx="532084" cy="532082"/>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377" rtl="0" eaLnBrk="1" latinLnBrk="0" hangingPunct="1">
                <a:defRPr sz="1800" kern="1200">
                  <a:solidFill>
                    <a:schemeClr val="lt1"/>
                  </a:solidFill>
                </a:defRPr>
              </a:lvl1pPr>
              <a:lvl2pPr marL="457189" algn="l" defTabSz="914377" rtl="0" eaLnBrk="1" latinLnBrk="0" hangingPunct="1">
                <a:defRPr sz="1800" kern="1200">
                  <a:solidFill>
                    <a:schemeClr val="lt1"/>
                  </a:solidFill>
                </a:defRPr>
              </a:lvl2pPr>
              <a:lvl3pPr marL="914377" algn="l" defTabSz="914377" rtl="0" eaLnBrk="1" latinLnBrk="0" hangingPunct="1">
                <a:defRPr sz="1800" kern="1200">
                  <a:solidFill>
                    <a:schemeClr val="lt1"/>
                  </a:solidFill>
                </a:defRPr>
              </a:lvl3pPr>
              <a:lvl4pPr marL="1371566" algn="l" defTabSz="914377" rtl="0" eaLnBrk="1" latinLnBrk="0" hangingPunct="1">
                <a:defRPr sz="1800" kern="1200">
                  <a:solidFill>
                    <a:schemeClr val="lt1"/>
                  </a:solidFill>
                </a:defRPr>
              </a:lvl4pPr>
              <a:lvl5pPr marL="1828754" algn="l" defTabSz="914377" rtl="0" eaLnBrk="1" latinLnBrk="0" hangingPunct="1">
                <a:defRPr sz="1800" kern="1200">
                  <a:solidFill>
                    <a:schemeClr val="lt1"/>
                  </a:solidFill>
                </a:defRPr>
              </a:lvl5pPr>
              <a:lvl6pPr marL="2285943" algn="l" defTabSz="914377" rtl="0" eaLnBrk="1" latinLnBrk="0" hangingPunct="1">
                <a:defRPr sz="1800" kern="1200">
                  <a:solidFill>
                    <a:schemeClr val="lt1"/>
                  </a:solidFill>
                </a:defRPr>
              </a:lvl6pPr>
              <a:lvl7pPr marL="2743131" algn="l" defTabSz="914377" rtl="0" eaLnBrk="1" latinLnBrk="0" hangingPunct="1">
                <a:defRPr sz="1800" kern="1200">
                  <a:solidFill>
                    <a:schemeClr val="lt1"/>
                  </a:solidFill>
                </a:defRPr>
              </a:lvl7pPr>
              <a:lvl8pPr marL="3200320" algn="l" defTabSz="914377" rtl="0" eaLnBrk="1" latinLnBrk="0" hangingPunct="1">
                <a:defRPr sz="1800" kern="1200">
                  <a:solidFill>
                    <a:schemeClr val="lt1"/>
                  </a:solidFill>
                </a:defRPr>
              </a:lvl8pPr>
              <a:lvl9pPr marL="3657509" algn="l" defTabSz="914377" rtl="0" eaLnBrk="1" latinLnBrk="0" hangingPunct="1">
                <a:defRPr sz="1800" kern="1200">
                  <a:solidFill>
                    <a:schemeClr val="lt1"/>
                  </a:solidFill>
                </a:defRPr>
              </a:lvl9pPr>
            </a:lstStyle>
            <a:p>
              <a:pPr algn="ctr"/>
              <a:endParaRPr sz="1799"/>
            </a:p>
          </p:txBody>
        </p:sp>
        <p:sp>
          <p:nvSpPr>
            <p:cNvPr id="136" name="iṡļidè">
              <a:extLst>
                <a:ext uri="{FF2B5EF4-FFF2-40B4-BE49-F238E27FC236}">
                  <a16:creationId xmlns:a16="http://schemas.microsoft.com/office/drawing/2014/main" id="{D2F2F0A0-455D-459F-90E5-A8674554530D}"/>
                </a:ext>
              </a:extLst>
            </p:cNvPr>
            <p:cNvSpPr/>
            <p:nvPr/>
          </p:nvSpPr>
          <p:spPr bwMode="gray">
            <a:xfrm>
              <a:off x="8806407" y="1420044"/>
              <a:ext cx="235733" cy="198142"/>
            </a:xfrm>
            <a:custGeom>
              <a:avLst/>
              <a:gdLst>
                <a:gd name="connsiteX0" fmla="*/ 536415 w 607227"/>
                <a:gd name="connsiteY0" fmla="*/ 12631 h 510399"/>
                <a:gd name="connsiteX1" fmla="*/ 557192 w 607227"/>
                <a:gd name="connsiteY1" fmla="*/ 21221 h 510399"/>
                <a:gd name="connsiteX2" fmla="*/ 598584 w 607227"/>
                <a:gd name="connsiteY2" fmla="*/ 62633 h 510399"/>
                <a:gd name="connsiteX3" fmla="*/ 598584 w 607227"/>
                <a:gd name="connsiteY3" fmla="*/ 104044 h 510399"/>
                <a:gd name="connsiteX4" fmla="*/ 511175 w 607227"/>
                <a:gd name="connsiteY4" fmla="*/ 191324 h 510399"/>
                <a:gd name="connsiteX5" fmla="*/ 444948 w 607227"/>
                <a:gd name="connsiteY5" fmla="*/ 257453 h 510399"/>
                <a:gd name="connsiteX6" fmla="*/ 339441 w 607227"/>
                <a:gd name="connsiteY6" fmla="*/ 362805 h 510399"/>
                <a:gd name="connsiteX7" fmla="*/ 297968 w 607227"/>
                <a:gd name="connsiteY7" fmla="*/ 404217 h 510399"/>
                <a:gd name="connsiteX8" fmla="*/ 277191 w 607227"/>
                <a:gd name="connsiteY8" fmla="*/ 412807 h 510399"/>
                <a:gd name="connsiteX9" fmla="*/ 256495 w 607227"/>
                <a:gd name="connsiteY9" fmla="*/ 404217 h 510399"/>
                <a:gd name="connsiteX10" fmla="*/ 215023 w 607227"/>
                <a:gd name="connsiteY10" fmla="*/ 362805 h 510399"/>
                <a:gd name="connsiteX11" fmla="*/ 138814 w 607227"/>
                <a:gd name="connsiteY11" fmla="*/ 286790 h 510399"/>
                <a:gd name="connsiteX12" fmla="*/ 138814 w 607227"/>
                <a:gd name="connsiteY12" fmla="*/ 245378 h 510399"/>
                <a:gd name="connsiteX13" fmla="*/ 180286 w 607227"/>
                <a:gd name="connsiteY13" fmla="*/ 203967 h 510399"/>
                <a:gd name="connsiteX14" fmla="*/ 201063 w 607227"/>
                <a:gd name="connsiteY14" fmla="*/ 195376 h 510399"/>
                <a:gd name="connsiteX15" fmla="*/ 221759 w 607227"/>
                <a:gd name="connsiteY15" fmla="*/ 203967 h 510399"/>
                <a:gd name="connsiteX16" fmla="*/ 277191 w 607227"/>
                <a:gd name="connsiteY16" fmla="*/ 259317 h 510399"/>
                <a:gd name="connsiteX17" fmla="*/ 444948 w 607227"/>
                <a:gd name="connsiteY17" fmla="*/ 91807 h 510399"/>
                <a:gd name="connsiteX18" fmla="*/ 503951 w 607227"/>
                <a:gd name="connsiteY18" fmla="*/ 32891 h 510399"/>
                <a:gd name="connsiteX19" fmla="*/ 515719 w 607227"/>
                <a:gd name="connsiteY19" fmla="*/ 21221 h 510399"/>
                <a:gd name="connsiteX20" fmla="*/ 536415 w 607227"/>
                <a:gd name="connsiteY20" fmla="*/ 12631 h 510399"/>
                <a:gd name="connsiteX21" fmla="*/ 61847 w 607227"/>
                <a:gd name="connsiteY21" fmla="*/ 0 h 510399"/>
                <a:gd name="connsiteX22" fmla="*/ 449328 w 607227"/>
                <a:gd name="connsiteY22" fmla="*/ 0 h 510399"/>
                <a:gd name="connsiteX23" fmla="*/ 491858 w 607227"/>
                <a:gd name="connsiteY23" fmla="*/ 17019 h 510399"/>
                <a:gd name="connsiteX24" fmla="*/ 442591 w 607227"/>
                <a:gd name="connsiteY24" fmla="*/ 66130 h 510399"/>
                <a:gd name="connsiteX25" fmla="*/ 66230 w 607227"/>
                <a:gd name="connsiteY25" fmla="*/ 66130 h 510399"/>
                <a:gd name="connsiteX26" fmla="*/ 66230 w 607227"/>
                <a:gd name="connsiteY26" fmla="*/ 444269 h 510399"/>
                <a:gd name="connsiteX27" fmla="*/ 444945 w 607227"/>
                <a:gd name="connsiteY27" fmla="*/ 444269 h 510399"/>
                <a:gd name="connsiteX28" fmla="*/ 444945 w 607227"/>
                <a:gd name="connsiteY28" fmla="*/ 285590 h 510399"/>
                <a:gd name="connsiteX29" fmla="*/ 511175 w 607227"/>
                <a:gd name="connsiteY29" fmla="*/ 219460 h 510399"/>
                <a:gd name="connsiteX30" fmla="*/ 511175 w 607227"/>
                <a:gd name="connsiteY30" fmla="*/ 448645 h 510399"/>
                <a:gd name="connsiteX31" fmla="*/ 449328 w 607227"/>
                <a:gd name="connsiteY31" fmla="*/ 510399 h 510399"/>
                <a:gd name="connsiteX32" fmla="*/ 61847 w 607227"/>
                <a:gd name="connsiteY32" fmla="*/ 510399 h 510399"/>
                <a:gd name="connsiteX33" fmla="*/ 0 w 607227"/>
                <a:gd name="connsiteY33" fmla="*/ 448645 h 510399"/>
                <a:gd name="connsiteX34" fmla="*/ 0 w 607227"/>
                <a:gd name="connsiteY34" fmla="*/ 61673 h 510399"/>
                <a:gd name="connsiteX35" fmla="*/ 61847 w 607227"/>
                <a:gd name="connsiteY35" fmla="*/ 0 h 51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7227" h="510399">
                  <a:moveTo>
                    <a:pt x="536415" y="12631"/>
                  </a:moveTo>
                  <a:cubicBezTo>
                    <a:pt x="543882" y="12631"/>
                    <a:pt x="551430" y="15467"/>
                    <a:pt x="557192" y="21221"/>
                  </a:cubicBezTo>
                  <a:lnTo>
                    <a:pt x="598584" y="62633"/>
                  </a:lnTo>
                  <a:cubicBezTo>
                    <a:pt x="610108" y="74059"/>
                    <a:pt x="610108" y="92618"/>
                    <a:pt x="598584" y="104044"/>
                  </a:cubicBezTo>
                  <a:lnTo>
                    <a:pt x="511175" y="191324"/>
                  </a:lnTo>
                  <a:lnTo>
                    <a:pt x="444948" y="257453"/>
                  </a:lnTo>
                  <a:lnTo>
                    <a:pt x="339441" y="362805"/>
                  </a:lnTo>
                  <a:lnTo>
                    <a:pt x="297968" y="404217"/>
                  </a:lnTo>
                  <a:cubicBezTo>
                    <a:pt x="292206" y="409971"/>
                    <a:pt x="284739" y="412807"/>
                    <a:pt x="277191" y="412807"/>
                  </a:cubicBezTo>
                  <a:cubicBezTo>
                    <a:pt x="269724" y="412807"/>
                    <a:pt x="262177" y="409971"/>
                    <a:pt x="256495" y="404217"/>
                  </a:cubicBezTo>
                  <a:lnTo>
                    <a:pt x="215023" y="362805"/>
                  </a:lnTo>
                  <a:lnTo>
                    <a:pt x="138814" y="286790"/>
                  </a:lnTo>
                  <a:cubicBezTo>
                    <a:pt x="127370" y="275363"/>
                    <a:pt x="127370" y="256805"/>
                    <a:pt x="138814" y="245378"/>
                  </a:cubicBezTo>
                  <a:lnTo>
                    <a:pt x="180286" y="203967"/>
                  </a:lnTo>
                  <a:cubicBezTo>
                    <a:pt x="186049" y="198213"/>
                    <a:pt x="193515" y="195376"/>
                    <a:pt x="201063" y="195376"/>
                  </a:cubicBezTo>
                  <a:cubicBezTo>
                    <a:pt x="208530" y="195376"/>
                    <a:pt x="215997" y="198213"/>
                    <a:pt x="221759" y="203967"/>
                  </a:cubicBezTo>
                  <a:lnTo>
                    <a:pt x="277191" y="259317"/>
                  </a:lnTo>
                  <a:lnTo>
                    <a:pt x="444948" y="91807"/>
                  </a:lnTo>
                  <a:lnTo>
                    <a:pt x="503951" y="32891"/>
                  </a:lnTo>
                  <a:lnTo>
                    <a:pt x="515719" y="21221"/>
                  </a:lnTo>
                  <a:cubicBezTo>
                    <a:pt x="521401" y="15467"/>
                    <a:pt x="528949" y="12631"/>
                    <a:pt x="536415" y="12631"/>
                  </a:cubicBezTo>
                  <a:close/>
                  <a:moveTo>
                    <a:pt x="61847" y="0"/>
                  </a:moveTo>
                  <a:lnTo>
                    <a:pt x="449328" y="0"/>
                  </a:lnTo>
                  <a:cubicBezTo>
                    <a:pt x="465804" y="0"/>
                    <a:pt x="480738" y="6483"/>
                    <a:pt x="491858" y="17019"/>
                  </a:cubicBezTo>
                  <a:lnTo>
                    <a:pt x="442591" y="66130"/>
                  </a:lnTo>
                  <a:lnTo>
                    <a:pt x="66230" y="66130"/>
                  </a:lnTo>
                  <a:lnTo>
                    <a:pt x="66230" y="444269"/>
                  </a:lnTo>
                  <a:lnTo>
                    <a:pt x="444945" y="444269"/>
                  </a:lnTo>
                  <a:lnTo>
                    <a:pt x="444945" y="285590"/>
                  </a:lnTo>
                  <a:lnTo>
                    <a:pt x="511175" y="219460"/>
                  </a:lnTo>
                  <a:lnTo>
                    <a:pt x="511175" y="448645"/>
                  </a:lnTo>
                  <a:cubicBezTo>
                    <a:pt x="511175" y="482683"/>
                    <a:pt x="483417" y="510399"/>
                    <a:pt x="449328" y="510399"/>
                  </a:cubicBezTo>
                  <a:lnTo>
                    <a:pt x="61847" y="510399"/>
                  </a:lnTo>
                  <a:cubicBezTo>
                    <a:pt x="27758" y="510399"/>
                    <a:pt x="0" y="482683"/>
                    <a:pt x="0" y="448645"/>
                  </a:cubicBezTo>
                  <a:lnTo>
                    <a:pt x="0" y="61673"/>
                  </a:lnTo>
                  <a:cubicBezTo>
                    <a:pt x="0" y="27635"/>
                    <a:pt x="27758" y="0"/>
                    <a:pt x="61847" y="0"/>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sz="1799"/>
            </a:p>
          </p:txBody>
        </p:sp>
      </p:grpSp>
      <p:sp>
        <p:nvSpPr>
          <p:cNvPr id="140" name="cloud-computing_161788"/>
          <p:cNvSpPr>
            <a:spLocks noChangeAspect="1"/>
          </p:cNvSpPr>
          <p:nvPr/>
        </p:nvSpPr>
        <p:spPr bwMode="gray">
          <a:xfrm>
            <a:off x="566012" y="1712328"/>
            <a:ext cx="198513" cy="198190"/>
          </a:xfrm>
          <a:custGeom>
            <a:avLst/>
            <a:gdLst>
              <a:gd name="connsiteX0" fmla="*/ 46142 w 606580"/>
              <a:gd name="connsiteY0" fmla="*/ 341782 h 605592"/>
              <a:gd name="connsiteX1" fmla="*/ 46142 w 606580"/>
              <a:gd name="connsiteY1" fmla="*/ 468218 h 605592"/>
              <a:gd name="connsiteX2" fmla="*/ 251785 w 606580"/>
              <a:gd name="connsiteY2" fmla="*/ 468218 h 605592"/>
              <a:gd name="connsiteX3" fmla="*/ 251785 w 606580"/>
              <a:gd name="connsiteY3" fmla="*/ 341782 h 605592"/>
              <a:gd name="connsiteX4" fmla="*/ 0 w 606580"/>
              <a:gd name="connsiteY4" fmla="*/ 297010 h 605592"/>
              <a:gd name="connsiteX5" fmla="*/ 297927 w 606580"/>
              <a:gd name="connsiteY5" fmla="*/ 297010 h 605592"/>
              <a:gd name="connsiteX6" fmla="*/ 297927 w 606580"/>
              <a:gd name="connsiteY6" fmla="*/ 512433 h 605592"/>
              <a:gd name="connsiteX7" fmla="*/ 197844 w 606580"/>
              <a:gd name="connsiteY7" fmla="*/ 512433 h 605592"/>
              <a:gd name="connsiteX8" fmla="*/ 207128 w 606580"/>
              <a:gd name="connsiteY8" fmla="*/ 562860 h 605592"/>
              <a:gd name="connsiteX9" fmla="*/ 237766 w 606580"/>
              <a:gd name="connsiteY9" fmla="*/ 562860 h 605592"/>
              <a:gd name="connsiteX10" fmla="*/ 237766 w 606580"/>
              <a:gd name="connsiteY10" fmla="*/ 605592 h 605592"/>
              <a:gd name="connsiteX11" fmla="*/ 60625 w 606580"/>
              <a:gd name="connsiteY11" fmla="*/ 605592 h 605592"/>
              <a:gd name="connsiteX12" fmla="*/ 60625 w 606580"/>
              <a:gd name="connsiteY12" fmla="*/ 562860 h 605592"/>
              <a:gd name="connsiteX13" fmla="*/ 90891 w 606580"/>
              <a:gd name="connsiteY13" fmla="*/ 562860 h 605592"/>
              <a:gd name="connsiteX14" fmla="*/ 100176 w 606580"/>
              <a:gd name="connsiteY14" fmla="*/ 512433 h 605592"/>
              <a:gd name="connsiteX15" fmla="*/ 0 w 606580"/>
              <a:gd name="connsiteY15" fmla="*/ 512433 h 605592"/>
              <a:gd name="connsiteX16" fmla="*/ 440020 w 606580"/>
              <a:gd name="connsiteY16" fmla="*/ 278733 h 605592"/>
              <a:gd name="connsiteX17" fmla="*/ 453483 w 606580"/>
              <a:gd name="connsiteY17" fmla="*/ 292178 h 605592"/>
              <a:gd name="connsiteX18" fmla="*/ 453483 w 606580"/>
              <a:gd name="connsiteY18" fmla="*/ 415781 h 605592"/>
              <a:gd name="connsiteX19" fmla="*/ 440484 w 606580"/>
              <a:gd name="connsiteY19" fmla="*/ 429319 h 605592"/>
              <a:gd name="connsiteX20" fmla="*/ 354788 w 606580"/>
              <a:gd name="connsiteY20" fmla="*/ 429319 h 605592"/>
              <a:gd name="connsiteX21" fmla="*/ 341325 w 606580"/>
              <a:gd name="connsiteY21" fmla="*/ 415781 h 605592"/>
              <a:gd name="connsiteX22" fmla="*/ 354788 w 606580"/>
              <a:gd name="connsiteY22" fmla="*/ 402336 h 605592"/>
              <a:gd name="connsiteX23" fmla="*/ 426465 w 606580"/>
              <a:gd name="connsiteY23" fmla="*/ 402336 h 605592"/>
              <a:gd name="connsiteX24" fmla="*/ 426465 w 606580"/>
              <a:gd name="connsiteY24" fmla="*/ 292178 h 605592"/>
              <a:gd name="connsiteX25" fmla="*/ 440020 w 606580"/>
              <a:gd name="connsiteY25" fmla="*/ 278733 h 605592"/>
              <a:gd name="connsiteX26" fmla="*/ 410109 w 606580"/>
              <a:gd name="connsiteY26" fmla="*/ 0 h 605592"/>
              <a:gd name="connsiteX27" fmla="*/ 485782 w 606580"/>
              <a:gd name="connsiteY27" fmla="*/ 36057 h 605592"/>
              <a:gd name="connsiteX28" fmla="*/ 542328 w 606580"/>
              <a:gd name="connsiteY28" fmla="*/ 52185 h 605592"/>
              <a:gd name="connsiteX29" fmla="*/ 562291 w 606580"/>
              <a:gd name="connsiteY29" fmla="*/ 103350 h 605592"/>
              <a:gd name="connsiteX30" fmla="*/ 606580 w 606580"/>
              <a:gd name="connsiteY30" fmla="*/ 168697 h 605592"/>
              <a:gd name="connsiteX31" fmla="*/ 536293 w 606580"/>
              <a:gd name="connsiteY31" fmla="*/ 238864 h 605592"/>
              <a:gd name="connsiteX32" fmla="*/ 311502 w 606580"/>
              <a:gd name="connsiteY32" fmla="*/ 238864 h 605592"/>
              <a:gd name="connsiteX33" fmla="*/ 241122 w 606580"/>
              <a:gd name="connsiteY33" fmla="*/ 168697 h 605592"/>
              <a:gd name="connsiteX34" fmla="*/ 311502 w 606580"/>
              <a:gd name="connsiteY34" fmla="*/ 98530 h 605592"/>
              <a:gd name="connsiteX35" fmla="*/ 410109 w 606580"/>
              <a:gd name="connsiteY35"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6580" h="605592">
                <a:moveTo>
                  <a:pt x="46142" y="341782"/>
                </a:moveTo>
                <a:lnTo>
                  <a:pt x="46142" y="468218"/>
                </a:lnTo>
                <a:lnTo>
                  <a:pt x="251785" y="468218"/>
                </a:lnTo>
                <a:lnTo>
                  <a:pt x="251785" y="341782"/>
                </a:lnTo>
                <a:close/>
                <a:moveTo>
                  <a:pt x="0" y="297010"/>
                </a:moveTo>
                <a:lnTo>
                  <a:pt x="297927" y="297010"/>
                </a:lnTo>
                <a:lnTo>
                  <a:pt x="297927" y="512433"/>
                </a:lnTo>
                <a:lnTo>
                  <a:pt x="197844" y="512433"/>
                </a:lnTo>
                <a:lnTo>
                  <a:pt x="207128" y="562860"/>
                </a:lnTo>
                <a:lnTo>
                  <a:pt x="237766" y="562860"/>
                </a:lnTo>
                <a:lnTo>
                  <a:pt x="237766" y="605592"/>
                </a:lnTo>
                <a:lnTo>
                  <a:pt x="60625" y="605592"/>
                </a:lnTo>
                <a:lnTo>
                  <a:pt x="60625" y="562860"/>
                </a:lnTo>
                <a:lnTo>
                  <a:pt x="90891" y="562860"/>
                </a:lnTo>
                <a:lnTo>
                  <a:pt x="100176" y="512433"/>
                </a:lnTo>
                <a:lnTo>
                  <a:pt x="0" y="512433"/>
                </a:lnTo>
                <a:close/>
                <a:moveTo>
                  <a:pt x="440020" y="278733"/>
                </a:moveTo>
                <a:cubicBezTo>
                  <a:pt x="447634" y="278733"/>
                  <a:pt x="453483" y="285038"/>
                  <a:pt x="453483" y="292178"/>
                </a:cubicBezTo>
                <a:lnTo>
                  <a:pt x="453483" y="415781"/>
                </a:lnTo>
                <a:cubicBezTo>
                  <a:pt x="453947" y="423477"/>
                  <a:pt x="447634" y="429319"/>
                  <a:pt x="440484" y="429319"/>
                </a:cubicBezTo>
                <a:lnTo>
                  <a:pt x="354788" y="429319"/>
                </a:lnTo>
                <a:cubicBezTo>
                  <a:pt x="347174" y="429319"/>
                  <a:pt x="341325" y="423014"/>
                  <a:pt x="341325" y="415781"/>
                </a:cubicBezTo>
                <a:cubicBezTo>
                  <a:pt x="341325" y="408641"/>
                  <a:pt x="347639" y="402336"/>
                  <a:pt x="354788" y="402336"/>
                </a:cubicBezTo>
                <a:lnTo>
                  <a:pt x="426465" y="402336"/>
                </a:lnTo>
                <a:lnTo>
                  <a:pt x="426465" y="292178"/>
                </a:lnTo>
                <a:cubicBezTo>
                  <a:pt x="426465" y="284482"/>
                  <a:pt x="432778" y="278733"/>
                  <a:pt x="440020" y="278733"/>
                </a:cubicBezTo>
                <a:close/>
                <a:moveTo>
                  <a:pt x="410109" y="0"/>
                </a:moveTo>
                <a:cubicBezTo>
                  <a:pt x="440935" y="0"/>
                  <a:pt x="468419" y="13996"/>
                  <a:pt x="485782" y="36057"/>
                </a:cubicBezTo>
                <a:cubicBezTo>
                  <a:pt x="508530" y="30495"/>
                  <a:pt x="531000" y="41247"/>
                  <a:pt x="542328" y="52185"/>
                </a:cubicBezTo>
                <a:cubicBezTo>
                  <a:pt x="554584" y="63771"/>
                  <a:pt x="562940" y="81197"/>
                  <a:pt x="562291" y="103350"/>
                </a:cubicBezTo>
                <a:cubicBezTo>
                  <a:pt x="588289" y="113917"/>
                  <a:pt x="606580" y="138943"/>
                  <a:pt x="606580" y="168697"/>
                </a:cubicBezTo>
                <a:cubicBezTo>
                  <a:pt x="606580" y="207627"/>
                  <a:pt x="574825" y="238864"/>
                  <a:pt x="536293" y="238864"/>
                </a:cubicBezTo>
                <a:lnTo>
                  <a:pt x="311502" y="238864"/>
                </a:lnTo>
                <a:cubicBezTo>
                  <a:pt x="272505" y="238864"/>
                  <a:pt x="241122" y="207627"/>
                  <a:pt x="241122" y="168697"/>
                </a:cubicBezTo>
                <a:cubicBezTo>
                  <a:pt x="241122" y="129767"/>
                  <a:pt x="272970" y="98530"/>
                  <a:pt x="311502" y="98530"/>
                </a:cubicBezTo>
                <a:cubicBezTo>
                  <a:pt x="311502" y="44213"/>
                  <a:pt x="355792" y="0"/>
                  <a:pt x="410109" y="0"/>
                </a:cubicBezTo>
                <a:close/>
              </a:path>
            </a:pathLst>
          </a:custGeom>
          <a:solidFill>
            <a:schemeClr val="bg1"/>
          </a:solidFill>
          <a:ln>
            <a:noFill/>
          </a:ln>
        </p:spPr>
      </p:sp>
      <p:sp>
        <p:nvSpPr>
          <p:cNvPr id="143" name="iṡ1ïdé">
            <a:extLst>
              <a:ext uri="{FF2B5EF4-FFF2-40B4-BE49-F238E27FC236}">
                <a16:creationId xmlns:a16="http://schemas.microsoft.com/office/drawing/2014/main" id="{3FC487D0-A815-4107-8A36-7C156E98B5FA}"/>
              </a:ext>
            </a:extLst>
          </p:cNvPr>
          <p:cNvSpPr/>
          <p:nvPr/>
        </p:nvSpPr>
        <p:spPr bwMode="gray">
          <a:xfrm rot="10800000" flipV="1">
            <a:off x="485337" y="2586671"/>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grpSp>
        <p:nvGrpSpPr>
          <p:cNvPr id="2" name="组合 1"/>
          <p:cNvGrpSpPr/>
          <p:nvPr/>
        </p:nvGrpSpPr>
        <p:grpSpPr bwMode="gray">
          <a:xfrm>
            <a:off x="485336" y="1602931"/>
            <a:ext cx="359859" cy="359859"/>
            <a:chOff x="2491530" y="2773952"/>
            <a:chExt cx="360000" cy="360000"/>
          </a:xfrm>
        </p:grpSpPr>
        <p:sp>
          <p:nvSpPr>
            <p:cNvPr id="146" name="íṩlíḓê">
              <a:extLst>
                <a:ext uri="{FF2B5EF4-FFF2-40B4-BE49-F238E27FC236}">
                  <a16:creationId xmlns:a16="http://schemas.microsoft.com/office/drawing/2014/main" id="{FBC6DF09-FCD2-4E57-B557-9F103A335C85}"/>
                </a:ext>
              </a:extLst>
            </p:cNvPr>
            <p:cNvSpPr/>
            <p:nvPr/>
          </p:nvSpPr>
          <p:spPr bwMode="gray">
            <a:xfrm rot="10800000" flipV="1">
              <a:off x="2491530" y="2773952"/>
              <a:ext cx="360000" cy="3600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45" name="stack-of-books-and-a-magnifier_67996"/>
            <p:cNvSpPr>
              <a:spLocks noChangeAspect="1"/>
            </p:cNvSpPr>
            <p:nvPr/>
          </p:nvSpPr>
          <p:spPr bwMode="gray">
            <a:xfrm>
              <a:off x="2556515" y="2843865"/>
              <a:ext cx="230028" cy="234756"/>
            </a:xfrm>
            <a:custGeom>
              <a:avLst/>
              <a:gdLst>
                <a:gd name="connsiteX0" fmla="*/ 359573 w 594302"/>
                <a:gd name="connsiteY0" fmla="*/ 276018 h 606516"/>
                <a:gd name="connsiteX1" fmla="*/ 291512 w 594302"/>
                <a:gd name="connsiteY1" fmla="*/ 304169 h 606516"/>
                <a:gd name="connsiteX2" fmla="*/ 291512 w 594302"/>
                <a:gd name="connsiteY2" fmla="*/ 440091 h 606516"/>
                <a:gd name="connsiteX3" fmla="*/ 427633 w 594302"/>
                <a:gd name="connsiteY3" fmla="*/ 440091 h 606516"/>
                <a:gd name="connsiteX4" fmla="*/ 427633 w 594302"/>
                <a:gd name="connsiteY4" fmla="*/ 304169 h 606516"/>
                <a:gd name="connsiteX5" fmla="*/ 359573 w 594302"/>
                <a:gd name="connsiteY5" fmla="*/ 276018 h 606516"/>
                <a:gd name="connsiteX6" fmla="*/ 359573 w 594302"/>
                <a:gd name="connsiteY6" fmla="*/ 238356 h 606516"/>
                <a:gd name="connsiteX7" fmla="*/ 454366 w 594302"/>
                <a:gd name="connsiteY7" fmla="*/ 277476 h 606516"/>
                <a:gd name="connsiteX8" fmla="*/ 476080 w 594302"/>
                <a:gd name="connsiteY8" fmla="*/ 438353 h 606516"/>
                <a:gd name="connsiteX9" fmla="*/ 583932 w 594302"/>
                <a:gd name="connsiteY9" fmla="*/ 546047 h 606516"/>
                <a:gd name="connsiteX10" fmla="*/ 583932 w 594302"/>
                <a:gd name="connsiteY10" fmla="*/ 596161 h 606516"/>
                <a:gd name="connsiteX11" fmla="*/ 533847 w 594302"/>
                <a:gd name="connsiteY11" fmla="*/ 596161 h 606516"/>
                <a:gd name="connsiteX12" fmla="*/ 425892 w 594302"/>
                <a:gd name="connsiteY12" fmla="*/ 488364 h 606516"/>
                <a:gd name="connsiteX13" fmla="*/ 264779 w 594302"/>
                <a:gd name="connsiteY13" fmla="*/ 466785 h 606516"/>
                <a:gd name="connsiteX14" fmla="*/ 264779 w 594302"/>
                <a:gd name="connsiteY14" fmla="*/ 277476 h 606516"/>
                <a:gd name="connsiteX15" fmla="*/ 359573 w 594302"/>
                <a:gd name="connsiteY15" fmla="*/ 238356 h 606516"/>
                <a:gd name="connsiteX16" fmla="*/ 139917 w 594302"/>
                <a:gd name="connsiteY16" fmla="*/ 43060 h 606516"/>
                <a:gd name="connsiteX17" fmla="*/ 114822 w 594302"/>
                <a:gd name="connsiteY17" fmla="*/ 68017 h 606516"/>
                <a:gd name="connsiteX18" fmla="*/ 114822 w 594302"/>
                <a:gd name="connsiteY18" fmla="*/ 145137 h 606516"/>
                <a:gd name="connsiteX19" fmla="*/ 139917 w 594302"/>
                <a:gd name="connsiteY19" fmla="*/ 170094 h 606516"/>
                <a:gd name="connsiteX20" fmla="*/ 461952 w 594302"/>
                <a:gd name="connsiteY20" fmla="*/ 170094 h 606516"/>
                <a:gd name="connsiteX21" fmla="*/ 461952 w 594302"/>
                <a:gd name="connsiteY21" fmla="*/ 128056 h 606516"/>
                <a:gd name="connsiteX22" fmla="*/ 322957 w 594302"/>
                <a:gd name="connsiteY22" fmla="*/ 128056 h 606516"/>
                <a:gd name="connsiteX23" fmla="*/ 301344 w 594302"/>
                <a:gd name="connsiteY23" fmla="*/ 106577 h 606516"/>
                <a:gd name="connsiteX24" fmla="*/ 322957 w 594302"/>
                <a:gd name="connsiteY24" fmla="*/ 85098 h 606516"/>
                <a:gd name="connsiteX25" fmla="*/ 461952 w 594302"/>
                <a:gd name="connsiteY25" fmla="*/ 85098 h 606516"/>
                <a:gd name="connsiteX26" fmla="*/ 461952 w 594302"/>
                <a:gd name="connsiteY26" fmla="*/ 43060 h 606516"/>
                <a:gd name="connsiteX27" fmla="*/ 139917 w 594302"/>
                <a:gd name="connsiteY27" fmla="*/ 0 h 606516"/>
                <a:gd name="connsiteX28" fmla="*/ 511117 w 594302"/>
                <a:gd name="connsiteY28" fmla="*/ 0 h 606516"/>
                <a:gd name="connsiteX29" fmla="*/ 532627 w 594302"/>
                <a:gd name="connsiteY29" fmla="*/ 21479 h 606516"/>
                <a:gd name="connsiteX30" fmla="*/ 511117 w 594302"/>
                <a:gd name="connsiteY30" fmla="*/ 43060 h 606516"/>
                <a:gd name="connsiteX31" fmla="*/ 505074 w 594302"/>
                <a:gd name="connsiteY31" fmla="*/ 43060 h 606516"/>
                <a:gd name="connsiteX32" fmla="*/ 505074 w 594302"/>
                <a:gd name="connsiteY32" fmla="*/ 170094 h 606516"/>
                <a:gd name="connsiteX33" fmla="*/ 511117 w 594302"/>
                <a:gd name="connsiteY33" fmla="*/ 170094 h 606516"/>
                <a:gd name="connsiteX34" fmla="*/ 532627 w 594302"/>
                <a:gd name="connsiteY34" fmla="*/ 191675 h 606516"/>
                <a:gd name="connsiteX35" fmla="*/ 511117 w 594302"/>
                <a:gd name="connsiteY35" fmla="*/ 213155 h 606516"/>
                <a:gd name="connsiteX36" fmla="*/ 456011 w 594302"/>
                <a:gd name="connsiteY36" fmla="*/ 213155 h 606516"/>
                <a:gd name="connsiteX37" fmla="*/ 460825 w 594302"/>
                <a:gd name="connsiteY37" fmla="*/ 238111 h 606516"/>
                <a:gd name="connsiteX38" fmla="*/ 460825 w 594302"/>
                <a:gd name="connsiteY38" fmla="*/ 256829 h 606516"/>
                <a:gd name="connsiteX39" fmla="*/ 416576 w 594302"/>
                <a:gd name="connsiteY39" fmla="*/ 230645 h 606516"/>
                <a:gd name="connsiteX40" fmla="*/ 392710 w 594302"/>
                <a:gd name="connsiteY40" fmla="*/ 213155 h 606516"/>
                <a:gd name="connsiteX41" fmla="*/ 139917 w 594302"/>
                <a:gd name="connsiteY41" fmla="*/ 213155 h 606516"/>
                <a:gd name="connsiteX42" fmla="*/ 70675 w 594302"/>
                <a:gd name="connsiteY42" fmla="*/ 213155 h 606516"/>
                <a:gd name="connsiteX43" fmla="*/ 70675 w 594302"/>
                <a:gd name="connsiteY43" fmla="*/ 255192 h 606516"/>
                <a:gd name="connsiteX44" fmla="*/ 209670 w 594302"/>
                <a:gd name="connsiteY44" fmla="*/ 255192 h 606516"/>
                <a:gd name="connsiteX45" fmla="*/ 231181 w 594302"/>
                <a:gd name="connsiteY45" fmla="*/ 276671 h 606516"/>
                <a:gd name="connsiteX46" fmla="*/ 209670 w 594302"/>
                <a:gd name="connsiteY46" fmla="*/ 298253 h 606516"/>
                <a:gd name="connsiteX47" fmla="*/ 70675 w 594302"/>
                <a:gd name="connsiteY47" fmla="*/ 298253 h 606516"/>
                <a:gd name="connsiteX48" fmla="*/ 70675 w 594302"/>
                <a:gd name="connsiteY48" fmla="*/ 340291 h 606516"/>
                <a:gd name="connsiteX49" fmla="*/ 211207 w 594302"/>
                <a:gd name="connsiteY49" fmla="*/ 340291 h 606516"/>
                <a:gd name="connsiteX50" fmla="*/ 207519 w 594302"/>
                <a:gd name="connsiteY50" fmla="*/ 374146 h 606516"/>
                <a:gd name="connsiteX51" fmla="*/ 207827 w 594302"/>
                <a:gd name="connsiteY51" fmla="*/ 383249 h 606516"/>
                <a:gd name="connsiteX52" fmla="*/ 139917 w 594302"/>
                <a:gd name="connsiteY52" fmla="*/ 383249 h 606516"/>
                <a:gd name="connsiteX53" fmla="*/ 114822 w 594302"/>
                <a:gd name="connsiteY53" fmla="*/ 408308 h 606516"/>
                <a:gd name="connsiteX54" fmla="*/ 114822 w 594302"/>
                <a:gd name="connsiteY54" fmla="*/ 485428 h 606516"/>
                <a:gd name="connsiteX55" fmla="*/ 139917 w 594302"/>
                <a:gd name="connsiteY55" fmla="*/ 510385 h 606516"/>
                <a:gd name="connsiteX56" fmla="*/ 290180 w 594302"/>
                <a:gd name="connsiteY56" fmla="*/ 510385 h 606516"/>
                <a:gd name="connsiteX57" fmla="*/ 361367 w 594302"/>
                <a:gd name="connsiteY57" fmla="*/ 527670 h 606516"/>
                <a:gd name="connsiteX58" fmla="*/ 413093 w 594302"/>
                <a:gd name="connsiteY58" fmla="*/ 518772 h 606516"/>
                <a:gd name="connsiteX59" fmla="*/ 447817 w 594302"/>
                <a:gd name="connsiteY59" fmla="*/ 553445 h 606516"/>
                <a:gd name="connsiteX60" fmla="*/ 139917 w 594302"/>
                <a:gd name="connsiteY60" fmla="*/ 553445 h 606516"/>
                <a:gd name="connsiteX61" fmla="*/ 71802 w 594302"/>
                <a:gd name="connsiteY61" fmla="*/ 485428 h 606516"/>
                <a:gd name="connsiteX62" fmla="*/ 71802 w 594302"/>
                <a:gd name="connsiteY62" fmla="*/ 408205 h 606516"/>
                <a:gd name="connsiteX63" fmla="*/ 76514 w 594302"/>
                <a:gd name="connsiteY63" fmla="*/ 383249 h 606516"/>
                <a:gd name="connsiteX64" fmla="*/ 21510 w 594302"/>
                <a:gd name="connsiteY64" fmla="*/ 383249 h 606516"/>
                <a:gd name="connsiteX65" fmla="*/ 0 w 594302"/>
                <a:gd name="connsiteY65" fmla="*/ 361770 h 606516"/>
                <a:gd name="connsiteX66" fmla="*/ 21510 w 594302"/>
                <a:gd name="connsiteY66" fmla="*/ 340291 h 606516"/>
                <a:gd name="connsiteX67" fmla="*/ 27553 w 594302"/>
                <a:gd name="connsiteY67" fmla="*/ 340291 h 606516"/>
                <a:gd name="connsiteX68" fmla="*/ 27553 w 594302"/>
                <a:gd name="connsiteY68" fmla="*/ 213155 h 606516"/>
                <a:gd name="connsiteX69" fmla="*/ 21510 w 594302"/>
                <a:gd name="connsiteY69" fmla="*/ 213155 h 606516"/>
                <a:gd name="connsiteX70" fmla="*/ 0 w 594302"/>
                <a:gd name="connsiteY70" fmla="*/ 191675 h 606516"/>
                <a:gd name="connsiteX71" fmla="*/ 21510 w 594302"/>
                <a:gd name="connsiteY71" fmla="*/ 170094 h 606516"/>
                <a:gd name="connsiteX72" fmla="*/ 76514 w 594302"/>
                <a:gd name="connsiteY72" fmla="*/ 170094 h 606516"/>
                <a:gd name="connsiteX73" fmla="*/ 71802 w 594302"/>
                <a:gd name="connsiteY73" fmla="*/ 145137 h 606516"/>
                <a:gd name="connsiteX74" fmla="*/ 71802 w 594302"/>
                <a:gd name="connsiteY74" fmla="*/ 68017 h 606516"/>
                <a:gd name="connsiteX75" fmla="*/ 139917 w 594302"/>
                <a:gd name="connsiteY75" fmla="*/ 0 h 60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94302" h="606516">
                  <a:moveTo>
                    <a:pt x="359573" y="276018"/>
                  </a:moveTo>
                  <a:cubicBezTo>
                    <a:pt x="334914" y="276018"/>
                    <a:pt x="310256" y="285402"/>
                    <a:pt x="291512" y="304169"/>
                  </a:cubicBezTo>
                  <a:cubicBezTo>
                    <a:pt x="253922" y="341601"/>
                    <a:pt x="253922" y="402659"/>
                    <a:pt x="291512" y="440091"/>
                  </a:cubicBezTo>
                  <a:cubicBezTo>
                    <a:pt x="328999" y="477523"/>
                    <a:pt x="390146" y="477523"/>
                    <a:pt x="427633" y="440091"/>
                  </a:cubicBezTo>
                  <a:cubicBezTo>
                    <a:pt x="465223" y="402659"/>
                    <a:pt x="465223" y="341601"/>
                    <a:pt x="427633" y="304169"/>
                  </a:cubicBezTo>
                  <a:cubicBezTo>
                    <a:pt x="408890" y="285402"/>
                    <a:pt x="384231" y="276018"/>
                    <a:pt x="359573" y="276018"/>
                  </a:cubicBezTo>
                  <a:close/>
                  <a:moveTo>
                    <a:pt x="359573" y="238356"/>
                  </a:moveTo>
                  <a:cubicBezTo>
                    <a:pt x="393910" y="238356"/>
                    <a:pt x="428248" y="251396"/>
                    <a:pt x="454366" y="277476"/>
                  </a:cubicBezTo>
                  <a:cubicBezTo>
                    <a:pt x="497896" y="321044"/>
                    <a:pt x="505168" y="387216"/>
                    <a:pt x="476080" y="438353"/>
                  </a:cubicBezTo>
                  <a:lnTo>
                    <a:pt x="583932" y="546047"/>
                  </a:lnTo>
                  <a:cubicBezTo>
                    <a:pt x="597759" y="559956"/>
                    <a:pt x="597759" y="582354"/>
                    <a:pt x="583932" y="596161"/>
                  </a:cubicBezTo>
                  <a:cubicBezTo>
                    <a:pt x="570105" y="609968"/>
                    <a:pt x="547674" y="609968"/>
                    <a:pt x="533847" y="596161"/>
                  </a:cubicBezTo>
                  <a:lnTo>
                    <a:pt x="425892" y="488364"/>
                  </a:lnTo>
                  <a:cubicBezTo>
                    <a:pt x="374783" y="517513"/>
                    <a:pt x="308412" y="510251"/>
                    <a:pt x="264779" y="466785"/>
                  </a:cubicBezTo>
                  <a:cubicBezTo>
                    <a:pt x="212543" y="414523"/>
                    <a:pt x="212543" y="329635"/>
                    <a:pt x="264779" y="277476"/>
                  </a:cubicBezTo>
                  <a:cubicBezTo>
                    <a:pt x="290898" y="251396"/>
                    <a:pt x="325235" y="238356"/>
                    <a:pt x="359573" y="238356"/>
                  </a:cubicBezTo>
                  <a:close/>
                  <a:moveTo>
                    <a:pt x="139917" y="43060"/>
                  </a:moveTo>
                  <a:cubicBezTo>
                    <a:pt x="126089" y="43060"/>
                    <a:pt x="114822" y="54209"/>
                    <a:pt x="114822" y="68017"/>
                  </a:cubicBezTo>
                  <a:lnTo>
                    <a:pt x="114822" y="145137"/>
                  </a:lnTo>
                  <a:cubicBezTo>
                    <a:pt x="114822" y="158945"/>
                    <a:pt x="126089" y="170094"/>
                    <a:pt x="139917" y="170094"/>
                  </a:cubicBezTo>
                  <a:lnTo>
                    <a:pt x="461952" y="170094"/>
                  </a:lnTo>
                  <a:lnTo>
                    <a:pt x="461952" y="128056"/>
                  </a:lnTo>
                  <a:lnTo>
                    <a:pt x="322957" y="128056"/>
                  </a:lnTo>
                  <a:cubicBezTo>
                    <a:pt x="311075" y="128056"/>
                    <a:pt x="301344" y="118442"/>
                    <a:pt x="301344" y="106577"/>
                  </a:cubicBezTo>
                  <a:cubicBezTo>
                    <a:pt x="301344" y="94713"/>
                    <a:pt x="311075" y="85098"/>
                    <a:pt x="322957" y="85098"/>
                  </a:cubicBezTo>
                  <a:lnTo>
                    <a:pt x="461952" y="85098"/>
                  </a:lnTo>
                  <a:lnTo>
                    <a:pt x="461952" y="43060"/>
                  </a:lnTo>
                  <a:close/>
                  <a:moveTo>
                    <a:pt x="139917" y="0"/>
                  </a:moveTo>
                  <a:lnTo>
                    <a:pt x="511117" y="0"/>
                  </a:lnTo>
                  <a:cubicBezTo>
                    <a:pt x="522999" y="0"/>
                    <a:pt x="532627" y="9614"/>
                    <a:pt x="532627" y="21479"/>
                  </a:cubicBezTo>
                  <a:cubicBezTo>
                    <a:pt x="532627" y="33344"/>
                    <a:pt x="522999" y="43060"/>
                    <a:pt x="511117" y="43060"/>
                  </a:cubicBezTo>
                  <a:lnTo>
                    <a:pt x="505074" y="43060"/>
                  </a:lnTo>
                  <a:lnTo>
                    <a:pt x="505074" y="170094"/>
                  </a:lnTo>
                  <a:lnTo>
                    <a:pt x="511117" y="170094"/>
                  </a:lnTo>
                  <a:cubicBezTo>
                    <a:pt x="522999" y="170094"/>
                    <a:pt x="532627" y="179811"/>
                    <a:pt x="532627" y="191675"/>
                  </a:cubicBezTo>
                  <a:cubicBezTo>
                    <a:pt x="532627" y="203540"/>
                    <a:pt x="522999" y="213155"/>
                    <a:pt x="511117" y="213155"/>
                  </a:cubicBezTo>
                  <a:lnTo>
                    <a:pt x="456011" y="213155"/>
                  </a:lnTo>
                  <a:cubicBezTo>
                    <a:pt x="459084" y="220928"/>
                    <a:pt x="460825" y="229315"/>
                    <a:pt x="460825" y="238111"/>
                  </a:cubicBezTo>
                  <a:lnTo>
                    <a:pt x="460825" y="256829"/>
                  </a:lnTo>
                  <a:cubicBezTo>
                    <a:pt x="447509" y="245578"/>
                    <a:pt x="432555" y="236782"/>
                    <a:pt x="416576" y="230645"/>
                  </a:cubicBezTo>
                  <a:cubicBezTo>
                    <a:pt x="413401" y="220519"/>
                    <a:pt x="403875" y="213155"/>
                    <a:pt x="392710" y="213155"/>
                  </a:cubicBezTo>
                  <a:lnTo>
                    <a:pt x="139917" y="213155"/>
                  </a:lnTo>
                  <a:lnTo>
                    <a:pt x="70675" y="213155"/>
                  </a:lnTo>
                  <a:lnTo>
                    <a:pt x="70675" y="255192"/>
                  </a:lnTo>
                  <a:lnTo>
                    <a:pt x="209670" y="255192"/>
                  </a:lnTo>
                  <a:cubicBezTo>
                    <a:pt x="221553" y="255192"/>
                    <a:pt x="231181" y="264807"/>
                    <a:pt x="231181" y="276671"/>
                  </a:cubicBezTo>
                  <a:cubicBezTo>
                    <a:pt x="231181" y="288638"/>
                    <a:pt x="221553" y="298253"/>
                    <a:pt x="209670" y="298253"/>
                  </a:cubicBezTo>
                  <a:lnTo>
                    <a:pt x="70675" y="298253"/>
                  </a:lnTo>
                  <a:lnTo>
                    <a:pt x="70675" y="340291"/>
                  </a:lnTo>
                  <a:lnTo>
                    <a:pt x="211207" y="340291"/>
                  </a:lnTo>
                  <a:cubicBezTo>
                    <a:pt x="208749" y="351235"/>
                    <a:pt x="207519" y="362588"/>
                    <a:pt x="207519" y="374146"/>
                  </a:cubicBezTo>
                  <a:cubicBezTo>
                    <a:pt x="207519" y="377214"/>
                    <a:pt x="207622" y="380283"/>
                    <a:pt x="207827" y="383249"/>
                  </a:cubicBezTo>
                  <a:lnTo>
                    <a:pt x="139917" y="383249"/>
                  </a:lnTo>
                  <a:cubicBezTo>
                    <a:pt x="126089" y="383249"/>
                    <a:pt x="114822" y="394500"/>
                    <a:pt x="114822" y="408308"/>
                  </a:cubicBezTo>
                  <a:lnTo>
                    <a:pt x="114822" y="485428"/>
                  </a:lnTo>
                  <a:cubicBezTo>
                    <a:pt x="114822" y="499134"/>
                    <a:pt x="126089" y="510385"/>
                    <a:pt x="139917" y="510385"/>
                  </a:cubicBezTo>
                  <a:lnTo>
                    <a:pt x="290180" y="510385"/>
                  </a:lnTo>
                  <a:cubicBezTo>
                    <a:pt x="311894" y="521738"/>
                    <a:pt x="336170" y="527670"/>
                    <a:pt x="361367" y="527670"/>
                  </a:cubicBezTo>
                  <a:cubicBezTo>
                    <a:pt x="379087" y="527670"/>
                    <a:pt x="396500" y="524704"/>
                    <a:pt x="413093" y="518772"/>
                  </a:cubicBezTo>
                  <a:lnTo>
                    <a:pt x="447817" y="553445"/>
                  </a:lnTo>
                  <a:lnTo>
                    <a:pt x="139917" y="553445"/>
                  </a:lnTo>
                  <a:cubicBezTo>
                    <a:pt x="102326" y="553445"/>
                    <a:pt x="71802" y="522863"/>
                    <a:pt x="71802" y="485428"/>
                  </a:cubicBezTo>
                  <a:lnTo>
                    <a:pt x="71802" y="408205"/>
                  </a:lnTo>
                  <a:cubicBezTo>
                    <a:pt x="71802" y="399409"/>
                    <a:pt x="73441" y="391022"/>
                    <a:pt x="76514" y="383249"/>
                  </a:cubicBezTo>
                  <a:lnTo>
                    <a:pt x="21510" y="383249"/>
                  </a:lnTo>
                  <a:cubicBezTo>
                    <a:pt x="9628" y="383249"/>
                    <a:pt x="0" y="373634"/>
                    <a:pt x="0" y="361770"/>
                  </a:cubicBezTo>
                  <a:cubicBezTo>
                    <a:pt x="0" y="349905"/>
                    <a:pt x="9628" y="340291"/>
                    <a:pt x="21510" y="340291"/>
                  </a:cubicBezTo>
                  <a:lnTo>
                    <a:pt x="27553" y="340291"/>
                  </a:lnTo>
                  <a:lnTo>
                    <a:pt x="27553" y="213155"/>
                  </a:lnTo>
                  <a:lnTo>
                    <a:pt x="21510" y="213155"/>
                  </a:lnTo>
                  <a:cubicBezTo>
                    <a:pt x="9628" y="213155"/>
                    <a:pt x="0" y="203540"/>
                    <a:pt x="0" y="191675"/>
                  </a:cubicBezTo>
                  <a:cubicBezTo>
                    <a:pt x="0" y="179708"/>
                    <a:pt x="9628" y="170094"/>
                    <a:pt x="21510" y="170094"/>
                  </a:cubicBezTo>
                  <a:lnTo>
                    <a:pt x="76514" y="170094"/>
                  </a:lnTo>
                  <a:cubicBezTo>
                    <a:pt x="73441" y="162423"/>
                    <a:pt x="71802" y="153934"/>
                    <a:pt x="71802" y="145137"/>
                  </a:cubicBezTo>
                  <a:lnTo>
                    <a:pt x="71802" y="68017"/>
                  </a:lnTo>
                  <a:cubicBezTo>
                    <a:pt x="71802" y="30480"/>
                    <a:pt x="102326" y="0"/>
                    <a:pt x="139917" y="0"/>
                  </a:cubicBezTo>
                  <a:close/>
                </a:path>
              </a:pathLst>
            </a:custGeom>
            <a:noFill/>
            <a:ln>
              <a:solidFill>
                <a:schemeClr val="bg1"/>
              </a:solidFill>
            </a:ln>
          </p:spPr>
        </p:sp>
      </p:grpSp>
      <p:sp>
        <p:nvSpPr>
          <p:cNvPr id="148" name="stocks-graphic-on-laptop-monitor_38809"/>
          <p:cNvSpPr>
            <a:spLocks/>
          </p:cNvSpPr>
          <p:nvPr/>
        </p:nvSpPr>
        <p:spPr bwMode="gray">
          <a:xfrm>
            <a:off x="556372" y="2705732"/>
            <a:ext cx="229749" cy="121738"/>
          </a:xfrm>
          <a:custGeom>
            <a:avLst/>
            <a:gdLst>
              <a:gd name="connsiteX0" fmla="*/ 5942 w 596753"/>
              <a:gd name="connsiteY0" fmla="*/ 342878 h 372092"/>
              <a:gd name="connsiteX1" fmla="*/ 591159 w 596753"/>
              <a:gd name="connsiteY1" fmla="*/ 342878 h 372092"/>
              <a:gd name="connsiteX2" fmla="*/ 596753 w 596753"/>
              <a:gd name="connsiteY2" fmla="*/ 348034 h 372092"/>
              <a:gd name="connsiteX3" fmla="*/ 594602 w 596753"/>
              <a:gd name="connsiteY3" fmla="*/ 354048 h 372092"/>
              <a:gd name="connsiteX4" fmla="*/ 295109 w 596753"/>
              <a:gd name="connsiteY4" fmla="*/ 372092 h 372092"/>
              <a:gd name="connsiteX5" fmla="*/ 99750 w 596753"/>
              <a:gd name="connsiteY5" fmla="*/ 367796 h 372092"/>
              <a:gd name="connsiteX6" fmla="*/ 1209 w 596753"/>
              <a:gd name="connsiteY6" fmla="*/ 353189 h 372092"/>
              <a:gd name="connsiteX7" fmla="*/ 779 w 596753"/>
              <a:gd name="connsiteY7" fmla="*/ 346315 h 372092"/>
              <a:gd name="connsiteX8" fmla="*/ 5942 w 596753"/>
              <a:gd name="connsiteY8" fmla="*/ 342878 h 372092"/>
              <a:gd name="connsiteX9" fmla="*/ 287321 w 596753"/>
              <a:gd name="connsiteY9" fmla="*/ 199380 h 372092"/>
              <a:gd name="connsiteX10" fmla="*/ 277855 w 596753"/>
              <a:gd name="connsiteY10" fmla="*/ 208402 h 372092"/>
              <a:gd name="connsiteX11" fmla="*/ 287321 w 596753"/>
              <a:gd name="connsiteY11" fmla="*/ 217853 h 372092"/>
              <a:gd name="connsiteX12" fmla="*/ 296358 w 596753"/>
              <a:gd name="connsiteY12" fmla="*/ 208402 h 372092"/>
              <a:gd name="connsiteX13" fmla="*/ 287321 w 596753"/>
              <a:gd name="connsiteY13" fmla="*/ 199380 h 372092"/>
              <a:gd name="connsiteX14" fmla="*/ 428891 w 596753"/>
              <a:gd name="connsiteY14" fmla="*/ 174464 h 372092"/>
              <a:gd name="connsiteX15" fmla="*/ 419855 w 596753"/>
              <a:gd name="connsiteY15" fmla="*/ 183485 h 372092"/>
              <a:gd name="connsiteX16" fmla="*/ 428891 w 596753"/>
              <a:gd name="connsiteY16" fmla="*/ 192936 h 372092"/>
              <a:gd name="connsiteX17" fmla="*/ 438358 w 596753"/>
              <a:gd name="connsiteY17" fmla="*/ 183485 h 372092"/>
              <a:gd name="connsiteX18" fmla="*/ 428891 w 596753"/>
              <a:gd name="connsiteY18" fmla="*/ 174464 h 372092"/>
              <a:gd name="connsiteX19" fmla="*/ 355309 w 596753"/>
              <a:gd name="connsiteY19" fmla="*/ 140096 h 372092"/>
              <a:gd name="connsiteX20" fmla="*/ 346273 w 596753"/>
              <a:gd name="connsiteY20" fmla="*/ 149117 h 372092"/>
              <a:gd name="connsiteX21" fmla="*/ 355309 w 596753"/>
              <a:gd name="connsiteY21" fmla="*/ 158569 h 372092"/>
              <a:gd name="connsiteX22" fmla="*/ 364776 w 596753"/>
              <a:gd name="connsiteY22" fmla="*/ 149117 h 372092"/>
              <a:gd name="connsiteX23" fmla="*/ 355309 w 596753"/>
              <a:gd name="connsiteY23" fmla="*/ 140096 h 372092"/>
              <a:gd name="connsiteX24" fmla="*/ 107455 w 596753"/>
              <a:gd name="connsiteY24" fmla="*/ 137948 h 372092"/>
              <a:gd name="connsiteX25" fmla="*/ 98418 w 596753"/>
              <a:gd name="connsiteY25" fmla="*/ 146969 h 372092"/>
              <a:gd name="connsiteX26" fmla="*/ 107455 w 596753"/>
              <a:gd name="connsiteY26" fmla="*/ 156421 h 372092"/>
              <a:gd name="connsiteX27" fmla="*/ 116921 w 596753"/>
              <a:gd name="connsiteY27" fmla="*/ 146969 h 372092"/>
              <a:gd name="connsiteX28" fmla="*/ 107455 w 596753"/>
              <a:gd name="connsiteY28" fmla="*/ 137948 h 372092"/>
              <a:gd name="connsiteX29" fmla="*/ 207715 w 596753"/>
              <a:gd name="connsiteY29" fmla="*/ 130645 h 372092"/>
              <a:gd name="connsiteX30" fmla="*/ 198679 w 596753"/>
              <a:gd name="connsiteY30" fmla="*/ 140096 h 372092"/>
              <a:gd name="connsiteX31" fmla="*/ 207715 w 596753"/>
              <a:gd name="connsiteY31" fmla="*/ 149117 h 372092"/>
              <a:gd name="connsiteX32" fmla="*/ 217182 w 596753"/>
              <a:gd name="connsiteY32" fmla="*/ 140096 h 372092"/>
              <a:gd name="connsiteX33" fmla="*/ 207715 w 596753"/>
              <a:gd name="connsiteY33" fmla="*/ 130645 h 372092"/>
              <a:gd name="connsiteX34" fmla="*/ 489134 w 596753"/>
              <a:gd name="connsiteY34" fmla="*/ 103150 h 372092"/>
              <a:gd name="connsiteX35" fmla="*/ 479667 w 596753"/>
              <a:gd name="connsiteY35" fmla="*/ 112172 h 372092"/>
              <a:gd name="connsiteX36" fmla="*/ 489134 w 596753"/>
              <a:gd name="connsiteY36" fmla="*/ 121623 h 372092"/>
              <a:gd name="connsiteX37" fmla="*/ 498600 w 596753"/>
              <a:gd name="connsiteY37" fmla="*/ 112172 h 372092"/>
              <a:gd name="connsiteX38" fmla="*/ 489134 w 596753"/>
              <a:gd name="connsiteY38" fmla="*/ 103150 h 372092"/>
              <a:gd name="connsiteX39" fmla="*/ 489134 w 596753"/>
              <a:gd name="connsiteY39" fmla="*/ 94558 h 372092"/>
              <a:gd name="connsiteX40" fmla="*/ 507206 w 596753"/>
              <a:gd name="connsiteY40" fmla="*/ 112172 h 372092"/>
              <a:gd name="connsiteX41" fmla="*/ 489134 w 596753"/>
              <a:gd name="connsiteY41" fmla="*/ 130215 h 372092"/>
              <a:gd name="connsiteX42" fmla="*/ 485261 w 596753"/>
              <a:gd name="connsiteY42" fmla="*/ 129785 h 372092"/>
              <a:gd name="connsiteX43" fmla="*/ 445673 w 596753"/>
              <a:gd name="connsiteY43" fmla="*/ 177471 h 372092"/>
              <a:gd name="connsiteX44" fmla="*/ 446964 w 596753"/>
              <a:gd name="connsiteY44" fmla="*/ 183485 h 372092"/>
              <a:gd name="connsiteX45" fmla="*/ 428891 w 596753"/>
              <a:gd name="connsiteY45" fmla="*/ 201528 h 372092"/>
              <a:gd name="connsiteX46" fmla="*/ 411249 w 596753"/>
              <a:gd name="connsiteY46" fmla="*/ 185633 h 372092"/>
              <a:gd name="connsiteX47" fmla="*/ 366497 w 596753"/>
              <a:gd name="connsiteY47" fmla="*/ 163294 h 372092"/>
              <a:gd name="connsiteX48" fmla="*/ 355309 w 596753"/>
              <a:gd name="connsiteY48" fmla="*/ 167161 h 372092"/>
              <a:gd name="connsiteX49" fmla="*/ 348855 w 596753"/>
              <a:gd name="connsiteY49" fmla="*/ 165872 h 372092"/>
              <a:gd name="connsiteX50" fmla="*/ 304964 w 596753"/>
              <a:gd name="connsiteY50" fmla="*/ 205824 h 372092"/>
              <a:gd name="connsiteX51" fmla="*/ 304964 w 596753"/>
              <a:gd name="connsiteY51" fmla="*/ 208402 h 372092"/>
              <a:gd name="connsiteX52" fmla="*/ 287321 w 596753"/>
              <a:gd name="connsiteY52" fmla="*/ 226445 h 372092"/>
              <a:gd name="connsiteX53" fmla="*/ 269249 w 596753"/>
              <a:gd name="connsiteY53" fmla="*/ 208402 h 372092"/>
              <a:gd name="connsiteX54" fmla="*/ 269679 w 596753"/>
              <a:gd name="connsiteY54" fmla="*/ 206254 h 372092"/>
              <a:gd name="connsiteX55" fmla="*/ 214600 w 596753"/>
              <a:gd name="connsiteY55" fmla="*/ 156421 h 372092"/>
              <a:gd name="connsiteX56" fmla="*/ 207715 w 596753"/>
              <a:gd name="connsiteY56" fmla="*/ 157709 h 372092"/>
              <a:gd name="connsiteX57" fmla="*/ 192655 w 596753"/>
              <a:gd name="connsiteY57" fmla="*/ 149547 h 372092"/>
              <a:gd name="connsiteX58" fmla="*/ 123376 w 596753"/>
              <a:gd name="connsiteY58" fmla="*/ 154702 h 372092"/>
              <a:gd name="connsiteX59" fmla="*/ 107455 w 596753"/>
              <a:gd name="connsiteY59" fmla="*/ 165013 h 372092"/>
              <a:gd name="connsiteX60" fmla="*/ 89812 w 596753"/>
              <a:gd name="connsiteY60" fmla="*/ 146969 h 372092"/>
              <a:gd name="connsiteX61" fmla="*/ 107455 w 596753"/>
              <a:gd name="connsiteY61" fmla="*/ 129356 h 372092"/>
              <a:gd name="connsiteX62" fmla="*/ 122515 w 596753"/>
              <a:gd name="connsiteY62" fmla="*/ 137518 h 372092"/>
              <a:gd name="connsiteX63" fmla="*/ 191794 w 596753"/>
              <a:gd name="connsiteY63" fmla="*/ 132363 h 372092"/>
              <a:gd name="connsiteX64" fmla="*/ 207715 w 596753"/>
              <a:gd name="connsiteY64" fmla="*/ 122053 h 372092"/>
              <a:gd name="connsiteX65" fmla="*/ 225788 w 596753"/>
              <a:gd name="connsiteY65" fmla="*/ 140096 h 372092"/>
              <a:gd name="connsiteX66" fmla="*/ 225358 w 596753"/>
              <a:gd name="connsiteY66" fmla="*/ 143103 h 372092"/>
              <a:gd name="connsiteX67" fmla="*/ 279576 w 596753"/>
              <a:gd name="connsiteY67" fmla="*/ 192507 h 372092"/>
              <a:gd name="connsiteX68" fmla="*/ 287321 w 596753"/>
              <a:gd name="connsiteY68" fmla="*/ 190789 h 372092"/>
              <a:gd name="connsiteX69" fmla="*/ 294206 w 596753"/>
              <a:gd name="connsiteY69" fmla="*/ 192077 h 372092"/>
              <a:gd name="connsiteX70" fmla="*/ 337667 w 596753"/>
              <a:gd name="connsiteY70" fmla="*/ 152554 h 372092"/>
              <a:gd name="connsiteX71" fmla="*/ 337667 w 596753"/>
              <a:gd name="connsiteY71" fmla="*/ 149117 h 372092"/>
              <a:gd name="connsiteX72" fmla="*/ 355309 w 596753"/>
              <a:gd name="connsiteY72" fmla="*/ 131504 h 372092"/>
              <a:gd name="connsiteX73" fmla="*/ 372952 w 596753"/>
              <a:gd name="connsiteY73" fmla="*/ 146969 h 372092"/>
              <a:gd name="connsiteX74" fmla="*/ 418133 w 596753"/>
              <a:gd name="connsiteY74" fmla="*/ 169738 h 372092"/>
              <a:gd name="connsiteX75" fmla="*/ 428891 w 596753"/>
              <a:gd name="connsiteY75" fmla="*/ 165872 h 372092"/>
              <a:gd name="connsiteX76" fmla="*/ 432764 w 596753"/>
              <a:gd name="connsiteY76" fmla="*/ 166301 h 372092"/>
              <a:gd name="connsiteX77" fmla="*/ 472352 w 596753"/>
              <a:gd name="connsiteY77" fmla="*/ 118186 h 372092"/>
              <a:gd name="connsiteX78" fmla="*/ 471061 w 596753"/>
              <a:gd name="connsiteY78" fmla="*/ 112172 h 372092"/>
              <a:gd name="connsiteX79" fmla="*/ 489134 w 596753"/>
              <a:gd name="connsiteY79" fmla="*/ 94558 h 372092"/>
              <a:gd name="connsiteX80" fmla="*/ 53702 w 596753"/>
              <a:gd name="connsiteY80" fmla="*/ 22772 h 372092"/>
              <a:gd name="connsiteX81" fmla="*/ 53702 w 596753"/>
              <a:gd name="connsiteY81" fmla="*/ 305917 h 372092"/>
              <a:gd name="connsiteX82" fmla="*/ 542962 w 596753"/>
              <a:gd name="connsiteY82" fmla="*/ 305917 h 372092"/>
              <a:gd name="connsiteX83" fmla="*/ 542962 w 596753"/>
              <a:gd name="connsiteY83" fmla="*/ 22772 h 372092"/>
              <a:gd name="connsiteX84" fmla="*/ 53702 w 596753"/>
              <a:gd name="connsiteY84" fmla="*/ 0 h 372092"/>
              <a:gd name="connsiteX85" fmla="*/ 542962 w 596753"/>
              <a:gd name="connsiteY85" fmla="*/ 0 h 372092"/>
              <a:gd name="connsiteX86" fmla="*/ 566198 w 596753"/>
              <a:gd name="connsiteY86" fmla="*/ 22772 h 372092"/>
              <a:gd name="connsiteX87" fmla="*/ 566198 w 596753"/>
              <a:gd name="connsiteY87" fmla="*/ 305917 h 372092"/>
              <a:gd name="connsiteX88" fmla="*/ 542962 w 596753"/>
              <a:gd name="connsiteY88" fmla="*/ 329118 h 372092"/>
              <a:gd name="connsiteX89" fmla="*/ 53702 w 596753"/>
              <a:gd name="connsiteY89" fmla="*/ 329118 h 372092"/>
              <a:gd name="connsiteX90" fmla="*/ 30466 w 596753"/>
              <a:gd name="connsiteY90" fmla="*/ 305917 h 372092"/>
              <a:gd name="connsiteX91" fmla="*/ 30466 w 596753"/>
              <a:gd name="connsiteY91" fmla="*/ 22772 h 372092"/>
              <a:gd name="connsiteX92" fmla="*/ 53702 w 596753"/>
              <a:gd name="connsiteY92" fmla="*/ 0 h 37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753" h="372092">
                <a:moveTo>
                  <a:pt x="5942" y="342878"/>
                </a:moveTo>
                <a:lnTo>
                  <a:pt x="591159" y="342878"/>
                </a:lnTo>
                <a:cubicBezTo>
                  <a:pt x="594171" y="342878"/>
                  <a:pt x="596323" y="345026"/>
                  <a:pt x="596753" y="348034"/>
                </a:cubicBezTo>
                <a:cubicBezTo>
                  <a:pt x="596753" y="350182"/>
                  <a:pt x="596323" y="352330"/>
                  <a:pt x="594602" y="354048"/>
                </a:cubicBezTo>
                <a:cubicBezTo>
                  <a:pt x="579541" y="370374"/>
                  <a:pt x="361376" y="372092"/>
                  <a:pt x="295109" y="372092"/>
                </a:cubicBezTo>
                <a:cubicBezTo>
                  <a:pt x="221096" y="372092"/>
                  <a:pt x="151817" y="370374"/>
                  <a:pt x="99750" y="367796"/>
                </a:cubicBezTo>
                <a:cubicBezTo>
                  <a:pt x="7664" y="363500"/>
                  <a:pt x="3361" y="357056"/>
                  <a:pt x="1209" y="353189"/>
                </a:cubicBezTo>
                <a:cubicBezTo>
                  <a:pt x="-82" y="351041"/>
                  <a:pt x="-512" y="348463"/>
                  <a:pt x="779" y="346315"/>
                </a:cubicBezTo>
                <a:cubicBezTo>
                  <a:pt x="1639" y="344167"/>
                  <a:pt x="3791" y="342878"/>
                  <a:pt x="5942" y="342878"/>
                </a:cubicBezTo>
                <a:close/>
                <a:moveTo>
                  <a:pt x="287321" y="199380"/>
                </a:moveTo>
                <a:cubicBezTo>
                  <a:pt x="282158" y="199380"/>
                  <a:pt x="277855" y="203247"/>
                  <a:pt x="277855" y="208402"/>
                </a:cubicBezTo>
                <a:cubicBezTo>
                  <a:pt x="277855" y="213557"/>
                  <a:pt x="282158" y="217853"/>
                  <a:pt x="287321" y="217853"/>
                </a:cubicBezTo>
                <a:cubicBezTo>
                  <a:pt x="292485" y="217853"/>
                  <a:pt x="296358" y="213557"/>
                  <a:pt x="296358" y="208402"/>
                </a:cubicBezTo>
                <a:cubicBezTo>
                  <a:pt x="296358" y="203247"/>
                  <a:pt x="292485" y="199380"/>
                  <a:pt x="287321" y="199380"/>
                </a:cubicBezTo>
                <a:close/>
                <a:moveTo>
                  <a:pt x="428891" y="174464"/>
                </a:moveTo>
                <a:cubicBezTo>
                  <a:pt x="423727" y="174464"/>
                  <a:pt x="419855" y="178330"/>
                  <a:pt x="419855" y="183485"/>
                </a:cubicBezTo>
                <a:cubicBezTo>
                  <a:pt x="419855" y="188641"/>
                  <a:pt x="423727" y="192936"/>
                  <a:pt x="428891" y="192936"/>
                </a:cubicBezTo>
                <a:cubicBezTo>
                  <a:pt x="434055" y="192936"/>
                  <a:pt x="438358" y="188641"/>
                  <a:pt x="438358" y="183485"/>
                </a:cubicBezTo>
                <a:cubicBezTo>
                  <a:pt x="438358" y="178330"/>
                  <a:pt x="434055" y="174464"/>
                  <a:pt x="428891" y="174464"/>
                </a:cubicBezTo>
                <a:close/>
                <a:moveTo>
                  <a:pt x="355309" y="140096"/>
                </a:moveTo>
                <a:cubicBezTo>
                  <a:pt x="350146" y="140096"/>
                  <a:pt x="346273" y="143962"/>
                  <a:pt x="346273" y="149117"/>
                </a:cubicBezTo>
                <a:cubicBezTo>
                  <a:pt x="346273" y="154273"/>
                  <a:pt x="350146" y="158569"/>
                  <a:pt x="355309" y="158569"/>
                </a:cubicBezTo>
                <a:cubicBezTo>
                  <a:pt x="360473" y="158569"/>
                  <a:pt x="364776" y="154273"/>
                  <a:pt x="364776" y="149117"/>
                </a:cubicBezTo>
                <a:cubicBezTo>
                  <a:pt x="364776" y="143962"/>
                  <a:pt x="360473" y="140096"/>
                  <a:pt x="355309" y="140096"/>
                </a:cubicBezTo>
                <a:close/>
                <a:moveTo>
                  <a:pt x="107455" y="137948"/>
                </a:moveTo>
                <a:cubicBezTo>
                  <a:pt x="102291" y="137948"/>
                  <a:pt x="98418" y="142244"/>
                  <a:pt x="98418" y="146969"/>
                </a:cubicBezTo>
                <a:cubicBezTo>
                  <a:pt x="98418" y="152125"/>
                  <a:pt x="102291" y="156421"/>
                  <a:pt x="107455" y="156421"/>
                </a:cubicBezTo>
                <a:cubicBezTo>
                  <a:pt x="112618" y="156421"/>
                  <a:pt x="116921" y="152125"/>
                  <a:pt x="116921" y="146969"/>
                </a:cubicBezTo>
                <a:cubicBezTo>
                  <a:pt x="116921" y="142244"/>
                  <a:pt x="112618" y="137948"/>
                  <a:pt x="107455" y="137948"/>
                </a:cubicBezTo>
                <a:close/>
                <a:moveTo>
                  <a:pt x="207715" y="130645"/>
                </a:moveTo>
                <a:cubicBezTo>
                  <a:pt x="202982" y="130645"/>
                  <a:pt x="198679" y="134941"/>
                  <a:pt x="198679" y="140096"/>
                </a:cubicBezTo>
                <a:cubicBezTo>
                  <a:pt x="198679" y="145251"/>
                  <a:pt x="202982" y="149117"/>
                  <a:pt x="207715" y="149117"/>
                </a:cubicBezTo>
                <a:cubicBezTo>
                  <a:pt x="212879" y="149117"/>
                  <a:pt x="217182" y="145251"/>
                  <a:pt x="217182" y="140096"/>
                </a:cubicBezTo>
                <a:cubicBezTo>
                  <a:pt x="217182" y="134941"/>
                  <a:pt x="212879" y="130645"/>
                  <a:pt x="207715" y="130645"/>
                </a:cubicBezTo>
                <a:close/>
                <a:moveTo>
                  <a:pt x="489134" y="103150"/>
                </a:moveTo>
                <a:cubicBezTo>
                  <a:pt x="483970" y="103150"/>
                  <a:pt x="479667" y="107017"/>
                  <a:pt x="479667" y="112172"/>
                </a:cubicBezTo>
                <a:cubicBezTo>
                  <a:pt x="479667" y="117327"/>
                  <a:pt x="483970" y="121623"/>
                  <a:pt x="489134" y="121623"/>
                </a:cubicBezTo>
                <a:cubicBezTo>
                  <a:pt x="494297" y="121623"/>
                  <a:pt x="498600" y="117327"/>
                  <a:pt x="498600" y="112172"/>
                </a:cubicBezTo>
                <a:cubicBezTo>
                  <a:pt x="498600" y="107017"/>
                  <a:pt x="494297" y="103150"/>
                  <a:pt x="489134" y="103150"/>
                </a:cubicBezTo>
                <a:close/>
                <a:moveTo>
                  <a:pt x="489134" y="94558"/>
                </a:moveTo>
                <a:cubicBezTo>
                  <a:pt x="499030" y="94558"/>
                  <a:pt x="507206" y="102291"/>
                  <a:pt x="507206" y="112172"/>
                </a:cubicBezTo>
                <a:cubicBezTo>
                  <a:pt x="507206" y="122053"/>
                  <a:pt x="499030" y="130215"/>
                  <a:pt x="489134" y="130215"/>
                </a:cubicBezTo>
                <a:cubicBezTo>
                  <a:pt x="487843" y="130215"/>
                  <a:pt x="486552" y="129785"/>
                  <a:pt x="485261" y="129785"/>
                </a:cubicBezTo>
                <a:lnTo>
                  <a:pt x="445673" y="177471"/>
                </a:lnTo>
                <a:cubicBezTo>
                  <a:pt x="446533" y="179619"/>
                  <a:pt x="446964" y="181337"/>
                  <a:pt x="446964" y="183485"/>
                </a:cubicBezTo>
                <a:cubicBezTo>
                  <a:pt x="446964" y="193366"/>
                  <a:pt x="438788" y="201528"/>
                  <a:pt x="428891" y="201528"/>
                </a:cubicBezTo>
                <a:cubicBezTo>
                  <a:pt x="419855" y="201528"/>
                  <a:pt x="412109" y="194225"/>
                  <a:pt x="411249" y="185633"/>
                </a:cubicBezTo>
                <a:lnTo>
                  <a:pt x="366497" y="163294"/>
                </a:lnTo>
                <a:cubicBezTo>
                  <a:pt x="363485" y="165442"/>
                  <a:pt x="359612" y="167161"/>
                  <a:pt x="355309" y="167161"/>
                </a:cubicBezTo>
                <a:cubicBezTo>
                  <a:pt x="353158" y="167161"/>
                  <a:pt x="351006" y="166731"/>
                  <a:pt x="348855" y="165872"/>
                </a:cubicBezTo>
                <a:lnTo>
                  <a:pt x="304964" y="205824"/>
                </a:lnTo>
                <a:cubicBezTo>
                  <a:pt x="304964" y="206684"/>
                  <a:pt x="304964" y="207543"/>
                  <a:pt x="304964" y="208402"/>
                </a:cubicBezTo>
                <a:cubicBezTo>
                  <a:pt x="304964" y="218283"/>
                  <a:pt x="297218" y="226445"/>
                  <a:pt x="287321" y="226445"/>
                </a:cubicBezTo>
                <a:cubicBezTo>
                  <a:pt x="277424" y="226445"/>
                  <a:pt x="269249" y="218283"/>
                  <a:pt x="269249" y="208402"/>
                </a:cubicBezTo>
                <a:cubicBezTo>
                  <a:pt x="269249" y="207972"/>
                  <a:pt x="269679" y="207113"/>
                  <a:pt x="269679" y="206254"/>
                </a:cubicBezTo>
                <a:lnTo>
                  <a:pt x="214600" y="156421"/>
                </a:lnTo>
                <a:cubicBezTo>
                  <a:pt x="212449" y="157280"/>
                  <a:pt x="210297" y="157709"/>
                  <a:pt x="207715" y="157709"/>
                </a:cubicBezTo>
                <a:cubicBezTo>
                  <a:pt x="201691" y="157709"/>
                  <a:pt x="196097" y="154273"/>
                  <a:pt x="192655" y="149547"/>
                </a:cubicBezTo>
                <a:lnTo>
                  <a:pt x="123376" y="154702"/>
                </a:lnTo>
                <a:cubicBezTo>
                  <a:pt x="120794" y="160717"/>
                  <a:pt x="114770" y="165013"/>
                  <a:pt x="107455" y="165013"/>
                </a:cubicBezTo>
                <a:cubicBezTo>
                  <a:pt x="97558" y="165013"/>
                  <a:pt x="89812" y="156850"/>
                  <a:pt x="89812" y="146969"/>
                </a:cubicBezTo>
                <a:cubicBezTo>
                  <a:pt x="89812" y="137518"/>
                  <a:pt x="97558" y="129356"/>
                  <a:pt x="107455" y="129356"/>
                </a:cubicBezTo>
                <a:cubicBezTo>
                  <a:pt x="113909" y="129356"/>
                  <a:pt x="119503" y="132793"/>
                  <a:pt x="122515" y="137518"/>
                </a:cubicBezTo>
                <a:lnTo>
                  <a:pt x="191794" y="132363"/>
                </a:lnTo>
                <a:cubicBezTo>
                  <a:pt x="194806" y="126349"/>
                  <a:pt x="200830" y="122053"/>
                  <a:pt x="207715" y="122053"/>
                </a:cubicBezTo>
                <a:cubicBezTo>
                  <a:pt x="217612" y="122053"/>
                  <a:pt x="225788" y="130215"/>
                  <a:pt x="225788" y="140096"/>
                </a:cubicBezTo>
                <a:cubicBezTo>
                  <a:pt x="225788" y="140955"/>
                  <a:pt x="225788" y="142244"/>
                  <a:pt x="225358" y="143103"/>
                </a:cubicBezTo>
                <a:lnTo>
                  <a:pt x="279576" y="192507"/>
                </a:lnTo>
                <a:cubicBezTo>
                  <a:pt x="282158" y="191218"/>
                  <a:pt x="284740" y="190789"/>
                  <a:pt x="287321" y="190789"/>
                </a:cubicBezTo>
                <a:cubicBezTo>
                  <a:pt x="289903" y="190789"/>
                  <a:pt x="292055" y="191218"/>
                  <a:pt x="294206" y="192077"/>
                </a:cubicBezTo>
                <a:lnTo>
                  <a:pt x="337667" y="152554"/>
                </a:lnTo>
                <a:cubicBezTo>
                  <a:pt x="337667" y="151695"/>
                  <a:pt x="337667" y="150406"/>
                  <a:pt x="337667" y="149117"/>
                </a:cubicBezTo>
                <a:cubicBezTo>
                  <a:pt x="337667" y="139237"/>
                  <a:pt x="345412" y="131504"/>
                  <a:pt x="355309" y="131504"/>
                </a:cubicBezTo>
                <a:cubicBezTo>
                  <a:pt x="364346" y="131504"/>
                  <a:pt x="372091" y="138377"/>
                  <a:pt x="372952" y="146969"/>
                </a:cubicBezTo>
                <a:lnTo>
                  <a:pt x="418133" y="169738"/>
                </a:lnTo>
                <a:cubicBezTo>
                  <a:pt x="421146" y="167161"/>
                  <a:pt x="425018" y="165872"/>
                  <a:pt x="428891" y="165872"/>
                </a:cubicBezTo>
                <a:cubicBezTo>
                  <a:pt x="430182" y="165872"/>
                  <a:pt x="431473" y="165872"/>
                  <a:pt x="432764" y="166301"/>
                </a:cubicBezTo>
                <a:lnTo>
                  <a:pt x="472352" y="118186"/>
                </a:lnTo>
                <a:cubicBezTo>
                  <a:pt x="471921" y="116468"/>
                  <a:pt x="471061" y="114320"/>
                  <a:pt x="471061" y="112172"/>
                </a:cubicBezTo>
                <a:cubicBezTo>
                  <a:pt x="471061" y="102291"/>
                  <a:pt x="479237" y="94558"/>
                  <a:pt x="489134" y="94558"/>
                </a:cubicBezTo>
                <a:close/>
                <a:moveTo>
                  <a:pt x="53702" y="22772"/>
                </a:moveTo>
                <a:lnTo>
                  <a:pt x="53702" y="305917"/>
                </a:lnTo>
                <a:lnTo>
                  <a:pt x="542962" y="305917"/>
                </a:lnTo>
                <a:lnTo>
                  <a:pt x="542962" y="22772"/>
                </a:lnTo>
                <a:close/>
                <a:moveTo>
                  <a:pt x="53702" y="0"/>
                </a:moveTo>
                <a:lnTo>
                  <a:pt x="542962" y="0"/>
                </a:lnTo>
                <a:cubicBezTo>
                  <a:pt x="555871" y="0"/>
                  <a:pt x="566198" y="9882"/>
                  <a:pt x="566198" y="22772"/>
                </a:cubicBezTo>
                <a:lnTo>
                  <a:pt x="566198" y="305917"/>
                </a:lnTo>
                <a:cubicBezTo>
                  <a:pt x="566198" y="318806"/>
                  <a:pt x="555871" y="329118"/>
                  <a:pt x="542962" y="329118"/>
                </a:cubicBezTo>
                <a:lnTo>
                  <a:pt x="53702" y="329118"/>
                </a:lnTo>
                <a:cubicBezTo>
                  <a:pt x="40793" y="329118"/>
                  <a:pt x="30466" y="318806"/>
                  <a:pt x="30466" y="305917"/>
                </a:cubicBezTo>
                <a:lnTo>
                  <a:pt x="30466" y="22772"/>
                </a:lnTo>
                <a:cubicBezTo>
                  <a:pt x="30466" y="9882"/>
                  <a:pt x="40793" y="0"/>
                  <a:pt x="53702" y="0"/>
                </a:cubicBezTo>
                <a:close/>
              </a:path>
            </a:pathLst>
          </a:custGeom>
          <a:solidFill>
            <a:schemeClr val="bg1"/>
          </a:solidFill>
          <a:ln>
            <a:noFill/>
          </a:ln>
        </p:spPr>
      </p:sp>
      <p:sp>
        <p:nvSpPr>
          <p:cNvPr id="151" name="warning_94911"/>
          <p:cNvSpPr>
            <a:spLocks/>
          </p:cNvSpPr>
          <p:nvPr/>
        </p:nvSpPr>
        <p:spPr bwMode="gray">
          <a:xfrm>
            <a:off x="563783" y="3615147"/>
            <a:ext cx="202967" cy="202673"/>
          </a:xfrm>
          <a:custGeom>
            <a:avLst/>
            <a:gdLst>
              <a:gd name="T0" fmla="*/ 4733 w 4773"/>
              <a:gd name="T1" fmla="*/ 4096 h 4367"/>
              <a:gd name="T2" fmla="*/ 2541 w 4773"/>
              <a:gd name="T3" fmla="*/ 107 h 4367"/>
              <a:gd name="T4" fmla="*/ 2387 w 4773"/>
              <a:gd name="T5" fmla="*/ 0 h 4367"/>
              <a:gd name="T6" fmla="*/ 2232 w 4773"/>
              <a:gd name="T7" fmla="*/ 107 h 4367"/>
              <a:gd name="T8" fmla="*/ 40 w 4773"/>
              <a:gd name="T9" fmla="*/ 4096 h 4367"/>
              <a:gd name="T10" fmla="*/ 31 w 4773"/>
              <a:gd name="T11" fmla="*/ 4283 h 4367"/>
              <a:gd name="T12" fmla="*/ 202 w 4773"/>
              <a:gd name="T13" fmla="*/ 4367 h 4367"/>
              <a:gd name="T14" fmla="*/ 4571 w 4773"/>
              <a:gd name="T15" fmla="*/ 4367 h 4367"/>
              <a:gd name="T16" fmla="*/ 4742 w 4773"/>
              <a:gd name="T17" fmla="*/ 4283 h 4367"/>
              <a:gd name="T18" fmla="*/ 4733 w 4773"/>
              <a:gd name="T19" fmla="*/ 4096 h 4367"/>
              <a:gd name="T20" fmla="*/ 2064 w 4773"/>
              <a:gd name="T21" fmla="*/ 1055 h 4367"/>
              <a:gd name="T22" fmla="*/ 2111 w 4773"/>
              <a:gd name="T23" fmla="*/ 1034 h 4367"/>
              <a:gd name="T24" fmla="*/ 2656 w 4773"/>
              <a:gd name="T25" fmla="*/ 1034 h 4367"/>
              <a:gd name="T26" fmla="*/ 2703 w 4773"/>
              <a:gd name="T27" fmla="*/ 1055 h 4367"/>
              <a:gd name="T28" fmla="*/ 2721 w 4773"/>
              <a:gd name="T29" fmla="*/ 1104 h 4367"/>
              <a:gd name="T30" fmla="*/ 2652 w 4773"/>
              <a:gd name="T31" fmla="*/ 2965 h 4367"/>
              <a:gd name="T32" fmla="*/ 2583 w 4773"/>
              <a:gd name="T33" fmla="*/ 3034 h 4367"/>
              <a:gd name="T34" fmla="*/ 2179 w 4773"/>
              <a:gd name="T35" fmla="*/ 3034 h 4367"/>
              <a:gd name="T36" fmla="*/ 2111 w 4773"/>
              <a:gd name="T37" fmla="*/ 2966 h 4367"/>
              <a:gd name="T38" fmla="*/ 2046 w 4773"/>
              <a:gd name="T39" fmla="*/ 1105 h 4367"/>
              <a:gd name="T40" fmla="*/ 2064 w 4773"/>
              <a:gd name="T41" fmla="*/ 1055 h 4367"/>
              <a:gd name="T42" fmla="*/ 2386 w 4773"/>
              <a:gd name="T43" fmla="*/ 4013 h 4367"/>
              <a:gd name="T44" fmla="*/ 2026 w 4773"/>
              <a:gd name="T45" fmla="*/ 3635 h 4367"/>
              <a:gd name="T46" fmla="*/ 2381 w 4773"/>
              <a:gd name="T47" fmla="*/ 3252 h 4367"/>
              <a:gd name="T48" fmla="*/ 2737 w 4773"/>
              <a:gd name="T49" fmla="*/ 3635 h 4367"/>
              <a:gd name="T50" fmla="*/ 2386 w 4773"/>
              <a:gd name="T51" fmla="*/ 4013 h 4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73" h="4367">
                <a:moveTo>
                  <a:pt x="4733" y="4096"/>
                </a:moveTo>
                <a:lnTo>
                  <a:pt x="2541" y="107"/>
                </a:lnTo>
                <a:cubicBezTo>
                  <a:pt x="2504" y="39"/>
                  <a:pt x="2448" y="0"/>
                  <a:pt x="2387" y="0"/>
                </a:cubicBezTo>
                <a:cubicBezTo>
                  <a:pt x="2326" y="0"/>
                  <a:pt x="2269" y="39"/>
                  <a:pt x="2232" y="107"/>
                </a:cubicBezTo>
                <a:lnTo>
                  <a:pt x="40" y="4096"/>
                </a:lnTo>
                <a:cubicBezTo>
                  <a:pt x="3" y="4162"/>
                  <a:pt x="0" y="4231"/>
                  <a:pt x="31" y="4283"/>
                </a:cubicBezTo>
                <a:cubicBezTo>
                  <a:pt x="63" y="4337"/>
                  <a:pt x="125" y="4367"/>
                  <a:pt x="202" y="4367"/>
                </a:cubicBezTo>
                <a:lnTo>
                  <a:pt x="4571" y="4367"/>
                </a:lnTo>
                <a:cubicBezTo>
                  <a:pt x="4648" y="4367"/>
                  <a:pt x="4710" y="4337"/>
                  <a:pt x="4742" y="4283"/>
                </a:cubicBezTo>
                <a:cubicBezTo>
                  <a:pt x="4773" y="4231"/>
                  <a:pt x="4770" y="4162"/>
                  <a:pt x="4733" y="4096"/>
                </a:cubicBezTo>
                <a:close/>
                <a:moveTo>
                  <a:pt x="2064" y="1055"/>
                </a:moveTo>
                <a:cubicBezTo>
                  <a:pt x="2076" y="1043"/>
                  <a:pt x="2093" y="1034"/>
                  <a:pt x="2111" y="1034"/>
                </a:cubicBezTo>
                <a:lnTo>
                  <a:pt x="2656" y="1034"/>
                </a:lnTo>
                <a:cubicBezTo>
                  <a:pt x="2674" y="1034"/>
                  <a:pt x="2691" y="1043"/>
                  <a:pt x="2703" y="1055"/>
                </a:cubicBezTo>
                <a:cubicBezTo>
                  <a:pt x="2715" y="1068"/>
                  <a:pt x="2722" y="1086"/>
                  <a:pt x="2721" y="1104"/>
                </a:cubicBezTo>
                <a:lnTo>
                  <a:pt x="2652" y="2965"/>
                </a:lnTo>
                <a:cubicBezTo>
                  <a:pt x="2651" y="3002"/>
                  <a:pt x="2620" y="3034"/>
                  <a:pt x="2583" y="3034"/>
                </a:cubicBezTo>
                <a:lnTo>
                  <a:pt x="2179" y="3034"/>
                </a:lnTo>
                <a:cubicBezTo>
                  <a:pt x="2143" y="3034"/>
                  <a:pt x="2112" y="3002"/>
                  <a:pt x="2111" y="2966"/>
                </a:cubicBezTo>
                <a:lnTo>
                  <a:pt x="2046" y="1105"/>
                </a:lnTo>
                <a:cubicBezTo>
                  <a:pt x="2045" y="1087"/>
                  <a:pt x="2052" y="1068"/>
                  <a:pt x="2064" y="1055"/>
                </a:cubicBezTo>
                <a:close/>
                <a:moveTo>
                  <a:pt x="2386" y="4013"/>
                </a:moveTo>
                <a:cubicBezTo>
                  <a:pt x="2181" y="4013"/>
                  <a:pt x="2026" y="3850"/>
                  <a:pt x="2026" y="3635"/>
                </a:cubicBezTo>
                <a:cubicBezTo>
                  <a:pt x="2026" y="3417"/>
                  <a:pt x="2179" y="3252"/>
                  <a:pt x="2381" y="3252"/>
                </a:cubicBezTo>
                <a:cubicBezTo>
                  <a:pt x="2590" y="3252"/>
                  <a:pt x="2737" y="3409"/>
                  <a:pt x="2737" y="3635"/>
                </a:cubicBezTo>
                <a:cubicBezTo>
                  <a:pt x="2737" y="3857"/>
                  <a:pt x="2592" y="4013"/>
                  <a:pt x="2386" y="4013"/>
                </a:cubicBezTo>
                <a:close/>
              </a:path>
            </a:pathLst>
          </a:custGeom>
          <a:solidFill>
            <a:schemeClr val="bg1"/>
          </a:solidFill>
          <a:ln>
            <a:noFill/>
          </a:ln>
        </p:spPr>
      </p:sp>
      <p:sp>
        <p:nvSpPr>
          <p:cNvPr id="152" name="school-book_74303"/>
          <p:cNvSpPr>
            <a:spLocks/>
          </p:cNvSpPr>
          <p:nvPr/>
        </p:nvSpPr>
        <p:spPr bwMode="gray">
          <a:xfrm>
            <a:off x="585754" y="4579995"/>
            <a:ext cx="159024" cy="193920"/>
          </a:xfrm>
          <a:custGeom>
            <a:avLst/>
            <a:gdLst>
              <a:gd name="T0" fmla="*/ 532 w 3373"/>
              <a:gd name="T1" fmla="*/ 381 h 4441"/>
              <a:gd name="T2" fmla="*/ 3373 w 3373"/>
              <a:gd name="T3" fmla="*/ 381 h 4441"/>
              <a:gd name="T4" fmla="*/ 3373 w 3373"/>
              <a:gd name="T5" fmla="*/ 0 h 4441"/>
              <a:gd name="T6" fmla="*/ 532 w 3373"/>
              <a:gd name="T7" fmla="*/ 0 h 4441"/>
              <a:gd name="T8" fmla="*/ 0 w 3373"/>
              <a:gd name="T9" fmla="*/ 532 h 4441"/>
              <a:gd name="T10" fmla="*/ 0 w 3373"/>
              <a:gd name="T11" fmla="*/ 4012 h 4441"/>
              <a:gd name="T12" fmla="*/ 429 w 3373"/>
              <a:gd name="T13" fmla="*/ 4441 h 4441"/>
              <a:gd name="T14" fmla="*/ 3373 w 3373"/>
              <a:gd name="T15" fmla="*/ 4441 h 4441"/>
              <a:gd name="T16" fmla="*/ 3373 w 3373"/>
              <a:gd name="T17" fmla="*/ 683 h 4441"/>
              <a:gd name="T18" fmla="*/ 532 w 3373"/>
              <a:gd name="T19" fmla="*/ 683 h 4441"/>
              <a:gd name="T20" fmla="*/ 381 w 3373"/>
              <a:gd name="T21" fmla="*/ 532 h 4441"/>
              <a:gd name="T22" fmla="*/ 532 w 3373"/>
              <a:gd name="T23" fmla="*/ 381 h 4441"/>
              <a:gd name="T24" fmla="*/ 1397 w 3373"/>
              <a:gd name="T25" fmla="*/ 3011 h 4441"/>
              <a:gd name="T26" fmla="*/ 2854 w 3373"/>
              <a:gd name="T27" fmla="*/ 3011 h 4441"/>
              <a:gd name="T28" fmla="*/ 2854 w 3373"/>
              <a:gd name="T29" fmla="*/ 3794 h 4441"/>
              <a:gd name="T30" fmla="*/ 1397 w 3373"/>
              <a:gd name="T31" fmla="*/ 3794 h 4441"/>
              <a:gd name="T32" fmla="*/ 1397 w 3373"/>
              <a:gd name="T33" fmla="*/ 3011 h 4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373" h="4441">
                <a:moveTo>
                  <a:pt x="532" y="381"/>
                </a:moveTo>
                <a:lnTo>
                  <a:pt x="3373" y="381"/>
                </a:lnTo>
                <a:lnTo>
                  <a:pt x="3373" y="0"/>
                </a:lnTo>
                <a:lnTo>
                  <a:pt x="532" y="0"/>
                </a:lnTo>
                <a:cubicBezTo>
                  <a:pt x="239" y="0"/>
                  <a:pt x="0" y="239"/>
                  <a:pt x="0" y="532"/>
                </a:cubicBezTo>
                <a:lnTo>
                  <a:pt x="0" y="4012"/>
                </a:lnTo>
                <a:cubicBezTo>
                  <a:pt x="0" y="4248"/>
                  <a:pt x="192" y="4441"/>
                  <a:pt x="429" y="4441"/>
                </a:cubicBezTo>
                <a:lnTo>
                  <a:pt x="3373" y="4441"/>
                </a:lnTo>
                <a:lnTo>
                  <a:pt x="3373" y="683"/>
                </a:lnTo>
                <a:lnTo>
                  <a:pt x="532" y="683"/>
                </a:lnTo>
                <a:cubicBezTo>
                  <a:pt x="449" y="683"/>
                  <a:pt x="381" y="616"/>
                  <a:pt x="381" y="532"/>
                </a:cubicBezTo>
                <a:cubicBezTo>
                  <a:pt x="381" y="449"/>
                  <a:pt x="449" y="381"/>
                  <a:pt x="532" y="381"/>
                </a:cubicBezTo>
                <a:close/>
                <a:moveTo>
                  <a:pt x="1397" y="3011"/>
                </a:moveTo>
                <a:lnTo>
                  <a:pt x="2854" y="3011"/>
                </a:lnTo>
                <a:lnTo>
                  <a:pt x="2854" y="3794"/>
                </a:lnTo>
                <a:lnTo>
                  <a:pt x="1397" y="3794"/>
                </a:lnTo>
                <a:lnTo>
                  <a:pt x="1397" y="3011"/>
                </a:lnTo>
                <a:close/>
              </a:path>
            </a:pathLst>
          </a:custGeom>
          <a:solidFill>
            <a:schemeClr val="bg1"/>
          </a:solidFill>
          <a:ln>
            <a:noFill/>
          </a:ln>
        </p:spPr>
      </p:sp>
      <p:sp>
        <p:nvSpPr>
          <p:cNvPr id="62" name="microsoft-word-document-file_32745"/>
          <p:cNvSpPr>
            <a:spLocks noChangeAspect="1"/>
          </p:cNvSpPr>
          <p:nvPr/>
        </p:nvSpPr>
        <p:spPr bwMode="gray">
          <a:xfrm>
            <a:off x="3848157" y="4248402"/>
            <a:ext cx="601138" cy="811980"/>
          </a:xfrm>
          <a:custGeom>
            <a:avLst/>
            <a:gdLst>
              <a:gd name="T0" fmla="*/ 385 w 4638"/>
              <a:gd name="T1" fmla="*/ 0 h 6274"/>
              <a:gd name="T2" fmla="*/ 0 w 4638"/>
              <a:gd name="T3" fmla="*/ 5890 h 6274"/>
              <a:gd name="T4" fmla="*/ 4253 w 4638"/>
              <a:gd name="T5" fmla="*/ 6274 h 6274"/>
              <a:gd name="T6" fmla="*/ 4638 w 4638"/>
              <a:gd name="T7" fmla="*/ 1190 h 6274"/>
              <a:gd name="T8" fmla="*/ 3634 w 4638"/>
              <a:gd name="T9" fmla="*/ 576 h 6274"/>
              <a:gd name="T10" fmla="*/ 3634 w 4638"/>
              <a:gd name="T11" fmla="*/ 1097 h 6274"/>
              <a:gd name="T12" fmla="*/ 4315 w 4638"/>
              <a:gd name="T13" fmla="*/ 5890 h 6274"/>
              <a:gd name="T14" fmla="*/ 385 w 4638"/>
              <a:gd name="T15" fmla="*/ 5951 h 6274"/>
              <a:gd name="T16" fmla="*/ 324 w 4638"/>
              <a:gd name="T17" fmla="*/ 385 h 6274"/>
              <a:gd name="T18" fmla="*/ 3311 w 4638"/>
              <a:gd name="T19" fmla="*/ 323 h 6274"/>
              <a:gd name="T20" fmla="*/ 3472 w 4638"/>
              <a:gd name="T21" fmla="*/ 1420 h 6274"/>
              <a:gd name="T22" fmla="*/ 4315 w 4638"/>
              <a:gd name="T23" fmla="*/ 5890 h 6274"/>
              <a:gd name="T24" fmla="*/ 603 w 4638"/>
              <a:gd name="T25" fmla="*/ 818 h 6274"/>
              <a:gd name="T26" fmla="*/ 1004 w 4638"/>
              <a:gd name="T27" fmla="*/ 1482 h 6274"/>
              <a:gd name="T28" fmla="*/ 1135 w 4638"/>
              <a:gd name="T29" fmla="*/ 1479 h 6274"/>
              <a:gd name="T30" fmla="*/ 1535 w 4638"/>
              <a:gd name="T31" fmla="*/ 818 h 6274"/>
              <a:gd name="T32" fmla="*/ 1753 w 4638"/>
              <a:gd name="T33" fmla="*/ 1747 h 6274"/>
              <a:gd name="T34" fmla="*/ 1819 w 4638"/>
              <a:gd name="T35" fmla="*/ 1480 h 6274"/>
              <a:gd name="T36" fmla="*/ 2232 w 4638"/>
              <a:gd name="T37" fmla="*/ 818 h 6274"/>
              <a:gd name="T38" fmla="*/ 1631 w 4638"/>
              <a:gd name="T39" fmla="*/ 2147 h 6274"/>
              <a:gd name="T40" fmla="*/ 1412 w 4638"/>
              <a:gd name="T41" fmla="*/ 1229 h 6274"/>
              <a:gd name="T42" fmla="*/ 1164 w 4638"/>
              <a:gd name="T43" fmla="*/ 2147 h 6274"/>
              <a:gd name="T44" fmla="*/ 940 w 4638"/>
              <a:gd name="T45" fmla="*/ 2147 h 6274"/>
              <a:gd name="T46" fmla="*/ 3863 w 4638"/>
              <a:gd name="T47" fmla="*/ 1865 h 6274"/>
              <a:gd name="T48" fmla="*/ 3863 w 4638"/>
              <a:gd name="T49" fmla="*/ 2107 h 6274"/>
              <a:gd name="T50" fmla="*/ 2296 w 4638"/>
              <a:gd name="T51" fmla="*/ 1986 h 6274"/>
              <a:gd name="T52" fmla="*/ 3984 w 4638"/>
              <a:gd name="T53" fmla="*/ 2794 h 6274"/>
              <a:gd name="T54" fmla="*/ 853 w 4638"/>
              <a:gd name="T55" fmla="*/ 2915 h 6274"/>
              <a:gd name="T56" fmla="*/ 853 w 4638"/>
              <a:gd name="T57" fmla="*/ 2673 h 6274"/>
              <a:gd name="T58" fmla="*/ 3984 w 4638"/>
              <a:gd name="T59" fmla="*/ 2794 h 6274"/>
              <a:gd name="T60" fmla="*/ 3863 w 4638"/>
              <a:gd name="T61" fmla="*/ 3631 h 6274"/>
              <a:gd name="T62" fmla="*/ 732 w 4638"/>
              <a:gd name="T63" fmla="*/ 3510 h 6274"/>
              <a:gd name="T64" fmla="*/ 3863 w 4638"/>
              <a:gd name="T65" fmla="*/ 3389 h 6274"/>
              <a:gd name="T66" fmla="*/ 3984 w 4638"/>
              <a:gd name="T67" fmla="*/ 4227 h 6274"/>
              <a:gd name="T68" fmla="*/ 853 w 4638"/>
              <a:gd name="T69" fmla="*/ 4348 h 6274"/>
              <a:gd name="T70" fmla="*/ 853 w 4638"/>
              <a:gd name="T71" fmla="*/ 4106 h 6274"/>
              <a:gd name="T72" fmla="*/ 3984 w 4638"/>
              <a:gd name="T73" fmla="*/ 4227 h 6274"/>
              <a:gd name="T74" fmla="*/ 3863 w 4638"/>
              <a:gd name="T75" fmla="*/ 5074 h 6274"/>
              <a:gd name="T76" fmla="*/ 732 w 4638"/>
              <a:gd name="T77" fmla="*/ 4953 h 6274"/>
              <a:gd name="T78" fmla="*/ 3863 w 4638"/>
              <a:gd name="T79" fmla="*/ 4832 h 6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638" h="6274">
                <a:moveTo>
                  <a:pt x="3543" y="0"/>
                </a:moveTo>
                <a:lnTo>
                  <a:pt x="385" y="0"/>
                </a:lnTo>
                <a:cubicBezTo>
                  <a:pt x="173" y="0"/>
                  <a:pt x="0" y="173"/>
                  <a:pt x="0" y="385"/>
                </a:cubicBezTo>
                <a:lnTo>
                  <a:pt x="0" y="5890"/>
                </a:lnTo>
                <a:cubicBezTo>
                  <a:pt x="0" y="6102"/>
                  <a:pt x="173" y="6274"/>
                  <a:pt x="385" y="6274"/>
                </a:cubicBezTo>
                <a:lnTo>
                  <a:pt x="4253" y="6274"/>
                </a:lnTo>
                <a:cubicBezTo>
                  <a:pt x="4466" y="6274"/>
                  <a:pt x="4638" y="6102"/>
                  <a:pt x="4638" y="5890"/>
                </a:cubicBezTo>
                <a:lnTo>
                  <a:pt x="4638" y="1190"/>
                </a:lnTo>
                <a:lnTo>
                  <a:pt x="3543" y="0"/>
                </a:lnTo>
                <a:close/>
                <a:moveTo>
                  <a:pt x="3634" y="576"/>
                </a:moveTo>
                <a:lnTo>
                  <a:pt x="4114" y="1097"/>
                </a:lnTo>
                <a:lnTo>
                  <a:pt x="3634" y="1097"/>
                </a:lnTo>
                <a:lnTo>
                  <a:pt x="3634" y="576"/>
                </a:lnTo>
                <a:close/>
                <a:moveTo>
                  <a:pt x="4315" y="5890"/>
                </a:moveTo>
                <a:cubicBezTo>
                  <a:pt x="4315" y="5924"/>
                  <a:pt x="4287" y="5951"/>
                  <a:pt x="4253" y="5951"/>
                </a:cubicBezTo>
                <a:lnTo>
                  <a:pt x="385" y="5951"/>
                </a:lnTo>
                <a:cubicBezTo>
                  <a:pt x="351" y="5951"/>
                  <a:pt x="324" y="5924"/>
                  <a:pt x="324" y="5890"/>
                </a:cubicBezTo>
                <a:lnTo>
                  <a:pt x="324" y="385"/>
                </a:lnTo>
                <a:cubicBezTo>
                  <a:pt x="324" y="351"/>
                  <a:pt x="351" y="323"/>
                  <a:pt x="385" y="323"/>
                </a:cubicBezTo>
                <a:lnTo>
                  <a:pt x="3311" y="323"/>
                </a:lnTo>
                <a:lnTo>
                  <a:pt x="3311" y="1259"/>
                </a:lnTo>
                <a:cubicBezTo>
                  <a:pt x="3311" y="1348"/>
                  <a:pt x="3383" y="1420"/>
                  <a:pt x="3472" y="1420"/>
                </a:cubicBezTo>
                <a:lnTo>
                  <a:pt x="4315" y="1420"/>
                </a:lnTo>
                <a:lnTo>
                  <a:pt x="4315" y="5890"/>
                </a:lnTo>
                <a:close/>
                <a:moveTo>
                  <a:pt x="940" y="2147"/>
                </a:moveTo>
                <a:lnTo>
                  <a:pt x="603" y="818"/>
                </a:lnTo>
                <a:lnTo>
                  <a:pt x="848" y="818"/>
                </a:lnTo>
                <a:lnTo>
                  <a:pt x="1004" y="1482"/>
                </a:lnTo>
                <a:cubicBezTo>
                  <a:pt x="1026" y="1575"/>
                  <a:pt x="1047" y="1669"/>
                  <a:pt x="1065" y="1756"/>
                </a:cubicBezTo>
                <a:cubicBezTo>
                  <a:pt x="1086" y="1667"/>
                  <a:pt x="1111" y="1572"/>
                  <a:pt x="1135" y="1479"/>
                </a:cubicBezTo>
                <a:lnTo>
                  <a:pt x="1310" y="818"/>
                </a:lnTo>
                <a:lnTo>
                  <a:pt x="1535" y="818"/>
                </a:lnTo>
                <a:lnTo>
                  <a:pt x="1695" y="1484"/>
                </a:lnTo>
                <a:cubicBezTo>
                  <a:pt x="1715" y="1571"/>
                  <a:pt x="1736" y="1661"/>
                  <a:pt x="1753" y="1747"/>
                </a:cubicBezTo>
                <a:cubicBezTo>
                  <a:pt x="1771" y="1670"/>
                  <a:pt x="1791" y="1591"/>
                  <a:pt x="1811" y="1510"/>
                </a:cubicBezTo>
                <a:lnTo>
                  <a:pt x="1819" y="1480"/>
                </a:lnTo>
                <a:lnTo>
                  <a:pt x="1992" y="818"/>
                </a:lnTo>
                <a:lnTo>
                  <a:pt x="2232" y="818"/>
                </a:lnTo>
                <a:lnTo>
                  <a:pt x="1855" y="2147"/>
                </a:lnTo>
                <a:lnTo>
                  <a:pt x="1631" y="2147"/>
                </a:lnTo>
                <a:lnTo>
                  <a:pt x="1465" y="1465"/>
                </a:lnTo>
                <a:cubicBezTo>
                  <a:pt x="1445" y="1381"/>
                  <a:pt x="1427" y="1304"/>
                  <a:pt x="1412" y="1229"/>
                </a:cubicBezTo>
                <a:cubicBezTo>
                  <a:pt x="1395" y="1304"/>
                  <a:pt x="1375" y="1381"/>
                  <a:pt x="1351" y="1466"/>
                </a:cubicBezTo>
                <a:lnTo>
                  <a:pt x="1164" y="2147"/>
                </a:lnTo>
                <a:lnTo>
                  <a:pt x="940" y="2147"/>
                </a:lnTo>
                <a:lnTo>
                  <a:pt x="940" y="2147"/>
                </a:lnTo>
                <a:close/>
                <a:moveTo>
                  <a:pt x="2417" y="1865"/>
                </a:moveTo>
                <a:lnTo>
                  <a:pt x="3863" y="1865"/>
                </a:lnTo>
                <a:cubicBezTo>
                  <a:pt x="3930" y="1865"/>
                  <a:pt x="3984" y="1919"/>
                  <a:pt x="3984" y="1986"/>
                </a:cubicBezTo>
                <a:cubicBezTo>
                  <a:pt x="3984" y="2053"/>
                  <a:pt x="3930" y="2107"/>
                  <a:pt x="3863" y="2107"/>
                </a:cubicBezTo>
                <a:lnTo>
                  <a:pt x="2417" y="2107"/>
                </a:lnTo>
                <a:cubicBezTo>
                  <a:pt x="2350" y="2107"/>
                  <a:pt x="2296" y="2053"/>
                  <a:pt x="2296" y="1986"/>
                </a:cubicBezTo>
                <a:cubicBezTo>
                  <a:pt x="2296" y="1919"/>
                  <a:pt x="2350" y="1865"/>
                  <a:pt x="2417" y="1865"/>
                </a:cubicBezTo>
                <a:close/>
                <a:moveTo>
                  <a:pt x="3984" y="2794"/>
                </a:moveTo>
                <a:cubicBezTo>
                  <a:pt x="3984" y="2861"/>
                  <a:pt x="3930" y="2915"/>
                  <a:pt x="3863" y="2915"/>
                </a:cubicBezTo>
                <a:lnTo>
                  <a:pt x="853" y="2915"/>
                </a:lnTo>
                <a:cubicBezTo>
                  <a:pt x="786" y="2915"/>
                  <a:pt x="732" y="2861"/>
                  <a:pt x="732" y="2794"/>
                </a:cubicBezTo>
                <a:cubicBezTo>
                  <a:pt x="732" y="2727"/>
                  <a:pt x="786" y="2673"/>
                  <a:pt x="853" y="2673"/>
                </a:cubicBezTo>
                <a:lnTo>
                  <a:pt x="3863" y="2673"/>
                </a:lnTo>
                <a:cubicBezTo>
                  <a:pt x="3930" y="2673"/>
                  <a:pt x="3984" y="2727"/>
                  <a:pt x="3984" y="2794"/>
                </a:cubicBezTo>
                <a:close/>
                <a:moveTo>
                  <a:pt x="3984" y="3510"/>
                </a:moveTo>
                <a:cubicBezTo>
                  <a:pt x="3984" y="3577"/>
                  <a:pt x="3930" y="3631"/>
                  <a:pt x="3863" y="3631"/>
                </a:cubicBezTo>
                <a:lnTo>
                  <a:pt x="853" y="3631"/>
                </a:lnTo>
                <a:cubicBezTo>
                  <a:pt x="786" y="3631"/>
                  <a:pt x="732" y="3577"/>
                  <a:pt x="732" y="3510"/>
                </a:cubicBezTo>
                <a:cubicBezTo>
                  <a:pt x="732" y="3444"/>
                  <a:pt x="786" y="3389"/>
                  <a:pt x="853" y="3389"/>
                </a:cubicBezTo>
                <a:lnTo>
                  <a:pt x="3863" y="3389"/>
                </a:lnTo>
                <a:cubicBezTo>
                  <a:pt x="3930" y="3389"/>
                  <a:pt x="3984" y="3444"/>
                  <a:pt x="3984" y="3510"/>
                </a:cubicBezTo>
                <a:close/>
                <a:moveTo>
                  <a:pt x="3984" y="4227"/>
                </a:moveTo>
                <a:cubicBezTo>
                  <a:pt x="3984" y="4294"/>
                  <a:pt x="3930" y="4348"/>
                  <a:pt x="3863" y="4348"/>
                </a:cubicBezTo>
                <a:lnTo>
                  <a:pt x="853" y="4348"/>
                </a:lnTo>
                <a:cubicBezTo>
                  <a:pt x="786" y="4348"/>
                  <a:pt x="732" y="4294"/>
                  <a:pt x="732" y="4227"/>
                </a:cubicBezTo>
                <a:cubicBezTo>
                  <a:pt x="732" y="4160"/>
                  <a:pt x="786" y="4106"/>
                  <a:pt x="853" y="4106"/>
                </a:cubicBezTo>
                <a:lnTo>
                  <a:pt x="3863" y="4106"/>
                </a:lnTo>
                <a:cubicBezTo>
                  <a:pt x="3930" y="4106"/>
                  <a:pt x="3984" y="4160"/>
                  <a:pt x="3984" y="4227"/>
                </a:cubicBezTo>
                <a:close/>
                <a:moveTo>
                  <a:pt x="3984" y="4953"/>
                </a:moveTo>
                <a:cubicBezTo>
                  <a:pt x="3984" y="5020"/>
                  <a:pt x="3930" y="5074"/>
                  <a:pt x="3863" y="5074"/>
                </a:cubicBezTo>
                <a:lnTo>
                  <a:pt x="853" y="5074"/>
                </a:lnTo>
                <a:cubicBezTo>
                  <a:pt x="786" y="5074"/>
                  <a:pt x="732" y="5020"/>
                  <a:pt x="732" y="4953"/>
                </a:cubicBezTo>
                <a:cubicBezTo>
                  <a:pt x="732" y="4886"/>
                  <a:pt x="786" y="4832"/>
                  <a:pt x="853" y="4832"/>
                </a:cubicBezTo>
                <a:lnTo>
                  <a:pt x="3863" y="4832"/>
                </a:lnTo>
                <a:cubicBezTo>
                  <a:pt x="3930" y="4832"/>
                  <a:pt x="3984" y="4886"/>
                  <a:pt x="3984" y="4953"/>
                </a:cubicBezTo>
                <a:close/>
              </a:path>
            </a:pathLst>
          </a:custGeom>
          <a:solidFill>
            <a:srgbClr val="56C4D2"/>
          </a:solidFill>
          <a:ln>
            <a:noFill/>
          </a:ln>
        </p:spPr>
      </p:sp>
      <p:sp>
        <p:nvSpPr>
          <p:cNvPr id="63" name="íşḻïďe">
            <a:extLst>
              <a:ext uri="{FF2B5EF4-FFF2-40B4-BE49-F238E27FC236}">
                <a16:creationId xmlns:a16="http://schemas.microsoft.com/office/drawing/2014/main" id="{05246D82-A4F5-42F2-854D-C3D348D160CE}"/>
              </a:ext>
            </a:extLst>
          </p:cNvPr>
          <p:cNvSpPr txBox="1"/>
          <p:nvPr/>
        </p:nvSpPr>
        <p:spPr bwMode="gray">
          <a:xfrm>
            <a:off x="3358837" y="5026235"/>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zh-CN" altLang="en-US" sz="1399" dirty="0"/>
              <a:t>割接方案</a:t>
            </a:r>
            <a:endParaRPr lang="en-US" altLang="zh-CN" sz="1399" dirty="0"/>
          </a:p>
        </p:txBody>
      </p:sp>
      <p:sp>
        <p:nvSpPr>
          <p:cNvPr id="64" name="任意多边形 63"/>
          <p:cNvSpPr/>
          <p:nvPr/>
        </p:nvSpPr>
        <p:spPr bwMode="gray">
          <a:xfrm>
            <a:off x="4542940" y="3942093"/>
            <a:ext cx="1118628" cy="1424599"/>
          </a:xfrm>
          <a:custGeom>
            <a:avLst/>
            <a:gdLst>
              <a:gd name="connsiteX0" fmla="*/ 1469204 w 1469204"/>
              <a:gd name="connsiteY0" fmla="*/ 0 h 2075380"/>
              <a:gd name="connsiteX1" fmla="*/ 1469204 w 1469204"/>
              <a:gd name="connsiteY1" fmla="*/ 2075380 h 2075380"/>
              <a:gd name="connsiteX2" fmla="*/ 0 w 1469204"/>
              <a:gd name="connsiteY2" fmla="*/ 1479479 h 2075380"/>
              <a:gd name="connsiteX3" fmla="*/ 0 w 1469204"/>
              <a:gd name="connsiteY3" fmla="*/ 667821 h 2075380"/>
              <a:gd name="connsiteX4" fmla="*/ 1469204 w 1469204"/>
              <a:gd name="connsiteY4" fmla="*/ 0 h 2075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9204" h="2075380">
                <a:moveTo>
                  <a:pt x="1469204" y="0"/>
                </a:moveTo>
                <a:lnTo>
                  <a:pt x="1469204" y="2075380"/>
                </a:lnTo>
                <a:lnTo>
                  <a:pt x="0" y="1479479"/>
                </a:lnTo>
                <a:lnTo>
                  <a:pt x="0" y="667821"/>
                </a:lnTo>
                <a:lnTo>
                  <a:pt x="1469204" y="0"/>
                </a:lnTo>
                <a:close/>
              </a:path>
            </a:pathLst>
          </a:custGeom>
          <a:gradFill flip="none" rotWithShape="1">
            <a:gsLst>
              <a:gs pos="0">
                <a:schemeClr val="bg1"/>
              </a:gs>
              <a:gs pos="100000">
                <a:srgbClr val="56C4D2">
                  <a:alpha val="5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endParaRPr>
          </a:p>
        </p:txBody>
      </p:sp>
      <p:graphicFrame>
        <p:nvGraphicFramePr>
          <p:cNvPr id="65" name="表格 64"/>
          <p:cNvGraphicFramePr>
            <a:graphicFrameLocks noGrp="1"/>
          </p:cNvGraphicFramePr>
          <p:nvPr>
            <p:extLst>
              <p:ext uri="{D42A27DB-BD31-4B8C-83A1-F6EECF244321}">
                <p14:modId xmlns:p14="http://schemas.microsoft.com/office/powerpoint/2010/main" val="654238307"/>
              </p:ext>
            </p:extLst>
          </p:nvPr>
        </p:nvGraphicFramePr>
        <p:xfrm>
          <a:off x="5755213" y="3949796"/>
          <a:ext cx="5182654" cy="1416895"/>
        </p:xfrm>
        <a:graphic>
          <a:graphicData uri="http://schemas.openxmlformats.org/drawingml/2006/table">
            <a:tbl>
              <a:tblPr/>
              <a:tblGrid>
                <a:gridCol w="1261875">
                  <a:extLst>
                    <a:ext uri="{9D8B030D-6E8A-4147-A177-3AD203B41FA5}">
                      <a16:colId xmlns:a16="http://schemas.microsoft.com/office/drawing/2014/main" val="20000"/>
                    </a:ext>
                  </a:extLst>
                </a:gridCol>
                <a:gridCol w="2509983">
                  <a:extLst>
                    <a:ext uri="{9D8B030D-6E8A-4147-A177-3AD203B41FA5}">
                      <a16:colId xmlns:a16="http://schemas.microsoft.com/office/drawing/2014/main" val="20001"/>
                    </a:ext>
                  </a:extLst>
                </a:gridCol>
                <a:gridCol w="1410796">
                  <a:extLst>
                    <a:ext uri="{9D8B030D-6E8A-4147-A177-3AD203B41FA5}">
                      <a16:colId xmlns:a16="http://schemas.microsoft.com/office/drawing/2014/main" val="20002"/>
                    </a:ext>
                  </a:extLst>
                </a:gridCol>
              </a:tblGrid>
              <a:tr h="381862">
                <a:tc>
                  <a:txBody>
                    <a:bodyPr/>
                    <a:lstStyle/>
                    <a:p>
                      <a:pPr algn="ctr">
                        <a:lnSpc>
                          <a:spcPct val="100000"/>
                        </a:lnSpc>
                      </a:pPr>
                      <a:r>
                        <a:rPr lang="zh-CN" altLang="en-US" sz="1600" b="1"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rPr>
                        <a:t>步骤</a:t>
                      </a:r>
                    </a:p>
                  </a:txBody>
                  <a:tcPr marL="71972" marR="71972" marT="35986" marB="35986"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pPr>
                      <a:r>
                        <a:rPr lang="zh-CN" altLang="en-US" sz="1600" b="1"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rPr>
                        <a:t>操作</a:t>
                      </a:r>
                    </a:p>
                  </a:txBody>
                  <a:tcPr marL="71972" marR="71972" marT="35986" marB="359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pPr>
                      <a:r>
                        <a:rPr lang="zh-CN" altLang="en-US" sz="1600" b="1" dirty="0">
                          <a:solidFill>
                            <a:sysClr val="windowText" lastClr="000000"/>
                          </a:solidFill>
                          <a:effectLst/>
                          <a:latin typeface="Huawei Sans" panose="020C0503030203020204" pitchFamily="34" charset="0"/>
                          <a:ea typeface="方正兰亭黑简体" panose="02000000000000000000" pitchFamily="2" charset="-122"/>
                          <a:sym typeface="Huawei Sans" panose="020C0503030203020204" pitchFamily="34" charset="0"/>
                        </a:rPr>
                        <a:t>操作时间</a:t>
                      </a:r>
                    </a:p>
                  </a:txBody>
                  <a:tcPr marL="71972" marR="71972" marT="35986" marB="35986"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45011">
                <a:tc>
                  <a:txBody>
                    <a:bodyPr/>
                    <a:lstStyle/>
                    <a:p>
                      <a:pPr algn="ctr">
                        <a:lnSpc>
                          <a:spcPct val="100000"/>
                        </a:lnSpc>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新设备下架</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72" marR="71972" marT="35986" marB="35986"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新设备下电、线缆拆除</a:t>
                      </a:r>
                    </a:p>
                  </a:txBody>
                  <a:tcPr marL="71972" marR="71972" marT="35986" marB="359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3:00-3:20</a:t>
                      </a:r>
                      <a:endPar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72" marR="71972" marT="35986" marB="35986"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45011">
                <a:tc>
                  <a:txBody>
                    <a:bodyPr/>
                    <a:lstStyle/>
                    <a:p>
                      <a:pPr algn="ctr">
                        <a:lnSpc>
                          <a:spcPct val="100000"/>
                        </a:lnSpc>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重上架旧设备</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72" marR="71972" marT="35986" marB="35986"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旧设备上电、线缆连接</a:t>
                      </a:r>
                    </a:p>
                  </a:txBody>
                  <a:tcPr marL="71972" marR="71972" marT="35986" marB="359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3:20-3:40</a:t>
                      </a:r>
                      <a:endPar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72" marR="71972" marT="35986" marB="35986"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45011">
                <a:tc>
                  <a:txBody>
                    <a:bodyPr/>
                    <a:lstStyle/>
                    <a:p>
                      <a:pPr algn="ctr">
                        <a:lnSpc>
                          <a:spcPct val="100000"/>
                        </a:lnSpc>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业务测试</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1972" marR="71972" marT="35986" marB="35986"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00000"/>
                        </a:lnSpc>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协调甲方人员测试业务、应用</a:t>
                      </a:r>
                    </a:p>
                  </a:txBody>
                  <a:tcPr marL="71972" marR="71972" marT="35986" marB="359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00000"/>
                        </a:lnSpc>
                      </a:pP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3:50-4:00</a:t>
                      </a:r>
                    </a:p>
                  </a:txBody>
                  <a:tcPr marL="71972" marR="71972" marT="35986" marB="35986"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6" name="íşḻïďe">
            <a:extLst>
              <a:ext uri="{FF2B5EF4-FFF2-40B4-BE49-F238E27FC236}">
                <a16:creationId xmlns:a16="http://schemas.microsoft.com/office/drawing/2014/main" id="{05246D82-A4F5-42F2-854D-C3D348D160CE}"/>
              </a:ext>
            </a:extLst>
          </p:cNvPr>
          <p:cNvSpPr txBox="1"/>
          <p:nvPr/>
        </p:nvSpPr>
        <p:spPr bwMode="gray">
          <a:xfrm>
            <a:off x="5795431" y="3476279"/>
            <a:ext cx="5210221"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zh-CN" altLang="en-US" sz="1599" dirty="0"/>
              <a:t>割接回退步骤</a:t>
            </a:r>
            <a:endParaRPr lang="en-US" altLang="zh-CN" sz="1599" dirty="0"/>
          </a:p>
        </p:txBody>
      </p:sp>
      <p:sp>
        <p:nvSpPr>
          <p:cNvPr id="32" name="五边形 153"/>
          <p:cNvSpPr/>
          <p:nvPr/>
        </p:nvSpPr>
        <p:spPr bwMode="gray">
          <a:xfrm>
            <a:off x="8150785" y="113221"/>
            <a:ext cx="1259508" cy="213037"/>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准备阶段</a:t>
            </a:r>
          </a:p>
        </p:txBody>
      </p:sp>
      <p:sp>
        <p:nvSpPr>
          <p:cNvPr id="33" name="燕尾形 154"/>
          <p:cNvSpPr/>
          <p:nvPr/>
        </p:nvSpPr>
        <p:spPr bwMode="gray">
          <a:xfrm>
            <a:off x="9320182"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实施阶段</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燕尾形 155"/>
          <p:cNvSpPr/>
          <p:nvPr/>
        </p:nvSpPr>
        <p:spPr bwMode="gray">
          <a:xfrm>
            <a:off x="10489579"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收尾阶段</a:t>
            </a:r>
          </a:p>
        </p:txBody>
      </p:sp>
    </p:spTree>
    <p:custDataLst>
      <p:tags r:id="rId1"/>
    </p:custDataLst>
    <p:extLst>
      <p:ext uri="{BB962C8B-B14F-4D97-AF65-F5344CB8AC3E}">
        <p14:creationId xmlns:p14="http://schemas.microsoft.com/office/powerpoint/2010/main" val="28230468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bwMode="gray">
          <a:xfrm>
            <a:off x="3660629" y="3988736"/>
            <a:ext cx="2469690" cy="1331587"/>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标题 2"/>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方案验证和审定</a:t>
            </a:r>
          </a:p>
        </p:txBody>
      </p:sp>
      <p:sp>
        <p:nvSpPr>
          <p:cNvPr id="60" name="文本占位符 3"/>
          <p:cNvSpPr>
            <a:spLocks noGrp="1"/>
          </p:cNvSpPr>
          <p:nvPr>
            <p:ph type="body" sz="quarter" idx="10"/>
          </p:nvPr>
        </p:nvSpPr>
        <p:spPr bwMode="gray">
          <a:xfrm>
            <a:off x="2153265" y="1047750"/>
            <a:ext cx="9595822" cy="4879805"/>
          </a:xfrm>
        </p:spPr>
        <p:txBody>
          <a:bodyPr/>
          <a:lstStyle/>
          <a:p>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一般大型的、重要的割接项目，都要求在实验室内搭建环境进行提前验证，将之前的风险点进行测试，并对整个方案的可行性确认，这种使用实验室环境验证的被称为实验局测试。</a:t>
            </a:r>
            <a:endParaRPr lang="en-US" altLang="zh-CN" sz="1799"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除了实验局方案验证之外，还需要和客户、实施方进行技术评审会，对割接方案中的技术进行论证，同时了解双方的实际需求和存在困难，面对面解决问题。</a:t>
            </a:r>
            <a:endParaRPr lang="en-US" altLang="zh-CN" sz="1799"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buNone/>
            </a:pPr>
            <a:r>
              <a:rPr lang="en-US" altLang="zh-CN" sz="1799" dirty="0">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7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isḻïḑe">
            <a:extLst>
              <a:ext uri="{FF2B5EF4-FFF2-40B4-BE49-F238E27FC236}">
                <a16:creationId xmlns:a16="http://schemas.microsoft.com/office/drawing/2014/main" id="{24CBC826-002E-4B71-8291-B729E4BED0E3}"/>
              </a:ext>
            </a:extLst>
          </p:cNvPr>
          <p:cNvSpPr txBox="1"/>
          <p:nvPr/>
        </p:nvSpPr>
        <p:spPr bwMode="gray">
          <a:xfrm>
            <a:off x="836816" y="1593190"/>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en-US"/>
            </a:defPPr>
            <a:lvl1pPr algn="ctr" defTabSz="914377">
              <a:lnSpc>
                <a:spcPct val="100000"/>
              </a:lnSpc>
              <a:spcBef>
                <a:spcPct val="0"/>
              </a:spcBef>
              <a:defRPr sz="1400" b="1"/>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pPr algn="l"/>
            <a:r>
              <a:rPr lang="zh-CN" altLang="en-US" sz="1399" dirty="0">
                <a:solidFill>
                  <a:schemeClr val="bg1">
                    <a:lumMod val="65000"/>
                  </a:schemeClr>
                </a:solidFill>
              </a:rPr>
              <a:t>项目调研</a:t>
            </a:r>
            <a:endParaRPr lang="en-US" altLang="zh-CN" sz="1399" dirty="0">
              <a:solidFill>
                <a:schemeClr val="bg1">
                  <a:lumMod val="65000"/>
                </a:schemeClr>
              </a:solidFill>
            </a:endParaRPr>
          </a:p>
        </p:txBody>
      </p:sp>
      <p:sp>
        <p:nvSpPr>
          <p:cNvPr id="112" name="ïšļïďe">
            <a:extLst>
              <a:ext uri="{FF2B5EF4-FFF2-40B4-BE49-F238E27FC236}">
                <a16:creationId xmlns:a16="http://schemas.microsoft.com/office/drawing/2014/main" id="{FB41FAD4-0BA5-4580-B72E-A6BFF22F8784}"/>
              </a:ext>
            </a:extLst>
          </p:cNvPr>
          <p:cNvSpPr txBox="1"/>
          <p:nvPr/>
        </p:nvSpPr>
        <p:spPr bwMode="gray">
          <a:xfrm>
            <a:off x="836816" y="2547721"/>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pPr algn="l"/>
            <a:r>
              <a:rPr lang="zh-CN" altLang="en-US" sz="1399" dirty="0"/>
              <a:t>项目分析</a:t>
            </a:r>
            <a:endParaRPr lang="en-US" altLang="zh-CN" sz="1399" dirty="0"/>
          </a:p>
        </p:txBody>
      </p:sp>
      <p:sp>
        <p:nvSpPr>
          <p:cNvPr id="113" name="ïṧļíḍê">
            <a:extLst>
              <a:ext uri="{FF2B5EF4-FFF2-40B4-BE49-F238E27FC236}">
                <a16:creationId xmlns:a16="http://schemas.microsoft.com/office/drawing/2014/main" id="{D1BCCD92-D45A-41F7-960F-30FC35568CBF}"/>
              </a:ext>
            </a:extLst>
          </p:cNvPr>
          <p:cNvSpPr txBox="1"/>
          <p:nvPr/>
        </p:nvSpPr>
        <p:spPr bwMode="gray">
          <a:xfrm>
            <a:off x="836816" y="3502252"/>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1399" dirty="0">
                <a:solidFill>
                  <a:schemeClr val="bg1">
                    <a:lumMod val="65000"/>
                  </a:schemeClr>
                </a:solidFill>
              </a:rPr>
              <a:t>风险评估</a:t>
            </a:r>
            <a:endParaRPr lang="en-US" altLang="zh-CN" sz="1399" dirty="0">
              <a:solidFill>
                <a:schemeClr val="bg1">
                  <a:lumMod val="65000"/>
                </a:schemeClr>
              </a:solidFill>
            </a:endParaRPr>
          </a:p>
        </p:txBody>
      </p:sp>
      <p:sp>
        <p:nvSpPr>
          <p:cNvPr id="114" name="îş1iḍê">
            <a:extLst>
              <a:ext uri="{FF2B5EF4-FFF2-40B4-BE49-F238E27FC236}">
                <a16:creationId xmlns:a16="http://schemas.microsoft.com/office/drawing/2014/main" id="{F0B068A5-560A-4DB9-9ABC-E179FB4B53B1}"/>
              </a:ext>
            </a:extLst>
          </p:cNvPr>
          <p:cNvSpPr txBox="1"/>
          <p:nvPr/>
        </p:nvSpPr>
        <p:spPr bwMode="gray">
          <a:xfrm>
            <a:off x="836816" y="4456783"/>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00000"/>
              </a:lnSpc>
              <a:spcBef>
                <a:spcPct val="0"/>
              </a:spcBef>
            </a:pPr>
            <a:r>
              <a:rPr lang="zh-CN" altLang="en-US" sz="1399" dirty="0">
                <a:solidFill>
                  <a:schemeClr val="bg1">
                    <a:lumMod val="65000"/>
                  </a:schemeClr>
                </a:solidFill>
              </a:rPr>
              <a:t>输出割接方案</a:t>
            </a:r>
            <a:endParaRPr lang="en-US" altLang="zh-CN" sz="1399" dirty="0">
              <a:solidFill>
                <a:schemeClr val="bg1">
                  <a:lumMod val="65000"/>
                </a:schemeClr>
              </a:solidFill>
            </a:endParaRPr>
          </a:p>
        </p:txBody>
      </p:sp>
      <p:sp>
        <p:nvSpPr>
          <p:cNvPr id="115" name="íşḻïďe">
            <a:extLst>
              <a:ext uri="{FF2B5EF4-FFF2-40B4-BE49-F238E27FC236}">
                <a16:creationId xmlns:a16="http://schemas.microsoft.com/office/drawing/2014/main" id="{05246D82-A4F5-42F2-854D-C3D348D160CE}"/>
              </a:ext>
            </a:extLst>
          </p:cNvPr>
          <p:cNvSpPr txBox="1"/>
          <p:nvPr/>
        </p:nvSpPr>
        <p:spPr bwMode="gray">
          <a:xfrm>
            <a:off x="836816" y="5411314"/>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1399" b="1" dirty="0"/>
              <a:t>方案验证、评审</a:t>
            </a:r>
            <a:endParaRPr lang="en-US" altLang="zh-CN" sz="1399" b="1" dirty="0"/>
          </a:p>
        </p:txBody>
      </p:sp>
      <p:cxnSp>
        <p:nvCxnSpPr>
          <p:cNvPr id="117" name="直接连接符 116">
            <a:extLst>
              <a:ext uri="{FF2B5EF4-FFF2-40B4-BE49-F238E27FC236}">
                <a16:creationId xmlns:a16="http://schemas.microsoft.com/office/drawing/2014/main" id="{4AA622A8-8183-4782-A4A5-6DF01B92BB53}"/>
              </a:ext>
            </a:extLst>
          </p:cNvPr>
          <p:cNvCxnSpPr/>
          <p:nvPr/>
        </p:nvCxnSpPr>
        <p:spPr bwMode="gray">
          <a:xfrm>
            <a:off x="665266" y="1440794"/>
            <a:ext cx="0" cy="4689414"/>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26" name="iṩ1îdè">
            <a:extLst>
              <a:ext uri="{FF2B5EF4-FFF2-40B4-BE49-F238E27FC236}">
                <a16:creationId xmlns:a16="http://schemas.microsoft.com/office/drawing/2014/main" id="{7F2033B8-3D85-4EBC-B06A-35DC8DC5989D}"/>
              </a:ext>
            </a:extLst>
          </p:cNvPr>
          <p:cNvSpPr/>
          <p:nvPr/>
        </p:nvSpPr>
        <p:spPr bwMode="gray">
          <a:xfrm rot="10800000" flipV="1">
            <a:off x="485337" y="3541850"/>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31" name="íŝlíďé">
            <a:extLst>
              <a:ext uri="{FF2B5EF4-FFF2-40B4-BE49-F238E27FC236}">
                <a16:creationId xmlns:a16="http://schemas.microsoft.com/office/drawing/2014/main" id="{E7C05249-EC6B-4A31-B592-1B7DA1FC1C4D}"/>
              </a:ext>
            </a:extLst>
          </p:cNvPr>
          <p:cNvSpPr/>
          <p:nvPr/>
        </p:nvSpPr>
        <p:spPr bwMode="gray">
          <a:xfrm rot="10800000" flipV="1">
            <a:off x="485337" y="4497027"/>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34" name="íṡ1íḋê">
            <a:extLst>
              <a:ext uri="{FF2B5EF4-FFF2-40B4-BE49-F238E27FC236}">
                <a16:creationId xmlns:a16="http://schemas.microsoft.com/office/drawing/2014/main" id="{87A1502E-FF5A-402F-AE9A-604F51135206}"/>
              </a:ext>
            </a:extLst>
          </p:cNvPr>
          <p:cNvSpPr/>
          <p:nvPr/>
        </p:nvSpPr>
        <p:spPr bwMode="gray">
          <a:xfrm rot="10800000" flipV="1">
            <a:off x="485337" y="5452202"/>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rgbClr val="56C4D2"/>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799"/>
          </a:p>
        </p:txBody>
      </p:sp>
      <p:sp>
        <p:nvSpPr>
          <p:cNvPr id="136" name="iṡļidè">
            <a:extLst>
              <a:ext uri="{FF2B5EF4-FFF2-40B4-BE49-F238E27FC236}">
                <a16:creationId xmlns:a16="http://schemas.microsoft.com/office/drawing/2014/main" id="{D2F2F0A0-455D-459F-90E5-A8674554530D}"/>
              </a:ext>
            </a:extLst>
          </p:cNvPr>
          <p:cNvSpPr/>
          <p:nvPr/>
        </p:nvSpPr>
        <p:spPr bwMode="gray">
          <a:xfrm>
            <a:off x="594261" y="5565126"/>
            <a:ext cx="159431" cy="134008"/>
          </a:xfrm>
          <a:custGeom>
            <a:avLst/>
            <a:gdLst>
              <a:gd name="connsiteX0" fmla="*/ 536415 w 607227"/>
              <a:gd name="connsiteY0" fmla="*/ 12631 h 510399"/>
              <a:gd name="connsiteX1" fmla="*/ 557192 w 607227"/>
              <a:gd name="connsiteY1" fmla="*/ 21221 h 510399"/>
              <a:gd name="connsiteX2" fmla="*/ 598584 w 607227"/>
              <a:gd name="connsiteY2" fmla="*/ 62633 h 510399"/>
              <a:gd name="connsiteX3" fmla="*/ 598584 w 607227"/>
              <a:gd name="connsiteY3" fmla="*/ 104044 h 510399"/>
              <a:gd name="connsiteX4" fmla="*/ 511175 w 607227"/>
              <a:gd name="connsiteY4" fmla="*/ 191324 h 510399"/>
              <a:gd name="connsiteX5" fmla="*/ 444948 w 607227"/>
              <a:gd name="connsiteY5" fmla="*/ 257453 h 510399"/>
              <a:gd name="connsiteX6" fmla="*/ 339441 w 607227"/>
              <a:gd name="connsiteY6" fmla="*/ 362805 h 510399"/>
              <a:gd name="connsiteX7" fmla="*/ 297968 w 607227"/>
              <a:gd name="connsiteY7" fmla="*/ 404217 h 510399"/>
              <a:gd name="connsiteX8" fmla="*/ 277191 w 607227"/>
              <a:gd name="connsiteY8" fmla="*/ 412807 h 510399"/>
              <a:gd name="connsiteX9" fmla="*/ 256495 w 607227"/>
              <a:gd name="connsiteY9" fmla="*/ 404217 h 510399"/>
              <a:gd name="connsiteX10" fmla="*/ 215023 w 607227"/>
              <a:gd name="connsiteY10" fmla="*/ 362805 h 510399"/>
              <a:gd name="connsiteX11" fmla="*/ 138814 w 607227"/>
              <a:gd name="connsiteY11" fmla="*/ 286790 h 510399"/>
              <a:gd name="connsiteX12" fmla="*/ 138814 w 607227"/>
              <a:gd name="connsiteY12" fmla="*/ 245378 h 510399"/>
              <a:gd name="connsiteX13" fmla="*/ 180286 w 607227"/>
              <a:gd name="connsiteY13" fmla="*/ 203967 h 510399"/>
              <a:gd name="connsiteX14" fmla="*/ 201063 w 607227"/>
              <a:gd name="connsiteY14" fmla="*/ 195376 h 510399"/>
              <a:gd name="connsiteX15" fmla="*/ 221759 w 607227"/>
              <a:gd name="connsiteY15" fmla="*/ 203967 h 510399"/>
              <a:gd name="connsiteX16" fmla="*/ 277191 w 607227"/>
              <a:gd name="connsiteY16" fmla="*/ 259317 h 510399"/>
              <a:gd name="connsiteX17" fmla="*/ 444948 w 607227"/>
              <a:gd name="connsiteY17" fmla="*/ 91807 h 510399"/>
              <a:gd name="connsiteX18" fmla="*/ 503951 w 607227"/>
              <a:gd name="connsiteY18" fmla="*/ 32891 h 510399"/>
              <a:gd name="connsiteX19" fmla="*/ 515719 w 607227"/>
              <a:gd name="connsiteY19" fmla="*/ 21221 h 510399"/>
              <a:gd name="connsiteX20" fmla="*/ 536415 w 607227"/>
              <a:gd name="connsiteY20" fmla="*/ 12631 h 510399"/>
              <a:gd name="connsiteX21" fmla="*/ 61847 w 607227"/>
              <a:gd name="connsiteY21" fmla="*/ 0 h 510399"/>
              <a:gd name="connsiteX22" fmla="*/ 449328 w 607227"/>
              <a:gd name="connsiteY22" fmla="*/ 0 h 510399"/>
              <a:gd name="connsiteX23" fmla="*/ 491858 w 607227"/>
              <a:gd name="connsiteY23" fmla="*/ 17019 h 510399"/>
              <a:gd name="connsiteX24" fmla="*/ 442591 w 607227"/>
              <a:gd name="connsiteY24" fmla="*/ 66130 h 510399"/>
              <a:gd name="connsiteX25" fmla="*/ 66230 w 607227"/>
              <a:gd name="connsiteY25" fmla="*/ 66130 h 510399"/>
              <a:gd name="connsiteX26" fmla="*/ 66230 w 607227"/>
              <a:gd name="connsiteY26" fmla="*/ 444269 h 510399"/>
              <a:gd name="connsiteX27" fmla="*/ 444945 w 607227"/>
              <a:gd name="connsiteY27" fmla="*/ 444269 h 510399"/>
              <a:gd name="connsiteX28" fmla="*/ 444945 w 607227"/>
              <a:gd name="connsiteY28" fmla="*/ 285590 h 510399"/>
              <a:gd name="connsiteX29" fmla="*/ 511175 w 607227"/>
              <a:gd name="connsiteY29" fmla="*/ 219460 h 510399"/>
              <a:gd name="connsiteX30" fmla="*/ 511175 w 607227"/>
              <a:gd name="connsiteY30" fmla="*/ 448645 h 510399"/>
              <a:gd name="connsiteX31" fmla="*/ 449328 w 607227"/>
              <a:gd name="connsiteY31" fmla="*/ 510399 h 510399"/>
              <a:gd name="connsiteX32" fmla="*/ 61847 w 607227"/>
              <a:gd name="connsiteY32" fmla="*/ 510399 h 510399"/>
              <a:gd name="connsiteX33" fmla="*/ 0 w 607227"/>
              <a:gd name="connsiteY33" fmla="*/ 448645 h 510399"/>
              <a:gd name="connsiteX34" fmla="*/ 0 w 607227"/>
              <a:gd name="connsiteY34" fmla="*/ 61673 h 510399"/>
              <a:gd name="connsiteX35" fmla="*/ 61847 w 607227"/>
              <a:gd name="connsiteY35" fmla="*/ 0 h 51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7227" h="510399">
                <a:moveTo>
                  <a:pt x="536415" y="12631"/>
                </a:moveTo>
                <a:cubicBezTo>
                  <a:pt x="543882" y="12631"/>
                  <a:pt x="551430" y="15467"/>
                  <a:pt x="557192" y="21221"/>
                </a:cubicBezTo>
                <a:lnTo>
                  <a:pt x="598584" y="62633"/>
                </a:lnTo>
                <a:cubicBezTo>
                  <a:pt x="610108" y="74059"/>
                  <a:pt x="610108" y="92618"/>
                  <a:pt x="598584" y="104044"/>
                </a:cubicBezTo>
                <a:lnTo>
                  <a:pt x="511175" y="191324"/>
                </a:lnTo>
                <a:lnTo>
                  <a:pt x="444948" y="257453"/>
                </a:lnTo>
                <a:lnTo>
                  <a:pt x="339441" y="362805"/>
                </a:lnTo>
                <a:lnTo>
                  <a:pt x="297968" y="404217"/>
                </a:lnTo>
                <a:cubicBezTo>
                  <a:pt x="292206" y="409971"/>
                  <a:pt x="284739" y="412807"/>
                  <a:pt x="277191" y="412807"/>
                </a:cubicBezTo>
                <a:cubicBezTo>
                  <a:pt x="269724" y="412807"/>
                  <a:pt x="262177" y="409971"/>
                  <a:pt x="256495" y="404217"/>
                </a:cubicBezTo>
                <a:lnTo>
                  <a:pt x="215023" y="362805"/>
                </a:lnTo>
                <a:lnTo>
                  <a:pt x="138814" y="286790"/>
                </a:lnTo>
                <a:cubicBezTo>
                  <a:pt x="127370" y="275363"/>
                  <a:pt x="127370" y="256805"/>
                  <a:pt x="138814" y="245378"/>
                </a:cubicBezTo>
                <a:lnTo>
                  <a:pt x="180286" y="203967"/>
                </a:lnTo>
                <a:cubicBezTo>
                  <a:pt x="186049" y="198213"/>
                  <a:pt x="193515" y="195376"/>
                  <a:pt x="201063" y="195376"/>
                </a:cubicBezTo>
                <a:cubicBezTo>
                  <a:pt x="208530" y="195376"/>
                  <a:pt x="215997" y="198213"/>
                  <a:pt x="221759" y="203967"/>
                </a:cubicBezTo>
                <a:lnTo>
                  <a:pt x="277191" y="259317"/>
                </a:lnTo>
                <a:lnTo>
                  <a:pt x="444948" y="91807"/>
                </a:lnTo>
                <a:lnTo>
                  <a:pt x="503951" y="32891"/>
                </a:lnTo>
                <a:lnTo>
                  <a:pt x="515719" y="21221"/>
                </a:lnTo>
                <a:cubicBezTo>
                  <a:pt x="521401" y="15467"/>
                  <a:pt x="528949" y="12631"/>
                  <a:pt x="536415" y="12631"/>
                </a:cubicBezTo>
                <a:close/>
                <a:moveTo>
                  <a:pt x="61847" y="0"/>
                </a:moveTo>
                <a:lnTo>
                  <a:pt x="449328" y="0"/>
                </a:lnTo>
                <a:cubicBezTo>
                  <a:pt x="465804" y="0"/>
                  <a:pt x="480738" y="6483"/>
                  <a:pt x="491858" y="17019"/>
                </a:cubicBezTo>
                <a:lnTo>
                  <a:pt x="442591" y="66130"/>
                </a:lnTo>
                <a:lnTo>
                  <a:pt x="66230" y="66130"/>
                </a:lnTo>
                <a:lnTo>
                  <a:pt x="66230" y="444269"/>
                </a:lnTo>
                <a:lnTo>
                  <a:pt x="444945" y="444269"/>
                </a:lnTo>
                <a:lnTo>
                  <a:pt x="444945" y="285590"/>
                </a:lnTo>
                <a:lnTo>
                  <a:pt x="511175" y="219460"/>
                </a:lnTo>
                <a:lnTo>
                  <a:pt x="511175" y="448645"/>
                </a:lnTo>
                <a:cubicBezTo>
                  <a:pt x="511175" y="482683"/>
                  <a:pt x="483417" y="510399"/>
                  <a:pt x="449328" y="510399"/>
                </a:cubicBezTo>
                <a:lnTo>
                  <a:pt x="61847" y="510399"/>
                </a:lnTo>
                <a:cubicBezTo>
                  <a:pt x="27758" y="510399"/>
                  <a:pt x="0" y="482683"/>
                  <a:pt x="0" y="448645"/>
                </a:cubicBezTo>
                <a:lnTo>
                  <a:pt x="0" y="61673"/>
                </a:lnTo>
                <a:cubicBezTo>
                  <a:pt x="0" y="27635"/>
                  <a:pt x="27758" y="0"/>
                  <a:pt x="61847" y="0"/>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sz="1799"/>
          </a:p>
        </p:txBody>
      </p:sp>
      <p:sp>
        <p:nvSpPr>
          <p:cNvPr id="140" name="cloud-computing_161788"/>
          <p:cNvSpPr>
            <a:spLocks noChangeAspect="1"/>
          </p:cNvSpPr>
          <p:nvPr/>
        </p:nvSpPr>
        <p:spPr bwMode="gray">
          <a:xfrm>
            <a:off x="566012" y="1712330"/>
            <a:ext cx="198513" cy="198190"/>
          </a:xfrm>
          <a:custGeom>
            <a:avLst/>
            <a:gdLst>
              <a:gd name="connsiteX0" fmla="*/ 46142 w 606580"/>
              <a:gd name="connsiteY0" fmla="*/ 341782 h 605592"/>
              <a:gd name="connsiteX1" fmla="*/ 46142 w 606580"/>
              <a:gd name="connsiteY1" fmla="*/ 468218 h 605592"/>
              <a:gd name="connsiteX2" fmla="*/ 251785 w 606580"/>
              <a:gd name="connsiteY2" fmla="*/ 468218 h 605592"/>
              <a:gd name="connsiteX3" fmla="*/ 251785 w 606580"/>
              <a:gd name="connsiteY3" fmla="*/ 341782 h 605592"/>
              <a:gd name="connsiteX4" fmla="*/ 0 w 606580"/>
              <a:gd name="connsiteY4" fmla="*/ 297010 h 605592"/>
              <a:gd name="connsiteX5" fmla="*/ 297927 w 606580"/>
              <a:gd name="connsiteY5" fmla="*/ 297010 h 605592"/>
              <a:gd name="connsiteX6" fmla="*/ 297927 w 606580"/>
              <a:gd name="connsiteY6" fmla="*/ 512433 h 605592"/>
              <a:gd name="connsiteX7" fmla="*/ 197844 w 606580"/>
              <a:gd name="connsiteY7" fmla="*/ 512433 h 605592"/>
              <a:gd name="connsiteX8" fmla="*/ 207128 w 606580"/>
              <a:gd name="connsiteY8" fmla="*/ 562860 h 605592"/>
              <a:gd name="connsiteX9" fmla="*/ 237766 w 606580"/>
              <a:gd name="connsiteY9" fmla="*/ 562860 h 605592"/>
              <a:gd name="connsiteX10" fmla="*/ 237766 w 606580"/>
              <a:gd name="connsiteY10" fmla="*/ 605592 h 605592"/>
              <a:gd name="connsiteX11" fmla="*/ 60625 w 606580"/>
              <a:gd name="connsiteY11" fmla="*/ 605592 h 605592"/>
              <a:gd name="connsiteX12" fmla="*/ 60625 w 606580"/>
              <a:gd name="connsiteY12" fmla="*/ 562860 h 605592"/>
              <a:gd name="connsiteX13" fmla="*/ 90891 w 606580"/>
              <a:gd name="connsiteY13" fmla="*/ 562860 h 605592"/>
              <a:gd name="connsiteX14" fmla="*/ 100176 w 606580"/>
              <a:gd name="connsiteY14" fmla="*/ 512433 h 605592"/>
              <a:gd name="connsiteX15" fmla="*/ 0 w 606580"/>
              <a:gd name="connsiteY15" fmla="*/ 512433 h 605592"/>
              <a:gd name="connsiteX16" fmla="*/ 440020 w 606580"/>
              <a:gd name="connsiteY16" fmla="*/ 278733 h 605592"/>
              <a:gd name="connsiteX17" fmla="*/ 453483 w 606580"/>
              <a:gd name="connsiteY17" fmla="*/ 292178 h 605592"/>
              <a:gd name="connsiteX18" fmla="*/ 453483 w 606580"/>
              <a:gd name="connsiteY18" fmla="*/ 415781 h 605592"/>
              <a:gd name="connsiteX19" fmla="*/ 440484 w 606580"/>
              <a:gd name="connsiteY19" fmla="*/ 429319 h 605592"/>
              <a:gd name="connsiteX20" fmla="*/ 354788 w 606580"/>
              <a:gd name="connsiteY20" fmla="*/ 429319 h 605592"/>
              <a:gd name="connsiteX21" fmla="*/ 341325 w 606580"/>
              <a:gd name="connsiteY21" fmla="*/ 415781 h 605592"/>
              <a:gd name="connsiteX22" fmla="*/ 354788 w 606580"/>
              <a:gd name="connsiteY22" fmla="*/ 402336 h 605592"/>
              <a:gd name="connsiteX23" fmla="*/ 426465 w 606580"/>
              <a:gd name="connsiteY23" fmla="*/ 402336 h 605592"/>
              <a:gd name="connsiteX24" fmla="*/ 426465 w 606580"/>
              <a:gd name="connsiteY24" fmla="*/ 292178 h 605592"/>
              <a:gd name="connsiteX25" fmla="*/ 440020 w 606580"/>
              <a:gd name="connsiteY25" fmla="*/ 278733 h 605592"/>
              <a:gd name="connsiteX26" fmla="*/ 410109 w 606580"/>
              <a:gd name="connsiteY26" fmla="*/ 0 h 605592"/>
              <a:gd name="connsiteX27" fmla="*/ 485782 w 606580"/>
              <a:gd name="connsiteY27" fmla="*/ 36057 h 605592"/>
              <a:gd name="connsiteX28" fmla="*/ 542328 w 606580"/>
              <a:gd name="connsiteY28" fmla="*/ 52185 h 605592"/>
              <a:gd name="connsiteX29" fmla="*/ 562291 w 606580"/>
              <a:gd name="connsiteY29" fmla="*/ 103350 h 605592"/>
              <a:gd name="connsiteX30" fmla="*/ 606580 w 606580"/>
              <a:gd name="connsiteY30" fmla="*/ 168697 h 605592"/>
              <a:gd name="connsiteX31" fmla="*/ 536293 w 606580"/>
              <a:gd name="connsiteY31" fmla="*/ 238864 h 605592"/>
              <a:gd name="connsiteX32" fmla="*/ 311502 w 606580"/>
              <a:gd name="connsiteY32" fmla="*/ 238864 h 605592"/>
              <a:gd name="connsiteX33" fmla="*/ 241122 w 606580"/>
              <a:gd name="connsiteY33" fmla="*/ 168697 h 605592"/>
              <a:gd name="connsiteX34" fmla="*/ 311502 w 606580"/>
              <a:gd name="connsiteY34" fmla="*/ 98530 h 605592"/>
              <a:gd name="connsiteX35" fmla="*/ 410109 w 606580"/>
              <a:gd name="connsiteY35"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6580" h="605592">
                <a:moveTo>
                  <a:pt x="46142" y="341782"/>
                </a:moveTo>
                <a:lnTo>
                  <a:pt x="46142" y="468218"/>
                </a:lnTo>
                <a:lnTo>
                  <a:pt x="251785" y="468218"/>
                </a:lnTo>
                <a:lnTo>
                  <a:pt x="251785" y="341782"/>
                </a:lnTo>
                <a:close/>
                <a:moveTo>
                  <a:pt x="0" y="297010"/>
                </a:moveTo>
                <a:lnTo>
                  <a:pt x="297927" y="297010"/>
                </a:lnTo>
                <a:lnTo>
                  <a:pt x="297927" y="512433"/>
                </a:lnTo>
                <a:lnTo>
                  <a:pt x="197844" y="512433"/>
                </a:lnTo>
                <a:lnTo>
                  <a:pt x="207128" y="562860"/>
                </a:lnTo>
                <a:lnTo>
                  <a:pt x="237766" y="562860"/>
                </a:lnTo>
                <a:lnTo>
                  <a:pt x="237766" y="605592"/>
                </a:lnTo>
                <a:lnTo>
                  <a:pt x="60625" y="605592"/>
                </a:lnTo>
                <a:lnTo>
                  <a:pt x="60625" y="562860"/>
                </a:lnTo>
                <a:lnTo>
                  <a:pt x="90891" y="562860"/>
                </a:lnTo>
                <a:lnTo>
                  <a:pt x="100176" y="512433"/>
                </a:lnTo>
                <a:lnTo>
                  <a:pt x="0" y="512433"/>
                </a:lnTo>
                <a:close/>
                <a:moveTo>
                  <a:pt x="440020" y="278733"/>
                </a:moveTo>
                <a:cubicBezTo>
                  <a:pt x="447634" y="278733"/>
                  <a:pt x="453483" y="285038"/>
                  <a:pt x="453483" y="292178"/>
                </a:cubicBezTo>
                <a:lnTo>
                  <a:pt x="453483" y="415781"/>
                </a:lnTo>
                <a:cubicBezTo>
                  <a:pt x="453947" y="423477"/>
                  <a:pt x="447634" y="429319"/>
                  <a:pt x="440484" y="429319"/>
                </a:cubicBezTo>
                <a:lnTo>
                  <a:pt x="354788" y="429319"/>
                </a:lnTo>
                <a:cubicBezTo>
                  <a:pt x="347174" y="429319"/>
                  <a:pt x="341325" y="423014"/>
                  <a:pt x="341325" y="415781"/>
                </a:cubicBezTo>
                <a:cubicBezTo>
                  <a:pt x="341325" y="408641"/>
                  <a:pt x="347639" y="402336"/>
                  <a:pt x="354788" y="402336"/>
                </a:cubicBezTo>
                <a:lnTo>
                  <a:pt x="426465" y="402336"/>
                </a:lnTo>
                <a:lnTo>
                  <a:pt x="426465" y="292178"/>
                </a:lnTo>
                <a:cubicBezTo>
                  <a:pt x="426465" y="284482"/>
                  <a:pt x="432778" y="278733"/>
                  <a:pt x="440020" y="278733"/>
                </a:cubicBezTo>
                <a:close/>
                <a:moveTo>
                  <a:pt x="410109" y="0"/>
                </a:moveTo>
                <a:cubicBezTo>
                  <a:pt x="440935" y="0"/>
                  <a:pt x="468419" y="13996"/>
                  <a:pt x="485782" y="36057"/>
                </a:cubicBezTo>
                <a:cubicBezTo>
                  <a:pt x="508530" y="30495"/>
                  <a:pt x="531000" y="41247"/>
                  <a:pt x="542328" y="52185"/>
                </a:cubicBezTo>
                <a:cubicBezTo>
                  <a:pt x="554584" y="63771"/>
                  <a:pt x="562940" y="81197"/>
                  <a:pt x="562291" y="103350"/>
                </a:cubicBezTo>
                <a:cubicBezTo>
                  <a:pt x="588289" y="113917"/>
                  <a:pt x="606580" y="138943"/>
                  <a:pt x="606580" y="168697"/>
                </a:cubicBezTo>
                <a:cubicBezTo>
                  <a:pt x="606580" y="207627"/>
                  <a:pt x="574825" y="238864"/>
                  <a:pt x="536293" y="238864"/>
                </a:cubicBezTo>
                <a:lnTo>
                  <a:pt x="311502" y="238864"/>
                </a:lnTo>
                <a:cubicBezTo>
                  <a:pt x="272505" y="238864"/>
                  <a:pt x="241122" y="207627"/>
                  <a:pt x="241122" y="168697"/>
                </a:cubicBezTo>
                <a:cubicBezTo>
                  <a:pt x="241122" y="129767"/>
                  <a:pt x="272970" y="98530"/>
                  <a:pt x="311502" y="98530"/>
                </a:cubicBezTo>
                <a:cubicBezTo>
                  <a:pt x="311502" y="44213"/>
                  <a:pt x="355792" y="0"/>
                  <a:pt x="410109" y="0"/>
                </a:cubicBezTo>
                <a:close/>
              </a:path>
            </a:pathLst>
          </a:custGeom>
          <a:solidFill>
            <a:schemeClr val="bg1"/>
          </a:solidFill>
          <a:ln>
            <a:noFill/>
          </a:ln>
        </p:spPr>
      </p:sp>
      <p:sp>
        <p:nvSpPr>
          <p:cNvPr id="143" name="iṡ1ïdé">
            <a:extLst>
              <a:ext uri="{FF2B5EF4-FFF2-40B4-BE49-F238E27FC236}">
                <a16:creationId xmlns:a16="http://schemas.microsoft.com/office/drawing/2014/main" id="{3FC487D0-A815-4107-8A36-7C156E98B5FA}"/>
              </a:ext>
            </a:extLst>
          </p:cNvPr>
          <p:cNvSpPr/>
          <p:nvPr/>
        </p:nvSpPr>
        <p:spPr bwMode="gray">
          <a:xfrm rot="10800000" flipV="1">
            <a:off x="485337" y="2586673"/>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grpSp>
        <p:nvGrpSpPr>
          <p:cNvPr id="2" name="组合 1"/>
          <p:cNvGrpSpPr/>
          <p:nvPr/>
        </p:nvGrpSpPr>
        <p:grpSpPr bwMode="gray">
          <a:xfrm>
            <a:off x="485336" y="1602933"/>
            <a:ext cx="359859" cy="359859"/>
            <a:chOff x="2491530" y="2773952"/>
            <a:chExt cx="360000" cy="360000"/>
          </a:xfrm>
        </p:grpSpPr>
        <p:sp>
          <p:nvSpPr>
            <p:cNvPr id="146" name="íṩlíḓê">
              <a:extLst>
                <a:ext uri="{FF2B5EF4-FFF2-40B4-BE49-F238E27FC236}">
                  <a16:creationId xmlns:a16="http://schemas.microsoft.com/office/drawing/2014/main" id="{FBC6DF09-FCD2-4E57-B557-9F103A335C85}"/>
                </a:ext>
              </a:extLst>
            </p:cNvPr>
            <p:cNvSpPr/>
            <p:nvPr/>
          </p:nvSpPr>
          <p:spPr bwMode="gray">
            <a:xfrm rot="10800000" flipV="1">
              <a:off x="2491530" y="2773952"/>
              <a:ext cx="360000" cy="3600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45" name="stack-of-books-and-a-magnifier_67996"/>
            <p:cNvSpPr>
              <a:spLocks noChangeAspect="1"/>
            </p:cNvSpPr>
            <p:nvPr/>
          </p:nvSpPr>
          <p:spPr bwMode="gray">
            <a:xfrm>
              <a:off x="2556515" y="2843865"/>
              <a:ext cx="230028" cy="234756"/>
            </a:xfrm>
            <a:custGeom>
              <a:avLst/>
              <a:gdLst>
                <a:gd name="connsiteX0" fmla="*/ 359573 w 594302"/>
                <a:gd name="connsiteY0" fmla="*/ 276018 h 606516"/>
                <a:gd name="connsiteX1" fmla="*/ 291512 w 594302"/>
                <a:gd name="connsiteY1" fmla="*/ 304169 h 606516"/>
                <a:gd name="connsiteX2" fmla="*/ 291512 w 594302"/>
                <a:gd name="connsiteY2" fmla="*/ 440091 h 606516"/>
                <a:gd name="connsiteX3" fmla="*/ 427633 w 594302"/>
                <a:gd name="connsiteY3" fmla="*/ 440091 h 606516"/>
                <a:gd name="connsiteX4" fmla="*/ 427633 w 594302"/>
                <a:gd name="connsiteY4" fmla="*/ 304169 h 606516"/>
                <a:gd name="connsiteX5" fmla="*/ 359573 w 594302"/>
                <a:gd name="connsiteY5" fmla="*/ 276018 h 606516"/>
                <a:gd name="connsiteX6" fmla="*/ 359573 w 594302"/>
                <a:gd name="connsiteY6" fmla="*/ 238356 h 606516"/>
                <a:gd name="connsiteX7" fmla="*/ 454366 w 594302"/>
                <a:gd name="connsiteY7" fmla="*/ 277476 h 606516"/>
                <a:gd name="connsiteX8" fmla="*/ 476080 w 594302"/>
                <a:gd name="connsiteY8" fmla="*/ 438353 h 606516"/>
                <a:gd name="connsiteX9" fmla="*/ 583932 w 594302"/>
                <a:gd name="connsiteY9" fmla="*/ 546047 h 606516"/>
                <a:gd name="connsiteX10" fmla="*/ 583932 w 594302"/>
                <a:gd name="connsiteY10" fmla="*/ 596161 h 606516"/>
                <a:gd name="connsiteX11" fmla="*/ 533847 w 594302"/>
                <a:gd name="connsiteY11" fmla="*/ 596161 h 606516"/>
                <a:gd name="connsiteX12" fmla="*/ 425892 w 594302"/>
                <a:gd name="connsiteY12" fmla="*/ 488364 h 606516"/>
                <a:gd name="connsiteX13" fmla="*/ 264779 w 594302"/>
                <a:gd name="connsiteY13" fmla="*/ 466785 h 606516"/>
                <a:gd name="connsiteX14" fmla="*/ 264779 w 594302"/>
                <a:gd name="connsiteY14" fmla="*/ 277476 h 606516"/>
                <a:gd name="connsiteX15" fmla="*/ 359573 w 594302"/>
                <a:gd name="connsiteY15" fmla="*/ 238356 h 606516"/>
                <a:gd name="connsiteX16" fmla="*/ 139917 w 594302"/>
                <a:gd name="connsiteY16" fmla="*/ 43060 h 606516"/>
                <a:gd name="connsiteX17" fmla="*/ 114822 w 594302"/>
                <a:gd name="connsiteY17" fmla="*/ 68017 h 606516"/>
                <a:gd name="connsiteX18" fmla="*/ 114822 w 594302"/>
                <a:gd name="connsiteY18" fmla="*/ 145137 h 606516"/>
                <a:gd name="connsiteX19" fmla="*/ 139917 w 594302"/>
                <a:gd name="connsiteY19" fmla="*/ 170094 h 606516"/>
                <a:gd name="connsiteX20" fmla="*/ 461952 w 594302"/>
                <a:gd name="connsiteY20" fmla="*/ 170094 h 606516"/>
                <a:gd name="connsiteX21" fmla="*/ 461952 w 594302"/>
                <a:gd name="connsiteY21" fmla="*/ 128056 h 606516"/>
                <a:gd name="connsiteX22" fmla="*/ 322957 w 594302"/>
                <a:gd name="connsiteY22" fmla="*/ 128056 h 606516"/>
                <a:gd name="connsiteX23" fmla="*/ 301344 w 594302"/>
                <a:gd name="connsiteY23" fmla="*/ 106577 h 606516"/>
                <a:gd name="connsiteX24" fmla="*/ 322957 w 594302"/>
                <a:gd name="connsiteY24" fmla="*/ 85098 h 606516"/>
                <a:gd name="connsiteX25" fmla="*/ 461952 w 594302"/>
                <a:gd name="connsiteY25" fmla="*/ 85098 h 606516"/>
                <a:gd name="connsiteX26" fmla="*/ 461952 w 594302"/>
                <a:gd name="connsiteY26" fmla="*/ 43060 h 606516"/>
                <a:gd name="connsiteX27" fmla="*/ 139917 w 594302"/>
                <a:gd name="connsiteY27" fmla="*/ 0 h 606516"/>
                <a:gd name="connsiteX28" fmla="*/ 511117 w 594302"/>
                <a:gd name="connsiteY28" fmla="*/ 0 h 606516"/>
                <a:gd name="connsiteX29" fmla="*/ 532627 w 594302"/>
                <a:gd name="connsiteY29" fmla="*/ 21479 h 606516"/>
                <a:gd name="connsiteX30" fmla="*/ 511117 w 594302"/>
                <a:gd name="connsiteY30" fmla="*/ 43060 h 606516"/>
                <a:gd name="connsiteX31" fmla="*/ 505074 w 594302"/>
                <a:gd name="connsiteY31" fmla="*/ 43060 h 606516"/>
                <a:gd name="connsiteX32" fmla="*/ 505074 w 594302"/>
                <a:gd name="connsiteY32" fmla="*/ 170094 h 606516"/>
                <a:gd name="connsiteX33" fmla="*/ 511117 w 594302"/>
                <a:gd name="connsiteY33" fmla="*/ 170094 h 606516"/>
                <a:gd name="connsiteX34" fmla="*/ 532627 w 594302"/>
                <a:gd name="connsiteY34" fmla="*/ 191675 h 606516"/>
                <a:gd name="connsiteX35" fmla="*/ 511117 w 594302"/>
                <a:gd name="connsiteY35" fmla="*/ 213155 h 606516"/>
                <a:gd name="connsiteX36" fmla="*/ 456011 w 594302"/>
                <a:gd name="connsiteY36" fmla="*/ 213155 h 606516"/>
                <a:gd name="connsiteX37" fmla="*/ 460825 w 594302"/>
                <a:gd name="connsiteY37" fmla="*/ 238111 h 606516"/>
                <a:gd name="connsiteX38" fmla="*/ 460825 w 594302"/>
                <a:gd name="connsiteY38" fmla="*/ 256829 h 606516"/>
                <a:gd name="connsiteX39" fmla="*/ 416576 w 594302"/>
                <a:gd name="connsiteY39" fmla="*/ 230645 h 606516"/>
                <a:gd name="connsiteX40" fmla="*/ 392710 w 594302"/>
                <a:gd name="connsiteY40" fmla="*/ 213155 h 606516"/>
                <a:gd name="connsiteX41" fmla="*/ 139917 w 594302"/>
                <a:gd name="connsiteY41" fmla="*/ 213155 h 606516"/>
                <a:gd name="connsiteX42" fmla="*/ 70675 w 594302"/>
                <a:gd name="connsiteY42" fmla="*/ 213155 h 606516"/>
                <a:gd name="connsiteX43" fmla="*/ 70675 w 594302"/>
                <a:gd name="connsiteY43" fmla="*/ 255192 h 606516"/>
                <a:gd name="connsiteX44" fmla="*/ 209670 w 594302"/>
                <a:gd name="connsiteY44" fmla="*/ 255192 h 606516"/>
                <a:gd name="connsiteX45" fmla="*/ 231181 w 594302"/>
                <a:gd name="connsiteY45" fmla="*/ 276671 h 606516"/>
                <a:gd name="connsiteX46" fmla="*/ 209670 w 594302"/>
                <a:gd name="connsiteY46" fmla="*/ 298253 h 606516"/>
                <a:gd name="connsiteX47" fmla="*/ 70675 w 594302"/>
                <a:gd name="connsiteY47" fmla="*/ 298253 h 606516"/>
                <a:gd name="connsiteX48" fmla="*/ 70675 w 594302"/>
                <a:gd name="connsiteY48" fmla="*/ 340291 h 606516"/>
                <a:gd name="connsiteX49" fmla="*/ 211207 w 594302"/>
                <a:gd name="connsiteY49" fmla="*/ 340291 h 606516"/>
                <a:gd name="connsiteX50" fmla="*/ 207519 w 594302"/>
                <a:gd name="connsiteY50" fmla="*/ 374146 h 606516"/>
                <a:gd name="connsiteX51" fmla="*/ 207827 w 594302"/>
                <a:gd name="connsiteY51" fmla="*/ 383249 h 606516"/>
                <a:gd name="connsiteX52" fmla="*/ 139917 w 594302"/>
                <a:gd name="connsiteY52" fmla="*/ 383249 h 606516"/>
                <a:gd name="connsiteX53" fmla="*/ 114822 w 594302"/>
                <a:gd name="connsiteY53" fmla="*/ 408308 h 606516"/>
                <a:gd name="connsiteX54" fmla="*/ 114822 w 594302"/>
                <a:gd name="connsiteY54" fmla="*/ 485428 h 606516"/>
                <a:gd name="connsiteX55" fmla="*/ 139917 w 594302"/>
                <a:gd name="connsiteY55" fmla="*/ 510385 h 606516"/>
                <a:gd name="connsiteX56" fmla="*/ 290180 w 594302"/>
                <a:gd name="connsiteY56" fmla="*/ 510385 h 606516"/>
                <a:gd name="connsiteX57" fmla="*/ 361367 w 594302"/>
                <a:gd name="connsiteY57" fmla="*/ 527670 h 606516"/>
                <a:gd name="connsiteX58" fmla="*/ 413093 w 594302"/>
                <a:gd name="connsiteY58" fmla="*/ 518772 h 606516"/>
                <a:gd name="connsiteX59" fmla="*/ 447817 w 594302"/>
                <a:gd name="connsiteY59" fmla="*/ 553445 h 606516"/>
                <a:gd name="connsiteX60" fmla="*/ 139917 w 594302"/>
                <a:gd name="connsiteY60" fmla="*/ 553445 h 606516"/>
                <a:gd name="connsiteX61" fmla="*/ 71802 w 594302"/>
                <a:gd name="connsiteY61" fmla="*/ 485428 h 606516"/>
                <a:gd name="connsiteX62" fmla="*/ 71802 w 594302"/>
                <a:gd name="connsiteY62" fmla="*/ 408205 h 606516"/>
                <a:gd name="connsiteX63" fmla="*/ 76514 w 594302"/>
                <a:gd name="connsiteY63" fmla="*/ 383249 h 606516"/>
                <a:gd name="connsiteX64" fmla="*/ 21510 w 594302"/>
                <a:gd name="connsiteY64" fmla="*/ 383249 h 606516"/>
                <a:gd name="connsiteX65" fmla="*/ 0 w 594302"/>
                <a:gd name="connsiteY65" fmla="*/ 361770 h 606516"/>
                <a:gd name="connsiteX66" fmla="*/ 21510 w 594302"/>
                <a:gd name="connsiteY66" fmla="*/ 340291 h 606516"/>
                <a:gd name="connsiteX67" fmla="*/ 27553 w 594302"/>
                <a:gd name="connsiteY67" fmla="*/ 340291 h 606516"/>
                <a:gd name="connsiteX68" fmla="*/ 27553 w 594302"/>
                <a:gd name="connsiteY68" fmla="*/ 213155 h 606516"/>
                <a:gd name="connsiteX69" fmla="*/ 21510 w 594302"/>
                <a:gd name="connsiteY69" fmla="*/ 213155 h 606516"/>
                <a:gd name="connsiteX70" fmla="*/ 0 w 594302"/>
                <a:gd name="connsiteY70" fmla="*/ 191675 h 606516"/>
                <a:gd name="connsiteX71" fmla="*/ 21510 w 594302"/>
                <a:gd name="connsiteY71" fmla="*/ 170094 h 606516"/>
                <a:gd name="connsiteX72" fmla="*/ 76514 w 594302"/>
                <a:gd name="connsiteY72" fmla="*/ 170094 h 606516"/>
                <a:gd name="connsiteX73" fmla="*/ 71802 w 594302"/>
                <a:gd name="connsiteY73" fmla="*/ 145137 h 606516"/>
                <a:gd name="connsiteX74" fmla="*/ 71802 w 594302"/>
                <a:gd name="connsiteY74" fmla="*/ 68017 h 606516"/>
                <a:gd name="connsiteX75" fmla="*/ 139917 w 594302"/>
                <a:gd name="connsiteY75" fmla="*/ 0 h 60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94302" h="606516">
                  <a:moveTo>
                    <a:pt x="359573" y="276018"/>
                  </a:moveTo>
                  <a:cubicBezTo>
                    <a:pt x="334914" y="276018"/>
                    <a:pt x="310256" y="285402"/>
                    <a:pt x="291512" y="304169"/>
                  </a:cubicBezTo>
                  <a:cubicBezTo>
                    <a:pt x="253922" y="341601"/>
                    <a:pt x="253922" y="402659"/>
                    <a:pt x="291512" y="440091"/>
                  </a:cubicBezTo>
                  <a:cubicBezTo>
                    <a:pt x="328999" y="477523"/>
                    <a:pt x="390146" y="477523"/>
                    <a:pt x="427633" y="440091"/>
                  </a:cubicBezTo>
                  <a:cubicBezTo>
                    <a:pt x="465223" y="402659"/>
                    <a:pt x="465223" y="341601"/>
                    <a:pt x="427633" y="304169"/>
                  </a:cubicBezTo>
                  <a:cubicBezTo>
                    <a:pt x="408890" y="285402"/>
                    <a:pt x="384231" y="276018"/>
                    <a:pt x="359573" y="276018"/>
                  </a:cubicBezTo>
                  <a:close/>
                  <a:moveTo>
                    <a:pt x="359573" y="238356"/>
                  </a:moveTo>
                  <a:cubicBezTo>
                    <a:pt x="393910" y="238356"/>
                    <a:pt x="428248" y="251396"/>
                    <a:pt x="454366" y="277476"/>
                  </a:cubicBezTo>
                  <a:cubicBezTo>
                    <a:pt x="497896" y="321044"/>
                    <a:pt x="505168" y="387216"/>
                    <a:pt x="476080" y="438353"/>
                  </a:cubicBezTo>
                  <a:lnTo>
                    <a:pt x="583932" y="546047"/>
                  </a:lnTo>
                  <a:cubicBezTo>
                    <a:pt x="597759" y="559956"/>
                    <a:pt x="597759" y="582354"/>
                    <a:pt x="583932" y="596161"/>
                  </a:cubicBezTo>
                  <a:cubicBezTo>
                    <a:pt x="570105" y="609968"/>
                    <a:pt x="547674" y="609968"/>
                    <a:pt x="533847" y="596161"/>
                  </a:cubicBezTo>
                  <a:lnTo>
                    <a:pt x="425892" y="488364"/>
                  </a:lnTo>
                  <a:cubicBezTo>
                    <a:pt x="374783" y="517513"/>
                    <a:pt x="308412" y="510251"/>
                    <a:pt x="264779" y="466785"/>
                  </a:cubicBezTo>
                  <a:cubicBezTo>
                    <a:pt x="212543" y="414523"/>
                    <a:pt x="212543" y="329635"/>
                    <a:pt x="264779" y="277476"/>
                  </a:cubicBezTo>
                  <a:cubicBezTo>
                    <a:pt x="290898" y="251396"/>
                    <a:pt x="325235" y="238356"/>
                    <a:pt x="359573" y="238356"/>
                  </a:cubicBezTo>
                  <a:close/>
                  <a:moveTo>
                    <a:pt x="139917" y="43060"/>
                  </a:moveTo>
                  <a:cubicBezTo>
                    <a:pt x="126089" y="43060"/>
                    <a:pt x="114822" y="54209"/>
                    <a:pt x="114822" y="68017"/>
                  </a:cubicBezTo>
                  <a:lnTo>
                    <a:pt x="114822" y="145137"/>
                  </a:lnTo>
                  <a:cubicBezTo>
                    <a:pt x="114822" y="158945"/>
                    <a:pt x="126089" y="170094"/>
                    <a:pt x="139917" y="170094"/>
                  </a:cubicBezTo>
                  <a:lnTo>
                    <a:pt x="461952" y="170094"/>
                  </a:lnTo>
                  <a:lnTo>
                    <a:pt x="461952" y="128056"/>
                  </a:lnTo>
                  <a:lnTo>
                    <a:pt x="322957" y="128056"/>
                  </a:lnTo>
                  <a:cubicBezTo>
                    <a:pt x="311075" y="128056"/>
                    <a:pt x="301344" y="118442"/>
                    <a:pt x="301344" y="106577"/>
                  </a:cubicBezTo>
                  <a:cubicBezTo>
                    <a:pt x="301344" y="94713"/>
                    <a:pt x="311075" y="85098"/>
                    <a:pt x="322957" y="85098"/>
                  </a:cubicBezTo>
                  <a:lnTo>
                    <a:pt x="461952" y="85098"/>
                  </a:lnTo>
                  <a:lnTo>
                    <a:pt x="461952" y="43060"/>
                  </a:lnTo>
                  <a:close/>
                  <a:moveTo>
                    <a:pt x="139917" y="0"/>
                  </a:moveTo>
                  <a:lnTo>
                    <a:pt x="511117" y="0"/>
                  </a:lnTo>
                  <a:cubicBezTo>
                    <a:pt x="522999" y="0"/>
                    <a:pt x="532627" y="9614"/>
                    <a:pt x="532627" y="21479"/>
                  </a:cubicBezTo>
                  <a:cubicBezTo>
                    <a:pt x="532627" y="33344"/>
                    <a:pt x="522999" y="43060"/>
                    <a:pt x="511117" y="43060"/>
                  </a:cubicBezTo>
                  <a:lnTo>
                    <a:pt x="505074" y="43060"/>
                  </a:lnTo>
                  <a:lnTo>
                    <a:pt x="505074" y="170094"/>
                  </a:lnTo>
                  <a:lnTo>
                    <a:pt x="511117" y="170094"/>
                  </a:lnTo>
                  <a:cubicBezTo>
                    <a:pt x="522999" y="170094"/>
                    <a:pt x="532627" y="179811"/>
                    <a:pt x="532627" y="191675"/>
                  </a:cubicBezTo>
                  <a:cubicBezTo>
                    <a:pt x="532627" y="203540"/>
                    <a:pt x="522999" y="213155"/>
                    <a:pt x="511117" y="213155"/>
                  </a:cubicBezTo>
                  <a:lnTo>
                    <a:pt x="456011" y="213155"/>
                  </a:lnTo>
                  <a:cubicBezTo>
                    <a:pt x="459084" y="220928"/>
                    <a:pt x="460825" y="229315"/>
                    <a:pt x="460825" y="238111"/>
                  </a:cubicBezTo>
                  <a:lnTo>
                    <a:pt x="460825" y="256829"/>
                  </a:lnTo>
                  <a:cubicBezTo>
                    <a:pt x="447509" y="245578"/>
                    <a:pt x="432555" y="236782"/>
                    <a:pt x="416576" y="230645"/>
                  </a:cubicBezTo>
                  <a:cubicBezTo>
                    <a:pt x="413401" y="220519"/>
                    <a:pt x="403875" y="213155"/>
                    <a:pt x="392710" y="213155"/>
                  </a:cubicBezTo>
                  <a:lnTo>
                    <a:pt x="139917" y="213155"/>
                  </a:lnTo>
                  <a:lnTo>
                    <a:pt x="70675" y="213155"/>
                  </a:lnTo>
                  <a:lnTo>
                    <a:pt x="70675" y="255192"/>
                  </a:lnTo>
                  <a:lnTo>
                    <a:pt x="209670" y="255192"/>
                  </a:lnTo>
                  <a:cubicBezTo>
                    <a:pt x="221553" y="255192"/>
                    <a:pt x="231181" y="264807"/>
                    <a:pt x="231181" y="276671"/>
                  </a:cubicBezTo>
                  <a:cubicBezTo>
                    <a:pt x="231181" y="288638"/>
                    <a:pt x="221553" y="298253"/>
                    <a:pt x="209670" y="298253"/>
                  </a:cubicBezTo>
                  <a:lnTo>
                    <a:pt x="70675" y="298253"/>
                  </a:lnTo>
                  <a:lnTo>
                    <a:pt x="70675" y="340291"/>
                  </a:lnTo>
                  <a:lnTo>
                    <a:pt x="211207" y="340291"/>
                  </a:lnTo>
                  <a:cubicBezTo>
                    <a:pt x="208749" y="351235"/>
                    <a:pt x="207519" y="362588"/>
                    <a:pt x="207519" y="374146"/>
                  </a:cubicBezTo>
                  <a:cubicBezTo>
                    <a:pt x="207519" y="377214"/>
                    <a:pt x="207622" y="380283"/>
                    <a:pt x="207827" y="383249"/>
                  </a:cubicBezTo>
                  <a:lnTo>
                    <a:pt x="139917" y="383249"/>
                  </a:lnTo>
                  <a:cubicBezTo>
                    <a:pt x="126089" y="383249"/>
                    <a:pt x="114822" y="394500"/>
                    <a:pt x="114822" y="408308"/>
                  </a:cubicBezTo>
                  <a:lnTo>
                    <a:pt x="114822" y="485428"/>
                  </a:lnTo>
                  <a:cubicBezTo>
                    <a:pt x="114822" y="499134"/>
                    <a:pt x="126089" y="510385"/>
                    <a:pt x="139917" y="510385"/>
                  </a:cubicBezTo>
                  <a:lnTo>
                    <a:pt x="290180" y="510385"/>
                  </a:lnTo>
                  <a:cubicBezTo>
                    <a:pt x="311894" y="521738"/>
                    <a:pt x="336170" y="527670"/>
                    <a:pt x="361367" y="527670"/>
                  </a:cubicBezTo>
                  <a:cubicBezTo>
                    <a:pt x="379087" y="527670"/>
                    <a:pt x="396500" y="524704"/>
                    <a:pt x="413093" y="518772"/>
                  </a:cubicBezTo>
                  <a:lnTo>
                    <a:pt x="447817" y="553445"/>
                  </a:lnTo>
                  <a:lnTo>
                    <a:pt x="139917" y="553445"/>
                  </a:lnTo>
                  <a:cubicBezTo>
                    <a:pt x="102326" y="553445"/>
                    <a:pt x="71802" y="522863"/>
                    <a:pt x="71802" y="485428"/>
                  </a:cubicBezTo>
                  <a:lnTo>
                    <a:pt x="71802" y="408205"/>
                  </a:lnTo>
                  <a:cubicBezTo>
                    <a:pt x="71802" y="399409"/>
                    <a:pt x="73441" y="391022"/>
                    <a:pt x="76514" y="383249"/>
                  </a:cubicBezTo>
                  <a:lnTo>
                    <a:pt x="21510" y="383249"/>
                  </a:lnTo>
                  <a:cubicBezTo>
                    <a:pt x="9628" y="383249"/>
                    <a:pt x="0" y="373634"/>
                    <a:pt x="0" y="361770"/>
                  </a:cubicBezTo>
                  <a:cubicBezTo>
                    <a:pt x="0" y="349905"/>
                    <a:pt x="9628" y="340291"/>
                    <a:pt x="21510" y="340291"/>
                  </a:cubicBezTo>
                  <a:lnTo>
                    <a:pt x="27553" y="340291"/>
                  </a:lnTo>
                  <a:lnTo>
                    <a:pt x="27553" y="213155"/>
                  </a:lnTo>
                  <a:lnTo>
                    <a:pt x="21510" y="213155"/>
                  </a:lnTo>
                  <a:cubicBezTo>
                    <a:pt x="9628" y="213155"/>
                    <a:pt x="0" y="203540"/>
                    <a:pt x="0" y="191675"/>
                  </a:cubicBezTo>
                  <a:cubicBezTo>
                    <a:pt x="0" y="179708"/>
                    <a:pt x="9628" y="170094"/>
                    <a:pt x="21510" y="170094"/>
                  </a:cubicBezTo>
                  <a:lnTo>
                    <a:pt x="76514" y="170094"/>
                  </a:lnTo>
                  <a:cubicBezTo>
                    <a:pt x="73441" y="162423"/>
                    <a:pt x="71802" y="153934"/>
                    <a:pt x="71802" y="145137"/>
                  </a:cubicBezTo>
                  <a:lnTo>
                    <a:pt x="71802" y="68017"/>
                  </a:lnTo>
                  <a:cubicBezTo>
                    <a:pt x="71802" y="30480"/>
                    <a:pt x="102326" y="0"/>
                    <a:pt x="139917" y="0"/>
                  </a:cubicBezTo>
                  <a:close/>
                </a:path>
              </a:pathLst>
            </a:custGeom>
            <a:noFill/>
            <a:ln>
              <a:solidFill>
                <a:schemeClr val="bg1"/>
              </a:solidFill>
            </a:ln>
          </p:spPr>
        </p:sp>
      </p:grpSp>
      <p:sp>
        <p:nvSpPr>
          <p:cNvPr id="148" name="stocks-graphic-on-laptop-monitor_38809"/>
          <p:cNvSpPr>
            <a:spLocks/>
          </p:cNvSpPr>
          <p:nvPr/>
        </p:nvSpPr>
        <p:spPr bwMode="gray">
          <a:xfrm>
            <a:off x="556372" y="2705734"/>
            <a:ext cx="229749" cy="121738"/>
          </a:xfrm>
          <a:custGeom>
            <a:avLst/>
            <a:gdLst>
              <a:gd name="connsiteX0" fmla="*/ 5942 w 596753"/>
              <a:gd name="connsiteY0" fmla="*/ 342878 h 372092"/>
              <a:gd name="connsiteX1" fmla="*/ 591159 w 596753"/>
              <a:gd name="connsiteY1" fmla="*/ 342878 h 372092"/>
              <a:gd name="connsiteX2" fmla="*/ 596753 w 596753"/>
              <a:gd name="connsiteY2" fmla="*/ 348034 h 372092"/>
              <a:gd name="connsiteX3" fmla="*/ 594602 w 596753"/>
              <a:gd name="connsiteY3" fmla="*/ 354048 h 372092"/>
              <a:gd name="connsiteX4" fmla="*/ 295109 w 596753"/>
              <a:gd name="connsiteY4" fmla="*/ 372092 h 372092"/>
              <a:gd name="connsiteX5" fmla="*/ 99750 w 596753"/>
              <a:gd name="connsiteY5" fmla="*/ 367796 h 372092"/>
              <a:gd name="connsiteX6" fmla="*/ 1209 w 596753"/>
              <a:gd name="connsiteY6" fmla="*/ 353189 h 372092"/>
              <a:gd name="connsiteX7" fmla="*/ 779 w 596753"/>
              <a:gd name="connsiteY7" fmla="*/ 346315 h 372092"/>
              <a:gd name="connsiteX8" fmla="*/ 5942 w 596753"/>
              <a:gd name="connsiteY8" fmla="*/ 342878 h 372092"/>
              <a:gd name="connsiteX9" fmla="*/ 287321 w 596753"/>
              <a:gd name="connsiteY9" fmla="*/ 199380 h 372092"/>
              <a:gd name="connsiteX10" fmla="*/ 277855 w 596753"/>
              <a:gd name="connsiteY10" fmla="*/ 208402 h 372092"/>
              <a:gd name="connsiteX11" fmla="*/ 287321 w 596753"/>
              <a:gd name="connsiteY11" fmla="*/ 217853 h 372092"/>
              <a:gd name="connsiteX12" fmla="*/ 296358 w 596753"/>
              <a:gd name="connsiteY12" fmla="*/ 208402 h 372092"/>
              <a:gd name="connsiteX13" fmla="*/ 287321 w 596753"/>
              <a:gd name="connsiteY13" fmla="*/ 199380 h 372092"/>
              <a:gd name="connsiteX14" fmla="*/ 428891 w 596753"/>
              <a:gd name="connsiteY14" fmla="*/ 174464 h 372092"/>
              <a:gd name="connsiteX15" fmla="*/ 419855 w 596753"/>
              <a:gd name="connsiteY15" fmla="*/ 183485 h 372092"/>
              <a:gd name="connsiteX16" fmla="*/ 428891 w 596753"/>
              <a:gd name="connsiteY16" fmla="*/ 192936 h 372092"/>
              <a:gd name="connsiteX17" fmla="*/ 438358 w 596753"/>
              <a:gd name="connsiteY17" fmla="*/ 183485 h 372092"/>
              <a:gd name="connsiteX18" fmla="*/ 428891 w 596753"/>
              <a:gd name="connsiteY18" fmla="*/ 174464 h 372092"/>
              <a:gd name="connsiteX19" fmla="*/ 355309 w 596753"/>
              <a:gd name="connsiteY19" fmla="*/ 140096 h 372092"/>
              <a:gd name="connsiteX20" fmla="*/ 346273 w 596753"/>
              <a:gd name="connsiteY20" fmla="*/ 149117 h 372092"/>
              <a:gd name="connsiteX21" fmla="*/ 355309 w 596753"/>
              <a:gd name="connsiteY21" fmla="*/ 158569 h 372092"/>
              <a:gd name="connsiteX22" fmla="*/ 364776 w 596753"/>
              <a:gd name="connsiteY22" fmla="*/ 149117 h 372092"/>
              <a:gd name="connsiteX23" fmla="*/ 355309 w 596753"/>
              <a:gd name="connsiteY23" fmla="*/ 140096 h 372092"/>
              <a:gd name="connsiteX24" fmla="*/ 107455 w 596753"/>
              <a:gd name="connsiteY24" fmla="*/ 137948 h 372092"/>
              <a:gd name="connsiteX25" fmla="*/ 98418 w 596753"/>
              <a:gd name="connsiteY25" fmla="*/ 146969 h 372092"/>
              <a:gd name="connsiteX26" fmla="*/ 107455 w 596753"/>
              <a:gd name="connsiteY26" fmla="*/ 156421 h 372092"/>
              <a:gd name="connsiteX27" fmla="*/ 116921 w 596753"/>
              <a:gd name="connsiteY27" fmla="*/ 146969 h 372092"/>
              <a:gd name="connsiteX28" fmla="*/ 107455 w 596753"/>
              <a:gd name="connsiteY28" fmla="*/ 137948 h 372092"/>
              <a:gd name="connsiteX29" fmla="*/ 207715 w 596753"/>
              <a:gd name="connsiteY29" fmla="*/ 130645 h 372092"/>
              <a:gd name="connsiteX30" fmla="*/ 198679 w 596753"/>
              <a:gd name="connsiteY30" fmla="*/ 140096 h 372092"/>
              <a:gd name="connsiteX31" fmla="*/ 207715 w 596753"/>
              <a:gd name="connsiteY31" fmla="*/ 149117 h 372092"/>
              <a:gd name="connsiteX32" fmla="*/ 217182 w 596753"/>
              <a:gd name="connsiteY32" fmla="*/ 140096 h 372092"/>
              <a:gd name="connsiteX33" fmla="*/ 207715 w 596753"/>
              <a:gd name="connsiteY33" fmla="*/ 130645 h 372092"/>
              <a:gd name="connsiteX34" fmla="*/ 489134 w 596753"/>
              <a:gd name="connsiteY34" fmla="*/ 103150 h 372092"/>
              <a:gd name="connsiteX35" fmla="*/ 479667 w 596753"/>
              <a:gd name="connsiteY35" fmla="*/ 112172 h 372092"/>
              <a:gd name="connsiteX36" fmla="*/ 489134 w 596753"/>
              <a:gd name="connsiteY36" fmla="*/ 121623 h 372092"/>
              <a:gd name="connsiteX37" fmla="*/ 498600 w 596753"/>
              <a:gd name="connsiteY37" fmla="*/ 112172 h 372092"/>
              <a:gd name="connsiteX38" fmla="*/ 489134 w 596753"/>
              <a:gd name="connsiteY38" fmla="*/ 103150 h 372092"/>
              <a:gd name="connsiteX39" fmla="*/ 489134 w 596753"/>
              <a:gd name="connsiteY39" fmla="*/ 94558 h 372092"/>
              <a:gd name="connsiteX40" fmla="*/ 507206 w 596753"/>
              <a:gd name="connsiteY40" fmla="*/ 112172 h 372092"/>
              <a:gd name="connsiteX41" fmla="*/ 489134 w 596753"/>
              <a:gd name="connsiteY41" fmla="*/ 130215 h 372092"/>
              <a:gd name="connsiteX42" fmla="*/ 485261 w 596753"/>
              <a:gd name="connsiteY42" fmla="*/ 129785 h 372092"/>
              <a:gd name="connsiteX43" fmla="*/ 445673 w 596753"/>
              <a:gd name="connsiteY43" fmla="*/ 177471 h 372092"/>
              <a:gd name="connsiteX44" fmla="*/ 446964 w 596753"/>
              <a:gd name="connsiteY44" fmla="*/ 183485 h 372092"/>
              <a:gd name="connsiteX45" fmla="*/ 428891 w 596753"/>
              <a:gd name="connsiteY45" fmla="*/ 201528 h 372092"/>
              <a:gd name="connsiteX46" fmla="*/ 411249 w 596753"/>
              <a:gd name="connsiteY46" fmla="*/ 185633 h 372092"/>
              <a:gd name="connsiteX47" fmla="*/ 366497 w 596753"/>
              <a:gd name="connsiteY47" fmla="*/ 163294 h 372092"/>
              <a:gd name="connsiteX48" fmla="*/ 355309 w 596753"/>
              <a:gd name="connsiteY48" fmla="*/ 167161 h 372092"/>
              <a:gd name="connsiteX49" fmla="*/ 348855 w 596753"/>
              <a:gd name="connsiteY49" fmla="*/ 165872 h 372092"/>
              <a:gd name="connsiteX50" fmla="*/ 304964 w 596753"/>
              <a:gd name="connsiteY50" fmla="*/ 205824 h 372092"/>
              <a:gd name="connsiteX51" fmla="*/ 304964 w 596753"/>
              <a:gd name="connsiteY51" fmla="*/ 208402 h 372092"/>
              <a:gd name="connsiteX52" fmla="*/ 287321 w 596753"/>
              <a:gd name="connsiteY52" fmla="*/ 226445 h 372092"/>
              <a:gd name="connsiteX53" fmla="*/ 269249 w 596753"/>
              <a:gd name="connsiteY53" fmla="*/ 208402 h 372092"/>
              <a:gd name="connsiteX54" fmla="*/ 269679 w 596753"/>
              <a:gd name="connsiteY54" fmla="*/ 206254 h 372092"/>
              <a:gd name="connsiteX55" fmla="*/ 214600 w 596753"/>
              <a:gd name="connsiteY55" fmla="*/ 156421 h 372092"/>
              <a:gd name="connsiteX56" fmla="*/ 207715 w 596753"/>
              <a:gd name="connsiteY56" fmla="*/ 157709 h 372092"/>
              <a:gd name="connsiteX57" fmla="*/ 192655 w 596753"/>
              <a:gd name="connsiteY57" fmla="*/ 149547 h 372092"/>
              <a:gd name="connsiteX58" fmla="*/ 123376 w 596753"/>
              <a:gd name="connsiteY58" fmla="*/ 154702 h 372092"/>
              <a:gd name="connsiteX59" fmla="*/ 107455 w 596753"/>
              <a:gd name="connsiteY59" fmla="*/ 165013 h 372092"/>
              <a:gd name="connsiteX60" fmla="*/ 89812 w 596753"/>
              <a:gd name="connsiteY60" fmla="*/ 146969 h 372092"/>
              <a:gd name="connsiteX61" fmla="*/ 107455 w 596753"/>
              <a:gd name="connsiteY61" fmla="*/ 129356 h 372092"/>
              <a:gd name="connsiteX62" fmla="*/ 122515 w 596753"/>
              <a:gd name="connsiteY62" fmla="*/ 137518 h 372092"/>
              <a:gd name="connsiteX63" fmla="*/ 191794 w 596753"/>
              <a:gd name="connsiteY63" fmla="*/ 132363 h 372092"/>
              <a:gd name="connsiteX64" fmla="*/ 207715 w 596753"/>
              <a:gd name="connsiteY64" fmla="*/ 122053 h 372092"/>
              <a:gd name="connsiteX65" fmla="*/ 225788 w 596753"/>
              <a:gd name="connsiteY65" fmla="*/ 140096 h 372092"/>
              <a:gd name="connsiteX66" fmla="*/ 225358 w 596753"/>
              <a:gd name="connsiteY66" fmla="*/ 143103 h 372092"/>
              <a:gd name="connsiteX67" fmla="*/ 279576 w 596753"/>
              <a:gd name="connsiteY67" fmla="*/ 192507 h 372092"/>
              <a:gd name="connsiteX68" fmla="*/ 287321 w 596753"/>
              <a:gd name="connsiteY68" fmla="*/ 190789 h 372092"/>
              <a:gd name="connsiteX69" fmla="*/ 294206 w 596753"/>
              <a:gd name="connsiteY69" fmla="*/ 192077 h 372092"/>
              <a:gd name="connsiteX70" fmla="*/ 337667 w 596753"/>
              <a:gd name="connsiteY70" fmla="*/ 152554 h 372092"/>
              <a:gd name="connsiteX71" fmla="*/ 337667 w 596753"/>
              <a:gd name="connsiteY71" fmla="*/ 149117 h 372092"/>
              <a:gd name="connsiteX72" fmla="*/ 355309 w 596753"/>
              <a:gd name="connsiteY72" fmla="*/ 131504 h 372092"/>
              <a:gd name="connsiteX73" fmla="*/ 372952 w 596753"/>
              <a:gd name="connsiteY73" fmla="*/ 146969 h 372092"/>
              <a:gd name="connsiteX74" fmla="*/ 418133 w 596753"/>
              <a:gd name="connsiteY74" fmla="*/ 169738 h 372092"/>
              <a:gd name="connsiteX75" fmla="*/ 428891 w 596753"/>
              <a:gd name="connsiteY75" fmla="*/ 165872 h 372092"/>
              <a:gd name="connsiteX76" fmla="*/ 432764 w 596753"/>
              <a:gd name="connsiteY76" fmla="*/ 166301 h 372092"/>
              <a:gd name="connsiteX77" fmla="*/ 472352 w 596753"/>
              <a:gd name="connsiteY77" fmla="*/ 118186 h 372092"/>
              <a:gd name="connsiteX78" fmla="*/ 471061 w 596753"/>
              <a:gd name="connsiteY78" fmla="*/ 112172 h 372092"/>
              <a:gd name="connsiteX79" fmla="*/ 489134 w 596753"/>
              <a:gd name="connsiteY79" fmla="*/ 94558 h 372092"/>
              <a:gd name="connsiteX80" fmla="*/ 53702 w 596753"/>
              <a:gd name="connsiteY80" fmla="*/ 22772 h 372092"/>
              <a:gd name="connsiteX81" fmla="*/ 53702 w 596753"/>
              <a:gd name="connsiteY81" fmla="*/ 305917 h 372092"/>
              <a:gd name="connsiteX82" fmla="*/ 542962 w 596753"/>
              <a:gd name="connsiteY82" fmla="*/ 305917 h 372092"/>
              <a:gd name="connsiteX83" fmla="*/ 542962 w 596753"/>
              <a:gd name="connsiteY83" fmla="*/ 22772 h 372092"/>
              <a:gd name="connsiteX84" fmla="*/ 53702 w 596753"/>
              <a:gd name="connsiteY84" fmla="*/ 0 h 372092"/>
              <a:gd name="connsiteX85" fmla="*/ 542962 w 596753"/>
              <a:gd name="connsiteY85" fmla="*/ 0 h 372092"/>
              <a:gd name="connsiteX86" fmla="*/ 566198 w 596753"/>
              <a:gd name="connsiteY86" fmla="*/ 22772 h 372092"/>
              <a:gd name="connsiteX87" fmla="*/ 566198 w 596753"/>
              <a:gd name="connsiteY87" fmla="*/ 305917 h 372092"/>
              <a:gd name="connsiteX88" fmla="*/ 542962 w 596753"/>
              <a:gd name="connsiteY88" fmla="*/ 329118 h 372092"/>
              <a:gd name="connsiteX89" fmla="*/ 53702 w 596753"/>
              <a:gd name="connsiteY89" fmla="*/ 329118 h 372092"/>
              <a:gd name="connsiteX90" fmla="*/ 30466 w 596753"/>
              <a:gd name="connsiteY90" fmla="*/ 305917 h 372092"/>
              <a:gd name="connsiteX91" fmla="*/ 30466 w 596753"/>
              <a:gd name="connsiteY91" fmla="*/ 22772 h 372092"/>
              <a:gd name="connsiteX92" fmla="*/ 53702 w 596753"/>
              <a:gd name="connsiteY92" fmla="*/ 0 h 37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753" h="372092">
                <a:moveTo>
                  <a:pt x="5942" y="342878"/>
                </a:moveTo>
                <a:lnTo>
                  <a:pt x="591159" y="342878"/>
                </a:lnTo>
                <a:cubicBezTo>
                  <a:pt x="594171" y="342878"/>
                  <a:pt x="596323" y="345026"/>
                  <a:pt x="596753" y="348034"/>
                </a:cubicBezTo>
                <a:cubicBezTo>
                  <a:pt x="596753" y="350182"/>
                  <a:pt x="596323" y="352330"/>
                  <a:pt x="594602" y="354048"/>
                </a:cubicBezTo>
                <a:cubicBezTo>
                  <a:pt x="579541" y="370374"/>
                  <a:pt x="361376" y="372092"/>
                  <a:pt x="295109" y="372092"/>
                </a:cubicBezTo>
                <a:cubicBezTo>
                  <a:pt x="221096" y="372092"/>
                  <a:pt x="151817" y="370374"/>
                  <a:pt x="99750" y="367796"/>
                </a:cubicBezTo>
                <a:cubicBezTo>
                  <a:pt x="7664" y="363500"/>
                  <a:pt x="3361" y="357056"/>
                  <a:pt x="1209" y="353189"/>
                </a:cubicBezTo>
                <a:cubicBezTo>
                  <a:pt x="-82" y="351041"/>
                  <a:pt x="-512" y="348463"/>
                  <a:pt x="779" y="346315"/>
                </a:cubicBezTo>
                <a:cubicBezTo>
                  <a:pt x="1639" y="344167"/>
                  <a:pt x="3791" y="342878"/>
                  <a:pt x="5942" y="342878"/>
                </a:cubicBezTo>
                <a:close/>
                <a:moveTo>
                  <a:pt x="287321" y="199380"/>
                </a:moveTo>
                <a:cubicBezTo>
                  <a:pt x="282158" y="199380"/>
                  <a:pt x="277855" y="203247"/>
                  <a:pt x="277855" y="208402"/>
                </a:cubicBezTo>
                <a:cubicBezTo>
                  <a:pt x="277855" y="213557"/>
                  <a:pt x="282158" y="217853"/>
                  <a:pt x="287321" y="217853"/>
                </a:cubicBezTo>
                <a:cubicBezTo>
                  <a:pt x="292485" y="217853"/>
                  <a:pt x="296358" y="213557"/>
                  <a:pt x="296358" y="208402"/>
                </a:cubicBezTo>
                <a:cubicBezTo>
                  <a:pt x="296358" y="203247"/>
                  <a:pt x="292485" y="199380"/>
                  <a:pt x="287321" y="199380"/>
                </a:cubicBezTo>
                <a:close/>
                <a:moveTo>
                  <a:pt x="428891" y="174464"/>
                </a:moveTo>
                <a:cubicBezTo>
                  <a:pt x="423727" y="174464"/>
                  <a:pt x="419855" y="178330"/>
                  <a:pt x="419855" y="183485"/>
                </a:cubicBezTo>
                <a:cubicBezTo>
                  <a:pt x="419855" y="188641"/>
                  <a:pt x="423727" y="192936"/>
                  <a:pt x="428891" y="192936"/>
                </a:cubicBezTo>
                <a:cubicBezTo>
                  <a:pt x="434055" y="192936"/>
                  <a:pt x="438358" y="188641"/>
                  <a:pt x="438358" y="183485"/>
                </a:cubicBezTo>
                <a:cubicBezTo>
                  <a:pt x="438358" y="178330"/>
                  <a:pt x="434055" y="174464"/>
                  <a:pt x="428891" y="174464"/>
                </a:cubicBezTo>
                <a:close/>
                <a:moveTo>
                  <a:pt x="355309" y="140096"/>
                </a:moveTo>
                <a:cubicBezTo>
                  <a:pt x="350146" y="140096"/>
                  <a:pt x="346273" y="143962"/>
                  <a:pt x="346273" y="149117"/>
                </a:cubicBezTo>
                <a:cubicBezTo>
                  <a:pt x="346273" y="154273"/>
                  <a:pt x="350146" y="158569"/>
                  <a:pt x="355309" y="158569"/>
                </a:cubicBezTo>
                <a:cubicBezTo>
                  <a:pt x="360473" y="158569"/>
                  <a:pt x="364776" y="154273"/>
                  <a:pt x="364776" y="149117"/>
                </a:cubicBezTo>
                <a:cubicBezTo>
                  <a:pt x="364776" y="143962"/>
                  <a:pt x="360473" y="140096"/>
                  <a:pt x="355309" y="140096"/>
                </a:cubicBezTo>
                <a:close/>
                <a:moveTo>
                  <a:pt x="107455" y="137948"/>
                </a:moveTo>
                <a:cubicBezTo>
                  <a:pt x="102291" y="137948"/>
                  <a:pt x="98418" y="142244"/>
                  <a:pt x="98418" y="146969"/>
                </a:cubicBezTo>
                <a:cubicBezTo>
                  <a:pt x="98418" y="152125"/>
                  <a:pt x="102291" y="156421"/>
                  <a:pt x="107455" y="156421"/>
                </a:cubicBezTo>
                <a:cubicBezTo>
                  <a:pt x="112618" y="156421"/>
                  <a:pt x="116921" y="152125"/>
                  <a:pt x="116921" y="146969"/>
                </a:cubicBezTo>
                <a:cubicBezTo>
                  <a:pt x="116921" y="142244"/>
                  <a:pt x="112618" y="137948"/>
                  <a:pt x="107455" y="137948"/>
                </a:cubicBezTo>
                <a:close/>
                <a:moveTo>
                  <a:pt x="207715" y="130645"/>
                </a:moveTo>
                <a:cubicBezTo>
                  <a:pt x="202982" y="130645"/>
                  <a:pt x="198679" y="134941"/>
                  <a:pt x="198679" y="140096"/>
                </a:cubicBezTo>
                <a:cubicBezTo>
                  <a:pt x="198679" y="145251"/>
                  <a:pt x="202982" y="149117"/>
                  <a:pt x="207715" y="149117"/>
                </a:cubicBezTo>
                <a:cubicBezTo>
                  <a:pt x="212879" y="149117"/>
                  <a:pt x="217182" y="145251"/>
                  <a:pt x="217182" y="140096"/>
                </a:cubicBezTo>
                <a:cubicBezTo>
                  <a:pt x="217182" y="134941"/>
                  <a:pt x="212879" y="130645"/>
                  <a:pt x="207715" y="130645"/>
                </a:cubicBezTo>
                <a:close/>
                <a:moveTo>
                  <a:pt x="489134" y="103150"/>
                </a:moveTo>
                <a:cubicBezTo>
                  <a:pt x="483970" y="103150"/>
                  <a:pt x="479667" y="107017"/>
                  <a:pt x="479667" y="112172"/>
                </a:cubicBezTo>
                <a:cubicBezTo>
                  <a:pt x="479667" y="117327"/>
                  <a:pt x="483970" y="121623"/>
                  <a:pt x="489134" y="121623"/>
                </a:cubicBezTo>
                <a:cubicBezTo>
                  <a:pt x="494297" y="121623"/>
                  <a:pt x="498600" y="117327"/>
                  <a:pt x="498600" y="112172"/>
                </a:cubicBezTo>
                <a:cubicBezTo>
                  <a:pt x="498600" y="107017"/>
                  <a:pt x="494297" y="103150"/>
                  <a:pt x="489134" y="103150"/>
                </a:cubicBezTo>
                <a:close/>
                <a:moveTo>
                  <a:pt x="489134" y="94558"/>
                </a:moveTo>
                <a:cubicBezTo>
                  <a:pt x="499030" y="94558"/>
                  <a:pt x="507206" y="102291"/>
                  <a:pt x="507206" y="112172"/>
                </a:cubicBezTo>
                <a:cubicBezTo>
                  <a:pt x="507206" y="122053"/>
                  <a:pt x="499030" y="130215"/>
                  <a:pt x="489134" y="130215"/>
                </a:cubicBezTo>
                <a:cubicBezTo>
                  <a:pt x="487843" y="130215"/>
                  <a:pt x="486552" y="129785"/>
                  <a:pt x="485261" y="129785"/>
                </a:cubicBezTo>
                <a:lnTo>
                  <a:pt x="445673" y="177471"/>
                </a:lnTo>
                <a:cubicBezTo>
                  <a:pt x="446533" y="179619"/>
                  <a:pt x="446964" y="181337"/>
                  <a:pt x="446964" y="183485"/>
                </a:cubicBezTo>
                <a:cubicBezTo>
                  <a:pt x="446964" y="193366"/>
                  <a:pt x="438788" y="201528"/>
                  <a:pt x="428891" y="201528"/>
                </a:cubicBezTo>
                <a:cubicBezTo>
                  <a:pt x="419855" y="201528"/>
                  <a:pt x="412109" y="194225"/>
                  <a:pt x="411249" y="185633"/>
                </a:cubicBezTo>
                <a:lnTo>
                  <a:pt x="366497" y="163294"/>
                </a:lnTo>
                <a:cubicBezTo>
                  <a:pt x="363485" y="165442"/>
                  <a:pt x="359612" y="167161"/>
                  <a:pt x="355309" y="167161"/>
                </a:cubicBezTo>
                <a:cubicBezTo>
                  <a:pt x="353158" y="167161"/>
                  <a:pt x="351006" y="166731"/>
                  <a:pt x="348855" y="165872"/>
                </a:cubicBezTo>
                <a:lnTo>
                  <a:pt x="304964" y="205824"/>
                </a:lnTo>
                <a:cubicBezTo>
                  <a:pt x="304964" y="206684"/>
                  <a:pt x="304964" y="207543"/>
                  <a:pt x="304964" y="208402"/>
                </a:cubicBezTo>
                <a:cubicBezTo>
                  <a:pt x="304964" y="218283"/>
                  <a:pt x="297218" y="226445"/>
                  <a:pt x="287321" y="226445"/>
                </a:cubicBezTo>
                <a:cubicBezTo>
                  <a:pt x="277424" y="226445"/>
                  <a:pt x="269249" y="218283"/>
                  <a:pt x="269249" y="208402"/>
                </a:cubicBezTo>
                <a:cubicBezTo>
                  <a:pt x="269249" y="207972"/>
                  <a:pt x="269679" y="207113"/>
                  <a:pt x="269679" y="206254"/>
                </a:cubicBezTo>
                <a:lnTo>
                  <a:pt x="214600" y="156421"/>
                </a:lnTo>
                <a:cubicBezTo>
                  <a:pt x="212449" y="157280"/>
                  <a:pt x="210297" y="157709"/>
                  <a:pt x="207715" y="157709"/>
                </a:cubicBezTo>
                <a:cubicBezTo>
                  <a:pt x="201691" y="157709"/>
                  <a:pt x="196097" y="154273"/>
                  <a:pt x="192655" y="149547"/>
                </a:cubicBezTo>
                <a:lnTo>
                  <a:pt x="123376" y="154702"/>
                </a:lnTo>
                <a:cubicBezTo>
                  <a:pt x="120794" y="160717"/>
                  <a:pt x="114770" y="165013"/>
                  <a:pt x="107455" y="165013"/>
                </a:cubicBezTo>
                <a:cubicBezTo>
                  <a:pt x="97558" y="165013"/>
                  <a:pt x="89812" y="156850"/>
                  <a:pt x="89812" y="146969"/>
                </a:cubicBezTo>
                <a:cubicBezTo>
                  <a:pt x="89812" y="137518"/>
                  <a:pt x="97558" y="129356"/>
                  <a:pt x="107455" y="129356"/>
                </a:cubicBezTo>
                <a:cubicBezTo>
                  <a:pt x="113909" y="129356"/>
                  <a:pt x="119503" y="132793"/>
                  <a:pt x="122515" y="137518"/>
                </a:cubicBezTo>
                <a:lnTo>
                  <a:pt x="191794" y="132363"/>
                </a:lnTo>
                <a:cubicBezTo>
                  <a:pt x="194806" y="126349"/>
                  <a:pt x="200830" y="122053"/>
                  <a:pt x="207715" y="122053"/>
                </a:cubicBezTo>
                <a:cubicBezTo>
                  <a:pt x="217612" y="122053"/>
                  <a:pt x="225788" y="130215"/>
                  <a:pt x="225788" y="140096"/>
                </a:cubicBezTo>
                <a:cubicBezTo>
                  <a:pt x="225788" y="140955"/>
                  <a:pt x="225788" y="142244"/>
                  <a:pt x="225358" y="143103"/>
                </a:cubicBezTo>
                <a:lnTo>
                  <a:pt x="279576" y="192507"/>
                </a:lnTo>
                <a:cubicBezTo>
                  <a:pt x="282158" y="191218"/>
                  <a:pt x="284740" y="190789"/>
                  <a:pt x="287321" y="190789"/>
                </a:cubicBezTo>
                <a:cubicBezTo>
                  <a:pt x="289903" y="190789"/>
                  <a:pt x="292055" y="191218"/>
                  <a:pt x="294206" y="192077"/>
                </a:cubicBezTo>
                <a:lnTo>
                  <a:pt x="337667" y="152554"/>
                </a:lnTo>
                <a:cubicBezTo>
                  <a:pt x="337667" y="151695"/>
                  <a:pt x="337667" y="150406"/>
                  <a:pt x="337667" y="149117"/>
                </a:cubicBezTo>
                <a:cubicBezTo>
                  <a:pt x="337667" y="139237"/>
                  <a:pt x="345412" y="131504"/>
                  <a:pt x="355309" y="131504"/>
                </a:cubicBezTo>
                <a:cubicBezTo>
                  <a:pt x="364346" y="131504"/>
                  <a:pt x="372091" y="138377"/>
                  <a:pt x="372952" y="146969"/>
                </a:cubicBezTo>
                <a:lnTo>
                  <a:pt x="418133" y="169738"/>
                </a:lnTo>
                <a:cubicBezTo>
                  <a:pt x="421146" y="167161"/>
                  <a:pt x="425018" y="165872"/>
                  <a:pt x="428891" y="165872"/>
                </a:cubicBezTo>
                <a:cubicBezTo>
                  <a:pt x="430182" y="165872"/>
                  <a:pt x="431473" y="165872"/>
                  <a:pt x="432764" y="166301"/>
                </a:cubicBezTo>
                <a:lnTo>
                  <a:pt x="472352" y="118186"/>
                </a:lnTo>
                <a:cubicBezTo>
                  <a:pt x="471921" y="116468"/>
                  <a:pt x="471061" y="114320"/>
                  <a:pt x="471061" y="112172"/>
                </a:cubicBezTo>
                <a:cubicBezTo>
                  <a:pt x="471061" y="102291"/>
                  <a:pt x="479237" y="94558"/>
                  <a:pt x="489134" y="94558"/>
                </a:cubicBezTo>
                <a:close/>
                <a:moveTo>
                  <a:pt x="53702" y="22772"/>
                </a:moveTo>
                <a:lnTo>
                  <a:pt x="53702" y="305917"/>
                </a:lnTo>
                <a:lnTo>
                  <a:pt x="542962" y="305917"/>
                </a:lnTo>
                <a:lnTo>
                  <a:pt x="542962" y="22772"/>
                </a:lnTo>
                <a:close/>
                <a:moveTo>
                  <a:pt x="53702" y="0"/>
                </a:moveTo>
                <a:lnTo>
                  <a:pt x="542962" y="0"/>
                </a:lnTo>
                <a:cubicBezTo>
                  <a:pt x="555871" y="0"/>
                  <a:pt x="566198" y="9882"/>
                  <a:pt x="566198" y="22772"/>
                </a:cubicBezTo>
                <a:lnTo>
                  <a:pt x="566198" y="305917"/>
                </a:lnTo>
                <a:cubicBezTo>
                  <a:pt x="566198" y="318806"/>
                  <a:pt x="555871" y="329118"/>
                  <a:pt x="542962" y="329118"/>
                </a:cubicBezTo>
                <a:lnTo>
                  <a:pt x="53702" y="329118"/>
                </a:lnTo>
                <a:cubicBezTo>
                  <a:pt x="40793" y="329118"/>
                  <a:pt x="30466" y="318806"/>
                  <a:pt x="30466" y="305917"/>
                </a:cubicBezTo>
                <a:lnTo>
                  <a:pt x="30466" y="22772"/>
                </a:lnTo>
                <a:cubicBezTo>
                  <a:pt x="30466" y="9882"/>
                  <a:pt x="40793" y="0"/>
                  <a:pt x="53702" y="0"/>
                </a:cubicBezTo>
                <a:close/>
              </a:path>
            </a:pathLst>
          </a:custGeom>
          <a:solidFill>
            <a:schemeClr val="bg1"/>
          </a:solidFill>
          <a:ln>
            <a:noFill/>
          </a:ln>
        </p:spPr>
      </p:sp>
      <p:cxnSp>
        <p:nvCxnSpPr>
          <p:cNvPr id="9" name="直接连接符 8"/>
          <p:cNvCxnSpPr>
            <a:stCxn id="28" idx="3"/>
          </p:cNvCxnSpPr>
          <p:nvPr/>
        </p:nvCxnSpPr>
        <p:spPr bwMode="gray">
          <a:xfrm>
            <a:off x="4282614" y="5010412"/>
            <a:ext cx="1209944" cy="0"/>
          </a:xfrm>
          <a:prstGeom prst="lin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51" name="warning_94911"/>
          <p:cNvSpPr>
            <a:spLocks/>
          </p:cNvSpPr>
          <p:nvPr/>
        </p:nvSpPr>
        <p:spPr bwMode="gray">
          <a:xfrm>
            <a:off x="563783" y="3615149"/>
            <a:ext cx="202967" cy="202673"/>
          </a:xfrm>
          <a:custGeom>
            <a:avLst/>
            <a:gdLst>
              <a:gd name="T0" fmla="*/ 4733 w 4773"/>
              <a:gd name="T1" fmla="*/ 4096 h 4367"/>
              <a:gd name="T2" fmla="*/ 2541 w 4773"/>
              <a:gd name="T3" fmla="*/ 107 h 4367"/>
              <a:gd name="T4" fmla="*/ 2387 w 4773"/>
              <a:gd name="T5" fmla="*/ 0 h 4367"/>
              <a:gd name="T6" fmla="*/ 2232 w 4773"/>
              <a:gd name="T7" fmla="*/ 107 h 4367"/>
              <a:gd name="T8" fmla="*/ 40 w 4773"/>
              <a:gd name="T9" fmla="*/ 4096 h 4367"/>
              <a:gd name="T10" fmla="*/ 31 w 4773"/>
              <a:gd name="T11" fmla="*/ 4283 h 4367"/>
              <a:gd name="T12" fmla="*/ 202 w 4773"/>
              <a:gd name="T13" fmla="*/ 4367 h 4367"/>
              <a:gd name="T14" fmla="*/ 4571 w 4773"/>
              <a:gd name="T15" fmla="*/ 4367 h 4367"/>
              <a:gd name="T16" fmla="*/ 4742 w 4773"/>
              <a:gd name="T17" fmla="*/ 4283 h 4367"/>
              <a:gd name="T18" fmla="*/ 4733 w 4773"/>
              <a:gd name="T19" fmla="*/ 4096 h 4367"/>
              <a:gd name="T20" fmla="*/ 2064 w 4773"/>
              <a:gd name="T21" fmla="*/ 1055 h 4367"/>
              <a:gd name="T22" fmla="*/ 2111 w 4773"/>
              <a:gd name="T23" fmla="*/ 1034 h 4367"/>
              <a:gd name="T24" fmla="*/ 2656 w 4773"/>
              <a:gd name="T25" fmla="*/ 1034 h 4367"/>
              <a:gd name="T26" fmla="*/ 2703 w 4773"/>
              <a:gd name="T27" fmla="*/ 1055 h 4367"/>
              <a:gd name="T28" fmla="*/ 2721 w 4773"/>
              <a:gd name="T29" fmla="*/ 1104 h 4367"/>
              <a:gd name="T30" fmla="*/ 2652 w 4773"/>
              <a:gd name="T31" fmla="*/ 2965 h 4367"/>
              <a:gd name="T32" fmla="*/ 2583 w 4773"/>
              <a:gd name="T33" fmla="*/ 3034 h 4367"/>
              <a:gd name="T34" fmla="*/ 2179 w 4773"/>
              <a:gd name="T35" fmla="*/ 3034 h 4367"/>
              <a:gd name="T36" fmla="*/ 2111 w 4773"/>
              <a:gd name="T37" fmla="*/ 2966 h 4367"/>
              <a:gd name="T38" fmla="*/ 2046 w 4773"/>
              <a:gd name="T39" fmla="*/ 1105 h 4367"/>
              <a:gd name="T40" fmla="*/ 2064 w 4773"/>
              <a:gd name="T41" fmla="*/ 1055 h 4367"/>
              <a:gd name="T42" fmla="*/ 2386 w 4773"/>
              <a:gd name="T43" fmla="*/ 4013 h 4367"/>
              <a:gd name="T44" fmla="*/ 2026 w 4773"/>
              <a:gd name="T45" fmla="*/ 3635 h 4367"/>
              <a:gd name="T46" fmla="*/ 2381 w 4773"/>
              <a:gd name="T47" fmla="*/ 3252 h 4367"/>
              <a:gd name="T48" fmla="*/ 2737 w 4773"/>
              <a:gd name="T49" fmla="*/ 3635 h 4367"/>
              <a:gd name="T50" fmla="*/ 2386 w 4773"/>
              <a:gd name="T51" fmla="*/ 4013 h 4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73" h="4367">
                <a:moveTo>
                  <a:pt x="4733" y="4096"/>
                </a:moveTo>
                <a:lnTo>
                  <a:pt x="2541" y="107"/>
                </a:lnTo>
                <a:cubicBezTo>
                  <a:pt x="2504" y="39"/>
                  <a:pt x="2448" y="0"/>
                  <a:pt x="2387" y="0"/>
                </a:cubicBezTo>
                <a:cubicBezTo>
                  <a:pt x="2326" y="0"/>
                  <a:pt x="2269" y="39"/>
                  <a:pt x="2232" y="107"/>
                </a:cubicBezTo>
                <a:lnTo>
                  <a:pt x="40" y="4096"/>
                </a:lnTo>
                <a:cubicBezTo>
                  <a:pt x="3" y="4162"/>
                  <a:pt x="0" y="4231"/>
                  <a:pt x="31" y="4283"/>
                </a:cubicBezTo>
                <a:cubicBezTo>
                  <a:pt x="63" y="4337"/>
                  <a:pt x="125" y="4367"/>
                  <a:pt x="202" y="4367"/>
                </a:cubicBezTo>
                <a:lnTo>
                  <a:pt x="4571" y="4367"/>
                </a:lnTo>
                <a:cubicBezTo>
                  <a:pt x="4648" y="4367"/>
                  <a:pt x="4710" y="4337"/>
                  <a:pt x="4742" y="4283"/>
                </a:cubicBezTo>
                <a:cubicBezTo>
                  <a:pt x="4773" y="4231"/>
                  <a:pt x="4770" y="4162"/>
                  <a:pt x="4733" y="4096"/>
                </a:cubicBezTo>
                <a:close/>
                <a:moveTo>
                  <a:pt x="2064" y="1055"/>
                </a:moveTo>
                <a:cubicBezTo>
                  <a:pt x="2076" y="1043"/>
                  <a:pt x="2093" y="1034"/>
                  <a:pt x="2111" y="1034"/>
                </a:cubicBezTo>
                <a:lnTo>
                  <a:pt x="2656" y="1034"/>
                </a:lnTo>
                <a:cubicBezTo>
                  <a:pt x="2674" y="1034"/>
                  <a:pt x="2691" y="1043"/>
                  <a:pt x="2703" y="1055"/>
                </a:cubicBezTo>
                <a:cubicBezTo>
                  <a:pt x="2715" y="1068"/>
                  <a:pt x="2722" y="1086"/>
                  <a:pt x="2721" y="1104"/>
                </a:cubicBezTo>
                <a:lnTo>
                  <a:pt x="2652" y="2965"/>
                </a:lnTo>
                <a:cubicBezTo>
                  <a:pt x="2651" y="3002"/>
                  <a:pt x="2620" y="3034"/>
                  <a:pt x="2583" y="3034"/>
                </a:cubicBezTo>
                <a:lnTo>
                  <a:pt x="2179" y="3034"/>
                </a:lnTo>
                <a:cubicBezTo>
                  <a:pt x="2143" y="3034"/>
                  <a:pt x="2112" y="3002"/>
                  <a:pt x="2111" y="2966"/>
                </a:cubicBezTo>
                <a:lnTo>
                  <a:pt x="2046" y="1105"/>
                </a:lnTo>
                <a:cubicBezTo>
                  <a:pt x="2045" y="1087"/>
                  <a:pt x="2052" y="1068"/>
                  <a:pt x="2064" y="1055"/>
                </a:cubicBezTo>
                <a:close/>
                <a:moveTo>
                  <a:pt x="2386" y="4013"/>
                </a:moveTo>
                <a:cubicBezTo>
                  <a:pt x="2181" y="4013"/>
                  <a:pt x="2026" y="3850"/>
                  <a:pt x="2026" y="3635"/>
                </a:cubicBezTo>
                <a:cubicBezTo>
                  <a:pt x="2026" y="3417"/>
                  <a:pt x="2179" y="3252"/>
                  <a:pt x="2381" y="3252"/>
                </a:cubicBezTo>
                <a:cubicBezTo>
                  <a:pt x="2590" y="3252"/>
                  <a:pt x="2737" y="3409"/>
                  <a:pt x="2737" y="3635"/>
                </a:cubicBezTo>
                <a:cubicBezTo>
                  <a:pt x="2737" y="3857"/>
                  <a:pt x="2592" y="4013"/>
                  <a:pt x="2386" y="4013"/>
                </a:cubicBezTo>
                <a:close/>
              </a:path>
            </a:pathLst>
          </a:custGeom>
          <a:solidFill>
            <a:schemeClr val="bg1"/>
          </a:solidFill>
          <a:ln>
            <a:noFill/>
          </a:ln>
        </p:spPr>
      </p:sp>
      <p:sp>
        <p:nvSpPr>
          <p:cNvPr id="152" name="school-book_74303"/>
          <p:cNvSpPr>
            <a:spLocks/>
          </p:cNvSpPr>
          <p:nvPr/>
        </p:nvSpPr>
        <p:spPr bwMode="gray">
          <a:xfrm>
            <a:off x="585754" y="4579997"/>
            <a:ext cx="159024" cy="193920"/>
          </a:xfrm>
          <a:custGeom>
            <a:avLst/>
            <a:gdLst>
              <a:gd name="T0" fmla="*/ 532 w 3373"/>
              <a:gd name="T1" fmla="*/ 381 h 4441"/>
              <a:gd name="T2" fmla="*/ 3373 w 3373"/>
              <a:gd name="T3" fmla="*/ 381 h 4441"/>
              <a:gd name="T4" fmla="*/ 3373 w 3373"/>
              <a:gd name="T5" fmla="*/ 0 h 4441"/>
              <a:gd name="T6" fmla="*/ 532 w 3373"/>
              <a:gd name="T7" fmla="*/ 0 h 4441"/>
              <a:gd name="T8" fmla="*/ 0 w 3373"/>
              <a:gd name="T9" fmla="*/ 532 h 4441"/>
              <a:gd name="T10" fmla="*/ 0 w 3373"/>
              <a:gd name="T11" fmla="*/ 4012 h 4441"/>
              <a:gd name="T12" fmla="*/ 429 w 3373"/>
              <a:gd name="T13" fmla="*/ 4441 h 4441"/>
              <a:gd name="T14" fmla="*/ 3373 w 3373"/>
              <a:gd name="T15" fmla="*/ 4441 h 4441"/>
              <a:gd name="T16" fmla="*/ 3373 w 3373"/>
              <a:gd name="T17" fmla="*/ 683 h 4441"/>
              <a:gd name="T18" fmla="*/ 532 w 3373"/>
              <a:gd name="T19" fmla="*/ 683 h 4441"/>
              <a:gd name="T20" fmla="*/ 381 w 3373"/>
              <a:gd name="T21" fmla="*/ 532 h 4441"/>
              <a:gd name="T22" fmla="*/ 532 w 3373"/>
              <a:gd name="T23" fmla="*/ 381 h 4441"/>
              <a:gd name="T24" fmla="*/ 1397 w 3373"/>
              <a:gd name="T25" fmla="*/ 3011 h 4441"/>
              <a:gd name="T26" fmla="*/ 2854 w 3373"/>
              <a:gd name="T27" fmla="*/ 3011 h 4441"/>
              <a:gd name="T28" fmla="*/ 2854 w 3373"/>
              <a:gd name="T29" fmla="*/ 3794 h 4441"/>
              <a:gd name="T30" fmla="*/ 1397 w 3373"/>
              <a:gd name="T31" fmla="*/ 3794 h 4441"/>
              <a:gd name="T32" fmla="*/ 1397 w 3373"/>
              <a:gd name="T33" fmla="*/ 3011 h 4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373" h="4441">
                <a:moveTo>
                  <a:pt x="532" y="381"/>
                </a:moveTo>
                <a:lnTo>
                  <a:pt x="3373" y="381"/>
                </a:lnTo>
                <a:lnTo>
                  <a:pt x="3373" y="0"/>
                </a:lnTo>
                <a:lnTo>
                  <a:pt x="532" y="0"/>
                </a:lnTo>
                <a:cubicBezTo>
                  <a:pt x="239" y="0"/>
                  <a:pt x="0" y="239"/>
                  <a:pt x="0" y="532"/>
                </a:cubicBezTo>
                <a:lnTo>
                  <a:pt x="0" y="4012"/>
                </a:lnTo>
                <a:cubicBezTo>
                  <a:pt x="0" y="4248"/>
                  <a:pt x="192" y="4441"/>
                  <a:pt x="429" y="4441"/>
                </a:cubicBezTo>
                <a:lnTo>
                  <a:pt x="3373" y="4441"/>
                </a:lnTo>
                <a:lnTo>
                  <a:pt x="3373" y="683"/>
                </a:lnTo>
                <a:lnTo>
                  <a:pt x="532" y="683"/>
                </a:lnTo>
                <a:cubicBezTo>
                  <a:pt x="449" y="683"/>
                  <a:pt x="381" y="616"/>
                  <a:pt x="381" y="532"/>
                </a:cubicBezTo>
                <a:cubicBezTo>
                  <a:pt x="381" y="449"/>
                  <a:pt x="449" y="381"/>
                  <a:pt x="532" y="381"/>
                </a:cubicBezTo>
                <a:close/>
                <a:moveTo>
                  <a:pt x="1397" y="3011"/>
                </a:moveTo>
                <a:lnTo>
                  <a:pt x="2854" y="3011"/>
                </a:lnTo>
                <a:lnTo>
                  <a:pt x="2854" y="3794"/>
                </a:lnTo>
                <a:lnTo>
                  <a:pt x="1397" y="3794"/>
                </a:lnTo>
                <a:lnTo>
                  <a:pt x="1397" y="3011"/>
                </a:lnTo>
                <a:close/>
              </a:path>
            </a:pathLst>
          </a:custGeom>
          <a:solidFill>
            <a:schemeClr val="bg1"/>
          </a:solidFill>
          <a:ln>
            <a:noFill/>
          </a:ln>
        </p:spPr>
      </p:sp>
      <p:pic>
        <p:nvPicPr>
          <p:cNvPr id="27" name="图片 86" descr="核心交换机.png"/>
          <p:cNvPicPr>
            <a:picLocks noChangeAspect="1"/>
          </p:cNvPicPr>
          <p:nvPr/>
        </p:nvPicPr>
        <p:blipFill>
          <a:blip r:embed="rId4" cstate="print"/>
          <a:stretch>
            <a:fillRect/>
          </a:stretch>
        </p:blipFill>
        <p:spPr bwMode="gray">
          <a:xfrm>
            <a:off x="4650976" y="4828959"/>
            <a:ext cx="449514" cy="360977"/>
          </a:xfrm>
          <a:prstGeom prst="rect">
            <a:avLst/>
          </a:prstGeom>
        </p:spPr>
      </p:pic>
      <p:pic>
        <p:nvPicPr>
          <p:cNvPr id="28" name="Picture 2" descr="G:\做的项目\公共\扁平图标切换\更新2015_01_21\oss扁平图标库2015_01_21更新-04.png"/>
          <p:cNvPicPr>
            <a:picLocks noChangeAspect="1" noChangeArrowheads="1"/>
          </p:cNvPicPr>
          <p:nvPr/>
        </p:nvPicPr>
        <p:blipFill>
          <a:blip r:embed="rId5" cstate="print"/>
          <a:stretch>
            <a:fillRect/>
          </a:stretch>
        </p:blipFill>
        <p:spPr bwMode="gray">
          <a:xfrm>
            <a:off x="3830694" y="4828959"/>
            <a:ext cx="451919" cy="362906"/>
          </a:xfrm>
          <a:prstGeom prst="rect">
            <a:avLst/>
          </a:prstGeom>
          <a:noFill/>
        </p:spPr>
      </p:pic>
      <p:pic>
        <p:nvPicPr>
          <p:cNvPr id="3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4649773" y="4118179"/>
            <a:ext cx="451919" cy="362906"/>
          </a:xfrm>
          <a:prstGeom prst="rect">
            <a:avLst/>
          </a:prstGeom>
        </p:spPr>
      </p:pic>
      <p:pic>
        <p:nvPicPr>
          <p:cNvPr id="31" name="图片 102" descr="AC-蓝.png"/>
          <p:cNvPicPr>
            <a:picLocks noChangeAspect="1"/>
          </p:cNvPicPr>
          <p:nvPr/>
        </p:nvPicPr>
        <p:blipFill>
          <a:blip r:embed="rId7" cstate="print"/>
          <a:stretch>
            <a:fillRect/>
          </a:stretch>
        </p:blipFill>
        <p:spPr bwMode="gray">
          <a:xfrm>
            <a:off x="5492559" y="4827030"/>
            <a:ext cx="451919" cy="362907"/>
          </a:xfrm>
          <a:prstGeom prst="rect">
            <a:avLst/>
          </a:prstGeom>
        </p:spPr>
      </p:pic>
      <p:sp>
        <p:nvSpPr>
          <p:cNvPr id="35" name="íşḻïďe">
            <a:extLst>
              <a:ext uri="{FF2B5EF4-FFF2-40B4-BE49-F238E27FC236}">
                <a16:creationId xmlns:a16="http://schemas.microsoft.com/office/drawing/2014/main" id="{05246D82-A4F5-42F2-854D-C3D348D160CE}"/>
              </a:ext>
            </a:extLst>
          </p:cNvPr>
          <p:cNvSpPr txBox="1"/>
          <p:nvPr/>
        </p:nvSpPr>
        <p:spPr bwMode="gray">
          <a:xfrm>
            <a:off x="3660627" y="5319379"/>
            <a:ext cx="2469691" cy="337667"/>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t">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zh-CN" altLang="en-US" sz="1599" dirty="0"/>
              <a:t>客户网络</a:t>
            </a:r>
            <a:endParaRPr lang="en-US" altLang="zh-CN" sz="1599" dirty="0"/>
          </a:p>
        </p:txBody>
      </p:sp>
      <p:sp>
        <p:nvSpPr>
          <p:cNvPr id="36" name="矩形 35"/>
          <p:cNvSpPr/>
          <p:nvPr/>
        </p:nvSpPr>
        <p:spPr bwMode="gray">
          <a:xfrm>
            <a:off x="7511157" y="3988736"/>
            <a:ext cx="2469690" cy="1331587"/>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8" name="Picture 2" descr="G:\做的项目\公共\扁平图标切换\更新2015_01_21\oss扁平图标库2015_01_21更新-04.png"/>
          <p:cNvPicPr>
            <a:picLocks noChangeAspect="1" noChangeArrowheads="1"/>
          </p:cNvPicPr>
          <p:nvPr/>
        </p:nvPicPr>
        <p:blipFill>
          <a:blip r:embed="rId5" cstate="print"/>
          <a:stretch>
            <a:fillRect/>
          </a:stretch>
        </p:blipFill>
        <p:spPr bwMode="gray">
          <a:xfrm>
            <a:off x="7681222" y="4828959"/>
            <a:ext cx="451919" cy="362906"/>
          </a:xfrm>
          <a:prstGeom prst="rect">
            <a:avLst/>
          </a:prstGeom>
          <a:noFill/>
        </p:spPr>
      </p:pic>
      <p:pic>
        <p:nvPicPr>
          <p:cNvPr id="39"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8500300" y="4118179"/>
            <a:ext cx="451919" cy="362906"/>
          </a:xfrm>
          <a:prstGeom prst="rect">
            <a:avLst/>
          </a:prstGeom>
        </p:spPr>
      </p:pic>
      <p:pic>
        <p:nvPicPr>
          <p:cNvPr id="40" name="图片 102" descr="AC-蓝.png"/>
          <p:cNvPicPr>
            <a:picLocks noChangeAspect="1"/>
          </p:cNvPicPr>
          <p:nvPr/>
        </p:nvPicPr>
        <p:blipFill>
          <a:blip r:embed="rId7" cstate="print"/>
          <a:stretch>
            <a:fillRect/>
          </a:stretch>
        </p:blipFill>
        <p:spPr bwMode="gray">
          <a:xfrm>
            <a:off x="9343087" y="4827030"/>
            <a:ext cx="451919" cy="362907"/>
          </a:xfrm>
          <a:prstGeom prst="rect">
            <a:avLst/>
          </a:prstGeom>
        </p:spPr>
      </p:pic>
      <p:sp>
        <p:nvSpPr>
          <p:cNvPr id="41" name="íşḻïďe">
            <a:extLst>
              <a:ext uri="{FF2B5EF4-FFF2-40B4-BE49-F238E27FC236}">
                <a16:creationId xmlns:a16="http://schemas.microsoft.com/office/drawing/2014/main" id="{05246D82-A4F5-42F2-854D-C3D348D160CE}"/>
              </a:ext>
            </a:extLst>
          </p:cNvPr>
          <p:cNvSpPr txBox="1"/>
          <p:nvPr/>
        </p:nvSpPr>
        <p:spPr bwMode="gray">
          <a:xfrm>
            <a:off x="7511155" y="5330530"/>
            <a:ext cx="2469691" cy="337667"/>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t">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zh-CN" altLang="en-US" sz="1599" dirty="0"/>
              <a:t>实验局测试</a:t>
            </a:r>
            <a:endParaRPr lang="en-US" altLang="zh-CN" sz="1599" dirty="0"/>
          </a:p>
        </p:txBody>
      </p:sp>
      <p:cxnSp>
        <p:nvCxnSpPr>
          <p:cNvPr id="50" name="直接连接符 49"/>
          <p:cNvCxnSpPr>
            <a:stCxn id="30" idx="2"/>
            <a:endCxn id="27" idx="0"/>
          </p:cNvCxnSpPr>
          <p:nvPr/>
        </p:nvCxnSpPr>
        <p:spPr bwMode="gray">
          <a:xfrm>
            <a:off x="4875733" y="4481085"/>
            <a:ext cx="0" cy="347874"/>
          </a:xfrm>
          <a:prstGeom prst="lin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42" name="Right Arrow 157"/>
          <p:cNvSpPr/>
          <p:nvPr/>
        </p:nvSpPr>
        <p:spPr bwMode="gray">
          <a:xfrm>
            <a:off x="6201555" y="4480184"/>
            <a:ext cx="1216461" cy="468753"/>
          </a:xfrm>
          <a:prstGeom prst="rightArrow">
            <a:avLst>
              <a:gd name="adj1" fmla="val 40000"/>
              <a:gd name="adj2" fmla="val 50000"/>
            </a:avLst>
          </a:prstGeom>
          <a:gradFill>
            <a:gsLst>
              <a:gs pos="0">
                <a:schemeClr val="bg1"/>
              </a:gs>
              <a:gs pos="100000">
                <a:srgbClr val="56C4D2">
                  <a:alpha val="50000"/>
                </a:srgbClr>
              </a:gs>
            </a:gsLst>
            <a:lin ang="0" scaled="0"/>
          </a:gradFill>
          <a:ln w="15875">
            <a:gradFill>
              <a:gsLst>
                <a:gs pos="0">
                  <a:schemeClr val="bg1"/>
                </a:gs>
                <a:gs pos="100000">
                  <a:srgbClr val="56C4D2"/>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íşḻïďe">
            <a:extLst>
              <a:ext uri="{FF2B5EF4-FFF2-40B4-BE49-F238E27FC236}">
                <a16:creationId xmlns:a16="http://schemas.microsoft.com/office/drawing/2014/main" id="{05246D82-A4F5-42F2-854D-C3D348D160CE}"/>
              </a:ext>
            </a:extLst>
          </p:cNvPr>
          <p:cNvSpPr txBox="1"/>
          <p:nvPr/>
        </p:nvSpPr>
        <p:spPr bwMode="gray">
          <a:xfrm>
            <a:off x="6223459" y="4919642"/>
            <a:ext cx="1194555" cy="581339"/>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zh-CN" altLang="en-US" sz="1599" dirty="0"/>
              <a:t>模拟</a:t>
            </a:r>
            <a:endParaRPr lang="en-US" altLang="zh-CN" sz="1599" dirty="0"/>
          </a:p>
        </p:txBody>
      </p:sp>
      <p:cxnSp>
        <p:nvCxnSpPr>
          <p:cNvPr id="55" name="直接连接符 54"/>
          <p:cNvCxnSpPr>
            <a:endCxn id="40" idx="1"/>
          </p:cNvCxnSpPr>
          <p:nvPr/>
        </p:nvCxnSpPr>
        <p:spPr bwMode="gray">
          <a:xfrm flipV="1">
            <a:off x="8133141" y="5008483"/>
            <a:ext cx="1209945" cy="1929"/>
          </a:xfrm>
          <a:prstGeom prst="lin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a:stCxn id="39" idx="2"/>
            <a:endCxn id="37" idx="0"/>
          </p:cNvCxnSpPr>
          <p:nvPr/>
        </p:nvCxnSpPr>
        <p:spPr bwMode="gray">
          <a:xfrm>
            <a:off x="8726260" y="4481085"/>
            <a:ext cx="0" cy="347874"/>
          </a:xfrm>
          <a:prstGeom prst="lin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pic>
        <p:nvPicPr>
          <p:cNvPr id="37" name="图片 86" descr="核心交换机.png"/>
          <p:cNvPicPr>
            <a:picLocks noChangeAspect="1"/>
          </p:cNvPicPr>
          <p:nvPr/>
        </p:nvPicPr>
        <p:blipFill>
          <a:blip r:embed="rId4" cstate="print"/>
          <a:stretch>
            <a:fillRect/>
          </a:stretch>
        </p:blipFill>
        <p:spPr bwMode="gray">
          <a:xfrm>
            <a:off x="8501503" y="4828959"/>
            <a:ext cx="449514" cy="360977"/>
          </a:xfrm>
          <a:prstGeom prst="rect">
            <a:avLst/>
          </a:prstGeom>
        </p:spPr>
      </p:pic>
      <p:sp>
        <p:nvSpPr>
          <p:cNvPr id="44" name="五边形 153"/>
          <p:cNvSpPr/>
          <p:nvPr/>
        </p:nvSpPr>
        <p:spPr bwMode="gray">
          <a:xfrm>
            <a:off x="8150785" y="113221"/>
            <a:ext cx="1259508" cy="213037"/>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准备阶段</a:t>
            </a:r>
          </a:p>
        </p:txBody>
      </p:sp>
      <p:sp>
        <p:nvSpPr>
          <p:cNvPr id="45" name="燕尾形 154"/>
          <p:cNvSpPr/>
          <p:nvPr/>
        </p:nvSpPr>
        <p:spPr bwMode="gray">
          <a:xfrm>
            <a:off x="9320182"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实施阶段</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燕尾形 155"/>
          <p:cNvSpPr/>
          <p:nvPr/>
        </p:nvSpPr>
        <p:spPr bwMode="gray">
          <a:xfrm>
            <a:off x="10489579"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收尾阶段</a:t>
            </a:r>
          </a:p>
        </p:txBody>
      </p:sp>
    </p:spTree>
    <p:custDataLst>
      <p:tags r:id="rId1"/>
    </p:custDataLst>
    <p:extLst>
      <p:ext uri="{BB962C8B-B14F-4D97-AF65-F5344CB8AC3E}">
        <p14:creationId xmlns:p14="http://schemas.microsoft.com/office/powerpoint/2010/main" val="24111075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割接准备</a:t>
            </a:r>
          </a:p>
        </p:txBody>
      </p:sp>
      <p:sp>
        <p:nvSpPr>
          <p:cNvPr id="38" name="文本占位符 3"/>
          <p:cNvSpPr>
            <a:spLocks noGrp="1"/>
          </p:cNvSpPr>
          <p:nvPr>
            <p:ph type="body" sz="quarter" idx="10"/>
          </p:nvPr>
        </p:nvSpPr>
        <p:spPr bwMode="gray">
          <a:xfrm>
            <a:off x="2143432" y="1047750"/>
            <a:ext cx="9605655" cy="4879805"/>
          </a:xfrm>
        </p:spPr>
        <p:txBody>
          <a:bodyPr/>
          <a:lstStyle/>
          <a:p>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割接准备是割接实施前的重要步骤，同时充分地准备也是顺利完成割接的基础。</a:t>
            </a:r>
          </a:p>
          <a:p>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割接的准备分为环境准备（硬件，软件，工具，备件等）、人员准备（甲方，乙方，监理）和流程准备（执行时间划分），只有充分考虑周全，才会确保万无一失。</a:t>
            </a:r>
            <a:endParaRPr lang="en-US" altLang="zh-CN" sz="1799"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buNone/>
            </a:pPr>
            <a:endParaRPr lang="en-US" altLang="zh-CN" sz="1799"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buNone/>
            </a:pPr>
            <a:r>
              <a:rPr lang="en-US" altLang="zh-CN" sz="1799" dirty="0">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7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ïšļïďe">
            <a:extLst>
              <a:ext uri="{FF2B5EF4-FFF2-40B4-BE49-F238E27FC236}">
                <a16:creationId xmlns:a16="http://schemas.microsoft.com/office/drawing/2014/main" id="{FB41FAD4-0BA5-4580-B72E-A6BFF22F8784}"/>
              </a:ext>
            </a:extLst>
          </p:cNvPr>
          <p:cNvSpPr txBox="1"/>
          <p:nvPr/>
        </p:nvSpPr>
        <p:spPr bwMode="gray">
          <a:xfrm>
            <a:off x="836816" y="1587786"/>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pPr algn="l"/>
            <a:r>
              <a:rPr lang="zh-CN" altLang="en-US" sz="1399" dirty="0"/>
              <a:t>项目分析</a:t>
            </a:r>
            <a:endParaRPr lang="en-US" altLang="zh-CN" sz="1399" dirty="0"/>
          </a:p>
        </p:txBody>
      </p:sp>
      <p:sp>
        <p:nvSpPr>
          <p:cNvPr id="113" name="ïṧļíḍê">
            <a:extLst>
              <a:ext uri="{FF2B5EF4-FFF2-40B4-BE49-F238E27FC236}">
                <a16:creationId xmlns:a16="http://schemas.microsoft.com/office/drawing/2014/main" id="{D1BCCD92-D45A-41F7-960F-30FC35568CBF}"/>
              </a:ext>
            </a:extLst>
          </p:cNvPr>
          <p:cNvSpPr txBox="1"/>
          <p:nvPr/>
        </p:nvSpPr>
        <p:spPr bwMode="gray">
          <a:xfrm>
            <a:off x="836816" y="2542317"/>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1399" dirty="0">
                <a:solidFill>
                  <a:schemeClr val="bg1">
                    <a:lumMod val="65000"/>
                  </a:schemeClr>
                </a:solidFill>
              </a:rPr>
              <a:t>风险评估</a:t>
            </a:r>
            <a:endParaRPr lang="en-US" altLang="zh-CN" sz="1399" dirty="0">
              <a:solidFill>
                <a:schemeClr val="bg1">
                  <a:lumMod val="65000"/>
                </a:schemeClr>
              </a:solidFill>
            </a:endParaRPr>
          </a:p>
        </p:txBody>
      </p:sp>
      <p:sp>
        <p:nvSpPr>
          <p:cNvPr id="114" name="îş1iḍê">
            <a:extLst>
              <a:ext uri="{FF2B5EF4-FFF2-40B4-BE49-F238E27FC236}">
                <a16:creationId xmlns:a16="http://schemas.microsoft.com/office/drawing/2014/main" id="{F0B068A5-560A-4DB9-9ABC-E179FB4B53B1}"/>
              </a:ext>
            </a:extLst>
          </p:cNvPr>
          <p:cNvSpPr txBox="1"/>
          <p:nvPr/>
        </p:nvSpPr>
        <p:spPr bwMode="gray">
          <a:xfrm>
            <a:off x="836816" y="3496848"/>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00000"/>
              </a:lnSpc>
              <a:spcBef>
                <a:spcPct val="0"/>
              </a:spcBef>
            </a:pPr>
            <a:r>
              <a:rPr lang="zh-CN" altLang="en-US" sz="1399" dirty="0">
                <a:solidFill>
                  <a:schemeClr val="bg1">
                    <a:lumMod val="65000"/>
                  </a:schemeClr>
                </a:solidFill>
              </a:rPr>
              <a:t>输出割接方案</a:t>
            </a:r>
            <a:endParaRPr lang="en-US" altLang="zh-CN" sz="1399" dirty="0">
              <a:solidFill>
                <a:schemeClr val="bg1">
                  <a:lumMod val="65000"/>
                </a:schemeClr>
              </a:solidFill>
            </a:endParaRPr>
          </a:p>
        </p:txBody>
      </p:sp>
      <p:sp>
        <p:nvSpPr>
          <p:cNvPr id="115" name="íşḻïďe">
            <a:extLst>
              <a:ext uri="{FF2B5EF4-FFF2-40B4-BE49-F238E27FC236}">
                <a16:creationId xmlns:a16="http://schemas.microsoft.com/office/drawing/2014/main" id="{05246D82-A4F5-42F2-854D-C3D348D160CE}"/>
              </a:ext>
            </a:extLst>
          </p:cNvPr>
          <p:cNvSpPr txBox="1"/>
          <p:nvPr/>
        </p:nvSpPr>
        <p:spPr bwMode="gray">
          <a:xfrm>
            <a:off x="836816" y="4451379"/>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1399" dirty="0">
                <a:solidFill>
                  <a:schemeClr val="bg1">
                    <a:lumMod val="65000"/>
                  </a:schemeClr>
                </a:solidFill>
              </a:rPr>
              <a:t>方案验证、评审</a:t>
            </a:r>
            <a:endParaRPr lang="en-US" altLang="zh-CN" sz="1399" dirty="0">
              <a:solidFill>
                <a:schemeClr val="bg1">
                  <a:lumMod val="65000"/>
                </a:schemeClr>
              </a:solidFill>
            </a:endParaRPr>
          </a:p>
        </p:txBody>
      </p:sp>
      <p:cxnSp>
        <p:nvCxnSpPr>
          <p:cNvPr id="117" name="直接连接符 116">
            <a:extLst>
              <a:ext uri="{FF2B5EF4-FFF2-40B4-BE49-F238E27FC236}">
                <a16:creationId xmlns:a16="http://schemas.microsoft.com/office/drawing/2014/main" id="{4AA622A8-8183-4782-A4A5-6DF01B92BB53}"/>
              </a:ext>
            </a:extLst>
          </p:cNvPr>
          <p:cNvCxnSpPr/>
          <p:nvPr/>
        </p:nvCxnSpPr>
        <p:spPr bwMode="gray">
          <a:xfrm>
            <a:off x="665266" y="1470289"/>
            <a:ext cx="0" cy="4689414"/>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34" name="íṡ1íḋê">
            <a:extLst>
              <a:ext uri="{FF2B5EF4-FFF2-40B4-BE49-F238E27FC236}">
                <a16:creationId xmlns:a16="http://schemas.microsoft.com/office/drawing/2014/main" id="{87A1502E-FF5A-402F-AE9A-604F51135206}"/>
              </a:ext>
            </a:extLst>
          </p:cNvPr>
          <p:cNvSpPr/>
          <p:nvPr/>
        </p:nvSpPr>
        <p:spPr bwMode="gray">
          <a:xfrm rot="10800000" flipV="1">
            <a:off x="485337" y="4492266"/>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36" name="iṡļidè">
            <a:extLst>
              <a:ext uri="{FF2B5EF4-FFF2-40B4-BE49-F238E27FC236}">
                <a16:creationId xmlns:a16="http://schemas.microsoft.com/office/drawing/2014/main" id="{D2F2F0A0-455D-459F-90E5-A8674554530D}"/>
              </a:ext>
            </a:extLst>
          </p:cNvPr>
          <p:cNvSpPr>
            <a:spLocks/>
          </p:cNvSpPr>
          <p:nvPr/>
        </p:nvSpPr>
        <p:spPr bwMode="gray">
          <a:xfrm>
            <a:off x="594261" y="4605191"/>
            <a:ext cx="159431" cy="134008"/>
          </a:xfrm>
          <a:custGeom>
            <a:avLst/>
            <a:gdLst>
              <a:gd name="connsiteX0" fmla="*/ 536415 w 607227"/>
              <a:gd name="connsiteY0" fmla="*/ 12631 h 510399"/>
              <a:gd name="connsiteX1" fmla="*/ 557192 w 607227"/>
              <a:gd name="connsiteY1" fmla="*/ 21221 h 510399"/>
              <a:gd name="connsiteX2" fmla="*/ 598584 w 607227"/>
              <a:gd name="connsiteY2" fmla="*/ 62633 h 510399"/>
              <a:gd name="connsiteX3" fmla="*/ 598584 w 607227"/>
              <a:gd name="connsiteY3" fmla="*/ 104044 h 510399"/>
              <a:gd name="connsiteX4" fmla="*/ 511175 w 607227"/>
              <a:gd name="connsiteY4" fmla="*/ 191324 h 510399"/>
              <a:gd name="connsiteX5" fmla="*/ 444948 w 607227"/>
              <a:gd name="connsiteY5" fmla="*/ 257453 h 510399"/>
              <a:gd name="connsiteX6" fmla="*/ 339441 w 607227"/>
              <a:gd name="connsiteY6" fmla="*/ 362805 h 510399"/>
              <a:gd name="connsiteX7" fmla="*/ 297968 w 607227"/>
              <a:gd name="connsiteY7" fmla="*/ 404217 h 510399"/>
              <a:gd name="connsiteX8" fmla="*/ 277191 w 607227"/>
              <a:gd name="connsiteY8" fmla="*/ 412807 h 510399"/>
              <a:gd name="connsiteX9" fmla="*/ 256495 w 607227"/>
              <a:gd name="connsiteY9" fmla="*/ 404217 h 510399"/>
              <a:gd name="connsiteX10" fmla="*/ 215023 w 607227"/>
              <a:gd name="connsiteY10" fmla="*/ 362805 h 510399"/>
              <a:gd name="connsiteX11" fmla="*/ 138814 w 607227"/>
              <a:gd name="connsiteY11" fmla="*/ 286790 h 510399"/>
              <a:gd name="connsiteX12" fmla="*/ 138814 w 607227"/>
              <a:gd name="connsiteY12" fmla="*/ 245378 h 510399"/>
              <a:gd name="connsiteX13" fmla="*/ 180286 w 607227"/>
              <a:gd name="connsiteY13" fmla="*/ 203967 h 510399"/>
              <a:gd name="connsiteX14" fmla="*/ 201063 w 607227"/>
              <a:gd name="connsiteY14" fmla="*/ 195376 h 510399"/>
              <a:gd name="connsiteX15" fmla="*/ 221759 w 607227"/>
              <a:gd name="connsiteY15" fmla="*/ 203967 h 510399"/>
              <a:gd name="connsiteX16" fmla="*/ 277191 w 607227"/>
              <a:gd name="connsiteY16" fmla="*/ 259317 h 510399"/>
              <a:gd name="connsiteX17" fmla="*/ 444948 w 607227"/>
              <a:gd name="connsiteY17" fmla="*/ 91807 h 510399"/>
              <a:gd name="connsiteX18" fmla="*/ 503951 w 607227"/>
              <a:gd name="connsiteY18" fmla="*/ 32891 h 510399"/>
              <a:gd name="connsiteX19" fmla="*/ 515719 w 607227"/>
              <a:gd name="connsiteY19" fmla="*/ 21221 h 510399"/>
              <a:gd name="connsiteX20" fmla="*/ 536415 w 607227"/>
              <a:gd name="connsiteY20" fmla="*/ 12631 h 510399"/>
              <a:gd name="connsiteX21" fmla="*/ 61847 w 607227"/>
              <a:gd name="connsiteY21" fmla="*/ 0 h 510399"/>
              <a:gd name="connsiteX22" fmla="*/ 449328 w 607227"/>
              <a:gd name="connsiteY22" fmla="*/ 0 h 510399"/>
              <a:gd name="connsiteX23" fmla="*/ 491858 w 607227"/>
              <a:gd name="connsiteY23" fmla="*/ 17019 h 510399"/>
              <a:gd name="connsiteX24" fmla="*/ 442591 w 607227"/>
              <a:gd name="connsiteY24" fmla="*/ 66130 h 510399"/>
              <a:gd name="connsiteX25" fmla="*/ 66230 w 607227"/>
              <a:gd name="connsiteY25" fmla="*/ 66130 h 510399"/>
              <a:gd name="connsiteX26" fmla="*/ 66230 w 607227"/>
              <a:gd name="connsiteY26" fmla="*/ 444269 h 510399"/>
              <a:gd name="connsiteX27" fmla="*/ 444945 w 607227"/>
              <a:gd name="connsiteY27" fmla="*/ 444269 h 510399"/>
              <a:gd name="connsiteX28" fmla="*/ 444945 w 607227"/>
              <a:gd name="connsiteY28" fmla="*/ 285590 h 510399"/>
              <a:gd name="connsiteX29" fmla="*/ 511175 w 607227"/>
              <a:gd name="connsiteY29" fmla="*/ 219460 h 510399"/>
              <a:gd name="connsiteX30" fmla="*/ 511175 w 607227"/>
              <a:gd name="connsiteY30" fmla="*/ 448645 h 510399"/>
              <a:gd name="connsiteX31" fmla="*/ 449328 w 607227"/>
              <a:gd name="connsiteY31" fmla="*/ 510399 h 510399"/>
              <a:gd name="connsiteX32" fmla="*/ 61847 w 607227"/>
              <a:gd name="connsiteY32" fmla="*/ 510399 h 510399"/>
              <a:gd name="connsiteX33" fmla="*/ 0 w 607227"/>
              <a:gd name="connsiteY33" fmla="*/ 448645 h 510399"/>
              <a:gd name="connsiteX34" fmla="*/ 0 w 607227"/>
              <a:gd name="connsiteY34" fmla="*/ 61673 h 510399"/>
              <a:gd name="connsiteX35" fmla="*/ 61847 w 607227"/>
              <a:gd name="connsiteY35" fmla="*/ 0 h 51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7227" h="510399">
                <a:moveTo>
                  <a:pt x="536415" y="12631"/>
                </a:moveTo>
                <a:cubicBezTo>
                  <a:pt x="543882" y="12631"/>
                  <a:pt x="551430" y="15467"/>
                  <a:pt x="557192" y="21221"/>
                </a:cubicBezTo>
                <a:lnTo>
                  <a:pt x="598584" y="62633"/>
                </a:lnTo>
                <a:cubicBezTo>
                  <a:pt x="610108" y="74059"/>
                  <a:pt x="610108" y="92618"/>
                  <a:pt x="598584" y="104044"/>
                </a:cubicBezTo>
                <a:lnTo>
                  <a:pt x="511175" y="191324"/>
                </a:lnTo>
                <a:lnTo>
                  <a:pt x="444948" y="257453"/>
                </a:lnTo>
                <a:lnTo>
                  <a:pt x="339441" y="362805"/>
                </a:lnTo>
                <a:lnTo>
                  <a:pt x="297968" y="404217"/>
                </a:lnTo>
                <a:cubicBezTo>
                  <a:pt x="292206" y="409971"/>
                  <a:pt x="284739" y="412807"/>
                  <a:pt x="277191" y="412807"/>
                </a:cubicBezTo>
                <a:cubicBezTo>
                  <a:pt x="269724" y="412807"/>
                  <a:pt x="262177" y="409971"/>
                  <a:pt x="256495" y="404217"/>
                </a:cubicBezTo>
                <a:lnTo>
                  <a:pt x="215023" y="362805"/>
                </a:lnTo>
                <a:lnTo>
                  <a:pt x="138814" y="286790"/>
                </a:lnTo>
                <a:cubicBezTo>
                  <a:pt x="127370" y="275363"/>
                  <a:pt x="127370" y="256805"/>
                  <a:pt x="138814" y="245378"/>
                </a:cubicBezTo>
                <a:lnTo>
                  <a:pt x="180286" y="203967"/>
                </a:lnTo>
                <a:cubicBezTo>
                  <a:pt x="186049" y="198213"/>
                  <a:pt x="193515" y="195376"/>
                  <a:pt x="201063" y="195376"/>
                </a:cubicBezTo>
                <a:cubicBezTo>
                  <a:pt x="208530" y="195376"/>
                  <a:pt x="215997" y="198213"/>
                  <a:pt x="221759" y="203967"/>
                </a:cubicBezTo>
                <a:lnTo>
                  <a:pt x="277191" y="259317"/>
                </a:lnTo>
                <a:lnTo>
                  <a:pt x="444948" y="91807"/>
                </a:lnTo>
                <a:lnTo>
                  <a:pt x="503951" y="32891"/>
                </a:lnTo>
                <a:lnTo>
                  <a:pt x="515719" y="21221"/>
                </a:lnTo>
                <a:cubicBezTo>
                  <a:pt x="521401" y="15467"/>
                  <a:pt x="528949" y="12631"/>
                  <a:pt x="536415" y="12631"/>
                </a:cubicBezTo>
                <a:close/>
                <a:moveTo>
                  <a:pt x="61847" y="0"/>
                </a:moveTo>
                <a:lnTo>
                  <a:pt x="449328" y="0"/>
                </a:lnTo>
                <a:cubicBezTo>
                  <a:pt x="465804" y="0"/>
                  <a:pt x="480738" y="6483"/>
                  <a:pt x="491858" y="17019"/>
                </a:cubicBezTo>
                <a:lnTo>
                  <a:pt x="442591" y="66130"/>
                </a:lnTo>
                <a:lnTo>
                  <a:pt x="66230" y="66130"/>
                </a:lnTo>
                <a:lnTo>
                  <a:pt x="66230" y="444269"/>
                </a:lnTo>
                <a:lnTo>
                  <a:pt x="444945" y="444269"/>
                </a:lnTo>
                <a:lnTo>
                  <a:pt x="444945" y="285590"/>
                </a:lnTo>
                <a:lnTo>
                  <a:pt x="511175" y="219460"/>
                </a:lnTo>
                <a:lnTo>
                  <a:pt x="511175" y="448645"/>
                </a:lnTo>
                <a:cubicBezTo>
                  <a:pt x="511175" y="482683"/>
                  <a:pt x="483417" y="510399"/>
                  <a:pt x="449328" y="510399"/>
                </a:cubicBezTo>
                <a:lnTo>
                  <a:pt x="61847" y="510399"/>
                </a:lnTo>
                <a:cubicBezTo>
                  <a:pt x="27758" y="510399"/>
                  <a:pt x="0" y="482683"/>
                  <a:pt x="0" y="448645"/>
                </a:cubicBezTo>
                <a:lnTo>
                  <a:pt x="0" y="61673"/>
                </a:lnTo>
                <a:cubicBezTo>
                  <a:pt x="0" y="27635"/>
                  <a:pt x="27758" y="0"/>
                  <a:pt x="61847" y="0"/>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sz="1799"/>
          </a:p>
        </p:txBody>
      </p:sp>
      <p:grpSp>
        <p:nvGrpSpPr>
          <p:cNvPr id="10" name="组合 9"/>
          <p:cNvGrpSpPr/>
          <p:nvPr/>
        </p:nvGrpSpPr>
        <p:grpSpPr bwMode="gray">
          <a:xfrm>
            <a:off x="485337" y="1626738"/>
            <a:ext cx="359859" cy="359859"/>
            <a:chOff x="485526" y="1922363"/>
            <a:chExt cx="360000" cy="360000"/>
          </a:xfrm>
        </p:grpSpPr>
        <p:sp>
          <p:nvSpPr>
            <p:cNvPr id="143" name="iṡ1ïdé">
              <a:extLst>
                <a:ext uri="{FF2B5EF4-FFF2-40B4-BE49-F238E27FC236}">
                  <a16:creationId xmlns:a16="http://schemas.microsoft.com/office/drawing/2014/main" id="{3FC487D0-A815-4107-8A36-7C156E98B5FA}"/>
                </a:ext>
              </a:extLst>
            </p:cNvPr>
            <p:cNvSpPr/>
            <p:nvPr/>
          </p:nvSpPr>
          <p:spPr bwMode="gray">
            <a:xfrm rot="10800000" flipV="1">
              <a:off x="485526" y="1922363"/>
              <a:ext cx="360000" cy="3600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48" name="stocks-graphic-on-laptop-monitor_38809"/>
            <p:cNvSpPr>
              <a:spLocks/>
            </p:cNvSpPr>
            <p:nvPr/>
          </p:nvSpPr>
          <p:spPr bwMode="gray">
            <a:xfrm>
              <a:off x="556588" y="2041470"/>
              <a:ext cx="229839" cy="121786"/>
            </a:xfrm>
            <a:custGeom>
              <a:avLst/>
              <a:gdLst>
                <a:gd name="connsiteX0" fmla="*/ 5942 w 596753"/>
                <a:gd name="connsiteY0" fmla="*/ 342878 h 372092"/>
                <a:gd name="connsiteX1" fmla="*/ 591159 w 596753"/>
                <a:gd name="connsiteY1" fmla="*/ 342878 h 372092"/>
                <a:gd name="connsiteX2" fmla="*/ 596753 w 596753"/>
                <a:gd name="connsiteY2" fmla="*/ 348034 h 372092"/>
                <a:gd name="connsiteX3" fmla="*/ 594602 w 596753"/>
                <a:gd name="connsiteY3" fmla="*/ 354048 h 372092"/>
                <a:gd name="connsiteX4" fmla="*/ 295109 w 596753"/>
                <a:gd name="connsiteY4" fmla="*/ 372092 h 372092"/>
                <a:gd name="connsiteX5" fmla="*/ 99750 w 596753"/>
                <a:gd name="connsiteY5" fmla="*/ 367796 h 372092"/>
                <a:gd name="connsiteX6" fmla="*/ 1209 w 596753"/>
                <a:gd name="connsiteY6" fmla="*/ 353189 h 372092"/>
                <a:gd name="connsiteX7" fmla="*/ 779 w 596753"/>
                <a:gd name="connsiteY7" fmla="*/ 346315 h 372092"/>
                <a:gd name="connsiteX8" fmla="*/ 5942 w 596753"/>
                <a:gd name="connsiteY8" fmla="*/ 342878 h 372092"/>
                <a:gd name="connsiteX9" fmla="*/ 287321 w 596753"/>
                <a:gd name="connsiteY9" fmla="*/ 199380 h 372092"/>
                <a:gd name="connsiteX10" fmla="*/ 277855 w 596753"/>
                <a:gd name="connsiteY10" fmla="*/ 208402 h 372092"/>
                <a:gd name="connsiteX11" fmla="*/ 287321 w 596753"/>
                <a:gd name="connsiteY11" fmla="*/ 217853 h 372092"/>
                <a:gd name="connsiteX12" fmla="*/ 296358 w 596753"/>
                <a:gd name="connsiteY12" fmla="*/ 208402 h 372092"/>
                <a:gd name="connsiteX13" fmla="*/ 287321 w 596753"/>
                <a:gd name="connsiteY13" fmla="*/ 199380 h 372092"/>
                <a:gd name="connsiteX14" fmla="*/ 428891 w 596753"/>
                <a:gd name="connsiteY14" fmla="*/ 174464 h 372092"/>
                <a:gd name="connsiteX15" fmla="*/ 419855 w 596753"/>
                <a:gd name="connsiteY15" fmla="*/ 183485 h 372092"/>
                <a:gd name="connsiteX16" fmla="*/ 428891 w 596753"/>
                <a:gd name="connsiteY16" fmla="*/ 192936 h 372092"/>
                <a:gd name="connsiteX17" fmla="*/ 438358 w 596753"/>
                <a:gd name="connsiteY17" fmla="*/ 183485 h 372092"/>
                <a:gd name="connsiteX18" fmla="*/ 428891 w 596753"/>
                <a:gd name="connsiteY18" fmla="*/ 174464 h 372092"/>
                <a:gd name="connsiteX19" fmla="*/ 355309 w 596753"/>
                <a:gd name="connsiteY19" fmla="*/ 140096 h 372092"/>
                <a:gd name="connsiteX20" fmla="*/ 346273 w 596753"/>
                <a:gd name="connsiteY20" fmla="*/ 149117 h 372092"/>
                <a:gd name="connsiteX21" fmla="*/ 355309 w 596753"/>
                <a:gd name="connsiteY21" fmla="*/ 158569 h 372092"/>
                <a:gd name="connsiteX22" fmla="*/ 364776 w 596753"/>
                <a:gd name="connsiteY22" fmla="*/ 149117 h 372092"/>
                <a:gd name="connsiteX23" fmla="*/ 355309 w 596753"/>
                <a:gd name="connsiteY23" fmla="*/ 140096 h 372092"/>
                <a:gd name="connsiteX24" fmla="*/ 107455 w 596753"/>
                <a:gd name="connsiteY24" fmla="*/ 137948 h 372092"/>
                <a:gd name="connsiteX25" fmla="*/ 98418 w 596753"/>
                <a:gd name="connsiteY25" fmla="*/ 146969 h 372092"/>
                <a:gd name="connsiteX26" fmla="*/ 107455 w 596753"/>
                <a:gd name="connsiteY26" fmla="*/ 156421 h 372092"/>
                <a:gd name="connsiteX27" fmla="*/ 116921 w 596753"/>
                <a:gd name="connsiteY27" fmla="*/ 146969 h 372092"/>
                <a:gd name="connsiteX28" fmla="*/ 107455 w 596753"/>
                <a:gd name="connsiteY28" fmla="*/ 137948 h 372092"/>
                <a:gd name="connsiteX29" fmla="*/ 207715 w 596753"/>
                <a:gd name="connsiteY29" fmla="*/ 130645 h 372092"/>
                <a:gd name="connsiteX30" fmla="*/ 198679 w 596753"/>
                <a:gd name="connsiteY30" fmla="*/ 140096 h 372092"/>
                <a:gd name="connsiteX31" fmla="*/ 207715 w 596753"/>
                <a:gd name="connsiteY31" fmla="*/ 149117 h 372092"/>
                <a:gd name="connsiteX32" fmla="*/ 217182 w 596753"/>
                <a:gd name="connsiteY32" fmla="*/ 140096 h 372092"/>
                <a:gd name="connsiteX33" fmla="*/ 207715 w 596753"/>
                <a:gd name="connsiteY33" fmla="*/ 130645 h 372092"/>
                <a:gd name="connsiteX34" fmla="*/ 489134 w 596753"/>
                <a:gd name="connsiteY34" fmla="*/ 103150 h 372092"/>
                <a:gd name="connsiteX35" fmla="*/ 479667 w 596753"/>
                <a:gd name="connsiteY35" fmla="*/ 112172 h 372092"/>
                <a:gd name="connsiteX36" fmla="*/ 489134 w 596753"/>
                <a:gd name="connsiteY36" fmla="*/ 121623 h 372092"/>
                <a:gd name="connsiteX37" fmla="*/ 498600 w 596753"/>
                <a:gd name="connsiteY37" fmla="*/ 112172 h 372092"/>
                <a:gd name="connsiteX38" fmla="*/ 489134 w 596753"/>
                <a:gd name="connsiteY38" fmla="*/ 103150 h 372092"/>
                <a:gd name="connsiteX39" fmla="*/ 489134 w 596753"/>
                <a:gd name="connsiteY39" fmla="*/ 94558 h 372092"/>
                <a:gd name="connsiteX40" fmla="*/ 507206 w 596753"/>
                <a:gd name="connsiteY40" fmla="*/ 112172 h 372092"/>
                <a:gd name="connsiteX41" fmla="*/ 489134 w 596753"/>
                <a:gd name="connsiteY41" fmla="*/ 130215 h 372092"/>
                <a:gd name="connsiteX42" fmla="*/ 485261 w 596753"/>
                <a:gd name="connsiteY42" fmla="*/ 129785 h 372092"/>
                <a:gd name="connsiteX43" fmla="*/ 445673 w 596753"/>
                <a:gd name="connsiteY43" fmla="*/ 177471 h 372092"/>
                <a:gd name="connsiteX44" fmla="*/ 446964 w 596753"/>
                <a:gd name="connsiteY44" fmla="*/ 183485 h 372092"/>
                <a:gd name="connsiteX45" fmla="*/ 428891 w 596753"/>
                <a:gd name="connsiteY45" fmla="*/ 201528 h 372092"/>
                <a:gd name="connsiteX46" fmla="*/ 411249 w 596753"/>
                <a:gd name="connsiteY46" fmla="*/ 185633 h 372092"/>
                <a:gd name="connsiteX47" fmla="*/ 366497 w 596753"/>
                <a:gd name="connsiteY47" fmla="*/ 163294 h 372092"/>
                <a:gd name="connsiteX48" fmla="*/ 355309 w 596753"/>
                <a:gd name="connsiteY48" fmla="*/ 167161 h 372092"/>
                <a:gd name="connsiteX49" fmla="*/ 348855 w 596753"/>
                <a:gd name="connsiteY49" fmla="*/ 165872 h 372092"/>
                <a:gd name="connsiteX50" fmla="*/ 304964 w 596753"/>
                <a:gd name="connsiteY50" fmla="*/ 205824 h 372092"/>
                <a:gd name="connsiteX51" fmla="*/ 304964 w 596753"/>
                <a:gd name="connsiteY51" fmla="*/ 208402 h 372092"/>
                <a:gd name="connsiteX52" fmla="*/ 287321 w 596753"/>
                <a:gd name="connsiteY52" fmla="*/ 226445 h 372092"/>
                <a:gd name="connsiteX53" fmla="*/ 269249 w 596753"/>
                <a:gd name="connsiteY53" fmla="*/ 208402 h 372092"/>
                <a:gd name="connsiteX54" fmla="*/ 269679 w 596753"/>
                <a:gd name="connsiteY54" fmla="*/ 206254 h 372092"/>
                <a:gd name="connsiteX55" fmla="*/ 214600 w 596753"/>
                <a:gd name="connsiteY55" fmla="*/ 156421 h 372092"/>
                <a:gd name="connsiteX56" fmla="*/ 207715 w 596753"/>
                <a:gd name="connsiteY56" fmla="*/ 157709 h 372092"/>
                <a:gd name="connsiteX57" fmla="*/ 192655 w 596753"/>
                <a:gd name="connsiteY57" fmla="*/ 149547 h 372092"/>
                <a:gd name="connsiteX58" fmla="*/ 123376 w 596753"/>
                <a:gd name="connsiteY58" fmla="*/ 154702 h 372092"/>
                <a:gd name="connsiteX59" fmla="*/ 107455 w 596753"/>
                <a:gd name="connsiteY59" fmla="*/ 165013 h 372092"/>
                <a:gd name="connsiteX60" fmla="*/ 89812 w 596753"/>
                <a:gd name="connsiteY60" fmla="*/ 146969 h 372092"/>
                <a:gd name="connsiteX61" fmla="*/ 107455 w 596753"/>
                <a:gd name="connsiteY61" fmla="*/ 129356 h 372092"/>
                <a:gd name="connsiteX62" fmla="*/ 122515 w 596753"/>
                <a:gd name="connsiteY62" fmla="*/ 137518 h 372092"/>
                <a:gd name="connsiteX63" fmla="*/ 191794 w 596753"/>
                <a:gd name="connsiteY63" fmla="*/ 132363 h 372092"/>
                <a:gd name="connsiteX64" fmla="*/ 207715 w 596753"/>
                <a:gd name="connsiteY64" fmla="*/ 122053 h 372092"/>
                <a:gd name="connsiteX65" fmla="*/ 225788 w 596753"/>
                <a:gd name="connsiteY65" fmla="*/ 140096 h 372092"/>
                <a:gd name="connsiteX66" fmla="*/ 225358 w 596753"/>
                <a:gd name="connsiteY66" fmla="*/ 143103 h 372092"/>
                <a:gd name="connsiteX67" fmla="*/ 279576 w 596753"/>
                <a:gd name="connsiteY67" fmla="*/ 192507 h 372092"/>
                <a:gd name="connsiteX68" fmla="*/ 287321 w 596753"/>
                <a:gd name="connsiteY68" fmla="*/ 190789 h 372092"/>
                <a:gd name="connsiteX69" fmla="*/ 294206 w 596753"/>
                <a:gd name="connsiteY69" fmla="*/ 192077 h 372092"/>
                <a:gd name="connsiteX70" fmla="*/ 337667 w 596753"/>
                <a:gd name="connsiteY70" fmla="*/ 152554 h 372092"/>
                <a:gd name="connsiteX71" fmla="*/ 337667 w 596753"/>
                <a:gd name="connsiteY71" fmla="*/ 149117 h 372092"/>
                <a:gd name="connsiteX72" fmla="*/ 355309 w 596753"/>
                <a:gd name="connsiteY72" fmla="*/ 131504 h 372092"/>
                <a:gd name="connsiteX73" fmla="*/ 372952 w 596753"/>
                <a:gd name="connsiteY73" fmla="*/ 146969 h 372092"/>
                <a:gd name="connsiteX74" fmla="*/ 418133 w 596753"/>
                <a:gd name="connsiteY74" fmla="*/ 169738 h 372092"/>
                <a:gd name="connsiteX75" fmla="*/ 428891 w 596753"/>
                <a:gd name="connsiteY75" fmla="*/ 165872 h 372092"/>
                <a:gd name="connsiteX76" fmla="*/ 432764 w 596753"/>
                <a:gd name="connsiteY76" fmla="*/ 166301 h 372092"/>
                <a:gd name="connsiteX77" fmla="*/ 472352 w 596753"/>
                <a:gd name="connsiteY77" fmla="*/ 118186 h 372092"/>
                <a:gd name="connsiteX78" fmla="*/ 471061 w 596753"/>
                <a:gd name="connsiteY78" fmla="*/ 112172 h 372092"/>
                <a:gd name="connsiteX79" fmla="*/ 489134 w 596753"/>
                <a:gd name="connsiteY79" fmla="*/ 94558 h 372092"/>
                <a:gd name="connsiteX80" fmla="*/ 53702 w 596753"/>
                <a:gd name="connsiteY80" fmla="*/ 22772 h 372092"/>
                <a:gd name="connsiteX81" fmla="*/ 53702 w 596753"/>
                <a:gd name="connsiteY81" fmla="*/ 305917 h 372092"/>
                <a:gd name="connsiteX82" fmla="*/ 542962 w 596753"/>
                <a:gd name="connsiteY82" fmla="*/ 305917 h 372092"/>
                <a:gd name="connsiteX83" fmla="*/ 542962 w 596753"/>
                <a:gd name="connsiteY83" fmla="*/ 22772 h 372092"/>
                <a:gd name="connsiteX84" fmla="*/ 53702 w 596753"/>
                <a:gd name="connsiteY84" fmla="*/ 0 h 372092"/>
                <a:gd name="connsiteX85" fmla="*/ 542962 w 596753"/>
                <a:gd name="connsiteY85" fmla="*/ 0 h 372092"/>
                <a:gd name="connsiteX86" fmla="*/ 566198 w 596753"/>
                <a:gd name="connsiteY86" fmla="*/ 22772 h 372092"/>
                <a:gd name="connsiteX87" fmla="*/ 566198 w 596753"/>
                <a:gd name="connsiteY87" fmla="*/ 305917 h 372092"/>
                <a:gd name="connsiteX88" fmla="*/ 542962 w 596753"/>
                <a:gd name="connsiteY88" fmla="*/ 329118 h 372092"/>
                <a:gd name="connsiteX89" fmla="*/ 53702 w 596753"/>
                <a:gd name="connsiteY89" fmla="*/ 329118 h 372092"/>
                <a:gd name="connsiteX90" fmla="*/ 30466 w 596753"/>
                <a:gd name="connsiteY90" fmla="*/ 305917 h 372092"/>
                <a:gd name="connsiteX91" fmla="*/ 30466 w 596753"/>
                <a:gd name="connsiteY91" fmla="*/ 22772 h 372092"/>
                <a:gd name="connsiteX92" fmla="*/ 53702 w 596753"/>
                <a:gd name="connsiteY92" fmla="*/ 0 h 37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753" h="372092">
                  <a:moveTo>
                    <a:pt x="5942" y="342878"/>
                  </a:moveTo>
                  <a:lnTo>
                    <a:pt x="591159" y="342878"/>
                  </a:lnTo>
                  <a:cubicBezTo>
                    <a:pt x="594171" y="342878"/>
                    <a:pt x="596323" y="345026"/>
                    <a:pt x="596753" y="348034"/>
                  </a:cubicBezTo>
                  <a:cubicBezTo>
                    <a:pt x="596753" y="350182"/>
                    <a:pt x="596323" y="352330"/>
                    <a:pt x="594602" y="354048"/>
                  </a:cubicBezTo>
                  <a:cubicBezTo>
                    <a:pt x="579541" y="370374"/>
                    <a:pt x="361376" y="372092"/>
                    <a:pt x="295109" y="372092"/>
                  </a:cubicBezTo>
                  <a:cubicBezTo>
                    <a:pt x="221096" y="372092"/>
                    <a:pt x="151817" y="370374"/>
                    <a:pt x="99750" y="367796"/>
                  </a:cubicBezTo>
                  <a:cubicBezTo>
                    <a:pt x="7664" y="363500"/>
                    <a:pt x="3361" y="357056"/>
                    <a:pt x="1209" y="353189"/>
                  </a:cubicBezTo>
                  <a:cubicBezTo>
                    <a:pt x="-82" y="351041"/>
                    <a:pt x="-512" y="348463"/>
                    <a:pt x="779" y="346315"/>
                  </a:cubicBezTo>
                  <a:cubicBezTo>
                    <a:pt x="1639" y="344167"/>
                    <a:pt x="3791" y="342878"/>
                    <a:pt x="5942" y="342878"/>
                  </a:cubicBezTo>
                  <a:close/>
                  <a:moveTo>
                    <a:pt x="287321" y="199380"/>
                  </a:moveTo>
                  <a:cubicBezTo>
                    <a:pt x="282158" y="199380"/>
                    <a:pt x="277855" y="203247"/>
                    <a:pt x="277855" y="208402"/>
                  </a:cubicBezTo>
                  <a:cubicBezTo>
                    <a:pt x="277855" y="213557"/>
                    <a:pt x="282158" y="217853"/>
                    <a:pt x="287321" y="217853"/>
                  </a:cubicBezTo>
                  <a:cubicBezTo>
                    <a:pt x="292485" y="217853"/>
                    <a:pt x="296358" y="213557"/>
                    <a:pt x="296358" y="208402"/>
                  </a:cubicBezTo>
                  <a:cubicBezTo>
                    <a:pt x="296358" y="203247"/>
                    <a:pt x="292485" y="199380"/>
                    <a:pt x="287321" y="199380"/>
                  </a:cubicBezTo>
                  <a:close/>
                  <a:moveTo>
                    <a:pt x="428891" y="174464"/>
                  </a:moveTo>
                  <a:cubicBezTo>
                    <a:pt x="423727" y="174464"/>
                    <a:pt x="419855" y="178330"/>
                    <a:pt x="419855" y="183485"/>
                  </a:cubicBezTo>
                  <a:cubicBezTo>
                    <a:pt x="419855" y="188641"/>
                    <a:pt x="423727" y="192936"/>
                    <a:pt x="428891" y="192936"/>
                  </a:cubicBezTo>
                  <a:cubicBezTo>
                    <a:pt x="434055" y="192936"/>
                    <a:pt x="438358" y="188641"/>
                    <a:pt x="438358" y="183485"/>
                  </a:cubicBezTo>
                  <a:cubicBezTo>
                    <a:pt x="438358" y="178330"/>
                    <a:pt x="434055" y="174464"/>
                    <a:pt x="428891" y="174464"/>
                  </a:cubicBezTo>
                  <a:close/>
                  <a:moveTo>
                    <a:pt x="355309" y="140096"/>
                  </a:moveTo>
                  <a:cubicBezTo>
                    <a:pt x="350146" y="140096"/>
                    <a:pt x="346273" y="143962"/>
                    <a:pt x="346273" y="149117"/>
                  </a:cubicBezTo>
                  <a:cubicBezTo>
                    <a:pt x="346273" y="154273"/>
                    <a:pt x="350146" y="158569"/>
                    <a:pt x="355309" y="158569"/>
                  </a:cubicBezTo>
                  <a:cubicBezTo>
                    <a:pt x="360473" y="158569"/>
                    <a:pt x="364776" y="154273"/>
                    <a:pt x="364776" y="149117"/>
                  </a:cubicBezTo>
                  <a:cubicBezTo>
                    <a:pt x="364776" y="143962"/>
                    <a:pt x="360473" y="140096"/>
                    <a:pt x="355309" y="140096"/>
                  </a:cubicBezTo>
                  <a:close/>
                  <a:moveTo>
                    <a:pt x="107455" y="137948"/>
                  </a:moveTo>
                  <a:cubicBezTo>
                    <a:pt x="102291" y="137948"/>
                    <a:pt x="98418" y="142244"/>
                    <a:pt x="98418" y="146969"/>
                  </a:cubicBezTo>
                  <a:cubicBezTo>
                    <a:pt x="98418" y="152125"/>
                    <a:pt x="102291" y="156421"/>
                    <a:pt x="107455" y="156421"/>
                  </a:cubicBezTo>
                  <a:cubicBezTo>
                    <a:pt x="112618" y="156421"/>
                    <a:pt x="116921" y="152125"/>
                    <a:pt x="116921" y="146969"/>
                  </a:cubicBezTo>
                  <a:cubicBezTo>
                    <a:pt x="116921" y="142244"/>
                    <a:pt x="112618" y="137948"/>
                    <a:pt x="107455" y="137948"/>
                  </a:cubicBezTo>
                  <a:close/>
                  <a:moveTo>
                    <a:pt x="207715" y="130645"/>
                  </a:moveTo>
                  <a:cubicBezTo>
                    <a:pt x="202982" y="130645"/>
                    <a:pt x="198679" y="134941"/>
                    <a:pt x="198679" y="140096"/>
                  </a:cubicBezTo>
                  <a:cubicBezTo>
                    <a:pt x="198679" y="145251"/>
                    <a:pt x="202982" y="149117"/>
                    <a:pt x="207715" y="149117"/>
                  </a:cubicBezTo>
                  <a:cubicBezTo>
                    <a:pt x="212879" y="149117"/>
                    <a:pt x="217182" y="145251"/>
                    <a:pt x="217182" y="140096"/>
                  </a:cubicBezTo>
                  <a:cubicBezTo>
                    <a:pt x="217182" y="134941"/>
                    <a:pt x="212879" y="130645"/>
                    <a:pt x="207715" y="130645"/>
                  </a:cubicBezTo>
                  <a:close/>
                  <a:moveTo>
                    <a:pt x="489134" y="103150"/>
                  </a:moveTo>
                  <a:cubicBezTo>
                    <a:pt x="483970" y="103150"/>
                    <a:pt x="479667" y="107017"/>
                    <a:pt x="479667" y="112172"/>
                  </a:cubicBezTo>
                  <a:cubicBezTo>
                    <a:pt x="479667" y="117327"/>
                    <a:pt x="483970" y="121623"/>
                    <a:pt x="489134" y="121623"/>
                  </a:cubicBezTo>
                  <a:cubicBezTo>
                    <a:pt x="494297" y="121623"/>
                    <a:pt x="498600" y="117327"/>
                    <a:pt x="498600" y="112172"/>
                  </a:cubicBezTo>
                  <a:cubicBezTo>
                    <a:pt x="498600" y="107017"/>
                    <a:pt x="494297" y="103150"/>
                    <a:pt x="489134" y="103150"/>
                  </a:cubicBezTo>
                  <a:close/>
                  <a:moveTo>
                    <a:pt x="489134" y="94558"/>
                  </a:moveTo>
                  <a:cubicBezTo>
                    <a:pt x="499030" y="94558"/>
                    <a:pt x="507206" y="102291"/>
                    <a:pt x="507206" y="112172"/>
                  </a:cubicBezTo>
                  <a:cubicBezTo>
                    <a:pt x="507206" y="122053"/>
                    <a:pt x="499030" y="130215"/>
                    <a:pt x="489134" y="130215"/>
                  </a:cubicBezTo>
                  <a:cubicBezTo>
                    <a:pt x="487843" y="130215"/>
                    <a:pt x="486552" y="129785"/>
                    <a:pt x="485261" y="129785"/>
                  </a:cubicBezTo>
                  <a:lnTo>
                    <a:pt x="445673" y="177471"/>
                  </a:lnTo>
                  <a:cubicBezTo>
                    <a:pt x="446533" y="179619"/>
                    <a:pt x="446964" y="181337"/>
                    <a:pt x="446964" y="183485"/>
                  </a:cubicBezTo>
                  <a:cubicBezTo>
                    <a:pt x="446964" y="193366"/>
                    <a:pt x="438788" y="201528"/>
                    <a:pt x="428891" y="201528"/>
                  </a:cubicBezTo>
                  <a:cubicBezTo>
                    <a:pt x="419855" y="201528"/>
                    <a:pt x="412109" y="194225"/>
                    <a:pt x="411249" y="185633"/>
                  </a:cubicBezTo>
                  <a:lnTo>
                    <a:pt x="366497" y="163294"/>
                  </a:lnTo>
                  <a:cubicBezTo>
                    <a:pt x="363485" y="165442"/>
                    <a:pt x="359612" y="167161"/>
                    <a:pt x="355309" y="167161"/>
                  </a:cubicBezTo>
                  <a:cubicBezTo>
                    <a:pt x="353158" y="167161"/>
                    <a:pt x="351006" y="166731"/>
                    <a:pt x="348855" y="165872"/>
                  </a:cubicBezTo>
                  <a:lnTo>
                    <a:pt x="304964" y="205824"/>
                  </a:lnTo>
                  <a:cubicBezTo>
                    <a:pt x="304964" y="206684"/>
                    <a:pt x="304964" y="207543"/>
                    <a:pt x="304964" y="208402"/>
                  </a:cubicBezTo>
                  <a:cubicBezTo>
                    <a:pt x="304964" y="218283"/>
                    <a:pt x="297218" y="226445"/>
                    <a:pt x="287321" y="226445"/>
                  </a:cubicBezTo>
                  <a:cubicBezTo>
                    <a:pt x="277424" y="226445"/>
                    <a:pt x="269249" y="218283"/>
                    <a:pt x="269249" y="208402"/>
                  </a:cubicBezTo>
                  <a:cubicBezTo>
                    <a:pt x="269249" y="207972"/>
                    <a:pt x="269679" y="207113"/>
                    <a:pt x="269679" y="206254"/>
                  </a:cubicBezTo>
                  <a:lnTo>
                    <a:pt x="214600" y="156421"/>
                  </a:lnTo>
                  <a:cubicBezTo>
                    <a:pt x="212449" y="157280"/>
                    <a:pt x="210297" y="157709"/>
                    <a:pt x="207715" y="157709"/>
                  </a:cubicBezTo>
                  <a:cubicBezTo>
                    <a:pt x="201691" y="157709"/>
                    <a:pt x="196097" y="154273"/>
                    <a:pt x="192655" y="149547"/>
                  </a:cubicBezTo>
                  <a:lnTo>
                    <a:pt x="123376" y="154702"/>
                  </a:lnTo>
                  <a:cubicBezTo>
                    <a:pt x="120794" y="160717"/>
                    <a:pt x="114770" y="165013"/>
                    <a:pt x="107455" y="165013"/>
                  </a:cubicBezTo>
                  <a:cubicBezTo>
                    <a:pt x="97558" y="165013"/>
                    <a:pt x="89812" y="156850"/>
                    <a:pt x="89812" y="146969"/>
                  </a:cubicBezTo>
                  <a:cubicBezTo>
                    <a:pt x="89812" y="137518"/>
                    <a:pt x="97558" y="129356"/>
                    <a:pt x="107455" y="129356"/>
                  </a:cubicBezTo>
                  <a:cubicBezTo>
                    <a:pt x="113909" y="129356"/>
                    <a:pt x="119503" y="132793"/>
                    <a:pt x="122515" y="137518"/>
                  </a:cubicBezTo>
                  <a:lnTo>
                    <a:pt x="191794" y="132363"/>
                  </a:lnTo>
                  <a:cubicBezTo>
                    <a:pt x="194806" y="126349"/>
                    <a:pt x="200830" y="122053"/>
                    <a:pt x="207715" y="122053"/>
                  </a:cubicBezTo>
                  <a:cubicBezTo>
                    <a:pt x="217612" y="122053"/>
                    <a:pt x="225788" y="130215"/>
                    <a:pt x="225788" y="140096"/>
                  </a:cubicBezTo>
                  <a:cubicBezTo>
                    <a:pt x="225788" y="140955"/>
                    <a:pt x="225788" y="142244"/>
                    <a:pt x="225358" y="143103"/>
                  </a:cubicBezTo>
                  <a:lnTo>
                    <a:pt x="279576" y="192507"/>
                  </a:lnTo>
                  <a:cubicBezTo>
                    <a:pt x="282158" y="191218"/>
                    <a:pt x="284740" y="190789"/>
                    <a:pt x="287321" y="190789"/>
                  </a:cubicBezTo>
                  <a:cubicBezTo>
                    <a:pt x="289903" y="190789"/>
                    <a:pt x="292055" y="191218"/>
                    <a:pt x="294206" y="192077"/>
                  </a:cubicBezTo>
                  <a:lnTo>
                    <a:pt x="337667" y="152554"/>
                  </a:lnTo>
                  <a:cubicBezTo>
                    <a:pt x="337667" y="151695"/>
                    <a:pt x="337667" y="150406"/>
                    <a:pt x="337667" y="149117"/>
                  </a:cubicBezTo>
                  <a:cubicBezTo>
                    <a:pt x="337667" y="139237"/>
                    <a:pt x="345412" y="131504"/>
                    <a:pt x="355309" y="131504"/>
                  </a:cubicBezTo>
                  <a:cubicBezTo>
                    <a:pt x="364346" y="131504"/>
                    <a:pt x="372091" y="138377"/>
                    <a:pt x="372952" y="146969"/>
                  </a:cubicBezTo>
                  <a:lnTo>
                    <a:pt x="418133" y="169738"/>
                  </a:lnTo>
                  <a:cubicBezTo>
                    <a:pt x="421146" y="167161"/>
                    <a:pt x="425018" y="165872"/>
                    <a:pt x="428891" y="165872"/>
                  </a:cubicBezTo>
                  <a:cubicBezTo>
                    <a:pt x="430182" y="165872"/>
                    <a:pt x="431473" y="165872"/>
                    <a:pt x="432764" y="166301"/>
                  </a:cubicBezTo>
                  <a:lnTo>
                    <a:pt x="472352" y="118186"/>
                  </a:lnTo>
                  <a:cubicBezTo>
                    <a:pt x="471921" y="116468"/>
                    <a:pt x="471061" y="114320"/>
                    <a:pt x="471061" y="112172"/>
                  </a:cubicBezTo>
                  <a:cubicBezTo>
                    <a:pt x="471061" y="102291"/>
                    <a:pt x="479237" y="94558"/>
                    <a:pt x="489134" y="94558"/>
                  </a:cubicBezTo>
                  <a:close/>
                  <a:moveTo>
                    <a:pt x="53702" y="22772"/>
                  </a:moveTo>
                  <a:lnTo>
                    <a:pt x="53702" y="305917"/>
                  </a:lnTo>
                  <a:lnTo>
                    <a:pt x="542962" y="305917"/>
                  </a:lnTo>
                  <a:lnTo>
                    <a:pt x="542962" y="22772"/>
                  </a:lnTo>
                  <a:close/>
                  <a:moveTo>
                    <a:pt x="53702" y="0"/>
                  </a:moveTo>
                  <a:lnTo>
                    <a:pt x="542962" y="0"/>
                  </a:lnTo>
                  <a:cubicBezTo>
                    <a:pt x="555871" y="0"/>
                    <a:pt x="566198" y="9882"/>
                    <a:pt x="566198" y="22772"/>
                  </a:cubicBezTo>
                  <a:lnTo>
                    <a:pt x="566198" y="305917"/>
                  </a:lnTo>
                  <a:cubicBezTo>
                    <a:pt x="566198" y="318806"/>
                    <a:pt x="555871" y="329118"/>
                    <a:pt x="542962" y="329118"/>
                  </a:cubicBezTo>
                  <a:lnTo>
                    <a:pt x="53702" y="329118"/>
                  </a:lnTo>
                  <a:cubicBezTo>
                    <a:pt x="40793" y="329118"/>
                    <a:pt x="30466" y="318806"/>
                    <a:pt x="30466" y="305917"/>
                  </a:cubicBezTo>
                  <a:lnTo>
                    <a:pt x="30466" y="22772"/>
                  </a:lnTo>
                  <a:cubicBezTo>
                    <a:pt x="30466" y="9882"/>
                    <a:pt x="40793" y="0"/>
                    <a:pt x="53702" y="0"/>
                  </a:cubicBezTo>
                  <a:close/>
                </a:path>
              </a:pathLst>
            </a:custGeom>
            <a:solidFill>
              <a:schemeClr val="bg1"/>
            </a:solidFill>
            <a:ln>
              <a:noFill/>
            </a:ln>
          </p:spPr>
        </p:sp>
      </p:grpSp>
      <p:grpSp>
        <p:nvGrpSpPr>
          <p:cNvPr id="9" name="组合 8"/>
          <p:cNvGrpSpPr/>
          <p:nvPr/>
        </p:nvGrpSpPr>
        <p:grpSpPr bwMode="gray">
          <a:xfrm>
            <a:off x="485337" y="2581915"/>
            <a:ext cx="359859" cy="359859"/>
            <a:chOff x="485526" y="2877913"/>
            <a:chExt cx="360000" cy="360000"/>
          </a:xfrm>
        </p:grpSpPr>
        <p:sp>
          <p:nvSpPr>
            <p:cNvPr id="126" name="iṩ1îdè">
              <a:extLst>
                <a:ext uri="{FF2B5EF4-FFF2-40B4-BE49-F238E27FC236}">
                  <a16:creationId xmlns:a16="http://schemas.microsoft.com/office/drawing/2014/main" id="{7F2033B8-3D85-4EBC-B06A-35DC8DC5989D}"/>
                </a:ext>
              </a:extLst>
            </p:cNvPr>
            <p:cNvSpPr/>
            <p:nvPr/>
          </p:nvSpPr>
          <p:spPr bwMode="gray">
            <a:xfrm rot="10800000" flipV="1">
              <a:off x="485526" y="2877913"/>
              <a:ext cx="360000" cy="3600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51" name="warning_94911"/>
            <p:cNvSpPr>
              <a:spLocks/>
            </p:cNvSpPr>
            <p:nvPr/>
          </p:nvSpPr>
          <p:spPr bwMode="gray">
            <a:xfrm>
              <a:off x="564003" y="2951241"/>
              <a:ext cx="203046" cy="202752"/>
            </a:xfrm>
            <a:custGeom>
              <a:avLst/>
              <a:gdLst>
                <a:gd name="T0" fmla="*/ 4733 w 4773"/>
                <a:gd name="T1" fmla="*/ 4096 h 4367"/>
                <a:gd name="T2" fmla="*/ 2541 w 4773"/>
                <a:gd name="T3" fmla="*/ 107 h 4367"/>
                <a:gd name="T4" fmla="*/ 2387 w 4773"/>
                <a:gd name="T5" fmla="*/ 0 h 4367"/>
                <a:gd name="T6" fmla="*/ 2232 w 4773"/>
                <a:gd name="T7" fmla="*/ 107 h 4367"/>
                <a:gd name="T8" fmla="*/ 40 w 4773"/>
                <a:gd name="T9" fmla="*/ 4096 h 4367"/>
                <a:gd name="T10" fmla="*/ 31 w 4773"/>
                <a:gd name="T11" fmla="*/ 4283 h 4367"/>
                <a:gd name="T12" fmla="*/ 202 w 4773"/>
                <a:gd name="T13" fmla="*/ 4367 h 4367"/>
                <a:gd name="T14" fmla="*/ 4571 w 4773"/>
                <a:gd name="T15" fmla="*/ 4367 h 4367"/>
                <a:gd name="T16" fmla="*/ 4742 w 4773"/>
                <a:gd name="T17" fmla="*/ 4283 h 4367"/>
                <a:gd name="T18" fmla="*/ 4733 w 4773"/>
                <a:gd name="T19" fmla="*/ 4096 h 4367"/>
                <a:gd name="T20" fmla="*/ 2064 w 4773"/>
                <a:gd name="T21" fmla="*/ 1055 h 4367"/>
                <a:gd name="T22" fmla="*/ 2111 w 4773"/>
                <a:gd name="T23" fmla="*/ 1034 h 4367"/>
                <a:gd name="T24" fmla="*/ 2656 w 4773"/>
                <a:gd name="T25" fmla="*/ 1034 h 4367"/>
                <a:gd name="T26" fmla="*/ 2703 w 4773"/>
                <a:gd name="T27" fmla="*/ 1055 h 4367"/>
                <a:gd name="T28" fmla="*/ 2721 w 4773"/>
                <a:gd name="T29" fmla="*/ 1104 h 4367"/>
                <a:gd name="T30" fmla="*/ 2652 w 4773"/>
                <a:gd name="T31" fmla="*/ 2965 h 4367"/>
                <a:gd name="T32" fmla="*/ 2583 w 4773"/>
                <a:gd name="T33" fmla="*/ 3034 h 4367"/>
                <a:gd name="T34" fmla="*/ 2179 w 4773"/>
                <a:gd name="T35" fmla="*/ 3034 h 4367"/>
                <a:gd name="T36" fmla="*/ 2111 w 4773"/>
                <a:gd name="T37" fmla="*/ 2966 h 4367"/>
                <a:gd name="T38" fmla="*/ 2046 w 4773"/>
                <a:gd name="T39" fmla="*/ 1105 h 4367"/>
                <a:gd name="T40" fmla="*/ 2064 w 4773"/>
                <a:gd name="T41" fmla="*/ 1055 h 4367"/>
                <a:gd name="T42" fmla="*/ 2386 w 4773"/>
                <a:gd name="T43" fmla="*/ 4013 h 4367"/>
                <a:gd name="T44" fmla="*/ 2026 w 4773"/>
                <a:gd name="T45" fmla="*/ 3635 h 4367"/>
                <a:gd name="T46" fmla="*/ 2381 w 4773"/>
                <a:gd name="T47" fmla="*/ 3252 h 4367"/>
                <a:gd name="T48" fmla="*/ 2737 w 4773"/>
                <a:gd name="T49" fmla="*/ 3635 h 4367"/>
                <a:gd name="T50" fmla="*/ 2386 w 4773"/>
                <a:gd name="T51" fmla="*/ 4013 h 4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73" h="4367">
                  <a:moveTo>
                    <a:pt x="4733" y="4096"/>
                  </a:moveTo>
                  <a:lnTo>
                    <a:pt x="2541" y="107"/>
                  </a:lnTo>
                  <a:cubicBezTo>
                    <a:pt x="2504" y="39"/>
                    <a:pt x="2448" y="0"/>
                    <a:pt x="2387" y="0"/>
                  </a:cubicBezTo>
                  <a:cubicBezTo>
                    <a:pt x="2326" y="0"/>
                    <a:pt x="2269" y="39"/>
                    <a:pt x="2232" y="107"/>
                  </a:cubicBezTo>
                  <a:lnTo>
                    <a:pt x="40" y="4096"/>
                  </a:lnTo>
                  <a:cubicBezTo>
                    <a:pt x="3" y="4162"/>
                    <a:pt x="0" y="4231"/>
                    <a:pt x="31" y="4283"/>
                  </a:cubicBezTo>
                  <a:cubicBezTo>
                    <a:pt x="63" y="4337"/>
                    <a:pt x="125" y="4367"/>
                    <a:pt x="202" y="4367"/>
                  </a:cubicBezTo>
                  <a:lnTo>
                    <a:pt x="4571" y="4367"/>
                  </a:lnTo>
                  <a:cubicBezTo>
                    <a:pt x="4648" y="4367"/>
                    <a:pt x="4710" y="4337"/>
                    <a:pt x="4742" y="4283"/>
                  </a:cubicBezTo>
                  <a:cubicBezTo>
                    <a:pt x="4773" y="4231"/>
                    <a:pt x="4770" y="4162"/>
                    <a:pt x="4733" y="4096"/>
                  </a:cubicBezTo>
                  <a:close/>
                  <a:moveTo>
                    <a:pt x="2064" y="1055"/>
                  </a:moveTo>
                  <a:cubicBezTo>
                    <a:pt x="2076" y="1043"/>
                    <a:pt x="2093" y="1034"/>
                    <a:pt x="2111" y="1034"/>
                  </a:cubicBezTo>
                  <a:lnTo>
                    <a:pt x="2656" y="1034"/>
                  </a:lnTo>
                  <a:cubicBezTo>
                    <a:pt x="2674" y="1034"/>
                    <a:pt x="2691" y="1043"/>
                    <a:pt x="2703" y="1055"/>
                  </a:cubicBezTo>
                  <a:cubicBezTo>
                    <a:pt x="2715" y="1068"/>
                    <a:pt x="2722" y="1086"/>
                    <a:pt x="2721" y="1104"/>
                  </a:cubicBezTo>
                  <a:lnTo>
                    <a:pt x="2652" y="2965"/>
                  </a:lnTo>
                  <a:cubicBezTo>
                    <a:pt x="2651" y="3002"/>
                    <a:pt x="2620" y="3034"/>
                    <a:pt x="2583" y="3034"/>
                  </a:cubicBezTo>
                  <a:lnTo>
                    <a:pt x="2179" y="3034"/>
                  </a:lnTo>
                  <a:cubicBezTo>
                    <a:pt x="2143" y="3034"/>
                    <a:pt x="2112" y="3002"/>
                    <a:pt x="2111" y="2966"/>
                  </a:cubicBezTo>
                  <a:lnTo>
                    <a:pt x="2046" y="1105"/>
                  </a:lnTo>
                  <a:cubicBezTo>
                    <a:pt x="2045" y="1087"/>
                    <a:pt x="2052" y="1068"/>
                    <a:pt x="2064" y="1055"/>
                  </a:cubicBezTo>
                  <a:close/>
                  <a:moveTo>
                    <a:pt x="2386" y="4013"/>
                  </a:moveTo>
                  <a:cubicBezTo>
                    <a:pt x="2181" y="4013"/>
                    <a:pt x="2026" y="3850"/>
                    <a:pt x="2026" y="3635"/>
                  </a:cubicBezTo>
                  <a:cubicBezTo>
                    <a:pt x="2026" y="3417"/>
                    <a:pt x="2179" y="3252"/>
                    <a:pt x="2381" y="3252"/>
                  </a:cubicBezTo>
                  <a:cubicBezTo>
                    <a:pt x="2590" y="3252"/>
                    <a:pt x="2737" y="3409"/>
                    <a:pt x="2737" y="3635"/>
                  </a:cubicBezTo>
                  <a:cubicBezTo>
                    <a:pt x="2737" y="3857"/>
                    <a:pt x="2592" y="4013"/>
                    <a:pt x="2386" y="4013"/>
                  </a:cubicBezTo>
                  <a:close/>
                </a:path>
              </a:pathLst>
            </a:custGeom>
            <a:solidFill>
              <a:schemeClr val="bg1"/>
            </a:solidFill>
            <a:ln>
              <a:noFill/>
            </a:ln>
          </p:spPr>
        </p:sp>
      </p:grpSp>
      <p:sp>
        <p:nvSpPr>
          <p:cNvPr id="131" name="íŝlíďé">
            <a:extLst>
              <a:ext uri="{FF2B5EF4-FFF2-40B4-BE49-F238E27FC236}">
                <a16:creationId xmlns:a16="http://schemas.microsoft.com/office/drawing/2014/main" id="{E7C05249-EC6B-4A31-B592-1B7DA1FC1C4D}"/>
              </a:ext>
            </a:extLst>
          </p:cNvPr>
          <p:cNvSpPr/>
          <p:nvPr/>
        </p:nvSpPr>
        <p:spPr bwMode="gray">
          <a:xfrm rot="10800000" flipV="1">
            <a:off x="485337" y="3537092"/>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52" name="school-book_74303"/>
          <p:cNvSpPr>
            <a:spLocks/>
          </p:cNvSpPr>
          <p:nvPr/>
        </p:nvSpPr>
        <p:spPr bwMode="gray">
          <a:xfrm>
            <a:off x="585754" y="3620061"/>
            <a:ext cx="159024" cy="193920"/>
          </a:xfrm>
          <a:custGeom>
            <a:avLst/>
            <a:gdLst>
              <a:gd name="T0" fmla="*/ 532 w 3373"/>
              <a:gd name="T1" fmla="*/ 381 h 4441"/>
              <a:gd name="T2" fmla="*/ 3373 w 3373"/>
              <a:gd name="T3" fmla="*/ 381 h 4441"/>
              <a:gd name="T4" fmla="*/ 3373 w 3373"/>
              <a:gd name="T5" fmla="*/ 0 h 4441"/>
              <a:gd name="T6" fmla="*/ 532 w 3373"/>
              <a:gd name="T7" fmla="*/ 0 h 4441"/>
              <a:gd name="T8" fmla="*/ 0 w 3373"/>
              <a:gd name="T9" fmla="*/ 532 h 4441"/>
              <a:gd name="T10" fmla="*/ 0 w 3373"/>
              <a:gd name="T11" fmla="*/ 4012 h 4441"/>
              <a:gd name="T12" fmla="*/ 429 w 3373"/>
              <a:gd name="T13" fmla="*/ 4441 h 4441"/>
              <a:gd name="T14" fmla="*/ 3373 w 3373"/>
              <a:gd name="T15" fmla="*/ 4441 h 4441"/>
              <a:gd name="T16" fmla="*/ 3373 w 3373"/>
              <a:gd name="T17" fmla="*/ 683 h 4441"/>
              <a:gd name="T18" fmla="*/ 532 w 3373"/>
              <a:gd name="T19" fmla="*/ 683 h 4441"/>
              <a:gd name="T20" fmla="*/ 381 w 3373"/>
              <a:gd name="T21" fmla="*/ 532 h 4441"/>
              <a:gd name="T22" fmla="*/ 532 w 3373"/>
              <a:gd name="T23" fmla="*/ 381 h 4441"/>
              <a:gd name="T24" fmla="*/ 1397 w 3373"/>
              <a:gd name="T25" fmla="*/ 3011 h 4441"/>
              <a:gd name="T26" fmla="*/ 2854 w 3373"/>
              <a:gd name="T27" fmla="*/ 3011 h 4441"/>
              <a:gd name="T28" fmla="*/ 2854 w 3373"/>
              <a:gd name="T29" fmla="*/ 3794 h 4441"/>
              <a:gd name="T30" fmla="*/ 1397 w 3373"/>
              <a:gd name="T31" fmla="*/ 3794 h 4441"/>
              <a:gd name="T32" fmla="*/ 1397 w 3373"/>
              <a:gd name="T33" fmla="*/ 3011 h 4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373" h="4441">
                <a:moveTo>
                  <a:pt x="532" y="381"/>
                </a:moveTo>
                <a:lnTo>
                  <a:pt x="3373" y="381"/>
                </a:lnTo>
                <a:lnTo>
                  <a:pt x="3373" y="0"/>
                </a:lnTo>
                <a:lnTo>
                  <a:pt x="532" y="0"/>
                </a:lnTo>
                <a:cubicBezTo>
                  <a:pt x="239" y="0"/>
                  <a:pt x="0" y="239"/>
                  <a:pt x="0" y="532"/>
                </a:cubicBezTo>
                <a:lnTo>
                  <a:pt x="0" y="4012"/>
                </a:lnTo>
                <a:cubicBezTo>
                  <a:pt x="0" y="4248"/>
                  <a:pt x="192" y="4441"/>
                  <a:pt x="429" y="4441"/>
                </a:cubicBezTo>
                <a:lnTo>
                  <a:pt x="3373" y="4441"/>
                </a:lnTo>
                <a:lnTo>
                  <a:pt x="3373" y="683"/>
                </a:lnTo>
                <a:lnTo>
                  <a:pt x="532" y="683"/>
                </a:lnTo>
                <a:cubicBezTo>
                  <a:pt x="449" y="683"/>
                  <a:pt x="381" y="616"/>
                  <a:pt x="381" y="532"/>
                </a:cubicBezTo>
                <a:cubicBezTo>
                  <a:pt x="381" y="449"/>
                  <a:pt x="449" y="381"/>
                  <a:pt x="532" y="381"/>
                </a:cubicBezTo>
                <a:close/>
                <a:moveTo>
                  <a:pt x="1397" y="3011"/>
                </a:moveTo>
                <a:lnTo>
                  <a:pt x="2854" y="3011"/>
                </a:lnTo>
                <a:lnTo>
                  <a:pt x="2854" y="3794"/>
                </a:lnTo>
                <a:lnTo>
                  <a:pt x="1397" y="3794"/>
                </a:lnTo>
                <a:lnTo>
                  <a:pt x="1397" y="3011"/>
                </a:lnTo>
                <a:close/>
              </a:path>
            </a:pathLst>
          </a:custGeom>
          <a:solidFill>
            <a:schemeClr val="bg1"/>
          </a:solidFill>
          <a:ln>
            <a:noFill/>
          </a:ln>
        </p:spPr>
      </p:sp>
      <p:grpSp>
        <p:nvGrpSpPr>
          <p:cNvPr id="6" name="组合 5"/>
          <p:cNvGrpSpPr/>
          <p:nvPr/>
        </p:nvGrpSpPr>
        <p:grpSpPr bwMode="gray">
          <a:xfrm>
            <a:off x="485338" y="5444368"/>
            <a:ext cx="359859" cy="359859"/>
            <a:chOff x="485527" y="5580861"/>
            <a:chExt cx="360000" cy="360000"/>
          </a:xfrm>
        </p:grpSpPr>
        <p:sp>
          <p:nvSpPr>
            <p:cNvPr id="30" name="íṡ1íḋê">
              <a:extLst>
                <a:ext uri="{FF2B5EF4-FFF2-40B4-BE49-F238E27FC236}">
                  <a16:creationId xmlns:a16="http://schemas.microsoft.com/office/drawing/2014/main" id="{87A1502E-FF5A-402F-AE9A-604F51135206}"/>
                </a:ext>
              </a:extLst>
            </p:cNvPr>
            <p:cNvSpPr/>
            <p:nvPr/>
          </p:nvSpPr>
          <p:spPr bwMode="gray">
            <a:xfrm rot="10800000" flipV="1">
              <a:off x="485527" y="5580861"/>
              <a:ext cx="360000" cy="3600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rgbClr val="56C4D2"/>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799"/>
            </a:p>
          </p:txBody>
        </p:sp>
        <p:sp>
          <p:nvSpPr>
            <p:cNvPr id="27" name="day-one_15009"/>
            <p:cNvSpPr>
              <a:spLocks/>
            </p:cNvSpPr>
            <p:nvPr/>
          </p:nvSpPr>
          <p:spPr bwMode="gray">
            <a:xfrm>
              <a:off x="585780" y="5693830"/>
              <a:ext cx="159493" cy="134060"/>
            </a:xfrm>
            <a:custGeom>
              <a:avLst/>
              <a:gdLst>
                <a:gd name="connsiteX0" fmla="*/ 272898 w 535495"/>
                <a:gd name="connsiteY0" fmla="*/ 266504 h 603606"/>
                <a:gd name="connsiteX1" fmla="*/ 301320 w 535495"/>
                <a:gd name="connsiteY1" fmla="*/ 266504 h 603606"/>
                <a:gd name="connsiteX2" fmla="*/ 301320 w 535495"/>
                <a:gd name="connsiteY2" fmla="*/ 509798 h 603606"/>
                <a:gd name="connsiteX3" fmla="*/ 269453 w 535495"/>
                <a:gd name="connsiteY3" fmla="*/ 509798 h 603606"/>
                <a:gd name="connsiteX4" fmla="*/ 269453 w 535495"/>
                <a:gd name="connsiteY4" fmla="*/ 297453 h 603606"/>
                <a:gd name="connsiteX5" fmla="*/ 268592 w 535495"/>
                <a:gd name="connsiteY5" fmla="*/ 297453 h 603606"/>
                <a:gd name="connsiteX6" fmla="*/ 226389 w 535495"/>
                <a:gd name="connsiteY6" fmla="*/ 320665 h 603606"/>
                <a:gd name="connsiteX7" fmla="*/ 220360 w 535495"/>
                <a:gd name="connsiteY7" fmla="*/ 295734 h 603606"/>
                <a:gd name="connsiteX8" fmla="*/ 45629 w 535495"/>
                <a:gd name="connsiteY8" fmla="*/ 233016 h 603606"/>
                <a:gd name="connsiteX9" fmla="*/ 45629 w 535495"/>
                <a:gd name="connsiteY9" fmla="*/ 557175 h 603606"/>
                <a:gd name="connsiteX10" fmla="*/ 489866 w 535495"/>
                <a:gd name="connsiteY10" fmla="*/ 557175 h 603606"/>
                <a:gd name="connsiteX11" fmla="*/ 489866 w 535495"/>
                <a:gd name="connsiteY11" fmla="*/ 233016 h 603606"/>
                <a:gd name="connsiteX12" fmla="*/ 45629 w 535495"/>
                <a:gd name="connsiteY12" fmla="*/ 106620 h 603606"/>
                <a:gd name="connsiteX13" fmla="*/ 45629 w 535495"/>
                <a:gd name="connsiteY13" fmla="*/ 187445 h 603606"/>
                <a:gd name="connsiteX14" fmla="*/ 489866 w 535495"/>
                <a:gd name="connsiteY14" fmla="*/ 187445 h 603606"/>
                <a:gd name="connsiteX15" fmla="*/ 489866 w 535495"/>
                <a:gd name="connsiteY15" fmla="*/ 106620 h 603606"/>
                <a:gd name="connsiteX16" fmla="*/ 420992 w 535495"/>
                <a:gd name="connsiteY16" fmla="*/ 106620 h 603606"/>
                <a:gd name="connsiteX17" fmla="*/ 420992 w 535495"/>
                <a:gd name="connsiteY17" fmla="*/ 129835 h 603606"/>
                <a:gd name="connsiteX18" fmla="*/ 397747 w 535495"/>
                <a:gd name="connsiteY18" fmla="*/ 153051 h 603606"/>
                <a:gd name="connsiteX19" fmla="*/ 374502 w 535495"/>
                <a:gd name="connsiteY19" fmla="*/ 129835 h 603606"/>
                <a:gd name="connsiteX20" fmla="*/ 374502 w 535495"/>
                <a:gd name="connsiteY20" fmla="*/ 106620 h 603606"/>
                <a:gd name="connsiteX21" fmla="*/ 167880 w 535495"/>
                <a:gd name="connsiteY21" fmla="*/ 106620 h 603606"/>
                <a:gd name="connsiteX22" fmla="*/ 167880 w 535495"/>
                <a:gd name="connsiteY22" fmla="*/ 129835 h 603606"/>
                <a:gd name="connsiteX23" fmla="*/ 145496 w 535495"/>
                <a:gd name="connsiteY23" fmla="*/ 153051 h 603606"/>
                <a:gd name="connsiteX24" fmla="*/ 122251 w 535495"/>
                <a:gd name="connsiteY24" fmla="*/ 129835 h 603606"/>
                <a:gd name="connsiteX25" fmla="*/ 122251 w 535495"/>
                <a:gd name="connsiteY25" fmla="*/ 106620 h 603606"/>
                <a:gd name="connsiteX26" fmla="*/ 145496 w 535495"/>
                <a:gd name="connsiteY26" fmla="*/ 0 h 603606"/>
                <a:gd name="connsiteX27" fmla="*/ 167880 w 535495"/>
                <a:gd name="connsiteY27" fmla="*/ 23216 h 603606"/>
                <a:gd name="connsiteX28" fmla="*/ 167880 w 535495"/>
                <a:gd name="connsiteY28" fmla="*/ 61048 h 603606"/>
                <a:gd name="connsiteX29" fmla="*/ 374502 w 535495"/>
                <a:gd name="connsiteY29" fmla="*/ 61048 h 603606"/>
                <a:gd name="connsiteX30" fmla="*/ 374502 w 535495"/>
                <a:gd name="connsiteY30" fmla="*/ 23216 h 603606"/>
                <a:gd name="connsiteX31" fmla="*/ 397747 w 535495"/>
                <a:gd name="connsiteY31" fmla="*/ 0 h 603606"/>
                <a:gd name="connsiteX32" fmla="*/ 420992 w 535495"/>
                <a:gd name="connsiteY32" fmla="*/ 23216 h 603606"/>
                <a:gd name="connsiteX33" fmla="*/ 420992 w 535495"/>
                <a:gd name="connsiteY33" fmla="*/ 61048 h 603606"/>
                <a:gd name="connsiteX34" fmla="*/ 512250 w 535495"/>
                <a:gd name="connsiteY34" fmla="*/ 61048 h 603606"/>
                <a:gd name="connsiteX35" fmla="*/ 535495 w 535495"/>
                <a:gd name="connsiteY35" fmla="*/ 84264 h 603606"/>
                <a:gd name="connsiteX36" fmla="*/ 535495 w 535495"/>
                <a:gd name="connsiteY36" fmla="*/ 580390 h 603606"/>
                <a:gd name="connsiteX37" fmla="*/ 512250 w 535495"/>
                <a:gd name="connsiteY37" fmla="*/ 603606 h 603606"/>
                <a:gd name="connsiteX38" fmla="*/ 22384 w 535495"/>
                <a:gd name="connsiteY38" fmla="*/ 603606 h 603606"/>
                <a:gd name="connsiteX39" fmla="*/ 0 w 535495"/>
                <a:gd name="connsiteY39" fmla="*/ 580390 h 603606"/>
                <a:gd name="connsiteX40" fmla="*/ 0 w 535495"/>
                <a:gd name="connsiteY40" fmla="*/ 84264 h 603606"/>
                <a:gd name="connsiteX41" fmla="*/ 22384 w 535495"/>
                <a:gd name="connsiteY41" fmla="*/ 61048 h 603606"/>
                <a:gd name="connsiteX42" fmla="*/ 122251 w 535495"/>
                <a:gd name="connsiteY42" fmla="*/ 61048 h 603606"/>
                <a:gd name="connsiteX43" fmla="*/ 122251 w 535495"/>
                <a:gd name="connsiteY43" fmla="*/ 23216 h 603606"/>
                <a:gd name="connsiteX44" fmla="*/ 145496 w 535495"/>
                <a:gd name="connsiteY44" fmla="*/ 0 h 603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535495" h="603606">
                  <a:moveTo>
                    <a:pt x="272898" y="266504"/>
                  </a:moveTo>
                  <a:lnTo>
                    <a:pt x="301320" y="266504"/>
                  </a:lnTo>
                  <a:lnTo>
                    <a:pt x="301320" y="509798"/>
                  </a:lnTo>
                  <a:lnTo>
                    <a:pt x="269453" y="509798"/>
                  </a:lnTo>
                  <a:lnTo>
                    <a:pt x="269453" y="297453"/>
                  </a:lnTo>
                  <a:lnTo>
                    <a:pt x="268592" y="297453"/>
                  </a:lnTo>
                  <a:lnTo>
                    <a:pt x="226389" y="320665"/>
                  </a:lnTo>
                  <a:lnTo>
                    <a:pt x="220360" y="295734"/>
                  </a:lnTo>
                  <a:close/>
                  <a:moveTo>
                    <a:pt x="45629" y="233016"/>
                  </a:moveTo>
                  <a:lnTo>
                    <a:pt x="45629" y="557175"/>
                  </a:lnTo>
                  <a:lnTo>
                    <a:pt x="489866" y="557175"/>
                  </a:lnTo>
                  <a:lnTo>
                    <a:pt x="489866" y="233016"/>
                  </a:lnTo>
                  <a:close/>
                  <a:moveTo>
                    <a:pt x="45629" y="106620"/>
                  </a:moveTo>
                  <a:lnTo>
                    <a:pt x="45629" y="187445"/>
                  </a:lnTo>
                  <a:lnTo>
                    <a:pt x="489866" y="187445"/>
                  </a:lnTo>
                  <a:lnTo>
                    <a:pt x="489866" y="106620"/>
                  </a:lnTo>
                  <a:lnTo>
                    <a:pt x="420992" y="106620"/>
                  </a:lnTo>
                  <a:lnTo>
                    <a:pt x="420992" y="129835"/>
                  </a:lnTo>
                  <a:cubicBezTo>
                    <a:pt x="420992" y="142733"/>
                    <a:pt x="410661" y="153051"/>
                    <a:pt x="397747" y="153051"/>
                  </a:cubicBezTo>
                  <a:cubicBezTo>
                    <a:pt x="384833" y="153051"/>
                    <a:pt x="374502" y="142733"/>
                    <a:pt x="374502" y="129835"/>
                  </a:cubicBezTo>
                  <a:lnTo>
                    <a:pt x="374502" y="106620"/>
                  </a:lnTo>
                  <a:lnTo>
                    <a:pt x="167880" y="106620"/>
                  </a:lnTo>
                  <a:lnTo>
                    <a:pt x="167880" y="129835"/>
                  </a:lnTo>
                  <a:cubicBezTo>
                    <a:pt x="167880" y="142733"/>
                    <a:pt x="157549" y="153051"/>
                    <a:pt x="145496" y="153051"/>
                  </a:cubicBezTo>
                  <a:cubicBezTo>
                    <a:pt x="132582" y="153051"/>
                    <a:pt x="122251" y="142733"/>
                    <a:pt x="122251" y="129835"/>
                  </a:cubicBezTo>
                  <a:lnTo>
                    <a:pt x="122251" y="106620"/>
                  </a:lnTo>
                  <a:close/>
                  <a:moveTo>
                    <a:pt x="145496" y="0"/>
                  </a:moveTo>
                  <a:cubicBezTo>
                    <a:pt x="157549" y="0"/>
                    <a:pt x="167880" y="10318"/>
                    <a:pt x="167880" y="23216"/>
                  </a:cubicBezTo>
                  <a:lnTo>
                    <a:pt x="167880" y="61048"/>
                  </a:lnTo>
                  <a:lnTo>
                    <a:pt x="374502" y="61048"/>
                  </a:lnTo>
                  <a:lnTo>
                    <a:pt x="374502" y="23216"/>
                  </a:lnTo>
                  <a:cubicBezTo>
                    <a:pt x="374502" y="10318"/>
                    <a:pt x="384833" y="0"/>
                    <a:pt x="397747" y="0"/>
                  </a:cubicBezTo>
                  <a:cubicBezTo>
                    <a:pt x="410661" y="0"/>
                    <a:pt x="420992" y="10318"/>
                    <a:pt x="420992" y="23216"/>
                  </a:cubicBezTo>
                  <a:lnTo>
                    <a:pt x="420992" y="61048"/>
                  </a:lnTo>
                  <a:lnTo>
                    <a:pt x="512250" y="61048"/>
                  </a:lnTo>
                  <a:cubicBezTo>
                    <a:pt x="525164" y="61048"/>
                    <a:pt x="535495" y="71366"/>
                    <a:pt x="535495" y="84264"/>
                  </a:cubicBezTo>
                  <a:lnTo>
                    <a:pt x="535495" y="580390"/>
                  </a:lnTo>
                  <a:cubicBezTo>
                    <a:pt x="535495" y="593288"/>
                    <a:pt x="525164" y="603606"/>
                    <a:pt x="512250" y="603606"/>
                  </a:cubicBezTo>
                  <a:lnTo>
                    <a:pt x="22384" y="603606"/>
                  </a:lnTo>
                  <a:cubicBezTo>
                    <a:pt x="10331" y="603606"/>
                    <a:pt x="0" y="593288"/>
                    <a:pt x="0" y="580390"/>
                  </a:cubicBezTo>
                  <a:lnTo>
                    <a:pt x="0" y="84264"/>
                  </a:lnTo>
                  <a:cubicBezTo>
                    <a:pt x="0" y="71366"/>
                    <a:pt x="10331" y="61048"/>
                    <a:pt x="22384" y="61048"/>
                  </a:cubicBezTo>
                  <a:lnTo>
                    <a:pt x="122251" y="61048"/>
                  </a:lnTo>
                  <a:lnTo>
                    <a:pt x="122251" y="23216"/>
                  </a:lnTo>
                  <a:cubicBezTo>
                    <a:pt x="122251" y="10318"/>
                    <a:pt x="132582" y="0"/>
                    <a:pt x="145496" y="0"/>
                  </a:cubicBezTo>
                  <a:close/>
                </a:path>
              </a:pathLst>
            </a:custGeom>
            <a:solidFill>
              <a:schemeClr val="bg1"/>
            </a:solidFill>
            <a:ln>
              <a:solidFill>
                <a:schemeClr val="bg1"/>
              </a:solidFill>
            </a:ln>
          </p:spPr>
        </p:sp>
      </p:grpSp>
      <p:sp>
        <p:nvSpPr>
          <p:cNvPr id="37" name="íşḻïďe">
            <a:extLst>
              <a:ext uri="{FF2B5EF4-FFF2-40B4-BE49-F238E27FC236}">
                <a16:creationId xmlns:a16="http://schemas.microsoft.com/office/drawing/2014/main" id="{05246D82-A4F5-42F2-854D-C3D348D160CE}"/>
              </a:ext>
            </a:extLst>
          </p:cNvPr>
          <p:cNvSpPr txBox="1"/>
          <p:nvPr/>
        </p:nvSpPr>
        <p:spPr bwMode="gray">
          <a:xfrm>
            <a:off x="836816" y="5403480"/>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1399" b="1" dirty="0"/>
              <a:t>割接准备</a:t>
            </a:r>
            <a:endParaRPr lang="en-US" altLang="zh-CN" sz="1399" b="1" dirty="0"/>
          </a:p>
        </p:txBody>
      </p:sp>
      <p:sp>
        <p:nvSpPr>
          <p:cNvPr id="39" name="圆角矩形 38"/>
          <p:cNvSpPr>
            <a:spLocks/>
          </p:cNvSpPr>
          <p:nvPr/>
        </p:nvSpPr>
        <p:spPr bwMode="gray">
          <a:xfrm>
            <a:off x="3818745" y="3357591"/>
            <a:ext cx="5409225" cy="2144212"/>
          </a:xfrm>
          <a:prstGeom prst="roundRect">
            <a:avLst>
              <a:gd name="adj" fmla="val 4839"/>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39"/>
          <p:cNvSpPr/>
          <p:nvPr/>
        </p:nvSpPr>
        <p:spPr bwMode="gray">
          <a:xfrm flipH="1">
            <a:off x="5589333" y="3357591"/>
            <a:ext cx="1868051" cy="338422"/>
          </a:xfrm>
          <a:prstGeom prst="rect">
            <a:avLst/>
          </a:prstGeom>
        </p:spPr>
        <p:txBody>
          <a:bodyPr wrap="square">
            <a:spAutoFit/>
          </a:bodyPr>
          <a:lstStyle/>
          <a:p>
            <a:pPr algn="ctr" defTabSz="914034">
              <a:defRPr/>
            </a:pPr>
            <a:r>
              <a:rPr lang="zh-CN" altLang="en-US" sz="1599" kern="0" dirty="0">
                <a:sym typeface="Huawei Sans" panose="020C0503030203020204" pitchFamily="34" charset="0"/>
              </a:rPr>
              <a:t>准备内容</a:t>
            </a:r>
          </a:p>
        </p:txBody>
      </p:sp>
      <p:sp>
        <p:nvSpPr>
          <p:cNvPr id="41" name="圆角矩形 40"/>
          <p:cNvSpPr/>
          <p:nvPr/>
        </p:nvSpPr>
        <p:spPr bwMode="gray">
          <a:xfrm flipH="1">
            <a:off x="4243856" y="3843551"/>
            <a:ext cx="1416044" cy="359859"/>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硬件</a:t>
            </a:r>
          </a:p>
        </p:txBody>
      </p:sp>
      <p:sp>
        <p:nvSpPr>
          <p:cNvPr id="42" name="圆角矩形 41"/>
          <p:cNvSpPr/>
          <p:nvPr/>
        </p:nvSpPr>
        <p:spPr bwMode="gray">
          <a:xfrm flipH="1">
            <a:off x="4243856" y="4428421"/>
            <a:ext cx="1416044" cy="359859"/>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备件</a:t>
            </a:r>
          </a:p>
        </p:txBody>
      </p:sp>
      <p:sp>
        <p:nvSpPr>
          <p:cNvPr id="43" name="圆角矩形 42"/>
          <p:cNvSpPr/>
          <p:nvPr/>
        </p:nvSpPr>
        <p:spPr bwMode="gray">
          <a:xfrm flipH="1">
            <a:off x="5815336" y="3843551"/>
            <a:ext cx="1416044" cy="359859"/>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软件</a:t>
            </a:r>
          </a:p>
        </p:txBody>
      </p:sp>
      <p:sp>
        <p:nvSpPr>
          <p:cNvPr id="44" name="圆角矩形 43"/>
          <p:cNvSpPr/>
          <p:nvPr/>
        </p:nvSpPr>
        <p:spPr bwMode="gray">
          <a:xfrm flipH="1">
            <a:off x="5815336" y="4428421"/>
            <a:ext cx="1416044" cy="359859"/>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人员准备</a:t>
            </a:r>
          </a:p>
        </p:txBody>
      </p:sp>
      <p:sp>
        <p:nvSpPr>
          <p:cNvPr id="45" name="圆角矩形 44"/>
          <p:cNvSpPr/>
          <p:nvPr/>
        </p:nvSpPr>
        <p:spPr bwMode="gray">
          <a:xfrm flipH="1">
            <a:off x="7386816" y="3843551"/>
            <a:ext cx="1416044" cy="359859"/>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工具</a:t>
            </a:r>
          </a:p>
        </p:txBody>
      </p:sp>
      <p:sp>
        <p:nvSpPr>
          <p:cNvPr id="46" name="圆角矩形 45"/>
          <p:cNvSpPr/>
          <p:nvPr/>
        </p:nvSpPr>
        <p:spPr bwMode="gray">
          <a:xfrm flipH="1">
            <a:off x="7386816" y="4428421"/>
            <a:ext cx="1416044" cy="359859"/>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时间安排</a:t>
            </a:r>
          </a:p>
        </p:txBody>
      </p:sp>
      <p:sp>
        <p:nvSpPr>
          <p:cNvPr id="47" name="圆角矩形 46"/>
          <p:cNvSpPr/>
          <p:nvPr/>
        </p:nvSpPr>
        <p:spPr bwMode="gray">
          <a:xfrm flipH="1">
            <a:off x="5800036" y="5035784"/>
            <a:ext cx="1416044" cy="359859"/>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FFFFFF"/>
                </a:solidFill>
                <a:sym typeface="Huawei Sans" panose="020C0503030203020204" pitchFamily="34" charset="0"/>
              </a:rPr>
              <a:t>对照表</a:t>
            </a:r>
          </a:p>
        </p:txBody>
      </p:sp>
      <p:sp>
        <p:nvSpPr>
          <p:cNvPr id="36" name="五边形 153"/>
          <p:cNvSpPr/>
          <p:nvPr/>
        </p:nvSpPr>
        <p:spPr bwMode="gray">
          <a:xfrm>
            <a:off x="8150785" y="113221"/>
            <a:ext cx="1259508" cy="213037"/>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准备阶段</a:t>
            </a:r>
          </a:p>
        </p:txBody>
      </p:sp>
      <p:sp>
        <p:nvSpPr>
          <p:cNvPr id="48" name="燕尾形 154"/>
          <p:cNvSpPr/>
          <p:nvPr/>
        </p:nvSpPr>
        <p:spPr bwMode="gray">
          <a:xfrm>
            <a:off x="9320182"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实施阶段</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155"/>
          <p:cNvSpPr/>
          <p:nvPr/>
        </p:nvSpPr>
        <p:spPr bwMode="gray">
          <a:xfrm>
            <a:off x="10489579"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收尾阶段</a:t>
            </a:r>
          </a:p>
        </p:txBody>
      </p:sp>
    </p:spTree>
    <p:custDataLst>
      <p:tags r:id="rId1"/>
    </p:custDataLst>
    <p:extLst>
      <p:ext uri="{BB962C8B-B14F-4D97-AF65-F5344CB8AC3E}">
        <p14:creationId xmlns:p14="http://schemas.microsoft.com/office/powerpoint/2010/main" val="15125923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软、硬件准备</a:t>
            </a:r>
          </a:p>
        </p:txBody>
      </p:sp>
      <p:sp>
        <p:nvSpPr>
          <p:cNvPr id="112" name="ïšļïďe">
            <a:extLst>
              <a:ext uri="{FF2B5EF4-FFF2-40B4-BE49-F238E27FC236}">
                <a16:creationId xmlns:a16="http://schemas.microsoft.com/office/drawing/2014/main" id="{FB41FAD4-0BA5-4580-B72E-A6BFF22F8784}"/>
              </a:ext>
            </a:extLst>
          </p:cNvPr>
          <p:cNvSpPr txBox="1"/>
          <p:nvPr/>
        </p:nvSpPr>
        <p:spPr bwMode="gray">
          <a:xfrm>
            <a:off x="836816" y="1587790"/>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pPr algn="l"/>
            <a:r>
              <a:rPr lang="zh-CN" altLang="en-US" sz="1399" dirty="0"/>
              <a:t>项目分析</a:t>
            </a:r>
            <a:endParaRPr lang="en-US" altLang="zh-CN" sz="1399" dirty="0"/>
          </a:p>
        </p:txBody>
      </p:sp>
      <p:sp>
        <p:nvSpPr>
          <p:cNvPr id="113" name="ïṧļíḍê">
            <a:extLst>
              <a:ext uri="{FF2B5EF4-FFF2-40B4-BE49-F238E27FC236}">
                <a16:creationId xmlns:a16="http://schemas.microsoft.com/office/drawing/2014/main" id="{D1BCCD92-D45A-41F7-960F-30FC35568CBF}"/>
              </a:ext>
            </a:extLst>
          </p:cNvPr>
          <p:cNvSpPr txBox="1"/>
          <p:nvPr/>
        </p:nvSpPr>
        <p:spPr bwMode="gray">
          <a:xfrm>
            <a:off x="836816" y="2542321"/>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1399" dirty="0">
                <a:solidFill>
                  <a:schemeClr val="bg1">
                    <a:lumMod val="65000"/>
                  </a:schemeClr>
                </a:solidFill>
              </a:rPr>
              <a:t>风险评估</a:t>
            </a:r>
            <a:endParaRPr lang="en-US" altLang="zh-CN" sz="1399" dirty="0">
              <a:solidFill>
                <a:schemeClr val="bg1">
                  <a:lumMod val="65000"/>
                </a:schemeClr>
              </a:solidFill>
            </a:endParaRPr>
          </a:p>
        </p:txBody>
      </p:sp>
      <p:sp>
        <p:nvSpPr>
          <p:cNvPr id="114" name="îş1iḍê">
            <a:extLst>
              <a:ext uri="{FF2B5EF4-FFF2-40B4-BE49-F238E27FC236}">
                <a16:creationId xmlns:a16="http://schemas.microsoft.com/office/drawing/2014/main" id="{F0B068A5-560A-4DB9-9ABC-E179FB4B53B1}"/>
              </a:ext>
            </a:extLst>
          </p:cNvPr>
          <p:cNvSpPr txBox="1"/>
          <p:nvPr/>
        </p:nvSpPr>
        <p:spPr bwMode="gray">
          <a:xfrm>
            <a:off x="836816" y="3496852"/>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00000"/>
              </a:lnSpc>
              <a:spcBef>
                <a:spcPct val="0"/>
              </a:spcBef>
            </a:pPr>
            <a:r>
              <a:rPr lang="zh-CN" altLang="en-US" sz="1399" dirty="0">
                <a:solidFill>
                  <a:schemeClr val="bg1">
                    <a:lumMod val="65000"/>
                  </a:schemeClr>
                </a:solidFill>
              </a:rPr>
              <a:t>输出割接方案</a:t>
            </a:r>
            <a:endParaRPr lang="en-US" altLang="zh-CN" sz="1399" dirty="0">
              <a:solidFill>
                <a:schemeClr val="bg1">
                  <a:lumMod val="65000"/>
                </a:schemeClr>
              </a:solidFill>
            </a:endParaRPr>
          </a:p>
        </p:txBody>
      </p:sp>
      <p:sp>
        <p:nvSpPr>
          <p:cNvPr id="115" name="íşḻïďe">
            <a:extLst>
              <a:ext uri="{FF2B5EF4-FFF2-40B4-BE49-F238E27FC236}">
                <a16:creationId xmlns:a16="http://schemas.microsoft.com/office/drawing/2014/main" id="{05246D82-A4F5-42F2-854D-C3D348D160CE}"/>
              </a:ext>
            </a:extLst>
          </p:cNvPr>
          <p:cNvSpPr txBox="1"/>
          <p:nvPr/>
        </p:nvSpPr>
        <p:spPr bwMode="gray">
          <a:xfrm>
            <a:off x="836816" y="4451383"/>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1399" dirty="0">
                <a:solidFill>
                  <a:schemeClr val="bg1">
                    <a:lumMod val="65000"/>
                  </a:schemeClr>
                </a:solidFill>
              </a:rPr>
              <a:t>方案验证、评审</a:t>
            </a:r>
            <a:endParaRPr lang="en-US" altLang="zh-CN" sz="1399" dirty="0">
              <a:solidFill>
                <a:schemeClr val="bg1">
                  <a:lumMod val="65000"/>
                </a:schemeClr>
              </a:solidFill>
            </a:endParaRPr>
          </a:p>
        </p:txBody>
      </p:sp>
      <p:cxnSp>
        <p:nvCxnSpPr>
          <p:cNvPr id="117" name="直接连接符 116">
            <a:extLst>
              <a:ext uri="{FF2B5EF4-FFF2-40B4-BE49-F238E27FC236}">
                <a16:creationId xmlns:a16="http://schemas.microsoft.com/office/drawing/2014/main" id="{4AA622A8-8183-4782-A4A5-6DF01B92BB53}"/>
              </a:ext>
            </a:extLst>
          </p:cNvPr>
          <p:cNvCxnSpPr/>
          <p:nvPr/>
        </p:nvCxnSpPr>
        <p:spPr bwMode="gray">
          <a:xfrm>
            <a:off x="665266" y="1470293"/>
            <a:ext cx="0" cy="4689414"/>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34" name="íṡ1íḋê">
            <a:extLst>
              <a:ext uri="{FF2B5EF4-FFF2-40B4-BE49-F238E27FC236}">
                <a16:creationId xmlns:a16="http://schemas.microsoft.com/office/drawing/2014/main" id="{87A1502E-FF5A-402F-AE9A-604F51135206}"/>
              </a:ext>
            </a:extLst>
          </p:cNvPr>
          <p:cNvSpPr/>
          <p:nvPr/>
        </p:nvSpPr>
        <p:spPr bwMode="gray">
          <a:xfrm rot="10800000" flipV="1">
            <a:off x="485337" y="4492270"/>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36" name="iṡļidè">
            <a:extLst>
              <a:ext uri="{FF2B5EF4-FFF2-40B4-BE49-F238E27FC236}">
                <a16:creationId xmlns:a16="http://schemas.microsoft.com/office/drawing/2014/main" id="{D2F2F0A0-455D-459F-90E5-A8674554530D}"/>
              </a:ext>
            </a:extLst>
          </p:cNvPr>
          <p:cNvSpPr>
            <a:spLocks/>
          </p:cNvSpPr>
          <p:nvPr/>
        </p:nvSpPr>
        <p:spPr bwMode="gray">
          <a:xfrm>
            <a:off x="594261" y="4605195"/>
            <a:ext cx="159431" cy="134008"/>
          </a:xfrm>
          <a:custGeom>
            <a:avLst/>
            <a:gdLst>
              <a:gd name="connsiteX0" fmla="*/ 536415 w 607227"/>
              <a:gd name="connsiteY0" fmla="*/ 12631 h 510399"/>
              <a:gd name="connsiteX1" fmla="*/ 557192 w 607227"/>
              <a:gd name="connsiteY1" fmla="*/ 21221 h 510399"/>
              <a:gd name="connsiteX2" fmla="*/ 598584 w 607227"/>
              <a:gd name="connsiteY2" fmla="*/ 62633 h 510399"/>
              <a:gd name="connsiteX3" fmla="*/ 598584 w 607227"/>
              <a:gd name="connsiteY3" fmla="*/ 104044 h 510399"/>
              <a:gd name="connsiteX4" fmla="*/ 511175 w 607227"/>
              <a:gd name="connsiteY4" fmla="*/ 191324 h 510399"/>
              <a:gd name="connsiteX5" fmla="*/ 444948 w 607227"/>
              <a:gd name="connsiteY5" fmla="*/ 257453 h 510399"/>
              <a:gd name="connsiteX6" fmla="*/ 339441 w 607227"/>
              <a:gd name="connsiteY6" fmla="*/ 362805 h 510399"/>
              <a:gd name="connsiteX7" fmla="*/ 297968 w 607227"/>
              <a:gd name="connsiteY7" fmla="*/ 404217 h 510399"/>
              <a:gd name="connsiteX8" fmla="*/ 277191 w 607227"/>
              <a:gd name="connsiteY8" fmla="*/ 412807 h 510399"/>
              <a:gd name="connsiteX9" fmla="*/ 256495 w 607227"/>
              <a:gd name="connsiteY9" fmla="*/ 404217 h 510399"/>
              <a:gd name="connsiteX10" fmla="*/ 215023 w 607227"/>
              <a:gd name="connsiteY10" fmla="*/ 362805 h 510399"/>
              <a:gd name="connsiteX11" fmla="*/ 138814 w 607227"/>
              <a:gd name="connsiteY11" fmla="*/ 286790 h 510399"/>
              <a:gd name="connsiteX12" fmla="*/ 138814 w 607227"/>
              <a:gd name="connsiteY12" fmla="*/ 245378 h 510399"/>
              <a:gd name="connsiteX13" fmla="*/ 180286 w 607227"/>
              <a:gd name="connsiteY13" fmla="*/ 203967 h 510399"/>
              <a:gd name="connsiteX14" fmla="*/ 201063 w 607227"/>
              <a:gd name="connsiteY14" fmla="*/ 195376 h 510399"/>
              <a:gd name="connsiteX15" fmla="*/ 221759 w 607227"/>
              <a:gd name="connsiteY15" fmla="*/ 203967 h 510399"/>
              <a:gd name="connsiteX16" fmla="*/ 277191 w 607227"/>
              <a:gd name="connsiteY16" fmla="*/ 259317 h 510399"/>
              <a:gd name="connsiteX17" fmla="*/ 444948 w 607227"/>
              <a:gd name="connsiteY17" fmla="*/ 91807 h 510399"/>
              <a:gd name="connsiteX18" fmla="*/ 503951 w 607227"/>
              <a:gd name="connsiteY18" fmla="*/ 32891 h 510399"/>
              <a:gd name="connsiteX19" fmla="*/ 515719 w 607227"/>
              <a:gd name="connsiteY19" fmla="*/ 21221 h 510399"/>
              <a:gd name="connsiteX20" fmla="*/ 536415 w 607227"/>
              <a:gd name="connsiteY20" fmla="*/ 12631 h 510399"/>
              <a:gd name="connsiteX21" fmla="*/ 61847 w 607227"/>
              <a:gd name="connsiteY21" fmla="*/ 0 h 510399"/>
              <a:gd name="connsiteX22" fmla="*/ 449328 w 607227"/>
              <a:gd name="connsiteY22" fmla="*/ 0 h 510399"/>
              <a:gd name="connsiteX23" fmla="*/ 491858 w 607227"/>
              <a:gd name="connsiteY23" fmla="*/ 17019 h 510399"/>
              <a:gd name="connsiteX24" fmla="*/ 442591 w 607227"/>
              <a:gd name="connsiteY24" fmla="*/ 66130 h 510399"/>
              <a:gd name="connsiteX25" fmla="*/ 66230 w 607227"/>
              <a:gd name="connsiteY25" fmla="*/ 66130 h 510399"/>
              <a:gd name="connsiteX26" fmla="*/ 66230 w 607227"/>
              <a:gd name="connsiteY26" fmla="*/ 444269 h 510399"/>
              <a:gd name="connsiteX27" fmla="*/ 444945 w 607227"/>
              <a:gd name="connsiteY27" fmla="*/ 444269 h 510399"/>
              <a:gd name="connsiteX28" fmla="*/ 444945 w 607227"/>
              <a:gd name="connsiteY28" fmla="*/ 285590 h 510399"/>
              <a:gd name="connsiteX29" fmla="*/ 511175 w 607227"/>
              <a:gd name="connsiteY29" fmla="*/ 219460 h 510399"/>
              <a:gd name="connsiteX30" fmla="*/ 511175 w 607227"/>
              <a:gd name="connsiteY30" fmla="*/ 448645 h 510399"/>
              <a:gd name="connsiteX31" fmla="*/ 449328 w 607227"/>
              <a:gd name="connsiteY31" fmla="*/ 510399 h 510399"/>
              <a:gd name="connsiteX32" fmla="*/ 61847 w 607227"/>
              <a:gd name="connsiteY32" fmla="*/ 510399 h 510399"/>
              <a:gd name="connsiteX33" fmla="*/ 0 w 607227"/>
              <a:gd name="connsiteY33" fmla="*/ 448645 h 510399"/>
              <a:gd name="connsiteX34" fmla="*/ 0 w 607227"/>
              <a:gd name="connsiteY34" fmla="*/ 61673 h 510399"/>
              <a:gd name="connsiteX35" fmla="*/ 61847 w 607227"/>
              <a:gd name="connsiteY35" fmla="*/ 0 h 51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7227" h="510399">
                <a:moveTo>
                  <a:pt x="536415" y="12631"/>
                </a:moveTo>
                <a:cubicBezTo>
                  <a:pt x="543882" y="12631"/>
                  <a:pt x="551430" y="15467"/>
                  <a:pt x="557192" y="21221"/>
                </a:cubicBezTo>
                <a:lnTo>
                  <a:pt x="598584" y="62633"/>
                </a:lnTo>
                <a:cubicBezTo>
                  <a:pt x="610108" y="74059"/>
                  <a:pt x="610108" y="92618"/>
                  <a:pt x="598584" y="104044"/>
                </a:cubicBezTo>
                <a:lnTo>
                  <a:pt x="511175" y="191324"/>
                </a:lnTo>
                <a:lnTo>
                  <a:pt x="444948" y="257453"/>
                </a:lnTo>
                <a:lnTo>
                  <a:pt x="339441" y="362805"/>
                </a:lnTo>
                <a:lnTo>
                  <a:pt x="297968" y="404217"/>
                </a:lnTo>
                <a:cubicBezTo>
                  <a:pt x="292206" y="409971"/>
                  <a:pt x="284739" y="412807"/>
                  <a:pt x="277191" y="412807"/>
                </a:cubicBezTo>
                <a:cubicBezTo>
                  <a:pt x="269724" y="412807"/>
                  <a:pt x="262177" y="409971"/>
                  <a:pt x="256495" y="404217"/>
                </a:cubicBezTo>
                <a:lnTo>
                  <a:pt x="215023" y="362805"/>
                </a:lnTo>
                <a:lnTo>
                  <a:pt x="138814" y="286790"/>
                </a:lnTo>
                <a:cubicBezTo>
                  <a:pt x="127370" y="275363"/>
                  <a:pt x="127370" y="256805"/>
                  <a:pt x="138814" y="245378"/>
                </a:cubicBezTo>
                <a:lnTo>
                  <a:pt x="180286" y="203967"/>
                </a:lnTo>
                <a:cubicBezTo>
                  <a:pt x="186049" y="198213"/>
                  <a:pt x="193515" y="195376"/>
                  <a:pt x="201063" y="195376"/>
                </a:cubicBezTo>
                <a:cubicBezTo>
                  <a:pt x="208530" y="195376"/>
                  <a:pt x="215997" y="198213"/>
                  <a:pt x="221759" y="203967"/>
                </a:cubicBezTo>
                <a:lnTo>
                  <a:pt x="277191" y="259317"/>
                </a:lnTo>
                <a:lnTo>
                  <a:pt x="444948" y="91807"/>
                </a:lnTo>
                <a:lnTo>
                  <a:pt x="503951" y="32891"/>
                </a:lnTo>
                <a:lnTo>
                  <a:pt x="515719" y="21221"/>
                </a:lnTo>
                <a:cubicBezTo>
                  <a:pt x="521401" y="15467"/>
                  <a:pt x="528949" y="12631"/>
                  <a:pt x="536415" y="12631"/>
                </a:cubicBezTo>
                <a:close/>
                <a:moveTo>
                  <a:pt x="61847" y="0"/>
                </a:moveTo>
                <a:lnTo>
                  <a:pt x="449328" y="0"/>
                </a:lnTo>
                <a:cubicBezTo>
                  <a:pt x="465804" y="0"/>
                  <a:pt x="480738" y="6483"/>
                  <a:pt x="491858" y="17019"/>
                </a:cubicBezTo>
                <a:lnTo>
                  <a:pt x="442591" y="66130"/>
                </a:lnTo>
                <a:lnTo>
                  <a:pt x="66230" y="66130"/>
                </a:lnTo>
                <a:lnTo>
                  <a:pt x="66230" y="444269"/>
                </a:lnTo>
                <a:lnTo>
                  <a:pt x="444945" y="444269"/>
                </a:lnTo>
                <a:lnTo>
                  <a:pt x="444945" y="285590"/>
                </a:lnTo>
                <a:lnTo>
                  <a:pt x="511175" y="219460"/>
                </a:lnTo>
                <a:lnTo>
                  <a:pt x="511175" y="448645"/>
                </a:lnTo>
                <a:cubicBezTo>
                  <a:pt x="511175" y="482683"/>
                  <a:pt x="483417" y="510399"/>
                  <a:pt x="449328" y="510399"/>
                </a:cubicBezTo>
                <a:lnTo>
                  <a:pt x="61847" y="510399"/>
                </a:lnTo>
                <a:cubicBezTo>
                  <a:pt x="27758" y="510399"/>
                  <a:pt x="0" y="482683"/>
                  <a:pt x="0" y="448645"/>
                </a:cubicBezTo>
                <a:lnTo>
                  <a:pt x="0" y="61673"/>
                </a:lnTo>
                <a:cubicBezTo>
                  <a:pt x="0" y="27635"/>
                  <a:pt x="27758" y="0"/>
                  <a:pt x="61847" y="0"/>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sz="1799"/>
          </a:p>
        </p:txBody>
      </p:sp>
      <p:grpSp>
        <p:nvGrpSpPr>
          <p:cNvPr id="10" name="组合 9"/>
          <p:cNvGrpSpPr/>
          <p:nvPr/>
        </p:nvGrpSpPr>
        <p:grpSpPr bwMode="gray">
          <a:xfrm>
            <a:off x="485337" y="1626742"/>
            <a:ext cx="359859" cy="359859"/>
            <a:chOff x="485526" y="1922363"/>
            <a:chExt cx="360000" cy="360000"/>
          </a:xfrm>
        </p:grpSpPr>
        <p:sp>
          <p:nvSpPr>
            <p:cNvPr id="143" name="iṡ1ïdé">
              <a:extLst>
                <a:ext uri="{FF2B5EF4-FFF2-40B4-BE49-F238E27FC236}">
                  <a16:creationId xmlns:a16="http://schemas.microsoft.com/office/drawing/2014/main" id="{3FC487D0-A815-4107-8A36-7C156E98B5FA}"/>
                </a:ext>
              </a:extLst>
            </p:cNvPr>
            <p:cNvSpPr/>
            <p:nvPr/>
          </p:nvSpPr>
          <p:spPr bwMode="gray">
            <a:xfrm rot="10800000" flipV="1">
              <a:off x="485526" y="1922363"/>
              <a:ext cx="360000" cy="3600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48" name="stocks-graphic-on-laptop-monitor_38809"/>
            <p:cNvSpPr>
              <a:spLocks/>
            </p:cNvSpPr>
            <p:nvPr/>
          </p:nvSpPr>
          <p:spPr bwMode="gray">
            <a:xfrm>
              <a:off x="556588" y="2041470"/>
              <a:ext cx="229839" cy="121786"/>
            </a:xfrm>
            <a:custGeom>
              <a:avLst/>
              <a:gdLst>
                <a:gd name="connsiteX0" fmla="*/ 5942 w 596753"/>
                <a:gd name="connsiteY0" fmla="*/ 342878 h 372092"/>
                <a:gd name="connsiteX1" fmla="*/ 591159 w 596753"/>
                <a:gd name="connsiteY1" fmla="*/ 342878 h 372092"/>
                <a:gd name="connsiteX2" fmla="*/ 596753 w 596753"/>
                <a:gd name="connsiteY2" fmla="*/ 348034 h 372092"/>
                <a:gd name="connsiteX3" fmla="*/ 594602 w 596753"/>
                <a:gd name="connsiteY3" fmla="*/ 354048 h 372092"/>
                <a:gd name="connsiteX4" fmla="*/ 295109 w 596753"/>
                <a:gd name="connsiteY4" fmla="*/ 372092 h 372092"/>
                <a:gd name="connsiteX5" fmla="*/ 99750 w 596753"/>
                <a:gd name="connsiteY5" fmla="*/ 367796 h 372092"/>
                <a:gd name="connsiteX6" fmla="*/ 1209 w 596753"/>
                <a:gd name="connsiteY6" fmla="*/ 353189 h 372092"/>
                <a:gd name="connsiteX7" fmla="*/ 779 w 596753"/>
                <a:gd name="connsiteY7" fmla="*/ 346315 h 372092"/>
                <a:gd name="connsiteX8" fmla="*/ 5942 w 596753"/>
                <a:gd name="connsiteY8" fmla="*/ 342878 h 372092"/>
                <a:gd name="connsiteX9" fmla="*/ 287321 w 596753"/>
                <a:gd name="connsiteY9" fmla="*/ 199380 h 372092"/>
                <a:gd name="connsiteX10" fmla="*/ 277855 w 596753"/>
                <a:gd name="connsiteY10" fmla="*/ 208402 h 372092"/>
                <a:gd name="connsiteX11" fmla="*/ 287321 w 596753"/>
                <a:gd name="connsiteY11" fmla="*/ 217853 h 372092"/>
                <a:gd name="connsiteX12" fmla="*/ 296358 w 596753"/>
                <a:gd name="connsiteY12" fmla="*/ 208402 h 372092"/>
                <a:gd name="connsiteX13" fmla="*/ 287321 w 596753"/>
                <a:gd name="connsiteY13" fmla="*/ 199380 h 372092"/>
                <a:gd name="connsiteX14" fmla="*/ 428891 w 596753"/>
                <a:gd name="connsiteY14" fmla="*/ 174464 h 372092"/>
                <a:gd name="connsiteX15" fmla="*/ 419855 w 596753"/>
                <a:gd name="connsiteY15" fmla="*/ 183485 h 372092"/>
                <a:gd name="connsiteX16" fmla="*/ 428891 w 596753"/>
                <a:gd name="connsiteY16" fmla="*/ 192936 h 372092"/>
                <a:gd name="connsiteX17" fmla="*/ 438358 w 596753"/>
                <a:gd name="connsiteY17" fmla="*/ 183485 h 372092"/>
                <a:gd name="connsiteX18" fmla="*/ 428891 w 596753"/>
                <a:gd name="connsiteY18" fmla="*/ 174464 h 372092"/>
                <a:gd name="connsiteX19" fmla="*/ 355309 w 596753"/>
                <a:gd name="connsiteY19" fmla="*/ 140096 h 372092"/>
                <a:gd name="connsiteX20" fmla="*/ 346273 w 596753"/>
                <a:gd name="connsiteY20" fmla="*/ 149117 h 372092"/>
                <a:gd name="connsiteX21" fmla="*/ 355309 w 596753"/>
                <a:gd name="connsiteY21" fmla="*/ 158569 h 372092"/>
                <a:gd name="connsiteX22" fmla="*/ 364776 w 596753"/>
                <a:gd name="connsiteY22" fmla="*/ 149117 h 372092"/>
                <a:gd name="connsiteX23" fmla="*/ 355309 w 596753"/>
                <a:gd name="connsiteY23" fmla="*/ 140096 h 372092"/>
                <a:gd name="connsiteX24" fmla="*/ 107455 w 596753"/>
                <a:gd name="connsiteY24" fmla="*/ 137948 h 372092"/>
                <a:gd name="connsiteX25" fmla="*/ 98418 w 596753"/>
                <a:gd name="connsiteY25" fmla="*/ 146969 h 372092"/>
                <a:gd name="connsiteX26" fmla="*/ 107455 w 596753"/>
                <a:gd name="connsiteY26" fmla="*/ 156421 h 372092"/>
                <a:gd name="connsiteX27" fmla="*/ 116921 w 596753"/>
                <a:gd name="connsiteY27" fmla="*/ 146969 h 372092"/>
                <a:gd name="connsiteX28" fmla="*/ 107455 w 596753"/>
                <a:gd name="connsiteY28" fmla="*/ 137948 h 372092"/>
                <a:gd name="connsiteX29" fmla="*/ 207715 w 596753"/>
                <a:gd name="connsiteY29" fmla="*/ 130645 h 372092"/>
                <a:gd name="connsiteX30" fmla="*/ 198679 w 596753"/>
                <a:gd name="connsiteY30" fmla="*/ 140096 h 372092"/>
                <a:gd name="connsiteX31" fmla="*/ 207715 w 596753"/>
                <a:gd name="connsiteY31" fmla="*/ 149117 h 372092"/>
                <a:gd name="connsiteX32" fmla="*/ 217182 w 596753"/>
                <a:gd name="connsiteY32" fmla="*/ 140096 h 372092"/>
                <a:gd name="connsiteX33" fmla="*/ 207715 w 596753"/>
                <a:gd name="connsiteY33" fmla="*/ 130645 h 372092"/>
                <a:gd name="connsiteX34" fmla="*/ 489134 w 596753"/>
                <a:gd name="connsiteY34" fmla="*/ 103150 h 372092"/>
                <a:gd name="connsiteX35" fmla="*/ 479667 w 596753"/>
                <a:gd name="connsiteY35" fmla="*/ 112172 h 372092"/>
                <a:gd name="connsiteX36" fmla="*/ 489134 w 596753"/>
                <a:gd name="connsiteY36" fmla="*/ 121623 h 372092"/>
                <a:gd name="connsiteX37" fmla="*/ 498600 w 596753"/>
                <a:gd name="connsiteY37" fmla="*/ 112172 h 372092"/>
                <a:gd name="connsiteX38" fmla="*/ 489134 w 596753"/>
                <a:gd name="connsiteY38" fmla="*/ 103150 h 372092"/>
                <a:gd name="connsiteX39" fmla="*/ 489134 w 596753"/>
                <a:gd name="connsiteY39" fmla="*/ 94558 h 372092"/>
                <a:gd name="connsiteX40" fmla="*/ 507206 w 596753"/>
                <a:gd name="connsiteY40" fmla="*/ 112172 h 372092"/>
                <a:gd name="connsiteX41" fmla="*/ 489134 w 596753"/>
                <a:gd name="connsiteY41" fmla="*/ 130215 h 372092"/>
                <a:gd name="connsiteX42" fmla="*/ 485261 w 596753"/>
                <a:gd name="connsiteY42" fmla="*/ 129785 h 372092"/>
                <a:gd name="connsiteX43" fmla="*/ 445673 w 596753"/>
                <a:gd name="connsiteY43" fmla="*/ 177471 h 372092"/>
                <a:gd name="connsiteX44" fmla="*/ 446964 w 596753"/>
                <a:gd name="connsiteY44" fmla="*/ 183485 h 372092"/>
                <a:gd name="connsiteX45" fmla="*/ 428891 w 596753"/>
                <a:gd name="connsiteY45" fmla="*/ 201528 h 372092"/>
                <a:gd name="connsiteX46" fmla="*/ 411249 w 596753"/>
                <a:gd name="connsiteY46" fmla="*/ 185633 h 372092"/>
                <a:gd name="connsiteX47" fmla="*/ 366497 w 596753"/>
                <a:gd name="connsiteY47" fmla="*/ 163294 h 372092"/>
                <a:gd name="connsiteX48" fmla="*/ 355309 w 596753"/>
                <a:gd name="connsiteY48" fmla="*/ 167161 h 372092"/>
                <a:gd name="connsiteX49" fmla="*/ 348855 w 596753"/>
                <a:gd name="connsiteY49" fmla="*/ 165872 h 372092"/>
                <a:gd name="connsiteX50" fmla="*/ 304964 w 596753"/>
                <a:gd name="connsiteY50" fmla="*/ 205824 h 372092"/>
                <a:gd name="connsiteX51" fmla="*/ 304964 w 596753"/>
                <a:gd name="connsiteY51" fmla="*/ 208402 h 372092"/>
                <a:gd name="connsiteX52" fmla="*/ 287321 w 596753"/>
                <a:gd name="connsiteY52" fmla="*/ 226445 h 372092"/>
                <a:gd name="connsiteX53" fmla="*/ 269249 w 596753"/>
                <a:gd name="connsiteY53" fmla="*/ 208402 h 372092"/>
                <a:gd name="connsiteX54" fmla="*/ 269679 w 596753"/>
                <a:gd name="connsiteY54" fmla="*/ 206254 h 372092"/>
                <a:gd name="connsiteX55" fmla="*/ 214600 w 596753"/>
                <a:gd name="connsiteY55" fmla="*/ 156421 h 372092"/>
                <a:gd name="connsiteX56" fmla="*/ 207715 w 596753"/>
                <a:gd name="connsiteY56" fmla="*/ 157709 h 372092"/>
                <a:gd name="connsiteX57" fmla="*/ 192655 w 596753"/>
                <a:gd name="connsiteY57" fmla="*/ 149547 h 372092"/>
                <a:gd name="connsiteX58" fmla="*/ 123376 w 596753"/>
                <a:gd name="connsiteY58" fmla="*/ 154702 h 372092"/>
                <a:gd name="connsiteX59" fmla="*/ 107455 w 596753"/>
                <a:gd name="connsiteY59" fmla="*/ 165013 h 372092"/>
                <a:gd name="connsiteX60" fmla="*/ 89812 w 596753"/>
                <a:gd name="connsiteY60" fmla="*/ 146969 h 372092"/>
                <a:gd name="connsiteX61" fmla="*/ 107455 w 596753"/>
                <a:gd name="connsiteY61" fmla="*/ 129356 h 372092"/>
                <a:gd name="connsiteX62" fmla="*/ 122515 w 596753"/>
                <a:gd name="connsiteY62" fmla="*/ 137518 h 372092"/>
                <a:gd name="connsiteX63" fmla="*/ 191794 w 596753"/>
                <a:gd name="connsiteY63" fmla="*/ 132363 h 372092"/>
                <a:gd name="connsiteX64" fmla="*/ 207715 w 596753"/>
                <a:gd name="connsiteY64" fmla="*/ 122053 h 372092"/>
                <a:gd name="connsiteX65" fmla="*/ 225788 w 596753"/>
                <a:gd name="connsiteY65" fmla="*/ 140096 h 372092"/>
                <a:gd name="connsiteX66" fmla="*/ 225358 w 596753"/>
                <a:gd name="connsiteY66" fmla="*/ 143103 h 372092"/>
                <a:gd name="connsiteX67" fmla="*/ 279576 w 596753"/>
                <a:gd name="connsiteY67" fmla="*/ 192507 h 372092"/>
                <a:gd name="connsiteX68" fmla="*/ 287321 w 596753"/>
                <a:gd name="connsiteY68" fmla="*/ 190789 h 372092"/>
                <a:gd name="connsiteX69" fmla="*/ 294206 w 596753"/>
                <a:gd name="connsiteY69" fmla="*/ 192077 h 372092"/>
                <a:gd name="connsiteX70" fmla="*/ 337667 w 596753"/>
                <a:gd name="connsiteY70" fmla="*/ 152554 h 372092"/>
                <a:gd name="connsiteX71" fmla="*/ 337667 w 596753"/>
                <a:gd name="connsiteY71" fmla="*/ 149117 h 372092"/>
                <a:gd name="connsiteX72" fmla="*/ 355309 w 596753"/>
                <a:gd name="connsiteY72" fmla="*/ 131504 h 372092"/>
                <a:gd name="connsiteX73" fmla="*/ 372952 w 596753"/>
                <a:gd name="connsiteY73" fmla="*/ 146969 h 372092"/>
                <a:gd name="connsiteX74" fmla="*/ 418133 w 596753"/>
                <a:gd name="connsiteY74" fmla="*/ 169738 h 372092"/>
                <a:gd name="connsiteX75" fmla="*/ 428891 w 596753"/>
                <a:gd name="connsiteY75" fmla="*/ 165872 h 372092"/>
                <a:gd name="connsiteX76" fmla="*/ 432764 w 596753"/>
                <a:gd name="connsiteY76" fmla="*/ 166301 h 372092"/>
                <a:gd name="connsiteX77" fmla="*/ 472352 w 596753"/>
                <a:gd name="connsiteY77" fmla="*/ 118186 h 372092"/>
                <a:gd name="connsiteX78" fmla="*/ 471061 w 596753"/>
                <a:gd name="connsiteY78" fmla="*/ 112172 h 372092"/>
                <a:gd name="connsiteX79" fmla="*/ 489134 w 596753"/>
                <a:gd name="connsiteY79" fmla="*/ 94558 h 372092"/>
                <a:gd name="connsiteX80" fmla="*/ 53702 w 596753"/>
                <a:gd name="connsiteY80" fmla="*/ 22772 h 372092"/>
                <a:gd name="connsiteX81" fmla="*/ 53702 w 596753"/>
                <a:gd name="connsiteY81" fmla="*/ 305917 h 372092"/>
                <a:gd name="connsiteX82" fmla="*/ 542962 w 596753"/>
                <a:gd name="connsiteY82" fmla="*/ 305917 h 372092"/>
                <a:gd name="connsiteX83" fmla="*/ 542962 w 596753"/>
                <a:gd name="connsiteY83" fmla="*/ 22772 h 372092"/>
                <a:gd name="connsiteX84" fmla="*/ 53702 w 596753"/>
                <a:gd name="connsiteY84" fmla="*/ 0 h 372092"/>
                <a:gd name="connsiteX85" fmla="*/ 542962 w 596753"/>
                <a:gd name="connsiteY85" fmla="*/ 0 h 372092"/>
                <a:gd name="connsiteX86" fmla="*/ 566198 w 596753"/>
                <a:gd name="connsiteY86" fmla="*/ 22772 h 372092"/>
                <a:gd name="connsiteX87" fmla="*/ 566198 w 596753"/>
                <a:gd name="connsiteY87" fmla="*/ 305917 h 372092"/>
                <a:gd name="connsiteX88" fmla="*/ 542962 w 596753"/>
                <a:gd name="connsiteY88" fmla="*/ 329118 h 372092"/>
                <a:gd name="connsiteX89" fmla="*/ 53702 w 596753"/>
                <a:gd name="connsiteY89" fmla="*/ 329118 h 372092"/>
                <a:gd name="connsiteX90" fmla="*/ 30466 w 596753"/>
                <a:gd name="connsiteY90" fmla="*/ 305917 h 372092"/>
                <a:gd name="connsiteX91" fmla="*/ 30466 w 596753"/>
                <a:gd name="connsiteY91" fmla="*/ 22772 h 372092"/>
                <a:gd name="connsiteX92" fmla="*/ 53702 w 596753"/>
                <a:gd name="connsiteY92" fmla="*/ 0 h 37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753" h="372092">
                  <a:moveTo>
                    <a:pt x="5942" y="342878"/>
                  </a:moveTo>
                  <a:lnTo>
                    <a:pt x="591159" y="342878"/>
                  </a:lnTo>
                  <a:cubicBezTo>
                    <a:pt x="594171" y="342878"/>
                    <a:pt x="596323" y="345026"/>
                    <a:pt x="596753" y="348034"/>
                  </a:cubicBezTo>
                  <a:cubicBezTo>
                    <a:pt x="596753" y="350182"/>
                    <a:pt x="596323" y="352330"/>
                    <a:pt x="594602" y="354048"/>
                  </a:cubicBezTo>
                  <a:cubicBezTo>
                    <a:pt x="579541" y="370374"/>
                    <a:pt x="361376" y="372092"/>
                    <a:pt x="295109" y="372092"/>
                  </a:cubicBezTo>
                  <a:cubicBezTo>
                    <a:pt x="221096" y="372092"/>
                    <a:pt x="151817" y="370374"/>
                    <a:pt x="99750" y="367796"/>
                  </a:cubicBezTo>
                  <a:cubicBezTo>
                    <a:pt x="7664" y="363500"/>
                    <a:pt x="3361" y="357056"/>
                    <a:pt x="1209" y="353189"/>
                  </a:cubicBezTo>
                  <a:cubicBezTo>
                    <a:pt x="-82" y="351041"/>
                    <a:pt x="-512" y="348463"/>
                    <a:pt x="779" y="346315"/>
                  </a:cubicBezTo>
                  <a:cubicBezTo>
                    <a:pt x="1639" y="344167"/>
                    <a:pt x="3791" y="342878"/>
                    <a:pt x="5942" y="342878"/>
                  </a:cubicBezTo>
                  <a:close/>
                  <a:moveTo>
                    <a:pt x="287321" y="199380"/>
                  </a:moveTo>
                  <a:cubicBezTo>
                    <a:pt x="282158" y="199380"/>
                    <a:pt x="277855" y="203247"/>
                    <a:pt x="277855" y="208402"/>
                  </a:cubicBezTo>
                  <a:cubicBezTo>
                    <a:pt x="277855" y="213557"/>
                    <a:pt x="282158" y="217853"/>
                    <a:pt x="287321" y="217853"/>
                  </a:cubicBezTo>
                  <a:cubicBezTo>
                    <a:pt x="292485" y="217853"/>
                    <a:pt x="296358" y="213557"/>
                    <a:pt x="296358" y="208402"/>
                  </a:cubicBezTo>
                  <a:cubicBezTo>
                    <a:pt x="296358" y="203247"/>
                    <a:pt x="292485" y="199380"/>
                    <a:pt x="287321" y="199380"/>
                  </a:cubicBezTo>
                  <a:close/>
                  <a:moveTo>
                    <a:pt x="428891" y="174464"/>
                  </a:moveTo>
                  <a:cubicBezTo>
                    <a:pt x="423727" y="174464"/>
                    <a:pt x="419855" y="178330"/>
                    <a:pt x="419855" y="183485"/>
                  </a:cubicBezTo>
                  <a:cubicBezTo>
                    <a:pt x="419855" y="188641"/>
                    <a:pt x="423727" y="192936"/>
                    <a:pt x="428891" y="192936"/>
                  </a:cubicBezTo>
                  <a:cubicBezTo>
                    <a:pt x="434055" y="192936"/>
                    <a:pt x="438358" y="188641"/>
                    <a:pt x="438358" y="183485"/>
                  </a:cubicBezTo>
                  <a:cubicBezTo>
                    <a:pt x="438358" y="178330"/>
                    <a:pt x="434055" y="174464"/>
                    <a:pt x="428891" y="174464"/>
                  </a:cubicBezTo>
                  <a:close/>
                  <a:moveTo>
                    <a:pt x="355309" y="140096"/>
                  </a:moveTo>
                  <a:cubicBezTo>
                    <a:pt x="350146" y="140096"/>
                    <a:pt x="346273" y="143962"/>
                    <a:pt x="346273" y="149117"/>
                  </a:cubicBezTo>
                  <a:cubicBezTo>
                    <a:pt x="346273" y="154273"/>
                    <a:pt x="350146" y="158569"/>
                    <a:pt x="355309" y="158569"/>
                  </a:cubicBezTo>
                  <a:cubicBezTo>
                    <a:pt x="360473" y="158569"/>
                    <a:pt x="364776" y="154273"/>
                    <a:pt x="364776" y="149117"/>
                  </a:cubicBezTo>
                  <a:cubicBezTo>
                    <a:pt x="364776" y="143962"/>
                    <a:pt x="360473" y="140096"/>
                    <a:pt x="355309" y="140096"/>
                  </a:cubicBezTo>
                  <a:close/>
                  <a:moveTo>
                    <a:pt x="107455" y="137948"/>
                  </a:moveTo>
                  <a:cubicBezTo>
                    <a:pt x="102291" y="137948"/>
                    <a:pt x="98418" y="142244"/>
                    <a:pt x="98418" y="146969"/>
                  </a:cubicBezTo>
                  <a:cubicBezTo>
                    <a:pt x="98418" y="152125"/>
                    <a:pt x="102291" y="156421"/>
                    <a:pt x="107455" y="156421"/>
                  </a:cubicBezTo>
                  <a:cubicBezTo>
                    <a:pt x="112618" y="156421"/>
                    <a:pt x="116921" y="152125"/>
                    <a:pt x="116921" y="146969"/>
                  </a:cubicBezTo>
                  <a:cubicBezTo>
                    <a:pt x="116921" y="142244"/>
                    <a:pt x="112618" y="137948"/>
                    <a:pt x="107455" y="137948"/>
                  </a:cubicBezTo>
                  <a:close/>
                  <a:moveTo>
                    <a:pt x="207715" y="130645"/>
                  </a:moveTo>
                  <a:cubicBezTo>
                    <a:pt x="202982" y="130645"/>
                    <a:pt x="198679" y="134941"/>
                    <a:pt x="198679" y="140096"/>
                  </a:cubicBezTo>
                  <a:cubicBezTo>
                    <a:pt x="198679" y="145251"/>
                    <a:pt x="202982" y="149117"/>
                    <a:pt x="207715" y="149117"/>
                  </a:cubicBezTo>
                  <a:cubicBezTo>
                    <a:pt x="212879" y="149117"/>
                    <a:pt x="217182" y="145251"/>
                    <a:pt x="217182" y="140096"/>
                  </a:cubicBezTo>
                  <a:cubicBezTo>
                    <a:pt x="217182" y="134941"/>
                    <a:pt x="212879" y="130645"/>
                    <a:pt x="207715" y="130645"/>
                  </a:cubicBezTo>
                  <a:close/>
                  <a:moveTo>
                    <a:pt x="489134" y="103150"/>
                  </a:moveTo>
                  <a:cubicBezTo>
                    <a:pt x="483970" y="103150"/>
                    <a:pt x="479667" y="107017"/>
                    <a:pt x="479667" y="112172"/>
                  </a:cubicBezTo>
                  <a:cubicBezTo>
                    <a:pt x="479667" y="117327"/>
                    <a:pt x="483970" y="121623"/>
                    <a:pt x="489134" y="121623"/>
                  </a:cubicBezTo>
                  <a:cubicBezTo>
                    <a:pt x="494297" y="121623"/>
                    <a:pt x="498600" y="117327"/>
                    <a:pt x="498600" y="112172"/>
                  </a:cubicBezTo>
                  <a:cubicBezTo>
                    <a:pt x="498600" y="107017"/>
                    <a:pt x="494297" y="103150"/>
                    <a:pt x="489134" y="103150"/>
                  </a:cubicBezTo>
                  <a:close/>
                  <a:moveTo>
                    <a:pt x="489134" y="94558"/>
                  </a:moveTo>
                  <a:cubicBezTo>
                    <a:pt x="499030" y="94558"/>
                    <a:pt x="507206" y="102291"/>
                    <a:pt x="507206" y="112172"/>
                  </a:cubicBezTo>
                  <a:cubicBezTo>
                    <a:pt x="507206" y="122053"/>
                    <a:pt x="499030" y="130215"/>
                    <a:pt x="489134" y="130215"/>
                  </a:cubicBezTo>
                  <a:cubicBezTo>
                    <a:pt x="487843" y="130215"/>
                    <a:pt x="486552" y="129785"/>
                    <a:pt x="485261" y="129785"/>
                  </a:cubicBezTo>
                  <a:lnTo>
                    <a:pt x="445673" y="177471"/>
                  </a:lnTo>
                  <a:cubicBezTo>
                    <a:pt x="446533" y="179619"/>
                    <a:pt x="446964" y="181337"/>
                    <a:pt x="446964" y="183485"/>
                  </a:cubicBezTo>
                  <a:cubicBezTo>
                    <a:pt x="446964" y="193366"/>
                    <a:pt x="438788" y="201528"/>
                    <a:pt x="428891" y="201528"/>
                  </a:cubicBezTo>
                  <a:cubicBezTo>
                    <a:pt x="419855" y="201528"/>
                    <a:pt x="412109" y="194225"/>
                    <a:pt x="411249" y="185633"/>
                  </a:cubicBezTo>
                  <a:lnTo>
                    <a:pt x="366497" y="163294"/>
                  </a:lnTo>
                  <a:cubicBezTo>
                    <a:pt x="363485" y="165442"/>
                    <a:pt x="359612" y="167161"/>
                    <a:pt x="355309" y="167161"/>
                  </a:cubicBezTo>
                  <a:cubicBezTo>
                    <a:pt x="353158" y="167161"/>
                    <a:pt x="351006" y="166731"/>
                    <a:pt x="348855" y="165872"/>
                  </a:cubicBezTo>
                  <a:lnTo>
                    <a:pt x="304964" y="205824"/>
                  </a:lnTo>
                  <a:cubicBezTo>
                    <a:pt x="304964" y="206684"/>
                    <a:pt x="304964" y="207543"/>
                    <a:pt x="304964" y="208402"/>
                  </a:cubicBezTo>
                  <a:cubicBezTo>
                    <a:pt x="304964" y="218283"/>
                    <a:pt x="297218" y="226445"/>
                    <a:pt x="287321" y="226445"/>
                  </a:cubicBezTo>
                  <a:cubicBezTo>
                    <a:pt x="277424" y="226445"/>
                    <a:pt x="269249" y="218283"/>
                    <a:pt x="269249" y="208402"/>
                  </a:cubicBezTo>
                  <a:cubicBezTo>
                    <a:pt x="269249" y="207972"/>
                    <a:pt x="269679" y="207113"/>
                    <a:pt x="269679" y="206254"/>
                  </a:cubicBezTo>
                  <a:lnTo>
                    <a:pt x="214600" y="156421"/>
                  </a:lnTo>
                  <a:cubicBezTo>
                    <a:pt x="212449" y="157280"/>
                    <a:pt x="210297" y="157709"/>
                    <a:pt x="207715" y="157709"/>
                  </a:cubicBezTo>
                  <a:cubicBezTo>
                    <a:pt x="201691" y="157709"/>
                    <a:pt x="196097" y="154273"/>
                    <a:pt x="192655" y="149547"/>
                  </a:cubicBezTo>
                  <a:lnTo>
                    <a:pt x="123376" y="154702"/>
                  </a:lnTo>
                  <a:cubicBezTo>
                    <a:pt x="120794" y="160717"/>
                    <a:pt x="114770" y="165013"/>
                    <a:pt x="107455" y="165013"/>
                  </a:cubicBezTo>
                  <a:cubicBezTo>
                    <a:pt x="97558" y="165013"/>
                    <a:pt x="89812" y="156850"/>
                    <a:pt x="89812" y="146969"/>
                  </a:cubicBezTo>
                  <a:cubicBezTo>
                    <a:pt x="89812" y="137518"/>
                    <a:pt x="97558" y="129356"/>
                    <a:pt x="107455" y="129356"/>
                  </a:cubicBezTo>
                  <a:cubicBezTo>
                    <a:pt x="113909" y="129356"/>
                    <a:pt x="119503" y="132793"/>
                    <a:pt x="122515" y="137518"/>
                  </a:cubicBezTo>
                  <a:lnTo>
                    <a:pt x="191794" y="132363"/>
                  </a:lnTo>
                  <a:cubicBezTo>
                    <a:pt x="194806" y="126349"/>
                    <a:pt x="200830" y="122053"/>
                    <a:pt x="207715" y="122053"/>
                  </a:cubicBezTo>
                  <a:cubicBezTo>
                    <a:pt x="217612" y="122053"/>
                    <a:pt x="225788" y="130215"/>
                    <a:pt x="225788" y="140096"/>
                  </a:cubicBezTo>
                  <a:cubicBezTo>
                    <a:pt x="225788" y="140955"/>
                    <a:pt x="225788" y="142244"/>
                    <a:pt x="225358" y="143103"/>
                  </a:cubicBezTo>
                  <a:lnTo>
                    <a:pt x="279576" y="192507"/>
                  </a:lnTo>
                  <a:cubicBezTo>
                    <a:pt x="282158" y="191218"/>
                    <a:pt x="284740" y="190789"/>
                    <a:pt x="287321" y="190789"/>
                  </a:cubicBezTo>
                  <a:cubicBezTo>
                    <a:pt x="289903" y="190789"/>
                    <a:pt x="292055" y="191218"/>
                    <a:pt x="294206" y="192077"/>
                  </a:cubicBezTo>
                  <a:lnTo>
                    <a:pt x="337667" y="152554"/>
                  </a:lnTo>
                  <a:cubicBezTo>
                    <a:pt x="337667" y="151695"/>
                    <a:pt x="337667" y="150406"/>
                    <a:pt x="337667" y="149117"/>
                  </a:cubicBezTo>
                  <a:cubicBezTo>
                    <a:pt x="337667" y="139237"/>
                    <a:pt x="345412" y="131504"/>
                    <a:pt x="355309" y="131504"/>
                  </a:cubicBezTo>
                  <a:cubicBezTo>
                    <a:pt x="364346" y="131504"/>
                    <a:pt x="372091" y="138377"/>
                    <a:pt x="372952" y="146969"/>
                  </a:cubicBezTo>
                  <a:lnTo>
                    <a:pt x="418133" y="169738"/>
                  </a:lnTo>
                  <a:cubicBezTo>
                    <a:pt x="421146" y="167161"/>
                    <a:pt x="425018" y="165872"/>
                    <a:pt x="428891" y="165872"/>
                  </a:cubicBezTo>
                  <a:cubicBezTo>
                    <a:pt x="430182" y="165872"/>
                    <a:pt x="431473" y="165872"/>
                    <a:pt x="432764" y="166301"/>
                  </a:cubicBezTo>
                  <a:lnTo>
                    <a:pt x="472352" y="118186"/>
                  </a:lnTo>
                  <a:cubicBezTo>
                    <a:pt x="471921" y="116468"/>
                    <a:pt x="471061" y="114320"/>
                    <a:pt x="471061" y="112172"/>
                  </a:cubicBezTo>
                  <a:cubicBezTo>
                    <a:pt x="471061" y="102291"/>
                    <a:pt x="479237" y="94558"/>
                    <a:pt x="489134" y="94558"/>
                  </a:cubicBezTo>
                  <a:close/>
                  <a:moveTo>
                    <a:pt x="53702" y="22772"/>
                  </a:moveTo>
                  <a:lnTo>
                    <a:pt x="53702" y="305917"/>
                  </a:lnTo>
                  <a:lnTo>
                    <a:pt x="542962" y="305917"/>
                  </a:lnTo>
                  <a:lnTo>
                    <a:pt x="542962" y="22772"/>
                  </a:lnTo>
                  <a:close/>
                  <a:moveTo>
                    <a:pt x="53702" y="0"/>
                  </a:moveTo>
                  <a:lnTo>
                    <a:pt x="542962" y="0"/>
                  </a:lnTo>
                  <a:cubicBezTo>
                    <a:pt x="555871" y="0"/>
                    <a:pt x="566198" y="9882"/>
                    <a:pt x="566198" y="22772"/>
                  </a:cubicBezTo>
                  <a:lnTo>
                    <a:pt x="566198" y="305917"/>
                  </a:lnTo>
                  <a:cubicBezTo>
                    <a:pt x="566198" y="318806"/>
                    <a:pt x="555871" y="329118"/>
                    <a:pt x="542962" y="329118"/>
                  </a:cubicBezTo>
                  <a:lnTo>
                    <a:pt x="53702" y="329118"/>
                  </a:lnTo>
                  <a:cubicBezTo>
                    <a:pt x="40793" y="329118"/>
                    <a:pt x="30466" y="318806"/>
                    <a:pt x="30466" y="305917"/>
                  </a:cubicBezTo>
                  <a:lnTo>
                    <a:pt x="30466" y="22772"/>
                  </a:lnTo>
                  <a:cubicBezTo>
                    <a:pt x="30466" y="9882"/>
                    <a:pt x="40793" y="0"/>
                    <a:pt x="53702" y="0"/>
                  </a:cubicBezTo>
                  <a:close/>
                </a:path>
              </a:pathLst>
            </a:custGeom>
            <a:solidFill>
              <a:schemeClr val="bg1"/>
            </a:solidFill>
            <a:ln>
              <a:noFill/>
            </a:ln>
          </p:spPr>
        </p:sp>
      </p:grpSp>
      <p:grpSp>
        <p:nvGrpSpPr>
          <p:cNvPr id="9" name="组合 8"/>
          <p:cNvGrpSpPr/>
          <p:nvPr/>
        </p:nvGrpSpPr>
        <p:grpSpPr bwMode="gray">
          <a:xfrm>
            <a:off x="485337" y="2581919"/>
            <a:ext cx="359859" cy="359859"/>
            <a:chOff x="485526" y="2877913"/>
            <a:chExt cx="360000" cy="360000"/>
          </a:xfrm>
        </p:grpSpPr>
        <p:sp>
          <p:nvSpPr>
            <p:cNvPr id="126" name="iṩ1îdè">
              <a:extLst>
                <a:ext uri="{FF2B5EF4-FFF2-40B4-BE49-F238E27FC236}">
                  <a16:creationId xmlns:a16="http://schemas.microsoft.com/office/drawing/2014/main" id="{7F2033B8-3D85-4EBC-B06A-35DC8DC5989D}"/>
                </a:ext>
              </a:extLst>
            </p:cNvPr>
            <p:cNvSpPr/>
            <p:nvPr/>
          </p:nvSpPr>
          <p:spPr bwMode="gray">
            <a:xfrm rot="10800000" flipV="1">
              <a:off x="485526" y="2877913"/>
              <a:ext cx="360000" cy="3600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51" name="warning_94911"/>
            <p:cNvSpPr>
              <a:spLocks/>
            </p:cNvSpPr>
            <p:nvPr/>
          </p:nvSpPr>
          <p:spPr bwMode="gray">
            <a:xfrm>
              <a:off x="564003" y="2951241"/>
              <a:ext cx="203046" cy="202752"/>
            </a:xfrm>
            <a:custGeom>
              <a:avLst/>
              <a:gdLst>
                <a:gd name="T0" fmla="*/ 4733 w 4773"/>
                <a:gd name="T1" fmla="*/ 4096 h 4367"/>
                <a:gd name="T2" fmla="*/ 2541 w 4773"/>
                <a:gd name="T3" fmla="*/ 107 h 4367"/>
                <a:gd name="T4" fmla="*/ 2387 w 4773"/>
                <a:gd name="T5" fmla="*/ 0 h 4367"/>
                <a:gd name="T6" fmla="*/ 2232 w 4773"/>
                <a:gd name="T7" fmla="*/ 107 h 4367"/>
                <a:gd name="T8" fmla="*/ 40 w 4773"/>
                <a:gd name="T9" fmla="*/ 4096 h 4367"/>
                <a:gd name="T10" fmla="*/ 31 w 4773"/>
                <a:gd name="T11" fmla="*/ 4283 h 4367"/>
                <a:gd name="T12" fmla="*/ 202 w 4773"/>
                <a:gd name="T13" fmla="*/ 4367 h 4367"/>
                <a:gd name="T14" fmla="*/ 4571 w 4773"/>
                <a:gd name="T15" fmla="*/ 4367 h 4367"/>
                <a:gd name="T16" fmla="*/ 4742 w 4773"/>
                <a:gd name="T17" fmla="*/ 4283 h 4367"/>
                <a:gd name="T18" fmla="*/ 4733 w 4773"/>
                <a:gd name="T19" fmla="*/ 4096 h 4367"/>
                <a:gd name="T20" fmla="*/ 2064 w 4773"/>
                <a:gd name="T21" fmla="*/ 1055 h 4367"/>
                <a:gd name="T22" fmla="*/ 2111 w 4773"/>
                <a:gd name="T23" fmla="*/ 1034 h 4367"/>
                <a:gd name="T24" fmla="*/ 2656 w 4773"/>
                <a:gd name="T25" fmla="*/ 1034 h 4367"/>
                <a:gd name="T26" fmla="*/ 2703 w 4773"/>
                <a:gd name="T27" fmla="*/ 1055 h 4367"/>
                <a:gd name="T28" fmla="*/ 2721 w 4773"/>
                <a:gd name="T29" fmla="*/ 1104 h 4367"/>
                <a:gd name="T30" fmla="*/ 2652 w 4773"/>
                <a:gd name="T31" fmla="*/ 2965 h 4367"/>
                <a:gd name="T32" fmla="*/ 2583 w 4773"/>
                <a:gd name="T33" fmla="*/ 3034 h 4367"/>
                <a:gd name="T34" fmla="*/ 2179 w 4773"/>
                <a:gd name="T35" fmla="*/ 3034 h 4367"/>
                <a:gd name="T36" fmla="*/ 2111 w 4773"/>
                <a:gd name="T37" fmla="*/ 2966 h 4367"/>
                <a:gd name="T38" fmla="*/ 2046 w 4773"/>
                <a:gd name="T39" fmla="*/ 1105 h 4367"/>
                <a:gd name="T40" fmla="*/ 2064 w 4773"/>
                <a:gd name="T41" fmla="*/ 1055 h 4367"/>
                <a:gd name="T42" fmla="*/ 2386 w 4773"/>
                <a:gd name="T43" fmla="*/ 4013 h 4367"/>
                <a:gd name="T44" fmla="*/ 2026 w 4773"/>
                <a:gd name="T45" fmla="*/ 3635 h 4367"/>
                <a:gd name="T46" fmla="*/ 2381 w 4773"/>
                <a:gd name="T47" fmla="*/ 3252 h 4367"/>
                <a:gd name="T48" fmla="*/ 2737 w 4773"/>
                <a:gd name="T49" fmla="*/ 3635 h 4367"/>
                <a:gd name="T50" fmla="*/ 2386 w 4773"/>
                <a:gd name="T51" fmla="*/ 4013 h 4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73" h="4367">
                  <a:moveTo>
                    <a:pt x="4733" y="4096"/>
                  </a:moveTo>
                  <a:lnTo>
                    <a:pt x="2541" y="107"/>
                  </a:lnTo>
                  <a:cubicBezTo>
                    <a:pt x="2504" y="39"/>
                    <a:pt x="2448" y="0"/>
                    <a:pt x="2387" y="0"/>
                  </a:cubicBezTo>
                  <a:cubicBezTo>
                    <a:pt x="2326" y="0"/>
                    <a:pt x="2269" y="39"/>
                    <a:pt x="2232" y="107"/>
                  </a:cubicBezTo>
                  <a:lnTo>
                    <a:pt x="40" y="4096"/>
                  </a:lnTo>
                  <a:cubicBezTo>
                    <a:pt x="3" y="4162"/>
                    <a:pt x="0" y="4231"/>
                    <a:pt x="31" y="4283"/>
                  </a:cubicBezTo>
                  <a:cubicBezTo>
                    <a:pt x="63" y="4337"/>
                    <a:pt x="125" y="4367"/>
                    <a:pt x="202" y="4367"/>
                  </a:cubicBezTo>
                  <a:lnTo>
                    <a:pt x="4571" y="4367"/>
                  </a:lnTo>
                  <a:cubicBezTo>
                    <a:pt x="4648" y="4367"/>
                    <a:pt x="4710" y="4337"/>
                    <a:pt x="4742" y="4283"/>
                  </a:cubicBezTo>
                  <a:cubicBezTo>
                    <a:pt x="4773" y="4231"/>
                    <a:pt x="4770" y="4162"/>
                    <a:pt x="4733" y="4096"/>
                  </a:cubicBezTo>
                  <a:close/>
                  <a:moveTo>
                    <a:pt x="2064" y="1055"/>
                  </a:moveTo>
                  <a:cubicBezTo>
                    <a:pt x="2076" y="1043"/>
                    <a:pt x="2093" y="1034"/>
                    <a:pt x="2111" y="1034"/>
                  </a:cubicBezTo>
                  <a:lnTo>
                    <a:pt x="2656" y="1034"/>
                  </a:lnTo>
                  <a:cubicBezTo>
                    <a:pt x="2674" y="1034"/>
                    <a:pt x="2691" y="1043"/>
                    <a:pt x="2703" y="1055"/>
                  </a:cubicBezTo>
                  <a:cubicBezTo>
                    <a:pt x="2715" y="1068"/>
                    <a:pt x="2722" y="1086"/>
                    <a:pt x="2721" y="1104"/>
                  </a:cubicBezTo>
                  <a:lnTo>
                    <a:pt x="2652" y="2965"/>
                  </a:lnTo>
                  <a:cubicBezTo>
                    <a:pt x="2651" y="3002"/>
                    <a:pt x="2620" y="3034"/>
                    <a:pt x="2583" y="3034"/>
                  </a:cubicBezTo>
                  <a:lnTo>
                    <a:pt x="2179" y="3034"/>
                  </a:lnTo>
                  <a:cubicBezTo>
                    <a:pt x="2143" y="3034"/>
                    <a:pt x="2112" y="3002"/>
                    <a:pt x="2111" y="2966"/>
                  </a:cubicBezTo>
                  <a:lnTo>
                    <a:pt x="2046" y="1105"/>
                  </a:lnTo>
                  <a:cubicBezTo>
                    <a:pt x="2045" y="1087"/>
                    <a:pt x="2052" y="1068"/>
                    <a:pt x="2064" y="1055"/>
                  </a:cubicBezTo>
                  <a:close/>
                  <a:moveTo>
                    <a:pt x="2386" y="4013"/>
                  </a:moveTo>
                  <a:cubicBezTo>
                    <a:pt x="2181" y="4013"/>
                    <a:pt x="2026" y="3850"/>
                    <a:pt x="2026" y="3635"/>
                  </a:cubicBezTo>
                  <a:cubicBezTo>
                    <a:pt x="2026" y="3417"/>
                    <a:pt x="2179" y="3252"/>
                    <a:pt x="2381" y="3252"/>
                  </a:cubicBezTo>
                  <a:cubicBezTo>
                    <a:pt x="2590" y="3252"/>
                    <a:pt x="2737" y="3409"/>
                    <a:pt x="2737" y="3635"/>
                  </a:cubicBezTo>
                  <a:cubicBezTo>
                    <a:pt x="2737" y="3857"/>
                    <a:pt x="2592" y="4013"/>
                    <a:pt x="2386" y="4013"/>
                  </a:cubicBezTo>
                  <a:close/>
                </a:path>
              </a:pathLst>
            </a:custGeom>
            <a:solidFill>
              <a:schemeClr val="bg1"/>
            </a:solidFill>
            <a:ln>
              <a:noFill/>
            </a:ln>
          </p:spPr>
        </p:sp>
      </p:grpSp>
      <p:sp>
        <p:nvSpPr>
          <p:cNvPr id="131" name="íŝlíďé">
            <a:extLst>
              <a:ext uri="{FF2B5EF4-FFF2-40B4-BE49-F238E27FC236}">
                <a16:creationId xmlns:a16="http://schemas.microsoft.com/office/drawing/2014/main" id="{E7C05249-EC6B-4A31-B592-1B7DA1FC1C4D}"/>
              </a:ext>
            </a:extLst>
          </p:cNvPr>
          <p:cNvSpPr/>
          <p:nvPr/>
        </p:nvSpPr>
        <p:spPr bwMode="gray">
          <a:xfrm rot="10800000" flipV="1">
            <a:off x="485337" y="3537096"/>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52" name="school-book_74303"/>
          <p:cNvSpPr>
            <a:spLocks/>
          </p:cNvSpPr>
          <p:nvPr/>
        </p:nvSpPr>
        <p:spPr bwMode="gray">
          <a:xfrm>
            <a:off x="585754" y="3620065"/>
            <a:ext cx="159024" cy="193920"/>
          </a:xfrm>
          <a:custGeom>
            <a:avLst/>
            <a:gdLst>
              <a:gd name="T0" fmla="*/ 532 w 3373"/>
              <a:gd name="T1" fmla="*/ 381 h 4441"/>
              <a:gd name="T2" fmla="*/ 3373 w 3373"/>
              <a:gd name="T3" fmla="*/ 381 h 4441"/>
              <a:gd name="T4" fmla="*/ 3373 w 3373"/>
              <a:gd name="T5" fmla="*/ 0 h 4441"/>
              <a:gd name="T6" fmla="*/ 532 w 3373"/>
              <a:gd name="T7" fmla="*/ 0 h 4441"/>
              <a:gd name="T8" fmla="*/ 0 w 3373"/>
              <a:gd name="T9" fmla="*/ 532 h 4441"/>
              <a:gd name="T10" fmla="*/ 0 w 3373"/>
              <a:gd name="T11" fmla="*/ 4012 h 4441"/>
              <a:gd name="T12" fmla="*/ 429 w 3373"/>
              <a:gd name="T13" fmla="*/ 4441 h 4441"/>
              <a:gd name="T14" fmla="*/ 3373 w 3373"/>
              <a:gd name="T15" fmla="*/ 4441 h 4441"/>
              <a:gd name="T16" fmla="*/ 3373 w 3373"/>
              <a:gd name="T17" fmla="*/ 683 h 4441"/>
              <a:gd name="T18" fmla="*/ 532 w 3373"/>
              <a:gd name="T19" fmla="*/ 683 h 4441"/>
              <a:gd name="T20" fmla="*/ 381 w 3373"/>
              <a:gd name="T21" fmla="*/ 532 h 4441"/>
              <a:gd name="T22" fmla="*/ 532 w 3373"/>
              <a:gd name="T23" fmla="*/ 381 h 4441"/>
              <a:gd name="T24" fmla="*/ 1397 w 3373"/>
              <a:gd name="T25" fmla="*/ 3011 h 4441"/>
              <a:gd name="T26" fmla="*/ 2854 w 3373"/>
              <a:gd name="T27" fmla="*/ 3011 h 4441"/>
              <a:gd name="T28" fmla="*/ 2854 w 3373"/>
              <a:gd name="T29" fmla="*/ 3794 h 4441"/>
              <a:gd name="T30" fmla="*/ 1397 w 3373"/>
              <a:gd name="T31" fmla="*/ 3794 h 4441"/>
              <a:gd name="T32" fmla="*/ 1397 w 3373"/>
              <a:gd name="T33" fmla="*/ 3011 h 4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373" h="4441">
                <a:moveTo>
                  <a:pt x="532" y="381"/>
                </a:moveTo>
                <a:lnTo>
                  <a:pt x="3373" y="381"/>
                </a:lnTo>
                <a:lnTo>
                  <a:pt x="3373" y="0"/>
                </a:lnTo>
                <a:lnTo>
                  <a:pt x="532" y="0"/>
                </a:lnTo>
                <a:cubicBezTo>
                  <a:pt x="239" y="0"/>
                  <a:pt x="0" y="239"/>
                  <a:pt x="0" y="532"/>
                </a:cubicBezTo>
                <a:lnTo>
                  <a:pt x="0" y="4012"/>
                </a:lnTo>
                <a:cubicBezTo>
                  <a:pt x="0" y="4248"/>
                  <a:pt x="192" y="4441"/>
                  <a:pt x="429" y="4441"/>
                </a:cubicBezTo>
                <a:lnTo>
                  <a:pt x="3373" y="4441"/>
                </a:lnTo>
                <a:lnTo>
                  <a:pt x="3373" y="683"/>
                </a:lnTo>
                <a:lnTo>
                  <a:pt x="532" y="683"/>
                </a:lnTo>
                <a:cubicBezTo>
                  <a:pt x="449" y="683"/>
                  <a:pt x="381" y="616"/>
                  <a:pt x="381" y="532"/>
                </a:cubicBezTo>
                <a:cubicBezTo>
                  <a:pt x="381" y="449"/>
                  <a:pt x="449" y="381"/>
                  <a:pt x="532" y="381"/>
                </a:cubicBezTo>
                <a:close/>
                <a:moveTo>
                  <a:pt x="1397" y="3011"/>
                </a:moveTo>
                <a:lnTo>
                  <a:pt x="2854" y="3011"/>
                </a:lnTo>
                <a:lnTo>
                  <a:pt x="2854" y="3794"/>
                </a:lnTo>
                <a:lnTo>
                  <a:pt x="1397" y="3794"/>
                </a:lnTo>
                <a:lnTo>
                  <a:pt x="1397" y="3011"/>
                </a:lnTo>
                <a:close/>
              </a:path>
            </a:pathLst>
          </a:custGeom>
          <a:solidFill>
            <a:schemeClr val="bg1"/>
          </a:solidFill>
          <a:ln>
            <a:noFill/>
          </a:ln>
        </p:spPr>
      </p:sp>
      <p:grpSp>
        <p:nvGrpSpPr>
          <p:cNvPr id="6" name="组合 5"/>
          <p:cNvGrpSpPr/>
          <p:nvPr/>
        </p:nvGrpSpPr>
        <p:grpSpPr bwMode="gray">
          <a:xfrm>
            <a:off x="485338" y="5444372"/>
            <a:ext cx="359859" cy="359859"/>
            <a:chOff x="485527" y="5580861"/>
            <a:chExt cx="360000" cy="360000"/>
          </a:xfrm>
        </p:grpSpPr>
        <p:sp>
          <p:nvSpPr>
            <p:cNvPr id="30" name="íṡ1íḋê">
              <a:extLst>
                <a:ext uri="{FF2B5EF4-FFF2-40B4-BE49-F238E27FC236}">
                  <a16:creationId xmlns:a16="http://schemas.microsoft.com/office/drawing/2014/main" id="{87A1502E-FF5A-402F-AE9A-604F51135206}"/>
                </a:ext>
              </a:extLst>
            </p:cNvPr>
            <p:cNvSpPr/>
            <p:nvPr/>
          </p:nvSpPr>
          <p:spPr bwMode="gray">
            <a:xfrm rot="10800000" flipV="1">
              <a:off x="485527" y="5580861"/>
              <a:ext cx="360000" cy="3600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rgbClr val="56C4D2"/>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799"/>
            </a:p>
          </p:txBody>
        </p:sp>
        <p:sp>
          <p:nvSpPr>
            <p:cNvPr id="27" name="day-one_15009"/>
            <p:cNvSpPr>
              <a:spLocks/>
            </p:cNvSpPr>
            <p:nvPr/>
          </p:nvSpPr>
          <p:spPr bwMode="gray">
            <a:xfrm>
              <a:off x="585780" y="5693830"/>
              <a:ext cx="159493" cy="134060"/>
            </a:xfrm>
            <a:custGeom>
              <a:avLst/>
              <a:gdLst>
                <a:gd name="connsiteX0" fmla="*/ 272898 w 535495"/>
                <a:gd name="connsiteY0" fmla="*/ 266504 h 603606"/>
                <a:gd name="connsiteX1" fmla="*/ 301320 w 535495"/>
                <a:gd name="connsiteY1" fmla="*/ 266504 h 603606"/>
                <a:gd name="connsiteX2" fmla="*/ 301320 w 535495"/>
                <a:gd name="connsiteY2" fmla="*/ 509798 h 603606"/>
                <a:gd name="connsiteX3" fmla="*/ 269453 w 535495"/>
                <a:gd name="connsiteY3" fmla="*/ 509798 h 603606"/>
                <a:gd name="connsiteX4" fmla="*/ 269453 w 535495"/>
                <a:gd name="connsiteY4" fmla="*/ 297453 h 603606"/>
                <a:gd name="connsiteX5" fmla="*/ 268592 w 535495"/>
                <a:gd name="connsiteY5" fmla="*/ 297453 h 603606"/>
                <a:gd name="connsiteX6" fmla="*/ 226389 w 535495"/>
                <a:gd name="connsiteY6" fmla="*/ 320665 h 603606"/>
                <a:gd name="connsiteX7" fmla="*/ 220360 w 535495"/>
                <a:gd name="connsiteY7" fmla="*/ 295734 h 603606"/>
                <a:gd name="connsiteX8" fmla="*/ 45629 w 535495"/>
                <a:gd name="connsiteY8" fmla="*/ 233016 h 603606"/>
                <a:gd name="connsiteX9" fmla="*/ 45629 w 535495"/>
                <a:gd name="connsiteY9" fmla="*/ 557175 h 603606"/>
                <a:gd name="connsiteX10" fmla="*/ 489866 w 535495"/>
                <a:gd name="connsiteY10" fmla="*/ 557175 h 603606"/>
                <a:gd name="connsiteX11" fmla="*/ 489866 w 535495"/>
                <a:gd name="connsiteY11" fmla="*/ 233016 h 603606"/>
                <a:gd name="connsiteX12" fmla="*/ 45629 w 535495"/>
                <a:gd name="connsiteY12" fmla="*/ 106620 h 603606"/>
                <a:gd name="connsiteX13" fmla="*/ 45629 w 535495"/>
                <a:gd name="connsiteY13" fmla="*/ 187445 h 603606"/>
                <a:gd name="connsiteX14" fmla="*/ 489866 w 535495"/>
                <a:gd name="connsiteY14" fmla="*/ 187445 h 603606"/>
                <a:gd name="connsiteX15" fmla="*/ 489866 w 535495"/>
                <a:gd name="connsiteY15" fmla="*/ 106620 h 603606"/>
                <a:gd name="connsiteX16" fmla="*/ 420992 w 535495"/>
                <a:gd name="connsiteY16" fmla="*/ 106620 h 603606"/>
                <a:gd name="connsiteX17" fmla="*/ 420992 w 535495"/>
                <a:gd name="connsiteY17" fmla="*/ 129835 h 603606"/>
                <a:gd name="connsiteX18" fmla="*/ 397747 w 535495"/>
                <a:gd name="connsiteY18" fmla="*/ 153051 h 603606"/>
                <a:gd name="connsiteX19" fmla="*/ 374502 w 535495"/>
                <a:gd name="connsiteY19" fmla="*/ 129835 h 603606"/>
                <a:gd name="connsiteX20" fmla="*/ 374502 w 535495"/>
                <a:gd name="connsiteY20" fmla="*/ 106620 h 603606"/>
                <a:gd name="connsiteX21" fmla="*/ 167880 w 535495"/>
                <a:gd name="connsiteY21" fmla="*/ 106620 h 603606"/>
                <a:gd name="connsiteX22" fmla="*/ 167880 w 535495"/>
                <a:gd name="connsiteY22" fmla="*/ 129835 h 603606"/>
                <a:gd name="connsiteX23" fmla="*/ 145496 w 535495"/>
                <a:gd name="connsiteY23" fmla="*/ 153051 h 603606"/>
                <a:gd name="connsiteX24" fmla="*/ 122251 w 535495"/>
                <a:gd name="connsiteY24" fmla="*/ 129835 h 603606"/>
                <a:gd name="connsiteX25" fmla="*/ 122251 w 535495"/>
                <a:gd name="connsiteY25" fmla="*/ 106620 h 603606"/>
                <a:gd name="connsiteX26" fmla="*/ 145496 w 535495"/>
                <a:gd name="connsiteY26" fmla="*/ 0 h 603606"/>
                <a:gd name="connsiteX27" fmla="*/ 167880 w 535495"/>
                <a:gd name="connsiteY27" fmla="*/ 23216 h 603606"/>
                <a:gd name="connsiteX28" fmla="*/ 167880 w 535495"/>
                <a:gd name="connsiteY28" fmla="*/ 61048 h 603606"/>
                <a:gd name="connsiteX29" fmla="*/ 374502 w 535495"/>
                <a:gd name="connsiteY29" fmla="*/ 61048 h 603606"/>
                <a:gd name="connsiteX30" fmla="*/ 374502 w 535495"/>
                <a:gd name="connsiteY30" fmla="*/ 23216 h 603606"/>
                <a:gd name="connsiteX31" fmla="*/ 397747 w 535495"/>
                <a:gd name="connsiteY31" fmla="*/ 0 h 603606"/>
                <a:gd name="connsiteX32" fmla="*/ 420992 w 535495"/>
                <a:gd name="connsiteY32" fmla="*/ 23216 h 603606"/>
                <a:gd name="connsiteX33" fmla="*/ 420992 w 535495"/>
                <a:gd name="connsiteY33" fmla="*/ 61048 h 603606"/>
                <a:gd name="connsiteX34" fmla="*/ 512250 w 535495"/>
                <a:gd name="connsiteY34" fmla="*/ 61048 h 603606"/>
                <a:gd name="connsiteX35" fmla="*/ 535495 w 535495"/>
                <a:gd name="connsiteY35" fmla="*/ 84264 h 603606"/>
                <a:gd name="connsiteX36" fmla="*/ 535495 w 535495"/>
                <a:gd name="connsiteY36" fmla="*/ 580390 h 603606"/>
                <a:gd name="connsiteX37" fmla="*/ 512250 w 535495"/>
                <a:gd name="connsiteY37" fmla="*/ 603606 h 603606"/>
                <a:gd name="connsiteX38" fmla="*/ 22384 w 535495"/>
                <a:gd name="connsiteY38" fmla="*/ 603606 h 603606"/>
                <a:gd name="connsiteX39" fmla="*/ 0 w 535495"/>
                <a:gd name="connsiteY39" fmla="*/ 580390 h 603606"/>
                <a:gd name="connsiteX40" fmla="*/ 0 w 535495"/>
                <a:gd name="connsiteY40" fmla="*/ 84264 h 603606"/>
                <a:gd name="connsiteX41" fmla="*/ 22384 w 535495"/>
                <a:gd name="connsiteY41" fmla="*/ 61048 h 603606"/>
                <a:gd name="connsiteX42" fmla="*/ 122251 w 535495"/>
                <a:gd name="connsiteY42" fmla="*/ 61048 h 603606"/>
                <a:gd name="connsiteX43" fmla="*/ 122251 w 535495"/>
                <a:gd name="connsiteY43" fmla="*/ 23216 h 603606"/>
                <a:gd name="connsiteX44" fmla="*/ 145496 w 535495"/>
                <a:gd name="connsiteY44" fmla="*/ 0 h 603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535495" h="603606">
                  <a:moveTo>
                    <a:pt x="272898" y="266504"/>
                  </a:moveTo>
                  <a:lnTo>
                    <a:pt x="301320" y="266504"/>
                  </a:lnTo>
                  <a:lnTo>
                    <a:pt x="301320" y="509798"/>
                  </a:lnTo>
                  <a:lnTo>
                    <a:pt x="269453" y="509798"/>
                  </a:lnTo>
                  <a:lnTo>
                    <a:pt x="269453" y="297453"/>
                  </a:lnTo>
                  <a:lnTo>
                    <a:pt x="268592" y="297453"/>
                  </a:lnTo>
                  <a:lnTo>
                    <a:pt x="226389" y="320665"/>
                  </a:lnTo>
                  <a:lnTo>
                    <a:pt x="220360" y="295734"/>
                  </a:lnTo>
                  <a:close/>
                  <a:moveTo>
                    <a:pt x="45629" y="233016"/>
                  </a:moveTo>
                  <a:lnTo>
                    <a:pt x="45629" y="557175"/>
                  </a:lnTo>
                  <a:lnTo>
                    <a:pt x="489866" y="557175"/>
                  </a:lnTo>
                  <a:lnTo>
                    <a:pt x="489866" y="233016"/>
                  </a:lnTo>
                  <a:close/>
                  <a:moveTo>
                    <a:pt x="45629" y="106620"/>
                  </a:moveTo>
                  <a:lnTo>
                    <a:pt x="45629" y="187445"/>
                  </a:lnTo>
                  <a:lnTo>
                    <a:pt x="489866" y="187445"/>
                  </a:lnTo>
                  <a:lnTo>
                    <a:pt x="489866" y="106620"/>
                  </a:lnTo>
                  <a:lnTo>
                    <a:pt x="420992" y="106620"/>
                  </a:lnTo>
                  <a:lnTo>
                    <a:pt x="420992" y="129835"/>
                  </a:lnTo>
                  <a:cubicBezTo>
                    <a:pt x="420992" y="142733"/>
                    <a:pt x="410661" y="153051"/>
                    <a:pt x="397747" y="153051"/>
                  </a:cubicBezTo>
                  <a:cubicBezTo>
                    <a:pt x="384833" y="153051"/>
                    <a:pt x="374502" y="142733"/>
                    <a:pt x="374502" y="129835"/>
                  </a:cubicBezTo>
                  <a:lnTo>
                    <a:pt x="374502" y="106620"/>
                  </a:lnTo>
                  <a:lnTo>
                    <a:pt x="167880" y="106620"/>
                  </a:lnTo>
                  <a:lnTo>
                    <a:pt x="167880" y="129835"/>
                  </a:lnTo>
                  <a:cubicBezTo>
                    <a:pt x="167880" y="142733"/>
                    <a:pt x="157549" y="153051"/>
                    <a:pt x="145496" y="153051"/>
                  </a:cubicBezTo>
                  <a:cubicBezTo>
                    <a:pt x="132582" y="153051"/>
                    <a:pt x="122251" y="142733"/>
                    <a:pt x="122251" y="129835"/>
                  </a:cubicBezTo>
                  <a:lnTo>
                    <a:pt x="122251" y="106620"/>
                  </a:lnTo>
                  <a:close/>
                  <a:moveTo>
                    <a:pt x="145496" y="0"/>
                  </a:moveTo>
                  <a:cubicBezTo>
                    <a:pt x="157549" y="0"/>
                    <a:pt x="167880" y="10318"/>
                    <a:pt x="167880" y="23216"/>
                  </a:cubicBezTo>
                  <a:lnTo>
                    <a:pt x="167880" y="61048"/>
                  </a:lnTo>
                  <a:lnTo>
                    <a:pt x="374502" y="61048"/>
                  </a:lnTo>
                  <a:lnTo>
                    <a:pt x="374502" y="23216"/>
                  </a:lnTo>
                  <a:cubicBezTo>
                    <a:pt x="374502" y="10318"/>
                    <a:pt x="384833" y="0"/>
                    <a:pt x="397747" y="0"/>
                  </a:cubicBezTo>
                  <a:cubicBezTo>
                    <a:pt x="410661" y="0"/>
                    <a:pt x="420992" y="10318"/>
                    <a:pt x="420992" y="23216"/>
                  </a:cubicBezTo>
                  <a:lnTo>
                    <a:pt x="420992" y="61048"/>
                  </a:lnTo>
                  <a:lnTo>
                    <a:pt x="512250" y="61048"/>
                  </a:lnTo>
                  <a:cubicBezTo>
                    <a:pt x="525164" y="61048"/>
                    <a:pt x="535495" y="71366"/>
                    <a:pt x="535495" y="84264"/>
                  </a:cubicBezTo>
                  <a:lnTo>
                    <a:pt x="535495" y="580390"/>
                  </a:lnTo>
                  <a:cubicBezTo>
                    <a:pt x="535495" y="593288"/>
                    <a:pt x="525164" y="603606"/>
                    <a:pt x="512250" y="603606"/>
                  </a:cubicBezTo>
                  <a:lnTo>
                    <a:pt x="22384" y="603606"/>
                  </a:lnTo>
                  <a:cubicBezTo>
                    <a:pt x="10331" y="603606"/>
                    <a:pt x="0" y="593288"/>
                    <a:pt x="0" y="580390"/>
                  </a:cubicBezTo>
                  <a:lnTo>
                    <a:pt x="0" y="84264"/>
                  </a:lnTo>
                  <a:cubicBezTo>
                    <a:pt x="0" y="71366"/>
                    <a:pt x="10331" y="61048"/>
                    <a:pt x="22384" y="61048"/>
                  </a:cubicBezTo>
                  <a:lnTo>
                    <a:pt x="122251" y="61048"/>
                  </a:lnTo>
                  <a:lnTo>
                    <a:pt x="122251" y="23216"/>
                  </a:lnTo>
                  <a:cubicBezTo>
                    <a:pt x="122251" y="10318"/>
                    <a:pt x="132582" y="0"/>
                    <a:pt x="145496" y="0"/>
                  </a:cubicBezTo>
                  <a:close/>
                </a:path>
              </a:pathLst>
            </a:custGeom>
            <a:solidFill>
              <a:schemeClr val="bg1"/>
            </a:solidFill>
            <a:ln>
              <a:solidFill>
                <a:schemeClr val="bg1"/>
              </a:solidFill>
            </a:ln>
          </p:spPr>
        </p:sp>
      </p:grpSp>
      <p:sp>
        <p:nvSpPr>
          <p:cNvPr id="37" name="íşḻïďe">
            <a:extLst>
              <a:ext uri="{FF2B5EF4-FFF2-40B4-BE49-F238E27FC236}">
                <a16:creationId xmlns:a16="http://schemas.microsoft.com/office/drawing/2014/main" id="{05246D82-A4F5-42F2-854D-C3D348D160CE}"/>
              </a:ext>
            </a:extLst>
          </p:cNvPr>
          <p:cNvSpPr txBox="1"/>
          <p:nvPr/>
        </p:nvSpPr>
        <p:spPr bwMode="gray">
          <a:xfrm>
            <a:off x="836816" y="5403484"/>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1399" b="1" dirty="0"/>
              <a:t>割接准备</a:t>
            </a:r>
            <a:endParaRPr lang="en-US" altLang="zh-CN" sz="1399" b="1" dirty="0"/>
          </a:p>
        </p:txBody>
      </p:sp>
      <p:sp>
        <p:nvSpPr>
          <p:cNvPr id="65" name="矩形 64"/>
          <p:cNvSpPr/>
          <p:nvPr/>
        </p:nvSpPr>
        <p:spPr bwMode="gray">
          <a:xfrm>
            <a:off x="3656173" y="1378157"/>
            <a:ext cx="6435993" cy="2069962"/>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599" kern="0">
              <a:solidFill>
                <a:srgbClr val="1D1D1A"/>
              </a:solidFill>
              <a:latin typeface="Huawei Sans" panose="020C0503030203020204" pitchFamily="34" charset="0"/>
              <a:ea typeface="方正兰亭黑简体" panose="02000000000000000000" pitchFamily="2" charset="-122"/>
            </a:endParaRPr>
          </a:p>
        </p:txBody>
      </p:sp>
      <p:sp>
        <p:nvSpPr>
          <p:cNvPr id="66" name="文本框 65"/>
          <p:cNvSpPr txBox="1"/>
          <p:nvPr/>
        </p:nvSpPr>
        <p:spPr bwMode="gray">
          <a:xfrm>
            <a:off x="6010901" y="1208415"/>
            <a:ext cx="1726534" cy="339482"/>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600" kern="0">
                <a:solidFill>
                  <a:srgbClr val="1D1D1A"/>
                </a:solidFill>
                <a:latin typeface="Huawei Sans" panose="020C0503030203020204" pitchFamily="34" charset="0"/>
                <a:ea typeface="方正兰亭黑简体" panose="02000000000000000000"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1599" dirty="0"/>
              <a:t>硬件</a:t>
            </a:r>
          </a:p>
        </p:txBody>
      </p:sp>
      <p:grpSp>
        <p:nvGrpSpPr>
          <p:cNvPr id="7" name="组合 6"/>
          <p:cNvGrpSpPr/>
          <p:nvPr/>
        </p:nvGrpSpPr>
        <p:grpSpPr bwMode="gray">
          <a:xfrm>
            <a:off x="4161240" y="1705746"/>
            <a:ext cx="5390352" cy="412840"/>
            <a:chOff x="4162865" y="2431374"/>
            <a:chExt cx="5392458" cy="413001"/>
          </a:xfrm>
        </p:grpSpPr>
        <p:sp>
          <p:nvSpPr>
            <p:cNvPr id="67" name="矩形 66"/>
            <p:cNvSpPr/>
            <p:nvPr/>
          </p:nvSpPr>
          <p:spPr bwMode="gray">
            <a:xfrm>
              <a:off x="5212696" y="2431375"/>
              <a:ext cx="4342627" cy="413000"/>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599" dirty="0">
                  <a:solidFill>
                    <a:srgbClr val="333333"/>
                  </a:solidFill>
                  <a:latin typeface="Microsoft Yahei" panose="020B0503020204020204" pitchFamily="34" charset="-122"/>
                  <a:ea typeface="Microsoft Yahei" panose="020B0503020204020204" pitchFamily="34" charset="-122"/>
                </a:rPr>
                <a:t>上电测试</a:t>
              </a:r>
              <a:endParaRPr lang="zh-CN" altLang="en-US" sz="1599" dirty="0"/>
            </a:p>
          </p:txBody>
        </p:sp>
        <p:sp>
          <p:nvSpPr>
            <p:cNvPr id="70" name="矩形 69"/>
            <p:cNvSpPr/>
            <p:nvPr/>
          </p:nvSpPr>
          <p:spPr bwMode="gray">
            <a:xfrm>
              <a:off x="4162865" y="2431374"/>
              <a:ext cx="1049832" cy="41300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599" kern="0" dirty="0">
                  <a:solidFill>
                    <a:srgbClr val="1D1D1A"/>
                  </a:solidFill>
                  <a:latin typeface="Huawei Sans" panose="020C0503030203020204" pitchFamily="34" charset="0"/>
                  <a:ea typeface="方正兰亭黑简体" panose="02000000000000000000" pitchFamily="2" charset="-122"/>
                </a:rPr>
                <a:t>设备</a:t>
              </a:r>
            </a:p>
          </p:txBody>
        </p:sp>
      </p:grpSp>
      <p:grpSp>
        <p:nvGrpSpPr>
          <p:cNvPr id="8" name="组合 7"/>
          <p:cNvGrpSpPr/>
          <p:nvPr/>
        </p:nvGrpSpPr>
        <p:grpSpPr bwMode="gray">
          <a:xfrm>
            <a:off x="4161240" y="2294368"/>
            <a:ext cx="5390352" cy="412840"/>
            <a:chOff x="4162865" y="3182235"/>
            <a:chExt cx="5392458" cy="413001"/>
          </a:xfrm>
        </p:grpSpPr>
        <p:sp>
          <p:nvSpPr>
            <p:cNvPr id="76" name="矩形 75"/>
            <p:cNvSpPr/>
            <p:nvPr/>
          </p:nvSpPr>
          <p:spPr bwMode="gray">
            <a:xfrm>
              <a:off x="5212696" y="3182236"/>
              <a:ext cx="4342627" cy="413000"/>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1D1D1A"/>
                  </a:solidFill>
                  <a:sym typeface="Huawei Sans" panose="020C0503030203020204" pitchFamily="34" charset="0"/>
                </a:rPr>
                <a:t>运行观察测试单板是否正常</a:t>
              </a:r>
            </a:p>
          </p:txBody>
        </p:sp>
        <p:sp>
          <p:nvSpPr>
            <p:cNvPr id="77" name="矩形 76"/>
            <p:cNvSpPr/>
            <p:nvPr/>
          </p:nvSpPr>
          <p:spPr bwMode="gray">
            <a:xfrm>
              <a:off x="4162865" y="3182235"/>
              <a:ext cx="1049832" cy="41300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599" kern="0" dirty="0">
                  <a:solidFill>
                    <a:srgbClr val="1D1D1A"/>
                  </a:solidFill>
                  <a:latin typeface="Huawei Sans" panose="020C0503030203020204" pitchFamily="34" charset="0"/>
                  <a:ea typeface="方正兰亭黑简体" panose="02000000000000000000" pitchFamily="2" charset="-122"/>
                </a:rPr>
                <a:t>单板</a:t>
              </a:r>
            </a:p>
          </p:txBody>
        </p:sp>
      </p:grpSp>
      <p:grpSp>
        <p:nvGrpSpPr>
          <p:cNvPr id="11" name="组合 10"/>
          <p:cNvGrpSpPr/>
          <p:nvPr/>
        </p:nvGrpSpPr>
        <p:grpSpPr bwMode="gray">
          <a:xfrm>
            <a:off x="4161240" y="2884587"/>
            <a:ext cx="5390352" cy="412840"/>
            <a:chOff x="4162865" y="3933095"/>
            <a:chExt cx="5392458" cy="413001"/>
          </a:xfrm>
        </p:grpSpPr>
        <p:sp>
          <p:nvSpPr>
            <p:cNvPr id="78" name="矩形 77"/>
            <p:cNvSpPr/>
            <p:nvPr/>
          </p:nvSpPr>
          <p:spPr bwMode="gray">
            <a:xfrm>
              <a:off x="5212696" y="3933096"/>
              <a:ext cx="4342627" cy="413000"/>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1D1D1A"/>
                  </a:solidFill>
                  <a:sym typeface="Huawei Sans" panose="020C0503030203020204" pitchFamily="34" charset="0"/>
                </a:rPr>
                <a:t>连通性测试</a:t>
              </a:r>
            </a:p>
          </p:txBody>
        </p:sp>
        <p:sp>
          <p:nvSpPr>
            <p:cNvPr id="79" name="矩形 78"/>
            <p:cNvSpPr/>
            <p:nvPr/>
          </p:nvSpPr>
          <p:spPr bwMode="gray">
            <a:xfrm>
              <a:off x="4162865" y="3933095"/>
              <a:ext cx="1049832" cy="41300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599" kern="0" dirty="0">
                  <a:solidFill>
                    <a:srgbClr val="1D1D1A"/>
                  </a:solidFill>
                  <a:latin typeface="Huawei Sans" panose="020C0503030203020204" pitchFamily="34" charset="0"/>
                  <a:ea typeface="方正兰亭黑简体" panose="02000000000000000000" pitchFamily="2" charset="-122"/>
                </a:rPr>
                <a:t>线缆</a:t>
              </a:r>
            </a:p>
          </p:txBody>
        </p:sp>
      </p:grpSp>
      <p:sp>
        <p:nvSpPr>
          <p:cNvPr id="80" name="矩形 79"/>
          <p:cNvSpPr/>
          <p:nvPr/>
        </p:nvSpPr>
        <p:spPr bwMode="gray">
          <a:xfrm>
            <a:off x="3656173" y="3841676"/>
            <a:ext cx="6435993" cy="2043402"/>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599" kern="0">
              <a:solidFill>
                <a:srgbClr val="1D1D1A"/>
              </a:solidFill>
              <a:latin typeface="Huawei Sans" panose="020C0503030203020204" pitchFamily="34" charset="0"/>
              <a:ea typeface="方正兰亭黑简体" panose="02000000000000000000" pitchFamily="2" charset="-122"/>
            </a:endParaRPr>
          </a:p>
        </p:txBody>
      </p:sp>
      <p:sp>
        <p:nvSpPr>
          <p:cNvPr id="81" name="文本框 80"/>
          <p:cNvSpPr txBox="1"/>
          <p:nvPr/>
        </p:nvSpPr>
        <p:spPr bwMode="gray">
          <a:xfrm>
            <a:off x="6010901" y="3671934"/>
            <a:ext cx="1726534" cy="339482"/>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600" kern="0">
                <a:solidFill>
                  <a:srgbClr val="1D1D1A"/>
                </a:solidFill>
                <a:latin typeface="Huawei Sans" panose="020C0503030203020204" pitchFamily="34" charset="0"/>
                <a:ea typeface="方正兰亭黑简体" panose="02000000000000000000"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1599" dirty="0"/>
              <a:t>软件</a:t>
            </a:r>
          </a:p>
        </p:txBody>
      </p:sp>
      <p:grpSp>
        <p:nvGrpSpPr>
          <p:cNvPr id="82" name="组合 81"/>
          <p:cNvGrpSpPr/>
          <p:nvPr/>
        </p:nvGrpSpPr>
        <p:grpSpPr bwMode="gray">
          <a:xfrm>
            <a:off x="4161240" y="4169265"/>
            <a:ext cx="5390352" cy="412840"/>
            <a:chOff x="4162865" y="2431374"/>
            <a:chExt cx="5392458" cy="413001"/>
          </a:xfrm>
        </p:grpSpPr>
        <p:sp>
          <p:nvSpPr>
            <p:cNvPr id="83" name="矩形 82"/>
            <p:cNvSpPr/>
            <p:nvPr/>
          </p:nvSpPr>
          <p:spPr bwMode="gray">
            <a:xfrm>
              <a:off x="5212696" y="2431375"/>
              <a:ext cx="4342627" cy="413000"/>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599" dirty="0">
                  <a:latin typeface="+mn-ea"/>
                </a:rPr>
                <a:t>设备版本配套、对接版本配套检查</a:t>
              </a:r>
              <a:endParaRPr lang="zh-CN" altLang="en-US" sz="1599" dirty="0"/>
            </a:p>
          </p:txBody>
        </p:sp>
        <p:sp>
          <p:nvSpPr>
            <p:cNvPr id="84" name="矩形 83"/>
            <p:cNvSpPr/>
            <p:nvPr/>
          </p:nvSpPr>
          <p:spPr bwMode="gray">
            <a:xfrm>
              <a:off x="4162865" y="2431374"/>
              <a:ext cx="1049832" cy="41300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599" kern="0" dirty="0">
                  <a:solidFill>
                    <a:srgbClr val="1D1D1A"/>
                  </a:solidFill>
                  <a:latin typeface="Huawei Sans" panose="020C0503030203020204" pitchFamily="34" charset="0"/>
                  <a:ea typeface="方正兰亭黑简体" panose="02000000000000000000" pitchFamily="2" charset="-122"/>
                </a:rPr>
                <a:t>版本</a:t>
              </a:r>
            </a:p>
          </p:txBody>
        </p:sp>
      </p:grpSp>
      <p:grpSp>
        <p:nvGrpSpPr>
          <p:cNvPr id="85" name="组合 84"/>
          <p:cNvGrpSpPr/>
          <p:nvPr/>
        </p:nvGrpSpPr>
        <p:grpSpPr bwMode="gray">
          <a:xfrm>
            <a:off x="4161240" y="4757887"/>
            <a:ext cx="5390352" cy="412840"/>
            <a:chOff x="4162865" y="3182235"/>
            <a:chExt cx="5392458" cy="413001"/>
          </a:xfrm>
        </p:grpSpPr>
        <p:sp>
          <p:nvSpPr>
            <p:cNvPr id="86" name="矩形 85"/>
            <p:cNvSpPr/>
            <p:nvPr/>
          </p:nvSpPr>
          <p:spPr bwMode="gray">
            <a:xfrm>
              <a:off x="5212696" y="3182236"/>
              <a:ext cx="4342627" cy="413000"/>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1D1D1A"/>
                  </a:solidFill>
                  <a:sym typeface="Huawei Sans" panose="020C0503030203020204" pitchFamily="34" charset="0"/>
                </a:rPr>
                <a:t>检查授权</a:t>
              </a:r>
              <a:r>
                <a:rPr lang="en-US" altLang="zh-CN" sz="1599" kern="0" dirty="0">
                  <a:solidFill>
                    <a:srgbClr val="1D1D1A"/>
                  </a:solidFill>
                  <a:sym typeface="Huawei Sans" panose="020C0503030203020204" pitchFamily="34" charset="0"/>
                </a:rPr>
                <a:t>License</a:t>
              </a:r>
              <a:r>
                <a:rPr lang="zh-CN" altLang="en-US" sz="1599" kern="0" dirty="0">
                  <a:solidFill>
                    <a:srgbClr val="1D1D1A"/>
                  </a:solidFill>
                  <a:sym typeface="Huawei Sans" panose="020C0503030203020204" pitchFamily="34" charset="0"/>
                </a:rPr>
                <a:t>是否到位</a:t>
              </a:r>
            </a:p>
          </p:txBody>
        </p:sp>
        <p:sp>
          <p:nvSpPr>
            <p:cNvPr id="87" name="矩形 86"/>
            <p:cNvSpPr/>
            <p:nvPr/>
          </p:nvSpPr>
          <p:spPr bwMode="gray">
            <a:xfrm>
              <a:off x="4162865" y="3182235"/>
              <a:ext cx="1049832" cy="41300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599" kern="0" dirty="0">
                  <a:solidFill>
                    <a:srgbClr val="1D1D1A"/>
                  </a:solidFill>
                  <a:latin typeface="Huawei Sans" panose="020C0503030203020204" pitchFamily="34" charset="0"/>
                  <a:ea typeface="方正兰亭黑简体" panose="02000000000000000000" pitchFamily="2" charset="-122"/>
                </a:rPr>
                <a:t>License</a:t>
              </a:r>
              <a:endParaRPr lang="zh-CN" altLang="en-US" sz="1599" kern="0" dirty="0">
                <a:solidFill>
                  <a:srgbClr val="1D1D1A"/>
                </a:solidFill>
                <a:latin typeface="Huawei Sans" panose="020C0503030203020204" pitchFamily="34" charset="0"/>
                <a:ea typeface="方正兰亭黑简体" panose="02000000000000000000" pitchFamily="2" charset="-122"/>
              </a:endParaRPr>
            </a:p>
          </p:txBody>
        </p:sp>
      </p:grpSp>
      <p:grpSp>
        <p:nvGrpSpPr>
          <p:cNvPr id="88" name="组合 87"/>
          <p:cNvGrpSpPr/>
          <p:nvPr/>
        </p:nvGrpSpPr>
        <p:grpSpPr bwMode="gray">
          <a:xfrm>
            <a:off x="4161240" y="5348106"/>
            <a:ext cx="5390352" cy="412840"/>
            <a:chOff x="4162865" y="3933095"/>
            <a:chExt cx="5392458" cy="413001"/>
          </a:xfrm>
        </p:grpSpPr>
        <p:sp>
          <p:nvSpPr>
            <p:cNvPr id="89" name="矩形 88"/>
            <p:cNvSpPr/>
            <p:nvPr/>
          </p:nvSpPr>
          <p:spPr bwMode="gray">
            <a:xfrm>
              <a:off x="5212696" y="3933096"/>
              <a:ext cx="4342627" cy="413000"/>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1D1D1A"/>
                  </a:solidFill>
                  <a:sym typeface="Huawei Sans" panose="020C0503030203020204" pitchFamily="34" charset="0"/>
                </a:rPr>
                <a:t>整体脚本、分段配置脚本、回退脚本</a:t>
              </a:r>
            </a:p>
          </p:txBody>
        </p:sp>
        <p:sp>
          <p:nvSpPr>
            <p:cNvPr id="90" name="矩形 89"/>
            <p:cNvSpPr/>
            <p:nvPr/>
          </p:nvSpPr>
          <p:spPr bwMode="gray">
            <a:xfrm>
              <a:off x="4162865" y="3933095"/>
              <a:ext cx="1049832" cy="41300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599" kern="0" dirty="0">
                  <a:solidFill>
                    <a:srgbClr val="1D1D1A"/>
                  </a:solidFill>
                  <a:latin typeface="Huawei Sans" panose="020C0503030203020204" pitchFamily="34" charset="0"/>
                  <a:ea typeface="方正兰亭黑简体" panose="02000000000000000000" pitchFamily="2" charset="-122"/>
                </a:rPr>
                <a:t>脚本</a:t>
              </a:r>
            </a:p>
          </p:txBody>
        </p:sp>
      </p:grpSp>
      <p:sp>
        <p:nvSpPr>
          <p:cNvPr id="49" name="五边形 153"/>
          <p:cNvSpPr/>
          <p:nvPr/>
        </p:nvSpPr>
        <p:spPr bwMode="gray">
          <a:xfrm>
            <a:off x="8150785" y="113221"/>
            <a:ext cx="1259508" cy="213037"/>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准备阶段</a:t>
            </a:r>
          </a:p>
        </p:txBody>
      </p:sp>
      <p:sp>
        <p:nvSpPr>
          <p:cNvPr id="50" name="燕尾形 154"/>
          <p:cNvSpPr/>
          <p:nvPr/>
        </p:nvSpPr>
        <p:spPr bwMode="gray">
          <a:xfrm>
            <a:off x="9320182"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实施阶段</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燕尾形 155"/>
          <p:cNvSpPr/>
          <p:nvPr/>
        </p:nvSpPr>
        <p:spPr bwMode="gray">
          <a:xfrm>
            <a:off x="10489579"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收尾阶段</a:t>
            </a:r>
          </a:p>
        </p:txBody>
      </p:sp>
    </p:spTree>
    <p:custDataLst>
      <p:tags r:id="rId1"/>
    </p:custDataLst>
    <p:extLst>
      <p:ext uri="{BB962C8B-B14F-4D97-AF65-F5344CB8AC3E}">
        <p14:creationId xmlns:p14="http://schemas.microsoft.com/office/powerpoint/2010/main" val="23678043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工具、备件准备</a:t>
            </a:r>
          </a:p>
        </p:txBody>
      </p:sp>
      <p:sp>
        <p:nvSpPr>
          <p:cNvPr id="112" name="ïšļïďe">
            <a:extLst>
              <a:ext uri="{FF2B5EF4-FFF2-40B4-BE49-F238E27FC236}">
                <a16:creationId xmlns:a16="http://schemas.microsoft.com/office/drawing/2014/main" id="{FB41FAD4-0BA5-4580-B72E-A6BFF22F8784}"/>
              </a:ext>
            </a:extLst>
          </p:cNvPr>
          <p:cNvSpPr txBox="1"/>
          <p:nvPr/>
        </p:nvSpPr>
        <p:spPr bwMode="gray">
          <a:xfrm>
            <a:off x="836816" y="1587786"/>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pPr algn="l"/>
            <a:r>
              <a:rPr lang="zh-CN" altLang="en-US" sz="1399" dirty="0"/>
              <a:t>项目分析</a:t>
            </a:r>
            <a:endParaRPr lang="en-US" altLang="zh-CN" sz="1399" dirty="0"/>
          </a:p>
        </p:txBody>
      </p:sp>
      <p:sp>
        <p:nvSpPr>
          <p:cNvPr id="113" name="ïṧļíḍê">
            <a:extLst>
              <a:ext uri="{FF2B5EF4-FFF2-40B4-BE49-F238E27FC236}">
                <a16:creationId xmlns:a16="http://schemas.microsoft.com/office/drawing/2014/main" id="{D1BCCD92-D45A-41F7-960F-30FC35568CBF}"/>
              </a:ext>
            </a:extLst>
          </p:cNvPr>
          <p:cNvSpPr txBox="1"/>
          <p:nvPr/>
        </p:nvSpPr>
        <p:spPr bwMode="gray">
          <a:xfrm>
            <a:off x="836816" y="2542317"/>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1399" dirty="0">
                <a:solidFill>
                  <a:schemeClr val="bg1">
                    <a:lumMod val="65000"/>
                  </a:schemeClr>
                </a:solidFill>
              </a:rPr>
              <a:t>风险评估</a:t>
            </a:r>
            <a:endParaRPr lang="en-US" altLang="zh-CN" sz="1399" dirty="0">
              <a:solidFill>
                <a:schemeClr val="bg1">
                  <a:lumMod val="65000"/>
                </a:schemeClr>
              </a:solidFill>
            </a:endParaRPr>
          </a:p>
        </p:txBody>
      </p:sp>
      <p:sp>
        <p:nvSpPr>
          <p:cNvPr id="114" name="îş1iḍê">
            <a:extLst>
              <a:ext uri="{FF2B5EF4-FFF2-40B4-BE49-F238E27FC236}">
                <a16:creationId xmlns:a16="http://schemas.microsoft.com/office/drawing/2014/main" id="{F0B068A5-560A-4DB9-9ABC-E179FB4B53B1}"/>
              </a:ext>
            </a:extLst>
          </p:cNvPr>
          <p:cNvSpPr txBox="1"/>
          <p:nvPr/>
        </p:nvSpPr>
        <p:spPr bwMode="gray">
          <a:xfrm>
            <a:off x="836816" y="3496848"/>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00000"/>
              </a:lnSpc>
              <a:spcBef>
                <a:spcPct val="0"/>
              </a:spcBef>
            </a:pPr>
            <a:r>
              <a:rPr lang="zh-CN" altLang="en-US" sz="1399" dirty="0">
                <a:solidFill>
                  <a:schemeClr val="bg1">
                    <a:lumMod val="65000"/>
                  </a:schemeClr>
                </a:solidFill>
              </a:rPr>
              <a:t>输出割接方案</a:t>
            </a:r>
            <a:endParaRPr lang="en-US" altLang="zh-CN" sz="1399" dirty="0">
              <a:solidFill>
                <a:schemeClr val="bg1">
                  <a:lumMod val="65000"/>
                </a:schemeClr>
              </a:solidFill>
            </a:endParaRPr>
          </a:p>
        </p:txBody>
      </p:sp>
      <p:sp>
        <p:nvSpPr>
          <p:cNvPr id="115" name="íşḻïďe">
            <a:extLst>
              <a:ext uri="{FF2B5EF4-FFF2-40B4-BE49-F238E27FC236}">
                <a16:creationId xmlns:a16="http://schemas.microsoft.com/office/drawing/2014/main" id="{05246D82-A4F5-42F2-854D-C3D348D160CE}"/>
              </a:ext>
            </a:extLst>
          </p:cNvPr>
          <p:cNvSpPr txBox="1"/>
          <p:nvPr/>
        </p:nvSpPr>
        <p:spPr bwMode="gray">
          <a:xfrm>
            <a:off x="836816" y="4451379"/>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1399" dirty="0">
                <a:solidFill>
                  <a:schemeClr val="bg1">
                    <a:lumMod val="65000"/>
                  </a:schemeClr>
                </a:solidFill>
              </a:rPr>
              <a:t>方案验证、评审</a:t>
            </a:r>
            <a:endParaRPr lang="en-US" altLang="zh-CN" sz="1399" dirty="0">
              <a:solidFill>
                <a:schemeClr val="bg1">
                  <a:lumMod val="65000"/>
                </a:schemeClr>
              </a:solidFill>
            </a:endParaRPr>
          </a:p>
        </p:txBody>
      </p:sp>
      <p:cxnSp>
        <p:nvCxnSpPr>
          <p:cNvPr id="117" name="直接连接符 116">
            <a:extLst>
              <a:ext uri="{FF2B5EF4-FFF2-40B4-BE49-F238E27FC236}">
                <a16:creationId xmlns:a16="http://schemas.microsoft.com/office/drawing/2014/main" id="{4AA622A8-8183-4782-A4A5-6DF01B92BB53}"/>
              </a:ext>
            </a:extLst>
          </p:cNvPr>
          <p:cNvCxnSpPr/>
          <p:nvPr/>
        </p:nvCxnSpPr>
        <p:spPr bwMode="gray">
          <a:xfrm>
            <a:off x="665266" y="1470289"/>
            <a:ext cx="0" cy="4689414"/>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34" name="íṡ1íḋê">
            <a:extLst>
              <a:ext uri="{FF2B5EF4-FFF2-40B4-BE49-F238E27FC236}">
                <a16:creationId xmlns:a16="http://schemas.microsoft.com/office/drawing/2014/main" id="{87A1502E-FF5A-402F-AE9A-604F51135206}"/>
              </a:ext>
            </a:extLst>
          </p:cNvPr>
          <p:cNvSpPr/>
          <p:nvPr/>
        </p:nvSpPr>
        <p:spPr bwMode="gray">
          <a:xfrm rot="10800000" flipV="1">
            <a:off x="485337" y="4492266"/>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36" name="iṡļidè">
            <a:extLst>
              <a:ext uri="{FF2B5EF4-FFF2-40B4-BE49-F238E27FC236}">
                <a16:creationId xmlns:a16="http://schemas.microsoft.com/office/drawing/2014/main" id="{D2F2F0A0-455D-459F-90E5-A8674554530D}"/>
              </a:ext>
            </a:extLst>
          </p:cNvPr>
          <p:cNvSpPr>
            <a:spLocks/>
          </p:cNvSpPr>
          <p:nvPr/>
        </p:nvSpPr>
        <p:spPr bwMode="gray">
          <a:xfrm>
            <a:off x="594261" y="4605191"/>
            <a:ext cx="159431" cy="134008"/>
          </a:xfrm>
          <a:custGeom>
            <a:avLst/>
            <a:gdLst>
              <a:gd name="connsiteX0" fmla="*/ 536415 w 607227"/>
              <a:gd name="connsiteY0" fmla="*/ 12631 h 510399"/>
              <a:gd name="connsiteX1" fmla="*/ 557192 w 607227"/>
              <a:gd name="connsiteY1" fmla="*/ 21221 h 510399"/>
              <a:gd name="connsiteX2" fmla="*/ 598584 w 607227"/>
              <a:gd name="connsiteY2" fmla="*/ 62633 h 510399"/>
              <a:gd name="connsiteX3" fmla="*/ 598584 w 607227"/>
              <a:gd name="connsiteY3" fmla="*/ 104044 h 510399"/>
              <a:gd name="connsiteX4" fmla="*/ 511175 w 607227"/>
              <a:gd name="connsiteY4" fmla="*/ 191324 h 510399"/>
              <a:gd name="connsiteX5" fmla="*/ 444948 w 607227"/>
              <a:gd name="connsiteY5" fmla="*/ 257453 h 510399"/>
              <a:gd name="connsiteX6" fmla="*/ 339441 w 607227"/>
              <a:gd name="connsiteY6" fmla="*/ 362805 h 510399"/>
              <a:gd name="connsiteX7" fmla="*/ 297968 w 607227"/>
              <a:gd name="connsiteY7" fmla="*/ 404217 h 510399"/>
              <a:gd name="connsiteX8" fmla="*/ 277191 w 607227"/>
              <a:gd name="connsiteY8" fmla="*/ 412807 h 510399"/>
              <a:gd name="connsiteX9" fmla="*/ 256495 w 607227"/>
              <a:gd name="connsiteY9" fmla="*/ 404217 h 510399"/>
              <a:gd name="connsiteX10" fmla="*/ 215023 w 607227"/>
              <a:gd name="connsiteY10" fmla="*/ 362805 h 510399"/>
              <a:gd name="connsiteX11" fmla="*/ 138814 w 607227"/>
              <a:gd name="connsiteY11" fmla="*/ 286790 h 510399"/>
              <a:gd name="connsiteX12" fmla="*/ 138814 w 607227"/>
              <a:gd name="connsiteY12" fmla="*/ 245378 h 510399"/>
              <a:gd name="connsiteX13" fmla="*/ 180286 w 607227"/>
              <a:gd name="connsiteY13" fmla="*/ 203967 h 510399"/>
              <a:gd name="connsiteX14" fmla="*/ 201063 w 607227"/>
              <a:gd name="connsiteY14" fmla="*/ 195376 h 510399"/>
              <a:gd name="connsiteX15" fmla="*/ 221759 w 607227"/>
              <a:gd name="connsiteY15" fmla="*/ 203967 h 510399"/>
              <a:gd name="connsiteX16" fmla="*/ 277191 w 607227"/>
              <a:gd name="connsiteY16" fmla="*/ 259317 h 510399"/>
              <a:gd name="connsiteX17" fmla="*/ 444948 w 607227"/>
              <a:gd name="connsiteY17" fmla="*/ 91807 h 510399"/>
              <a:gd name="connsiteX18" fmla="*/ 503951 w 607227"/>
              <a:gd name="connsiteY18" fmla="*/ 32891 h 510399"/>
              <a:gd name="connsiteX19" fmla="*/ 515719 w 607227"/>
              <a:gd name="connsiteY19" fmla="*/ 21221 h 510399"/>
              <a:gd name="connsiteX20" fmla="*/ 536415 w 607227"/>
              <a:gd name="connsiteY20" fmla="*/ 12631 h 510399"/>
              <a:gd name="connsiteX21" fmla="*/ 61847 w 607227"/>
              <a:gd name="connsiteY21" fmla="*/ 0 h 510399"/>
              <a:gd name="connsiteX22" fmla="*/ 449328 w 607227"/>
              <a:gd name="connsiteY22" fmla="*/ 0 h 510399"/>
              <a:gd name="connsiteX23" fmla="*/ 491858 w 607227"/>
              <a:gd name="connsiteY23" fmla="*/ 17019 h 510399"/>
              <a:gd name="connsiteX24" fmla="*/ 442591 w 607227"/>
              <a:gd name="connsiteY24" fmla="*/ 66130 h 510399"/>
              <a:gd name="connsiteX25" fmla="*/ 66230 w 607227"/>
              <a:gd name="connsiteY25" fmla="*/ 66130 h 510399"/>
              <a:gd name="connsiteX26" fmla="*/ 66230 w 607227"/>
              <a:gd name="connsiteY26" fmla="*/ 444269 h 510399"/>
              <a:gd name="connsiteX27" fmla="*/ 444945 w 607227"/>
              <a:gd name="connsiteY27" fmla="*/ 444269 h 510399"/>
              <a:gd name="connsiteX28" fmla="*/ 444945 w 607227"/>
              <a:gd name="connsiteY28" fmla="*/ 285590 h 510399"/>
              <a:gd name="connsiteX29" fmla="*/ 511175 w 607227"/>
              <a:gd name="connsiteY29" fmla="*/ 219460 h 510399"/>
              <a:gd name="connsiteX30" fmla="*/ 511175 w 607227"/>
              <a:gd name="connsiteY30" fmla="*/ 448645 h 510399"/>
              <a:gd name="connsiteX31" fmla="*/ 449328 w 607227"/>
              <a:gd name="connsiteY31" fmla="*/ 510399 h 510399"/>
              <a:gd name="connsiteX32" fmla="*/ 61847 w 607227"/>
              <a:gd name="connsiteY32" fmla="*/ 510399 h 510399"/>
              <a:gd name="connsiteX33" fmla="*/ 0 w 607227"/>
              <a:gd name="connsiteY33" fmla="*/ 448645 h 510399"/>
              <a:gd name="connsiteX34" fmla="*/ 0 w 607227"/>
              <a:gd name="connsiteY34" fmla="*/ 61673 h 510399"/>
              <a:gd name="connsiteX35" fmla="*/ 61847 w 607227"/>
              <a:gd name="connsiteY35" fmla="*/ 0 h 51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7227" h="510399">
                <a:moveTo>
                  <a:pt x="536415" y="12631"/>
                </a:moveTo>
                <a:cubicBezTo>
                  <a:pt x="543882" y="12631"/>
                  <a:pt x="551430" y="15467"/>
                  <a:pt x="557192" y="21221"/>
                </a:cubicBezTo>
                <a:lnTo>
                  <a:pt x="598584" y="62633"/>
                </a:lnTo>
                <a:cubicBezTo>
                  <a:pt x="610108" y="74059"/>
                  <a:pt x="610108" y="92618"/>
                  <a:pt x="598584" y="104044"/>
                </a:cubicBezTo>
                <a:lnTo>
                  <a:pt x="511175" y="191324"/>
                </a:lnTo>
                <a:lnTo>
                  <a:pt x="444948" y="257453"/>
                </a:lnTo>
                <a:lnTo>
                  <a:pt x="339441" y="362805"/>
                </a:lnTo>
                <a:lnTo>
                  <a:pt x="297968" y="404217"/>
                </a:lnTo>
                <a:cubicBezTo>
                  <a:pt x="292206" y="409971"/>
                  <a:pt x="284739" y="412807"/>
                  <a:pt x="277191" y="412807"/>
                </a:cubicBezTo>
                <a:cubicBezTo>
                  <a:pt x="269724" y="412807"/>
                  <a:pt x="262177" y="409971"/>
                  <a:pt x="256495" y="404217"/>
                </a:cubicBezTo>
                <a:lnTo>
                  <a:pt x="215023" y="362805"/>
                </a:lnTo>
                <a:lnTo>
                  <a:pt x="138814" y="286790"/>
                </a:lnTo>
                <a:cubicBezTo>
                  <a:pt x="127370" y="275363"/>
                  <a:pt x="127370" y="256805"/>
                  <a:pt x="138814" y="245378"/>
                </a:cubicBezTo>
                <a:lnTo>
                  <a:pt x="180286" y="203967"/>
                </a:lnTo>
                <a:cubicBezTo>
                  <a:pt x="186049" y="198213"/>
                  <a:pt x="193515" y="195376"/>
                  <a:pt x="201063" y="195376"/>
                </a:cubicBezTo>
                <a:cubicBezTo>
                  <a:pt x="208530" y="195376"/>
                  <a:pt x="215997" y="198213"/>
                  <a:pt x="221759" y="203967"/>
                </a:cubicBezTo>
                <a:lnTo>
                  <a:pt x="277191" y="259317"/>
                </a:lnTo>
                <a:lnTo>
                  <a:pt x="444948" y="91807"/>
                </a:lnTo>
                <a:lnTo>
                  <a:pt x="503951" y="32891"/>
                </a:lnTo>
                <a:lnTo>
                  <a:pt x="515719" y="21221"/>
                </a:lnTo>
                <a:cubicBezTo>
                  <a:pt x="521401" y="15467"/>
                  <a:pt x="528949" y="12631"/>
                  <a:pt x="536415" y="12631"/>
                </a:cubicBezTo>
                <a:close/>
                <a:moveTo>
                  <a:pt x="61847" y="0"/>
                </a:moveTo>
                <a:lnTo>
                  <a:pt x="449328" y="0"/>
                </a:lnTo>
                <a:cubicBezTo>
                  <a:pt x="465804" y="0"/>
                  <a:pt x="480738" y="6483"/>
                  <a:pt x="491858" y="17019"/>
                </a:cubicBezTo>
                <a:lnTo>
                  <a:pt x="442591" y="66130"/>
                </a:lnTo>
                <a:lnTo>
                  <a:pt x="66230" y="66130"/>
                </a:lnTo>
                <a:lnTo>
                  <a:pt x="66230" y="444269"/>
                </a:lnTo>
                <a:lnTo>
                  <a:pt x="444945" y="444269"/>
                </a:lnTo>
                <a:lnTo>
                  <a:pt x="444945" y="285590"/>
                </a:lnTo>
                <a:lnTo>
                  <a:pt x="511175" y="219460"/>
                </a:lnTo>
                <a:lnTo>
                  <a:pt x="511175" y="448645"/>
                </a:lnTo>
                <a:cubicBezTo>
                  <a:pt x="511175" y="482683"/>
                  <a:pt x="483417" y="510399"/>
                  <a:pt x="449328" y="510399"/>
                </a:cubicBezTo>
                <a:lnTo>
                  <a:pt x="61847" y="510399"/>
                </a:lnTo>
                <a:cubicBezTo>
                  <a:pt x="27758" y="510399"/>
                  <a:pt x="0" y="482683"/>
                  <a:pt x="0" y="448645"/>
                </a:cubicBezTo>
                <a:lnTo>
                  <a:pt x="0" y="61673"/>
                </a:lnTo>
                <a:cubicBezTo>
                  <a:pt x="0" y="27635"/>
                  <a:pt x="27758" y="0"/>
                  <a:pt x="61847" y="0"/>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sz="1799"/>
          </a:p>
        </p:txBody>
      </p:sp>
      <p:grpSp>
        <p:nvGrpSpPr>
          <p:cNvPr id="10" name="组合 9"/>
          <p:cNvGrpSpPr/>
          <p:nvPr/>
        </p:nvGrpSpPr>
        <p:grpSpPr bwMode="gray">
          <a:xfrm>
            <a:off x="485337" y="1626738"/>
            <a:ext cx="359859" cy="359859"/>
            <a:chOff x="485526" y="1922363"/>
            <a:chExt cx="360000" cy="360000"/>
          </a:xfrm>
        </p:grpSpPr>
        <p:sp>
          <p:nvSpPr>
            <p:cNvPr id="143" name="iṡ1ïdé">
              <a:extLst>
                <a:ext uri="{FF2B5EF4-FFF2-40B4-BE49-F238E27FC236}">
                  <a16:creationId xmlns:a16="http://schemas.microsoft.com/office/drawing/2014/main" id="{3FC487D0-A815-4107-8A36-7C156E98B5FA}"/>
                </a:ext>
              </a:extLst>
            </p:cNvPr>
            <p:cNvSpPr/>
            <p:nvPr/>
          </p:nvSpPr>
          <p:spPr bwMode="gray">
            <a:xfrm rot="10800000" flipV="1">
              <a:off x="485526" y="1922363"/>
              <a:ext cx="360000" cy="3600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48" name="stocks-graphic-on-laptop-monitor_38809"/>
            <p:cNvSpPr>
              <a:spLocks/>
            </p:cNvSpPr>
            <p:nvPr/>
          </p:nvSpPr>
          <p:spPr bwMode="gray">
            <a:xfrm>
              <a:off x="556588" y="2041470"/>
              <a:ext cx="229839" cy="121786"/>
            </a:xfrm>
            <a:custGeom>
              <a:avLst/>
              <a:gdLst>
                <a:gd name="connsiteX0" fmla="*/ 5942 w 596753"/>
                <a:gd name="connsiteY0" fmla="*/ 342878 h 372092"/>
                <a:gd name="connsiteX1" fmla="*/ 591159 w 596753"/>
                <a:gd name="connsiteY1" fmla="*/ 342878 h 372092"/>
                <a:gd name="connsiteX2" fmla="*/ 596753 w 596753"/>
                <a:gd name="connsiteY2" fmla="*/ 348034 h 372092"/>
                <a:gd name="connsiteX3" fmla="*/ 594602 w 596753"/>
                <a:gd name="connsiteY3" fmla="*/ 354048 h 372092"/>
                <a:gd name="connsiteX4" fmla="*/ 295109 w 596753"/>
                <a:gd name="connsiteY4" fmla="*/ 372092 h 372092"/>
                <a:gd name="connsiteX5" fmla="*/ 99750 w 596753"/>
                <a:gd name="connsiteY5" fmla="*/ 367796 h 372092"/>
                <a:gd name="connsiteX6" fmla="*/ 1209 w 596753"/>
                <a:gd name="connsiteY6" fmla="*/ 353189 h 372092"/>
                <a:gd name="connsiteX7" fmla="*/ 779 w 596753"/>
                <a:gd name="connsiteY7" fmla="*/ 346315 h 372092"/>
                <a:gd name="connsiteX8" fmla="*/ 5942 w 596753"/>
                <a:gd name="connsiteY8" fmla="*/ 342878 h 372092"/>
                <a:gd name="connsiteX9" fmla="*/ 287321 w 596753"/>
                <a:gd name="connsiteY9" fmla="*/ 199380 h 372092"/>
                <a:gd name="connsiteX10" fmla="*/ 277855 w 596753"/>
                <a:gd name="connsiteY10" fmla="*/ 208402 h 372092"/>
                <a:gd name="connsiteX11" fmla="*/ 287321 w 596753"/>
                <a:gd name="connsiteY11" fmla="*/ 217853 h 372092"/>
                <a:gd name="connsiteX12" fmla="*/ 296358 w 596753"/>
                <a:gd name="connsiteY12" fmla="*/ 208402 h 372092"/>
                <a:gd name="connsiteX13" fmla="*/ 287321 w 596753"/>
                <a:gd name="connsiteY13" fmla="*/ 199380 h 372092"/>
                <a:gd name="connsiteX14" fmla="*/ 428891 w 596753"/>
                <a:gd name="connsiteY14" fmla="*/ 174464 h 372092"/>
                <a:gd name="connsiteX15" fmla="*/ 419855 w 596753"/>
                <a:gd name="connsiteY15" fmla="*/ 183485 h 372092"/>
                <a:gd name="connsiteX16" fmla="*/ 428891 w 596753"/>
                <a:gd name="connsiteY16" fmla="*/ 192936 h 372092"/>
                <a:gd name="connsiteX17" fmla="*/ 438358 w 596753"/>
                <a:gd name="connsiteY17" fmla="*/ 183485 h 372092"/>
                <a:gd name="connsiteX18" fmla="*/ 428891 w 596753"/>
                <a:gd name="connsiteY18" fmla="*/ 174464 h 372092"/>
                <a:gd name="connsiteX19" fmla="*/ 355309 w 596753"/>
                <a:gd name="connsiteY19" fmla="*/ 140096 h 372092"/>
                <a:gd name="connsiteX20" fmla="*/ 346273 w 596753"/>
                <a:gd name="connsiteY20" fmla="*/ 149117 h 372092"/>
                <a:gd name="connsiteX21" fmla="*/ 355309 w 596753"/>
                <a:gd name="connsiteY21" fmla="*/ 158569 h 372092"/>
                <a:gd name="connsiteX22" fmla="*/ 364776 w 596753"/>
                <a:gd name="connsiteY22" fmla="*/ 149117 h 372092"/>
                <a:gd name="connsiteX23" fmla="*/ 355309 w 596753"/>
                <a:gd name="connsiteY23" fmla="*/ 140096 h 372092"/>
                <a:gd name="connsiteX24" fmla="*/ 107455 w 596753"/>
                <a:gd name="connsiteY24" fmla="*/ 137948 h 372092"/>
                <a:gd name="connsiteX25" fmla="*/ 98418 w 596753"/>
                <a:gd name="connsiteY25" fmla="*/ 146969 h 372092"/>
                <a:gd name="connsiteX26" fmla="*/ 107455 w 596753"/>
                <a:gd name="connsiteY26" fmla="*/ 156421 h 372092"/>
                <a:gd name="connsiteX27" fmla="*/ 116921 w 596753"/>
                <a:gd name="connsiteY27" fmla="*/ 146969 h 372092"/>
                <a:gd name="connsiteX28" fmla="*/ 107455 w 596753"/>
                <a:gd name="connsiteY28" fmla="*/ 137948 h 372092"/>
                <a:gd name="connsiteX29" fmla="*/ 207715 w 596753"/>
                <a:gd name="connsiteY29" fmla="*/ 130645 h 372092"/>
                <a:gd name="connsiteX30" fmla="*/ 198679 w 596753"/>
                <a:gd name="connsiteY30" fmla="*/ 140096 h 372092"/>
                <a:gd name="connsiteX31" fmla="*/ 207715 w 596753"/>
                <a:gd name="connsiteY31" fmla="*/ 149117 h 372092"/>
                <a:gd name="connsiteX32" fmla="*/ 217182 w 596753"/>
                <a:gd name="connsiteY32" fmla="*/ 140096 h 372092"/>
                <a:gd name="connsiteX33" fmla="*/ 207715 w 596753"/>
                <a:gd name="connsiteY33" fmla="*/ 130645 h 372092"/>
                <a:gd name="connsiteX34" fmla="*/ 489134 w 596753"/>
                <a:gd name="connsiteY34" fmla="*/ 103150 h 372092"/>
                <a:gd name="connsiteX35" fmla="*/ 479667 w 596753"/>
                <a:gd name="connsiteY35" fmla="*/ 112172 h 372092"/>
                <a:gd name="connsiteX36" fmla="*/ 489134 w 596753"/>
                <a:gd name="connsiteY36" fmla="*/ 121623 h 372092"/>
                <a:gd name="connsiteX37" fmla="*/ 498600 w 596753"/>
                <a:gd name="connsiteY37" fmla="*/ 112172 h 372092"/>
                <a:gd name="connsiteX38" fmla="*/ 489134 w 596753"/>
                <a:gd name="connsiteY38" fmla="*/ 103150 h 372092"/>
                <a:gd name="connsiteX39" fmla="*/ 489134 w 596753"/>
                <a:gd name="connsiteY39" fmla="*/ 94558 h 372092"/>
                <a:gd name="connsiteX40" fmla="*/ 507206 w 596753"/>
                <a:gd name="connsiteY40" fmla="*/ 112172 h 372092"/>
                <a:gd name="connsiteX41" fmla="*/ 489134 w 596753"/>
                <a:gd name="connsiteY41" fmla="*/ 130215 h 372092"/>
                <a:gd name="connsiteX42" fmla="*/ 485261 w 596753"/>
                <a:gd name="connsiteY42" fmla="*/ 129785 h 372092"/>
                <a:gd name="connsiteX43" fmla="*/ 445673 w 596753"/>
                <a:gd name="connsiteY43" fmla="*/ 177471 h 372092"/>
                <a:gd name="connsiteX44" fmla="*/ 446964 w 596753"/>
                <a:gd name="connsiteY44" fmla="*/ 183485 h 372092"/>
                <a:gd name="connsiteX45" fmla="*/ 428891 w 596753"/>
                <a:gd name="connsiteY45" fmla="*/ 201528 h 372092"/>
                <a:gd name="connsiteX46" fmla="*/ 411249 w 596753"/>
                <a:gd name="connsiteY46" fmla="*/ 185633 h 372092"/>
                <a:gd name="connsiteX47" fmla="*/ 366497 w 596753"/>
                <a:gd name="connsiteY47" fmla="*/ 163294 h 372092"/>
                <a:gd name="connsiteX48" fmla="*/ 355309 w 596753"/>
                <a:gd name="connsiteY48" fmla="*/ 167161 h 372092"/>
                <a:gd name="connsiteX49" fmla="*/ 348855 w 596753"/>
                <a:gd name="connsiteY49" fmla="*/ 165872 h 372092"/>
                <a:gd name="connsiteX50" fmla="*/ 304964 w 596753"/>
                <a:gd name="connsiteY50" fmla="*/ 205824 h 372092"/>
                <a:gd name="connsiteX51" fmla="*/ 304964 w 596753"/>
                <a:gd name="connsiteY51" fmla="*/ 208402 h 372092"/>
                <a:gd name="connsiteX52" fmla="*/ 287321 w 596753"/>
                <a:gd name="connsiteY52" fmla="*/ 226445 h 372092"/>
                <a:gd name="connsiteX53" fmla="*/ 269249 w 596753"/>
                <a:gd name="connsiteY53" fmla="*/ 208402 h 372092"/>
                <a:gd name="connsiteX54" fmla="*/ 269679 w 596753"/>
                <a:gd name="connsiteY54" fmla="*/ 206254 h 372092"/>
                <a:gd name="connsiteX55" fmla="*/ 214600 w 596753"/>
                <a:gd name="connsiteY55" fmla="*/ 156421 h 372092"/>
                <a:gd name="connsiteX56" fmla="*/ 207715 w 596753"/>
                <a:gd name="connsiteY56" fmla="*/ 157709 h 372092"/>
                <a:gd name="connsiteX57" fmla="*/ 192655 w 596753"/>
                <a:gd name="connsiteY57" fmla="*/ 149547 h 372092"/>
                <a:gd name="connsiteX58" fmla="*/ 123376 w 596753"/>
                <a:gd name="connsiteY58" fmla="*/ 154702 h 372092"/>
                <a:gd name="connsiteX59" fmla="*/ 107455 w 596753"/>
                <a:gd name="connsiteY59" fmla="*/ 165013 h 372092"/>
                <a:gd name="connsiteX60" fmla="*/ 89812 w 596753"/>
                <a:gd name="connsiteY60" fmla="*/ 146969 h 372092"/>
                <a:gd name="connsiteX61" fmla="*/ 107455 w 596753"/>
                <a:gd name="connsiteY61" fmla="*/ 129356 h 372092"/>
                <a:gd name="connsiteX62" fmla="*/ 122515 w 596753"/>
                <a:gd name="connsiteY62" fmla="*/ 137518 h 372092"/>
                <a:gd name="connsiteX63" fmla="*/ 191794 w 596753"/>
                <a:gd name="connsiteY63" fmla="*/ 132363 h 372092"/>
                <a:gd name="connsiteX64" fmla="*/ 207715 w 596753"/>
                <a:gd name="connsiteY64" fmla="*/ 122053 h 372092"/>
                <a:gd name="connsiteX65" fmla="*/ 225788 w 596753"/>
                <a:gd name="connsiteY65" fmla="*/ 140096 h 372092"/>
                <a:gd name="connsiteX66" fmla="*/ 225358 w 596753"/>
                <a:gd name="connsiteY66" fmla="*/ 143103 h 372092"/>
                <a:gd name="connsiteX67" fmla="*/ 279576 w 596753"/>
                <a:gd name="connsiteY67" fmla="*/ 192507 h 372092"/>
                <a:gd name="connsiteX68" fmla="*/ 287321 w 596753"/>
                <a:gd name="connsiteY68" fmla="*/ 190789 h 372092"/>
                <a:gd name="connsiteX69" fmla="*/ 294206 w 596753"/>
                <a:gd name="connsiteY69" fmla="*/ 192077 h 372092"/>
                <a:gd name="connsiteX70" fmla="*/ 337667 w 596753"/>
                <a:gd name="connsiteY70" fmla="*/ 152554 h 372092"/>
                <a:gd name="connsiteX71" fmla="*/ 337667 w 596753"/>
                <a:gd name="connsiteY71" fmla="*/ 149117 h 372092"/>
                <a:gd name="connsiteX72" fmla="*/ 355309 w 596753"/>
                <a:gd name="connsiteY72" fmla="*/ 131504 h 372092"/>
                <a:gd name="connsiteX73" fmla="*/ 372952 w 596753"/>
                <a:gd name="connsiteY73" fmla="*/ 146969 h 372092"/>
                <a:gd name="connsiteX74" fmla="*/ 418133 w 596753"/>
                <a:gd name="connsiteY74" fmla="*/ 169738 h 372092"/>
                <a:gd name="connsiteX75" fmla="*/ 428891 w 596753"/>
                <a:gd name="connsiteY75" fmla="*/ 165872 h 372092"/>
                <a:gd name="connsiteX76" fmla="*/ 432764 w 596753"/>
                <a:gd name="connsiteY76" fmla="*/ 166301 h 372092"/>
                <a:gd name="connsiteX77" fmla="*/ 472352 w 596753"/>
                <a:gd name="connsiteY77" fmla="*/ 118186 h 372092"/>
                <a:gd name="connsiteX78" fmla="*/ 471061 w 596753"/>
                <a:gd name="connsiteY78" fmla="*/ 112172 h 372092"/>
                <a:gd name="connsiteX79" fmla="*/ 489134 w 596753"/>
                <a:gd name="connsiteY79" fmla="*/ 94558 h 372092"/>
                <a:gd name="connsiteX80" fmla="*/ 53702 w 596753"/>
                <a:gd name="connsiteY80" fmla="*/ 22772 h 372092"/>
                <a:gd name="connsiteX81" fmla="*/ 53702 w 596753"/>
                <a:gd name="connsiteY81" fmla="*/ 305917 h 372092"/>
                <a:gd name="connsiteX82" fmla="*/ 542962 w 596753"/>
                <a:gd name="connsiteY82" fmla="*/ 305917 h 372092"/>
                <a:gd name="connsiteX83" fmla="*/ 542962 w 596753"/>
                <a:gd name="connsiteY83" fmla="*/ 22772 h 372092"/>
                <a:gd name="connsiteX84" fmla="*/ 53702 w 596753"/>
                <a:gd name="connsiteY84" fmla="*/ 0 h 372092"/>
                <a:gd name="connsiteX85" fmla="*/ 542962 w 596753"/>
                <a:gd name="connsiteY85" fmla="*/ 0 h 372092"/>
                <a:gd name="connsiteX86" fmla="*/ 566198 w 596753"/>
                <a:gd name="connsiteY86" fmla="*/ 22772 h 372092"/>
                <a:gd name="connsiteX87" fmla="*/ 566198 w 596753"/>
                <a:gd name="connsiteY87" fmla="*/ 305917 h 372092"/>
                <a:gd name="connsiteX88" fmla="*/ 542962 w 596753"/>
                <a:gd name="connsiteY88" fmla="*/ 329118 h 372092"/>
                <a:gd name="connsiteX89" fmla="*/ 53702 w 596753"/>
                <a:gd name="connsiteY89" fmla="*/ 329118 h 372092"/>
                <a:gd name="connsiteX90" fmla="*/ 30466 w 596753"/>
                <a:gd name="connsiteY90" fmla="*/ 305917 h 372092"/>
                <a:gd name="connsiteX91" fmla="*/ 30466 w 596753"/>
                <a:gd name="connsiteY91" fmla="*/ 22772 h 372092"/>
                <a:gd name="connsiteX92" fmla="*/ 53702 w 596753"/>
                <a:gd name="connsiteY92" fmla="*/ 0 h 37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753" h="372092">
                  <a:moveTo>
                    <a:pt x="5942" y="342878"/>
                  </a:moveTo>
                  <a:lnTo>
                    <a:pt x="591159" y="342878"/>
                  </a:lnTo>
                  <a:cubicBezTo>
                    <a:pt x="594171" y="342878"/>
                    <a:pt x="596323" y="345026"/>
                    <a:pt x="596753" y="348034"/>
                  </a:cubicBezTo>
                  <a:cubicBezTo>
                    <a:pt x="596753" y="350182"/>
                    <a:pt x="596323" y="352330"/>
                    <a:pt x="594602" y="354048"/>
                  </a:cubicBezTo>
                  <a:cubicBezTo>
                    <a:pt x="579541" y="370374"/>
                    <a:pt x="361376" y="372092"/>
                    <a:pt x="295109" y="372092"/>
                  </a:cubicBezTo>
                  <a:cubicBezTo>
                    <a:pt x="221096" y="372092"/>
                    <a:pt x="151817" y="370374"/>
                    <a:pt x="99750" y="367796"/>
                  </a:cubicBezTo>
                  <a:cubicBezTo>
                    <a:pt x="7664" y="363500"/>
                    <a:pt x="3361" y="357056"/>
                    <a:pt x="1209" y="353189"/>
                  </a:cubicBezTo>
                  <a:cubicBezTo>
                    <a:pt x="-82" y="351041"/>
                    <a:pt x="-512" y="348463"/>
                    <a:pt x="779" y="346315"/>
                  </a:cubicBezTo>
                  <a:cubicBezTo>
                    <a:pt x="1639" y="344167"/>
                    <a:pt x="3791" y="342878"/>
                    <a:pt x="5942" y="342878"/>
                  </a:cubicBezTo>
                  <a:close/>
                  <a:moveTo>
                    <a:pt x="287321" y="199380"/>
                  </a:moveTo>
                  <a:cubicBezTo>
                    <a:pt x="282158" y="199380"/>
                    <a:pt x="277855" y="203247"/>
                    <a:pt x="277855" y="208402"/>
                  </a:cubicBezTo>
                  <a:cubicBezTo>
                    <a:pt x="277855" y="213557"/>
                    <a:pt x="282158" y="217853"/>
                    <a:pt x="287321" y="217853"/>
                  </a:cubicBezTo>
                  <a:cubicBezTo>
                    <a:pt x="292485" y="217853"/>
                    <a:pt x="296358" y="213557"/>
                    <a:pt x="296358" y="208402"/>
                  </a:cubicBezTo>
                  <a:cubicBezTo>
                    <a:pt x="296358" y="203247"/>
                    <a:pt x="292485" y="199380"/>
                    <a:pt x="287321" y="199380"/>
                  </a:cubicBezTo>
                  <a:close/>
                  <a:moveTo>
                    <a:pt x="428891" y="174464"/>
                  </a:moveTo>
                  <a:cubicBezTo>
                    <a:pt x="423727" y="174464"/>
                    <a:pt x="419855" y="178330"/>
                    <a:pt x="419855" y="183485"/>
                  </a:cubicBezTo>
                  <a:cubicBezTo>
                    <a:pt x="419855" y="188641"/>
                    <a:pt x="423727" y="192936"/>
                    <a:pt x="428891" y="192936"/>
                  </a:cubicBezTo>
                  <a:cubicBezTo>
                    <a:pt x="434055" y="192936"/>
                    <a:pt x="438358" y="188641"/>
                    <a:pt x="438358" y="183485"/>
                  </a:cubicBezTo>
                  <a:cubicBezTo>
                    <a:pt x="438358" y="178330"/>
                    <a:pt x="434055" y="174464"/>
                    <a:pt x="428891" y="174464"/>
                  </a:cubicBezTo>
                  <a:close/>
                  <a:moveTo>
                    <a:pt x="355309" y="140096"/>
                  </a:moveTo>
                  <a:cubicBezTo>
                    <a:pt x="350146" y="140096"/>
                    <a:pt x="346273" y="143962"/>
                    <a:pt x="346273" y="149117"/>
                  </a:cubicBezTo>
                  <a:cubicBezTo>
                    <a:pt x="346273" y="154273"/>
                    <a:pt x="350146" y="158569"/>
                    <a:pt x="355309" y="158569"/>
                  </a:cubicBezTo>
                  <a:cubicBezTo>
                    <a:pt x="360473" y="158569"/>
                    <a:pt x="364776" y="154273"/>
                    <a:pt x="364776" y="149117"/>
                  </a:cubicBezTo>
                  <a:cubicBezTo>
                    <a:pt x="364776" y="143962"/>
                    <a:pt x="360473" y="140096"/>
                    <a:pt x="355309" y="140096"/>
                  </a:cubicBezTo>
                  <a:close/>
                  <a:moveTo>
                    <a:pt x="107455" y="137948"/>
                  </a:moveTo>
                  <a:cubicBezTo>
                    <a:pt x="102291" y="137948"/>
                    <a:pt x="98418" y="142244"/>
                    <a:pt x="98418" y="146969"/>
                  </a:cubicBezTo>
                  <a:cubicBezTo>
                    <a:pt x="98418" y="152125"/>
                    <a:pt x="102291" y="156421"/>
                    <a:pt x="107455" y="156421"/>
                  </a:cubicBezTo>
                  <a:cubicBezTo>
                    <a:pt x="112618" y="156421"/>
                    <a:pt x="116921" y="152125"/>
                    <a:pt x="116921" y="146969"/>
                  </a:cubicBezTo>
                  <a:cubicBezTo>
                    <a:pt x="116921" y="142244"/>
                    <a:pt x="112618" y="137948"/>
                    <a:pt x="107455" y="137948"/>
                  </a:cubicBezTo>
                  <a:close/>
                  <a:moveTo>
                    <a:pt x="207715" y="130645"/>
                  </a:moveTo>
                  <a:cubicBezTo>
                    <a:pt x="202982" y="130645"/>
                    <a:pt x="198679" y="134941"/>
                    <a:pt x="198679" y="140096"/>
                  </a:cubicBezTo>
                  <a:cubicBezTo>
                    <a:pt x="198679" y="145251"/>
                    <a:pt x="202982" y="149117"/>
                    <a:pt x="207715" y="149117"/>
                  </a:cubicBezTo>
                  <a:cubicBezTo>
                    <a:pt x="212879" y="149117"/>
                    <a:pt x="217182" y="145251"/>
                    <a:pt x="217182" y="140096"/>
                  </a:cubicBezTo>
                  <a:cubicBezTo>
                    <a:pt x="217182" y="134941"/>
                    <a:pt x="212879" y="130645"/>
                    <a:pt x="207715" y="130645"/>
                  </a:cubicBezTo>
                  <a:close/>
                  <a:moveTo>
                    <a:pt x="489134" y="103150"/>
                  </a:moveTo>
                  <a:cubicBezTo>
                    <a:pt x="483970" y="103150"/>
                    <a:pt x="479667" y="107017"/>
                    <a:pt x="479667" y="112172"/>
                  </a:cubicBezTo>
                  <a:cubicBezTo>
                    <a:pt x="479667" y="117327"/>
                    <a:pt x="483970" y="121623"/>
                    <a:pt x="489134" y="121623"/>
                  </a:cubicBezTo>
                  <a:cubicBezTo>
                    <a:pt x="494297" y="121623"/>
                    <a:pt x="498600" y="117327"/>
                    <a:pt x="498600" y="112172"/>
                  </a:cubicBezTo>
                  <a:cubicBezTo>
                    <a:pt x="498600" y="107017"/>
                    <a:pt x="494297" y="103150"/>
                    <a:pt x="489134" y="103150"/>
                  </a:cubicBezTo>
                  <a:close/>
                  <a:moveTo>
                    <a:pt x="489134" y="94558"/>
                  </a:moveTo>
                  <a:cubicBezTo>
                    <a:pt x="499030" y="94558"/>
                    <a:pt x="507206" y="102291"/>
                    <a:pt x="507206" y="112172"/>
                  </a:cubicBezTo>
                  <a:cubicBezTo>
                    <a:pt x="507206" y="122053"/>
                    <a:pt x="499030" y="130215"/>
                    <a:pt x="489134" y="130215"/>
                  </a:cubicBezTo>
                  <a:cubicBezTo>
                    <a:pt x="487843" y="130215"/>
                    <a:pt x="486552" y="129785"/>
                    <a:pt x="485261" y="129785"/>
                  </a:cubicBezTo>
                  <a:lnTo>
                    <a:pt x="445673" y="177471"/>
                  </a:lnTo>
                  <a:cubicBezTo>
                    <a:pt x="446533" y="179619"/>
                    <a:pt x="446964" y="181337"/>
                    <a:pt x="446964" y="183485"/>
                  </a:cubicBezTo>
                  <a:cubicBezTo>
                    <a:pt x="446964" y="193366"/>
                    <a:pt x="438788" y="201528"/>
                    <a:pt x="428891" y="201528"/>
                  </a:cubicBezTo>
                  <a:cubicBezTo>
                    <a:pt x="419855" y="201528"/>
                    <a:pt x="412109" y="194225"/>
                    <a:pt x="411249" y="185633"/>
                  </a:cubicBezTo>
                  <a:lnTo>
                    <a:pt x="366497" y="163294"/>
                  </a:lnTo>
                  <a:cubicBezTo>
                    <a:pt x="363485" y="165442"/>
                    <a:pt x="359612" y="167161"/>
                    <a:pt x="355309" y="167161"/>
                  </a:cubicBezTo>
                  <a:cubicBezTo>
                    <a:pt x="353158" y="167161"/>
                    <a:pt x="351006" y="166731"/>
                    <a:pt x="348855" y="165872"/>
                  </a:cubicBezTo>
                  <a:lnTo>
                    <a:pt x="304964" y="205824"/>
                  </a:lnTo>
                  <a:cubicBezTo>
                    <a:pt x="304964" y="206684"/>
                    <a:pt x="304964" y="207543"/>
                    <a:pt x="304964" y="208402"/>
                  </a:cubicBezTo>
                  <a:cubicBezTo>
                    <a:pt x="304964" y="218283"/>
                    <a:pt x="297218" y="226445"/>
                    <a:pt x="287321" y="226445"/>
                  </a:cubicBezTo>
                  <a:cubicBezTo>
                    <a:pt x="277424" y="226445"/>
                    <a:pt x="269249" y="218283"/>
                    <a:pt x="269249" y="208402"/>
                  </a:cubicBezTo>
                  <a:cubicBezTo>
                    <a:pt x="269249" y="207972"/>
                    <a:pt x="269679" y="207113"/>
                    <a:pt x="269679" y="206254"/>
                  </a:cubicBezTo>
                  <a:lnTo>
                    <a:pt x="214600" y="156421"/>
                  </a:lnTo>
                  <a:cubicBezTo>
                    <a:pt x="212449" y="157280"/>
                    <a:pt x="210297" y="157709"/>
                    <a:pt x="207715" y="157709"/>
                  </a:cubicBezTo>
                  <a:cubicBezTo>
                    <a:pt x="201691" y="157709"/>
                    <a:pt x="196097" y="154273"/>
                    <a:pt x="192655" y="149547"/>
                  </a:cubicBezTo>
                  <a:lnTo>
                    <a:pt x="123376" y="154702"/>
                  </a:lnTo>
                  <a:cubicBezTo>
                    <a:pt x="120794" y="160717"/>
                    <a:pt x="114770" y="165013"/>
                    <a:pt x="107455" y="165013"/>
                  </a:cubicBezTo>
                  <a:cubicBezTo>
                    <a:pt x="97558" y="165013"/>
                    <a:pt x="89812" y="156850"/>
                    <a:pt x="89812" y="146969"/>
                  </a:cubicBezTo>
                  <a:cubicBezTo>
                    <a:pt x="89812" y="137518"/>
                    <a:pt x="97558" y="129356"/>
                    <a:pt x="107455" y="129356"/>
                  </a:cubicBezTo>
                  <a:cubicBezTo>
                    <a:pt x="113909" y="129356"/>
                    <a:pt x="119503" y="132793"/>
                    <a:pt x="122515" y="137518"/>
                  </a:cubicBezTo>
                  <a:lnTo>
                    <a:pt x="191794" y="132363"/>
                  </a:lnTo>
                  <a:cubicBezTo>
                    <a:pt x="194806" y="126349"/>
                    <a:pt x="200830" y="122053"/>
                    <a:pt x="207715" y="122053"/>
                  </a:cubicBezTo>
                  <a:cubicBezTo>
                    <a:pt x="217612" y="122053"/>
                    <a:pt x="225788" y="130215"/>
                    <a:pt x="225788" y="140096"/>
                  </a:cubicBezTo>
                  <a:cubicBezTo>
                    <a:pt x="225788" y="140955"/>
                    <a:pt x="225788" y="142244"/>
                    <a:pt x="225358" y="143103"/>
                  </a:cubicBezTo>
                  <a:lnTo>
                    <a:pt x="279576" y="192507"/>
                  </a:lnTo>
                  <a:cubicBezTo>
                    <a:pt x="282158" y="191218"/>
                    <a:pt x="284740" y="190789"/>
                    <a:pt x="287321" y="190789"/>
                  </a:cubicBezTo>
                  <a:cubicBezTo>
                    <a:pt x="289903" y="190789"/>
                    <a:pt x="292055" y="191218"/>
                    <a:pt x="294206" y="192077"/>
                  </a:cubicBezTo>
                  <a:lnTo>
                    <a:pt x="337667" y="152554"/>
                  </a:lnTo>
                  <a:cubicBezTo>
                    <a:pt x="337667" y="151695"/>
                    <a:pt x="337667" y="150406"/>
                    <a:pt x="337667" y="149117"/>
                  </a:cubicBezTo>
                  <a:cubicBezTo>
                    <a:pt x="337667" y="139237"/>
                    <a:pt x="345412" y="131504"/>
                    <a:pt x="355309" y="131504"/>
                  </a:cubicBezTo>
                  <a:cubicBezTo>
                    <a:pt x="364346" y="131504"/>
                    <a:pt x="372091" y="138377"/>
                    <a:pt x="372952" y="146969"/>
                  </a:cubicBezTo>
                  <a:lnTo>
                    <a:pt x="418133" y="169738"/>
                  </a:lnTo>
                  <a:cubicBezTo>
                    <a:pt x="421146" y="167161"/>
                    <a:pt x="425018" y="165872"/>
                    <a:pt x="428891" y="165872"/>
                  </a:cubicBezTo>
                  <a:cubicBezTo>
                    <a:pt x="430182" y="165872"/>
                    <a:pt x="431473" y="165872"/>
                    <a:pt x="432764" y="166301"/>
                  </a:cubicBezTo>
                  <a:lnTo>
                    <a:pt x="472352" y="118186"/>
                  </a:lnTo>
                  <a:cubicBezTo>
                    <a:pt x="471921" y="116468"/>
                    <a:pt x="471061" y="114320"/>
                    <a:pt x="471061" y="112172"/>
                  </a:cubicBezTo>
                  <a:cubicBezTo>
                    <a:pt x="471061" y="102291"/>
                    <a:pt x="479237" y="94558"/>
                    <a:pt x="489134" y="94558"/>
                  </a:cubicBezTo>
                  <a:close/>
                  <a:moveTo>
                    <a:pt x="53702" y="22772"/>
                  </a:moveTo>
                  <a:lnTo>
                    <a:pt x="53702" y="305917"/>
                  </a:lnTo>
                  <a:lnTo>
                    <a:pt x="542962" y="305917"/>
                  </a:lnTo>
                  <a:lnTo>
                    <a:pt x="542962" y="22772"/>
                  </a:lnTo>
                  <a:close/>
                  <a:moveTo>
                    <a:pt x="53702" y="0"/>
                  </a:moveTo>
                  <a:lnTo>
                    <a:pt x="542962" y="0"/>
                  </a:lnTo>
                  <a:cubicBezTo>
                    <a:pt x="555871" y="0"/>
                    <a:pt x="566198" y="9882"/>
                    <a:pt x="566198" y="22772"/>
                  </a:cubicBezTo>
                  <a:lnTo>
                    <a:pt x="566198" y="305917"/>
                  </a:lnTo>
                  <a:cubicBezTo>
                    <a:pt x="566198" y="318806"/>
                    <a:pt x="555871" y="329118"/>
                    <a:pt x="542962" y="329118"/>
                  </a:cubicBezTo>
                  <a:lnTo>
                    <a:pt x="53702" y="329118"/>
                  </a:lnTo>
                  <a:cubicBezTo>
                    <a:pt x="40793" y="329118"/>
                    <a:pt x="30466" y="318806"/>
                    <a:pt x="30466" y="305917"/>
                  </a:cubicBezTo>
                  <a:lnTo>
                    <a:pt x="30466" y="22772"/>
                  </a:lnTo>
                  <a:cubicBezTo>
                    <a:pt x="30466" y="9882"/>
                    <a:pt x="40793" y="0"/>
                    <a:pt x="53702" y="0"/>
                  </a:cubicBezTo>
                  <a:close/>
                </a:path>
              </a:pathLst>
            </a:custGeom>
            <a:solidFill>
              <a:schemeClr val="bg1"/>
            </a:solidFill>
            <a:ln>
              <a:noFill/>
            </a:ln>
          </p:spPr>
        </p:sp>
      </p:grpSp>
      <p:grpSp>
        <p:nvGrpSpPr>
          <p:cNvPr id="9" name="组合 8"/>
          <p:cNvGrpSpPr/>
          <p:nvPr/>
        </p:nvGrpSpPr>
        <p:grpSpPr bwMode="gray">
          <a:xfrm>
            <a:off x="485337" y="2581915"/>
            <a:ext cx="359859" cy="359859"/>
            <a:chOff x="485526" y="2877913"/>
            <a:chExt cx="360000" cy="360000"/>
          </a:xfrm>
        </p:grpSpPr>
        <p:sp>
          <p:nvSpPr>
            <p:cNvPr id="126" name="iṩ1îdè">
              <a:extLst>
                <a:ext uri="{FF2B5EF4-FFF2-40B4-BE49-F238E27FC236}">
                  <a16:creationId xmlns:a16="http://schemas.microsoft.com/office/drawing/2014/main" id="{7F2033B8-3D85-4EBC-B06A-35DC8DC5989D}"/>
                </a:ext>
              </a:extLst>
            </p:cNvPr>
            <p:cNvSpPr/>
            <p:nvPr/>
          </p:nvSpPr>
          <p:spPr bwMode="gray">
            <a:xfrm rot="10800000" flipV="1">
              <a:off x="485526" y="2877913"/>
              <a:ext cx="360000" cy="3600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51" name="warning_94911"/>
            <p:cNvSpPr>
              <a:spLocks/>
            </p:cNvSpPr>
            <p:nvPr/>
          </p:nvSpPr>
          <p:spPr bwMode="gray">
            <a:xfrm>
              <a:off x="564003" y="2951241"/>
              <a:ext cx="203046" cy="202752"/>
            </a:xfrm>
            <a:custGeom>
              <a:avLst/>
              <a:gdLst>
                <a:gd name="T0" fmla="*/ 4733 w 4773"/>
                <a:gd name="T1" fmla="*/ 4096 h 4367"/>
                <a:gd name="T2" fmla="*/ 2541 w 4773"/>
                <a:gd name="T3" fmla="*/ 107 h 4367"/>
                <a:gd name="T4" fmla="*/ 2387 w 4773"/>
                <a:gd name="T5" fmla="*/ 0 h 4367"/>
                <a:gd name="T6" fmla="*/ 2232 w 4773"/>
                <a:gd name="T7" fmla="*/ 107 h 4367"/>
                <a:gd name="T8" fmla="*/ 40 w 4773"/>
                <a:gd name="T9" fmla="*/ 4096 h 4367"/>
                <a:gd name="T10" fmla="*/ 31 w 4773"/>
                <a:gd name="T11" fmla="*/ 4283 h 4367"/>
                <a:gd name="T12" fmla="*/ 202 w 4773"/>
                <a:gd name="T13" fmla="*/ 4367 h 4367"/>
                <a:gd name="T14" fmla="*/ 4571 w 4773"/>
                <a:gd name="T15" fmla="*/ 4367 h 4367"/>
                <a:gd name="T16" fmla="*/ 4742 w 4773"/>
                <a:gd name="T17" fmla="*/ 4283 h 4367"/>
                <a:gd name="T18" fmla="*/ 4733 w 4773"/>
                <a:gd name="T19" fmla="*/ 4096 h 4367"/>
                <a:gd name="T20" fmla="*/ 2064 w 4773"/>
                <a:gd name="T21" fmla="*/ 1055 h 4367"/>
                <a:gd name="T22" fmla="*/ 2111 w 4773"/>
                <a:gd name="T23" fmla="*/ 1034 h 4367"/>
                <a:gd name="T24" fmla="*/ 2656 w 4773"/>
                <a:gd name="T25" fmla="*/ 1034 h 4367"/>
                <a:gd name="T26" fmla="*/ 2703 w 4773"/>
                <a:gd name="T27" fmla="*/ 1055 h 4367"/>
                <a:gd name="T28" fmla="*/ 2721 w 4773"/>
                <a:gd name="T29" fmla="*/ 1104 h 4367"/>
                <a:gd name="T30" fmla="*/ 2652 w 4773"/>
                <a:gd name="T31" fmla="*/ 2965 h 4367"/>
                <a:gd name="T32" fmla="*/ 2583 w 4773"/>
                <a:gd name="T33" fmla="*/ 3034 h 4367"/>
                <a:gd name="T34" fmla="*/ 2179 w 4773"/>
                <a:gd name="T35" fmla="*/ 3034 h 4367"/>
                <a:gd name="T36" fmla="*/ 2111 w 4773"/>
                <a:gd name="T37" fmla="*/ 2966 h 4367"/>
                <a:gd name="T38" fmla="*/ 2046 w 4773"/>
                <a:gd name="T39" fmla="*/ 1105 h 4367"/>
                <a:gd name="T40" fmla="*/ 2064 w 4773"/>
                <a:gd name="T41" fmla="*/ 1055 h 4367"/>
                <a:gd name="T42" fmla="*/ 2386 w 4773"/>
                <a:gd name="T43" fmla="*/ 4013 h 4367"/>
                <a:gd name="T44" fmla="*/ 2026 w 4773"/>
                <a:gd name="T45" fmla="*/ 3635 h 4367"/>
                <a:gd name="T46" fmla="*/ 2381 w 4773"/>
                <a:gd name="T47" fmla="*/ 3252 h 4367"/>
                <a:gd name="T48" fmla="*/ 2737 w 4773"/>
                <a:gd name="T49" fmla="*/ 3635 h 4367"/>
                <a:gd name="T50" fmla="*/ 2386 w 4773"/>
                <a:gd name="T51" fmla="*/ 4013 h 4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73" h="4367">
                  <a:moveTo>
                    <a:pt x="4733" y="4096"/>
                  </a:moveTo>
                  <a:lnTo>
                    <a:pt x="2541" y="107"/>
                  </a:lnTo>
                  <a:cubicBezTo>
                    <a:pt x="2504" y="39"/>
                    <a:pt x="2448" y="0"/>
                    <a:pt x="2387" y="0"/>
                  </a:cubicBezTo>
                  <a:cubicBezTo>
                    <a:pt x="2326" y="0"/>
                    <a:pt x="2269" y="39"/>
                    <a:pt x="2232" y="107"/>
                  </a:cubicBezTo>
                  <a:lnTo>
                    <a:pt x="40" y="4096"/>
                  </a:lnTo>
                  <a:cubicBezTo>
                    <a:pt x="3" y="4162"/>
                    <a:pt x="0" y="4231"/>
                    <a:pt x="31" y="4283"/>
                  </a:cubicBezTo>
                  <a:cubicBezTo>
                    <a:pt x="63" y="4337"/>
                    <a:pt x="125" y="4367"/>
                    <a:pt x="202" y="4367"/>
                  </a:cubicBezTo>
                  <a:lnTo>
                    <a:pt x="4571" y="4367"/>
                  </a:lnTo>
                  <a:cubicBezTo>
                    <a:pt x="4648" y="4367"/>
                    <a:pt x="4710" y="4337"/>
                    <a:pt x="4742" y="4283"/>
                  </a:cubicBezTo>
                  <a:cubicBezTo>
                    <a:pt x="4773" y="4231"/>
                    <a:pt x="4770" y="4162"/>
                    <a:pt x="4733" y="4096"/>
                  </a:cubicBezTo>
                  <a:close/>
                  <a:moveTo>
                    <a:pt x="2064" y="1055"/>
                  </a:moveTo>
                  <a:cubicBezTo>
                    <a:pt x="2076" y="1043"/>
                    <a:pt x="2093" y="1034"/>
                    <a:pt x="2111" y="1034"/>
                  </a:cubicBezTo>
                  <a:lnTo>
                    <a:pt x="2656" y="1034"/>
                  </a:lnTo>
                  <a:cubicBezTo>
                    <a:pt x="2674" y="1034"/>
                    <a:pt x="2691" y="1043"/>
                    <a:pt x="2703" y="1055"/>
                  </a:cubicBezTo>
                  <a:cubicBezTo>
                    <a:pt x="2715" y="1068"/>
                    <a:pt x="2722" y="1086"/>
                    <a:pt x="2721" y="1104"/>
                  </a:cubicBezTo>
                  <a:lnTo>
                    <a:pt x="2652" y="2965"/>
                  </a:lnTo>
                  <a:cubicBezTo>
                    <a:pt x="2651" y="3002"/>
                    <a:pt x="2620" y="3034"/>
                    <a:pt x="2583" y="3034"/>
                  </a:cubicBezTo>
                  <a:lnTo>
                    <a:pt x="2179" y="3034"/>
                  </a:lnTo>
                  <a:cubicBezTo>
                    <a:pt x="2143" y="3034"/>
                    <a:pt x="2112" y="3002"/>
                    <a:pt x="2111" y="2966"/>
                  </a:cubicBezTo>
                  <a:lnTo>
                    <a:pt x="2046" y="1105"/>
                  </a:lnTo>
                  <a:cubicBezTo>
                    <a:pt x="2045" y="1087"/>
                    <a:pt x="2052" y="1068"/>
                    <a:pt x="2064" y="1055"/>
                  </a:cubicBezTo>
                  <a:close/>
                  <a:moveTo>
                    <a:pt x="2386" y="4013"/>
                  </a:moveTo>
                  <a:cubicBezTo>
                    <a:pt x="2181" y="4013"/>
                    <a:pt x="2026" y="3850"/>
                    <a:pt x="2026" y="3635"/>
                  </a:cubicBezTo>
                  <a:cubicBezTo>
                    <a:pt x="2026" y="3417"/>
                    <a:pt x="2179" y="3252"/>
                    <a:pt x="2381" y="3252"/>
                  </a:cubicBezTo>
                  <a:cubicBezTo>
                    <a:pt x="2590" y="3252"/>
                    <a:pt x="2737" y="3409"/>
                    <a:pt x="2737" y="3635"/>
                  </a:cubicBezTo>
                  <a:cubicBezTo>
                    <a:pt x="2737" y="3857"/>
                    <a:pt x="2592" y="4013"/>
                    <a:pt x="2386" y="4013"/>
                  </a:cubicBezTo>
                  <a:close/>
                </a:path>
              </a:pathLst>
            </a:custGeom>
            <a:solidFill>
              <a:schemeClr val="bg1"/>
            </a:solidFill>
            <a:ln>
              <a:noFill/>
            </a:ln>
          </p:spPr>
        </p:sp>
      </p:grpSp>
      <p:sp>
        <p:nvSpPr>
          <p:cNvPr id="131" name="íŝlíďé">
            <a:extLst>
              <a:ext uri="{FF2B5EF4-FFF2-40B4-BE49-F238E27FC236}">
                <a16:creationId xmlns:a16="http://schemas.microsoft.com/office/drawing/2014/main" id="{E7C05249-EC6B-4A31-B592-1B7DA1FC1C4D}"/>
              </a:ext>
            </a:extLst>
          </p:cNvPr>
          <p:cNvSpPr/>
          <p:nvPr/>
        </p:nvSpPr>
        <p:spPr bwMode="gray">
          <a:xfrm rot="10800000" flipV="1">
            <a:off x="485337" y="3537092"/>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52" name="school-book_74303"/>
          <p:cNvSpPr>
            <a:spLocks/>
          </p:cNvSpPr>
          <p:nvPr/>
        </p:nvSpPr>
        <p:spPr bwMode="gray">
          <a:xfrm>
            <a:off x="585754" y="3620061"/>
            <a:ext cx="159024" cy="193920"/>
          </a:xfrm>
          <a:custGeom>
            <a:avLst/>
            <a:gdLst>
              <a:gd name="T0" fmla="*/ 532 w 3373"/>
              <a:gd name="T1" fmla="*/ 381 h 4441"/>
              <a:gd name="T2" fmla="*/ 3373 w 3373"/>
              <a:gd name="T3" fmla="*/ 381 h 4441"/>
              <a:gd name="T4" fmla="*/ 3373 w 3373"/>
              <a:gd name="T5" fmla="*/ 0 h 4441"/>
              <a:gd name="T6" fmla="*/ 532 w 3373"/>
              <a:gd name="T7" fmla="*/ 0 h 4441"/>
              <a:gd name="T8" fmla="*/ 0 w 3373"/>
              <a:gd name="T9" fmla="*/ 532 h 4441"/>
              <a:gd name="T10" fmla="*/ 0 w 3373"/>
              <a:gd name="T11" fmla="*/ 4012 h 4441"/>
              <a:gd name="T12" fmla="*/ 429 w 3373"/>
              <a:gd name="T13" fmla="*/ 4441 h 4441"/>
              <a:gd name="T14" fmla="*/ 3373 w 3373"/>
              <a:gd name="T15" fmla="*/ 4441 h 4441"/>
              <a:gd name="T16" fmla="*/ 3373 w 3373"/>
              <a:gd name="T17" fmla="*/ 683 h 4441"/>
              <a:gd name="T18" fmla="*/ 532 w 3373"/>
              <a:gd name="T19" fmla="*/ 683 h 4441"/>
              <a:gd name="T20" fmla="*/ 381 w 3373"/>
              <a:gd name="T21" fmla="*/ 532 h 4441"/>
              <a:gd name="T22" fmla="*/ 532 w 3373"/>
              <a:gd name="T23" fmla="*/ 381 h 4441"/>
              <a:gd name="T24" fmla="*/ 1397 w 3373"/>
              <a:gd name="T25" fmla="*/ 3011 h 4441"/>
              <a:gd name="T26" fmla="*/ 2854 w 3373"/>
              <a:gd name="T27" fmla="*/ 3011 h 4441"/>
              <a:gd name="T28" fmla="*/ 2854 w 3373"/>
              <a:gd name="T29" fmla="*/ 3794 h 4441"/>
              <a:gd name="T30" fmla="*/ 1397 w 3373"/>
              <a:gd name="T31" fmla="*/ 3794 h 4441"/>
              <a:gd name="T32" fmla="*/ 1397 w 3373"/>
              <a:gd name="T33" fmla="*/ 3011 h 4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373" h="4441">
                <a:moveTo>
                  <a:pt x="532" y="381"/>
                </a:moveTo>
                <a:lnTo>
                  <a:pt x="3373" y="381"/>
                </a:lnTo>
                <a:lnTo>
                  <a:pt x="3373" y="0"/>
                </a:lnTo>
                <a:lnTo>
                  <a:pt x="532" y="0"/>
                </a:lnTo>
                <a:cubicBezTo>
                  <a:pt x="239" y="0"/>
                  <a:pt x="0" y="239"/>
                  <a:pt x="0" y="532"/>
                </a:cubicBezTo>
                <a:lnTo>
                  <a:pt x="0" y="4012"/>
                </a:lnTo>
                <a:cubicBezTo>
                  <a:pt x="0" y="4248"/>
                  <a:pt x="192" y="4441"/>
                  <a:pt x="429" y="4441"/>
                </a:cubicBezTo>
                <a:lnTo>
                  <a:pt x="3373" y="4441"/>
                </a:lnTo>
                <a:lnTo>
                  <a:pt x="3373" y="683"/>
                </a:lnTo>
                <a:lnTo>
                  <a:pt x="532" y="683"/>
                </a:lnTo>
                <a:cubicBezTo>
                  <a:pt x="449" y="683"/>
                  <a:pt x="381" y="616"/>
                  <a:pt x="381" y="532"/>
                </a:cubicBezTo>
                <a:cubicBezTo>
                  <a:pt x="381" y="449"/>
                  <a:pt x="449" y="381"/>
                  <a:pt x="532" y="381"/>
                </a:cubicBezTo>
                <a:close/>
                <a:moveTo>
                  <a:pt x="1397" y="3011"/>
                </a:moveTo>
                <a:lnTo>
                  <a:pt x="2854" y="3011"/>
                </a:lnTo>
                <a:lnTo>
                  <a:pt x="2854" y="3794"/>
                </a:lnTo>
                <a:lnTo>
                  <a:pt x="1397" y="3794"/>
                </a:lnTo>
                <a:lnTo>
                  <a:pt x="1397" y="3011"/>
                </a:lnTo>
                <a:close/>
              </a:path>
            </a:pathLst>
          </a:custGeom>
          <a:solidFill>
            <a:schemeClr val="bg1"/>
          </a:solidFill>
          <a:ln>
            <a:noFill/>
          </a:ln>
        </p:spPr>
      </p:sp>
      <p:grpSp>
        <p:nvGrpSpPr>
          <p:cNvPr id="6" name="组合 5"/>
          <p:cNvGrpSpPr/>
          <p:nvPr/>
        </p:nvGrpSpPr>
        <p:grpSpPr bwMode="gray">
          <a:xfrm>
            <a:off x="485338" y="5444368"/>
            <a:ext cx="359859" cy="359859"/>
            <a:chOff x="485527" y="5580861"/>
            <a:chExt cx="360000" cy="360000"/>
          </a:xfrm>
        </p:grpSpPr>
        <p:sp>
          <p:nvSpPr>
            <p:cNvPr id="30" name="íṡ1íḋê">
              <a:extLst>
                <a:ext uri="{FF2B5EF4-FFF2-40B4-BE49-F238E27FC236}">
                  <a16:creationId xmlns:a16="http://schemas.microsoft.com/office/drawing/2014/main" id="{87A1502E-FF5A-402F-AE9A-604F51135206}"/>
                </a:ext>
              </a:extLst>
            </p:cNvPr>
            <p:cNvSpPr/>
            <p:nvPr/>
          </p:nvSpPr>
          <p:spPr bwMode="gray">
            <a:xfrm rot="10800000" flipV="1">
              <a:off x="485527" y="5580861"/>
              <a:ext cx="360000" cy="3600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rgbClr val="56C4D2"/>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799"/>
            </a:p>
          </p:txBody>
        </p:sp>
        <p:sp>
          <p:nvSpPr>
            <p:cNvPr id="27" name="day-one_15009"/>
            <p:cNvSpPr>
              <a:spLocks/>
            </p:cNvSpPr>
            <p:nvPr/>
          </p:nvSpPr>
          <p:spPr bwMode="gray">
            <a:xfrm>
              <a:off x="585780" y="5693830"/>
              <a:ext cx="159493" cy="134060"/>
            </a:xfrm>
            <a:custGeom>
              <a:avLst/>
              <a:gdLst>
                <a:gd name="connsiteX0" fmla="*/ 272898 w 535495"/>
                <a:gd name="connsiteY0" fmla="*/ 266504 h 603606"/>
                <a:gd name="connsiteX1" fmla="*/ 301320 w 535495"/>
                <a:gd name="connsiteY1" fmla="*/ 266504 h 603606"/>
                <a:gd name="connsiteX2" fmla="*/ 301320 w 535495"/>
                <a:gd name="connsiteY2" fmla="*/ 509798 h 603606"/>
                <a:gd name="connsiteX3" fmla="*/ 269453 w 535495"/>
                <a:gd name="connsiteY3" fmla="*/ 509798 h 603606"/>
                <a:gd name="connsiteX4" fmla="*/ 269453 w 535495"/>
                <a:gd name="connsiteY4" fmla="*/ 297453 h 603606"/>
                <a:gd name="connsiteX5" fmla="*/ 268592 w 535495"/>
                <a:gd name="connsiteY5" fmla="*/ 297453 h 603606"/>
                <a:gd name="connsiteX6" fmla="*/ 226389 w 535495"/>
                <a:gd name="connsiteY6" fmla="*/ 320665 h 603606"/>
                <a:gd name="connsiteX7" fmla="*/ 220360 w 535495"/>
                <a:gd name="connsiteY7" fmla="*/ 295734 h 603606"/>
                <a:gd name="connsiteX8" fmla="*/ 45629 w 535495"/>
                <a:gd name="connsiteY8" fmla="*/ 233016 h 603606"/>
                <a:gd name="connsiteX9" fmla="*/ 45629 w 535495"/>
                <a:gd name="connsiteY9" fmla="*/ 557175 h 603606"/>
                <a:gd name="connsiteX10" fmla="*/ 489866 w 535495"/>
                <a:gd name="connsiteY10" fmla="*/ 557175 h 603606"/>
                <a:gd name="connsiteX11" fmla="*/ 489866 w 535495"/>
                <a:gd name="connsiteY11" fmla="*/ 233016 h 603606"/>
                <a:gd name="connsiteX12" fmla="*/ 45629 w 535495"/>
                <a:gd name="connsiteY12" fmla="*/ 106620 h 603606"/>
                <a:gd name="connsiteX13" fmla="*/ 45629 w 535495"/>
                <a:gd name="connsiteY13" fmla="*/ 187445 h 603606"/>
                <a:gd name="connsiteX14" fmla="*/ 489866 w 535495"/>
                <a:gd name="connsiteY14" fmla="*/ 187445 h 603606"/>
                <a:gd name="connsiteX15" fmla="*/ 489866 w 535495"/>
                <a:gd name="connsiteY15" fmla="*/ 106620 h 603606"/>
                <a:gd name="connsiteX16" fmla="*/ 420992 w 535495"/>
                <a:gd name="connsiteY16" fmla="*/ 106620 h 603606"/>
                <a:gd name="connsiteX17" fmla="*/ 420992 w 535495"/>
                <a:gd name="connsiteY17" fmla="*/ 129835 h 603606"/>
                <a:gd name="connsiteX18" fmla="*/ 397747 w 535495"/>
                <a:gd name="connsiteY18" fmla="*/ 153051 h 603606"/>
                <a:gd name="connsiteX19" fmla="*/ 374502 w 535495"/>
                <a:gd name="connsiteY19" fmla="*/ 129835 h 603606"/>
                <a:gd name="connsiteX20" fmla="*/ 374502 w 535495"/>
                <a:gd name="connsiteY20" fmla="*/ 106620 h 603606"/>
                <a:gd name="connsiteX21" fmla="*/ 167880 w 535495"/>
                <a:gd name="connsiteY21" fmla="*/ 106620 h 603606"/>
                <a:gd name="connsiteX22" fmla="*/ 167880 w 535495"/>
                <a:gd name="connsiteY22" fmla="*/ 129835 h 603606"/>
                <a:gd name="connsiteX23" fmla="*/ 145496 w 535495"/>
                <a:gd name="connsiteY23" fmla="*/ 153051 h 603606"/>
                <a:gd name="connsiteX24" fmla="*/ 122251 w 535495"/>
                <a:gd name="connsiteY24" fmla="*/ 129835 h 603606"/>
                <a:gd name="connsiteX25" fmla="*/ 122251 w 535495"/>
                <a:gd name="connsiteY25" fmla="*/ 106620 h 603606"/>
                <a:gd name="connsiteX26" fmla="*/ 145496 w 535495"/>
                <a:gd name="connsiteY26" fmla="*/ 0 h 603606"/>
                <a:gd name="connsiteX27" fmla="*/ 167880 w 535495"/>
                <a:gd name="connsiteY27" fmla="*/ 23216 h 603606"/>
                <a:gd name="connsiteX28" fmla="*/ 167880 w 535495"/>
                <a:gd name="connsiteY28" fmla="*/ 61048 h 603606"/>
                <a:gd name="connsiteX29" fmla="*/ 374502 w 535495"/>
                <a:gd name="connsiteY29" fmla="*/ 61048 h 603606"/>
                <a:gd name="connsiteX30" fmla="*/ 374502 w 535495"/>
                <a:gd name="connsiteY30" fmla="*/ 23216 h 603606"/>
                <a:gd name="connsiteX31" fmla="*/ 397747 w 535495"/>
                <a:gd name="connsiteY31" fmla="*/ 0 h 603606"/>
                <a:gd name="connsiteX32" fmla="*/ 420992 w 535495"/>
                <a:gd name="connsiteY32" fmla="*/ 23216 h 603606"/>
                <a:gd name="connsiteX33" fmla="*/ 420992 w 535495"/>
                <a:gd name="connsiteY33" fmla="*/ 61048 h 603606"/>
                <a:gd name="connsiteX34" fmla="*/ 512250 w 535495"/>
                <a:gd name="connsiteY34" fmla="*/ 61048 h 603606"/>
                <a:gd name="connsiteX35" fmla="*/ 535495 w 535495"/>
                <a:gd name="connsiteY35" fmla="*/ 84264 h 603606"/>
                <a:gd name="connsiteX36" fmla="*/ 535495 w 535495"/>
                <a:gd name="connsiteY36" fmla="*/ 580390 h 603606"/>
                <a:gd name="connsiteX37" fmla="*/ 512250 w 535495"/>
                <a:gd name="connsiteY37" fmla="*/ 603606 h 603606"/>
                <a:gd name="connsiteX38" fmla="*/ 22384 w 535495"/>
                <a:gd name="connsiteY38" fmla="*/ 603606 h 603606"/>
                <a:gd name="connsiteX39" fmla="*/ 0 w 535495"/>
                <a:gd name="connsiteY39" fmla="*/ 580390 h 603606"/>
                <a:gd name="connsiteX40" fmla="*/ 0 w 535495"/>
                <a:gd name="connsiteY40" fmla="*/ 84264 h 603606"/>
                <a:gd name="connsiteX41" fmla="*/ 22384 w 535495"/>
                <a:gd name="connsiteY41" fmla="*/ 61048 h 603606"/>
                <a:gd name="connsiteX42" fmla="*/ 122251 w 535495"/>
                <a:gd name="connsiteY42" fmla="*/ 61048 h 603606"/>
                <a:gd name="connsiteX43" fmla="*/ 122251 w 535495"/>
                <a:gd name="connsiteY43" fmla="*/ 23216 h 603606"/>
                <a:gd name="connsiteX44" fmla="*/ 145496 w 535495"/>
                <a:gd name="connsiteY44" fmla="*/ 0 h 603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535495" h="603606">
                  <a:moveTo>
                    <a:pt x="272898" y="266504"/>
                  </a:moveTo>
                  <a:lnTo>
                    <a:pt x="301320" y="266504"/>
                  </a:lnTo>
                  <a:lnTo>
                    <a:pt x="301320" y="509798"/>
                  </a:lnTo>
                  <a:lnTo>
                    <a:pt x="269453" y="509798"/>
                  </a:lnTo>
                  <a:lnTo>
                    <a:pt x="269453" y="297453"/>
                  </a:lnTo>
                  <a:lnTo>
                    <a:pt x="268592" y="297453"/>
                  </a:lnTo>
                  <a:lnTo>
                    <a:pt x="226389" y="320665"/>
                  </a:lnTo>
                  <a:lnTo>
                    <a:pt x="220360" y="295734"/>
                  </a:lnTo>
                  <a:close/>
                  <a:moveTo>
                    <a:pt x="45629" y="233016"/>
                  </a:moveTo>
                  <a:lnTo>
                    <a:pt x="45629" y="557175"/>
                  </a:lnTo>
                  <a:lnTo>
                    <a:pt x="489866" y="557175"/>
                  </a:lnTo>
                  <a:lnTo>
                    <a:pt x="489866" y="233016"/>
                  </a:lnTo>
                  <a:close/>
                  <a:moveTo>
                    <a:pt x="45629" y="106620"/>
                  </a:moveTo>
                  <a:lnTo>
                    <a:pt x="45629" y="187445"/>
                  </a:lnTo>
                  <a:lnTo>
                    <a:pt x="489866" y="187445"/>
                  </a:lnTo>
                  <a:lnTo>
                    <a:pt x="489866" y="106620"/>
                  </a:lnTo>
                  <a:lnTo>
                    <a:pt x="420992" y="106620"/>
                  </a:lnTo>
                  <a:lnTo>
                    <a:pt x="420992" y="129835"/>
                  </a:lnTo>
                  <a:cubicBezTo>
                    <a:pt x="420992" y="142733"/>
                    <a:pt x="410661" y="153051"/>
                    <a:pt x="397747" y="153051"/>
                  </a:cubicBezTo>
                  <a:cubicBezTo>
                    <a:pt x="384833" y="153051"/>
                    <a:pt x="374502" y="142733"/>
                    <a:pt x="374502" y="129835"/>
                  </a:cubicBezTo>
                  <a:lnTo>
                    <a:pt x="374502" y="106620"/>
                  </a:lnTo>
                  <a:lnTo>
                    <a:pt x="167880" y="106620"/>
                  </a:lnTo>
                  <a:lnTo>
                    <a:pt x="167880" y="129835"/>
                  </a:lnTo>
                  <a:cubicBezTo>
                    <a:pt x="167880" y="142733"/>
                    <a:pt x="157549" y="153051"/>
                    <a:pt x="145496" y="153051"/>
                  </a:cubicBezTo>
                  <a:cubicBezTo>
                    <a:pt x="132582" y="153051"/>
                    <a:pt x="122251" y="142733"/>
                    <a:pt x="122251" y="129835"/>
                  </a:cubicBezTo>
                  <a:lnTo>
                    <a:pt x="122251" y="106620"/>
                  </a:lnTo>
                  <a:close/>
                  <a:moveTo>
                    <a:pt x="145496" y="0"/>
                  </a:moveTo>
                  <a:cubicBezTo>
                    <a:pt x="157549" y="0"/>
                    <a:pt x="167880" y="10318"/>
                    <a:pt x="167880" y="23216"/>
                  </a:cubicBezTo>
                  <a:lnTo>
                    <a:pt x="167880" y="61048"/>
                  </a:lnTo>
                  <a:lnTo>
                    <a:pt x="374502" y="61048"/>
                  </a:lnTo>
                  <a:lnTo>
                    <a:pt x="374502" y="23216"/>
                  </a:lnTo>
                  <a:cubicBezTo>
                    <a:pt x="374502" y="10318"/>
                    <a:pt x="384833" y="0"/>
                    <a:pt x="397747" y="0"/>
                  </a:cubicBezTo>
                  <a:cubicBezTo>
                    <a:pt x="410661" y="0"/>
                    <a:pt x="420992" y="10318"/>
                    <a:pt x="420992" y="23216"/>
                  </a:cubicBezTo>
                  <a:lnTo>
                    <a:pt x="420992" y="61048"/>
                  </a:lnTo>
                  <a:lnTo>
                    <a:pt x="512250" y="61048"/>
                  </a:lnTo>
                  <a:cubicBezTo>
                    <a:pt x="525164" y="61048"/>
                    <a:pt x="535495" y="71366"/>
                    <a:pt x="535495" y="84264"/>
                  </a:cubicBezTo>
                  <a:lnTo>
                    <a:pt x="535495" y="580390"/>
                  </a:lnTo>
                  <a:cubicBezTo>
                    <a:pt x="535495" y="593288"/>
                    <a:pt x="525164" y="603606"/>
                    <a:pt x="512250" y="603606"/>
                  </a:cubicBezTo>
                  <a:lnTo>
                    <a:pt x="22384" y="603606"/>
                  </a:lnTo>
                  <a:cubicBezTo>
                    <a:pt x="10331" y="603606"/>
                    <a:pt x="0" y="593288"/>
                    <a:pt x="0" y="580390"/>
                  </a:cubicBezTo>
                  <a:lnTo>
                    <a:pt x="0" y="84264"/>
                  </a:lnTo>
                  <a:cubicBezTo>
                    <a:pt x="0" y="71366"/>
                    <a:pt x="10331" y="61048"/>
                    <a:pt x="22384" y="61048"/>
                  </a:cubicBezTo>
                  <a:lnTo>
                    <a:pt x="122251" y="61048"/>
                  </a:lnTo>
                  <a:lnTo>
                    <a:pt x="122251" y="23216"/>
                  </a:lnTo>
                  <a:cubicBezTo>
                    <a:pt x="122251" y="10318"/>
                    <a:pt x="132582" y="0"/>
                    <a:pt x="145496" y="0"/>
                  </a:cubicBezTo>
                  <a:close/>
                </a:path>
              </a:pathLst>
            </a:custGeom>
            <a:solidFill>
              <a:schemeClr val="bg1"/>
            </a:solidFill>
            <a:ln>
              <a:solidFill>
                <a:schemeClr val="bg1"/>
              </a:solidFill>
            </a:ln>
          </p:spPr>
        </p:sp>
      </p:grpSp>
      <p:sp>
        <p:nvSpPr>
          <p:cNvPr id="37" name="íşḻïďe">
            <a:extLst>
              <a:ext uri="{FF2B5EF4-FFF2-40B4-BE49-F238E27FC236}">
                <a16:creationId xmlns:a16="http://schemas.microsoft.com/office/drawing/2014/main" id="{05246D82-A4F5-42F2-854D-C3D348D160CE}"/>
              </a:ext>
            </a:extLst>
          </p:cNvPr>
          <p:cNvSpPr txBox="1"/>
          <p:nvPr/>
        </p:nvSpPr>
        <p:spPr bwMode="gray">
          <a:xfrm>
            <a:off x="836816" y="5403480"/>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1399" b="1" dirty="0"/>
              <a:t>割接准备</a:t>
            </a:r>
            <a:endParaRPr lang="en-US" altLang="zh-CN" sz="1399" b="1" dirty="0"/>
          </a:p>
        </p:txBody>
      </p:sp>
      <p:sp>
        <p:nvSpPr>
          <p:cNvPr id="65" name="矩形 64"/>
          <p:cNvSpPr/>
          <p:nvPr/>
        </p:nvSpPr>
        <p:spPr bwMode="gray">
          <a:xfrm>
            <a:off x="3656173" y="1421561"/>
            <a:ext cx="6435993" cy="2573714"/>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599" kern="0">
              <a:solidFill>
                <a:srgbClr val="1D1D1A"/>
              </a:solidFill>
              <a:latin typeface="Huawei Sans" panose="020C0503030203020204" pitchFamily="34" charset="0"/>
              <a:ea typeface="方正兰亭黑简体" panose="02000000000000000000" pitchFamily="2" charset="-122"/>
            </a:endParaRPr>
          </a:p>
        </p:txBody>
      </p:sp>
      <p:sp>
        <p:nvSpPr>
          <p:cNvPr id="66" name="文本框 65"/>
          <p:cNvSpPr txBox="1"/>
          <p:nvPr/>
        </p:nvSpPr>
        <p:spPr bwMode="gray">
          <a:xfrm>
            <a:off x="6010901" y="1251820"/>
            <a:ext cx="1726534" cy="339482"/>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600" kern="0">
                <a:solidFill>
                  <a:srgbClr val="1D1D1A"/>
                </a:solidFill>
                <a:latin typeface="Huawei Sans" panose="020C0503030203020204" pitchFamily="34" charset="0"/>
                <a:ea typeface="方正兰亭黑简体" panose="02000000000000000000"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1599" dirty="0"/>
              <a:t>工具</a:t>
            </a:r>
          </a:p>
        </p:txBody>
      </p:sp>
      <p:sp>
        <p:nvSpPr>
          <p:cNvPr id="80" name="矩形 79"/>
          <p:cNvSpPr/>
          <p:nvPr/>
        </p:nvSpPr>
        <p:spPr bwMode="gray">
          <a:xfrm>
            <a:off x="3656173" y="4243163"/>
            <a:ext cx="6435993" cy="2043402"/>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599" kern="0">
              <a:solidFill>
                <a:srgbClr val="1D1D1A"/>
              </a:solidFill>
              <a:latin typeface="Huawei Sans" panose="020C0503030203020204" pitchFamily="34" charset="0"/>
              <a:ea typeface="方正兰亭黑简体" panose="02000000000000000000" pitchFamily="2" charset="-122"/>
            </a:endParaRPr>
          </a:p>
        </p:txBody>
      </p:sp>
      <p:sp>
        <p:nvSpPr>
          <p:cNvPr id="81" name="文本框 80"/>
          <p:cNvSpPr txBox="1"/>
          <p:nvPr/>
        </p:nvSpPr>
        <p:spPr bwMode="gray">
          <a:xfrm>
            <a:off x="6010901" y="4073421"/>
            <a:ext cx="1726534" cy="339482"/>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600" kern="0">
                <a:solidFill>
                  <a:srgbClr val="1D1D1A"/>
                </a:solidFill>
                <a:latin typeface="Huawei Sans" panose="020C0503030203020204" pitchFamily="34" charset="0"/>
                <a:ea typeface="方正兰亭黑简体" panose="02000000000000000000"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1599" dirty="0"/>
              <a:t>备件</a:t>
            </a:r>
          </a:p>
        </p:txBody>
      </p:sp>
      <p:sp>
        <p:nvSpPr>
          <p:cNvPr id="83" name="矩形 82"/>
          <p:cNvSpPr/>
          <p:nvPr/>
        </p:nvSpPr>
        <p:spPr bwMode="gray">
          <a:xfrm>
            <a:off x="4711236" y="4570753"/>
            <a:ext cx="4340931" cy="412839"/>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indent="-173087" algn="ctr"/>
            <a:r>
              <a:rPr lang="zh-CN" altLang="en-US" sz="1599" dirty="0">
                <a:latin typeface="+mn-ea"/>
              </a:rPr>
              <a:t>重要单板甚至设备整机备件</a:t>
            </a:r>
            <a:endParaRPr lang="en-US" altLang="zh-CN" sz="1599" dirty="0">
              <a:latin typeface="+mn-ea"/>
            </a:endParaRPr>
          </a:p>
        </p:txBody>
      </p:sp>
      <p:sp>
        <p:nvSpPr>
          <p:cNvPr id="86" name="矩形 85"/>
          <p:cNvSpPr/>
          <p:nvPr/>
        </p:nvSpPr>
        <p:spPr bwMode="gray">
          <a:xfrm>
            <a:off x="4711236" y="5123331"/>
            <a:ext cx="4340931" cy="412839"/>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indent="-173087" algn="ctr"/>
            <a:r>
              <a:rPr lang="zh-CN" altLang="en-US" sz="1599" dirty="0">
                <a:latin typeface="+mn-ea"/>
              </a:rPr>
              <a:t>旧版本、新版本的软件版本备份</a:t>
            </a:r>
            <a:endParaRPr lang="en-US" altLang="zh-CN" sz="1599" dirty="0">
              <a:latin typeface="+mn-ea"/>
            </a:endParaRPr>
          </a:p>
        </p:txBody>
      </p:sp>
      <p:sp>
        <p:nvSpPr>
          <p:cNvPr id="89" name="矩形 88"/>
          <p:cNvSpPr/>
          <p:nvPr/>
        </p:nvSpPr>
        <p:spPr bwMode="gray">
          <a:xfrm>
            <a:off x="4711236" y="5675908"/>
            <a:ext cx="4340931" cy="412839"/>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1D1D1A"/>
                </a:solidFill>
                <a:sym typeface="Huawei Sans" panose="020C0503030203020204" pitchFamily="34" charset="0"/>
              </a:rPr>
              <a:t>旧脚本、新脚本的备份</a:t>
            </a:r>
          </a:p>
        </p:txBody>
      </p:sp>
      <p:grpSp>
        <p:nvGrpSpPr>
          <p:cNvPr id="14" name="组合 13"/>
          <p:cNvGrpSpPr/>
          <p:nvPr/>
        </p:nvGrpSpPr>
        <p:grpSpPr bwMode="gray">
          <a:xfrm>
            <a:off x="4016423" y="1749152"/>
            <a:ext cx="5715491" cy="2128725"/>
            <a:chOff x="3837599" y="1748495"/>
            <a:chExt cx="5717724" cy="2129557"/>
          </a:xfrm>
        </p:grpSpPr>
        <p:grpSp>
          <p:nvGrpSpPr>
            <p:cNvPr id="13" name="组合 12"/>
            <p:cNvGrpSpPr/>
            <p:nvPr/>
          </p:nvGrpSpPr>
          <p:grpSpPr bwMode="gray">
            <a:xfrm>
              <a:off x="3837599" y="1748495"/>
              <a:ext cx="5717724" cy="413001"/>
              <a:chOff x="3837599" y="1748495"/>
              <a:chExt cx="5717724" cy="413001"/>
            </a:xfrm>
          </p:grpSpPr>
          <p:sp>
            <p:nvSpPr>
              <p:cNvPr id="67" name="矩形 66"/>
              <p:cNvSpPr/>
              <p:nvPr/>
            </p:nvSpPr>
            <p:spPr bwMode="gray">
              <a:xfrm>
                <a:off x="5212696" y="1748496"/>
                <a:ext cx="4342627" cy="413000"/>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599" dirty="0">
                    <a:latin typeface="+mn-ea"/>
                  </a:rPr>
                  <a:t>车辆、起降工具、上架工具</a:t>
                </a:r>
                <a:endParaRPr lang="zh-CN" altLang="en-US" sz="1599" dirty="0"/>
              </a:p>
            </p:txBody>
          </p:sp>
          <p:sp>
            <p:nvSpPr>
              <p:cNvPr id="70" name="矩形 69"/>
              <p:cNvSpPr/>
              <p:nvPr/>
            </p:nvSpPr>
            <p:spPr bwMode="gray">
              <a:xfrm>
                <a:off x="3837599" y="1748495"/>
                <a:ext cx="1375098" cy="41300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599" kern="0" dirty="0">
                    <a:solidFill>
                      <a:srgbClr val="1D1D1A"/>
                    </a:solidFill>
                    <a:latin typeface="Huawei Sans" panose="020C0503030203020204" pitchFamily="34" charset="0"/>
                    <a:ea typeface="方正兰亭黑简体" panose="02000000000000000000" pitchFamily="2" charset="-122"/>
                  </a:rPr>
                  <a:t>搬运工具</a:t>
                </a:r>
              </a:p>
            </p:txBody>
          </p:sp>
        </p:grpSp>
        <p:grpSp>
          <p:nvGrpSpPr>
            <p:cNvPr id="12" name="组合 11"/>
            <p:cNvGrpSpPr/>
            <p:nvPr/>
          </p:nvGrpSpPr>
          <p:grpSpPr bwMode="gray">
            <a:xfrm>
              <a:off x="3837599" y="2320680"/>
              <a:ext cx="5717724" cy="413001"/>
              <a:chOff x="3837599" y="2337347"/>
              <a:chExt cx="5717724" cy="413001"/>
            </a:xfrm>
          </p:grpSpPr>
          <p:sp>
            <p:nvSpPr>
              <p:cNvPr id="76" name="矩形 75"/>
              <p:cNvSpPr/>
              <p:nvPr/>
            </p:nvSpPr>
            <p:spPr bwMode="gray">
              <a:xfrm>
                <a:off x="5212696" y="2337348"/>
                <a:ext cx="4342627" cy="413000"/>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dirty="0">
                    <a:latin typeface="+mn-ea"/>
                  </a:rPr>
                  <a:t>网线测试仪、网络测试仪、光功率计</a:t>
                </a:r>
                <a:endParaRPr lang="zh-CN" altLang="en-US" sz="1599" kern="0" dirty="0">
                  <a:solidFill>
                    <a:srgbClr val="1D1D1A"/>
                  </a:solidFill>
                  <a:sym typeface="Huawei Sans" panose="020C0503030203020204" pitchFamily="34" charset="0"/>
                </a:endParaRPr>
              </a:p>
            </p:txBody>
          </p:sp>
          <p:sp>
            <p:nvSpPr>
              <p:cNvPr id="77" name="矩形 76"/>
              <p:cNvSpPr/>
              <p:nvPr/>
            </p:nvSpPr>
            <p:spPr bwMode="gray">
              <a:xfrm>
                <a:off x="3837599" y="2337347"/>
                <a:ext cx="1375098" cy="41300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599" kern="0" dirty="0">
                    <a:solidFill>
                      <a:srgbClr val="1D1D1A"/>
                    </a:solidFill>
                    <a:latin typeface="Huawei Sans" panose="020C0503030203020204" pitchFamily="34" charset="0"/>
                    <a:ea typeface="方正兰亭黑简体" panose="02000000000000000000" pitchFamily="2" charset="-122"/>
                  </a:rPr>
                  <a:t>测试工具</a:t>
                </a:r>
              </a:p>
            </p:txBody>
          </p:sp>
        </p:grpSp>
        <p:grpSp>
          <p:nvGrpSpPr>
            <p:cNvPr id="4" name="组合 3"/>
            <p:cNvGrpSpPr/>
            <p:nvPr/>
          </p:nvGrpSpPr>
          <p:grpSpPr bwMode="gray">
            <a:xfrm>
              <a:off x="3837599" y="2892865"/>
              <a:ext cx="5717724" cy="413001"/>
              <a:chOff x="3837599" y="2927796"/>
              <a:chExt cx="5717724" cy="413001"/>
            </a:xfrm>
          </p:grpSpPr>
          <p:sp>
            <p:nvSpPr>
              <p:cNvPr id="78" name="矩形 77"/>
              <p:cNvSpPr/>
              <p:nvPr/>
            </p:nvSpPr>
            <p:spPr bwMode="gray">
              <a:xfrm>
                <a:off x="5212696" y="2927797"/>
                <a:ext cx="4342627" cy="413000"/>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en-US" altLang="zh-CN" sz="1599" dirty="0">
                    <a:latin typeface="+mn-ea"/>
                  </a:rPr>
                  <a:t>PC</a:t>
                </a:r>
                <a:r>
                  <a:rPr lang="zh-CN" altLang="en-US" sz="1599" dirty="0">
                    <a:latin typeface="+mn-ea"/>
                  </a:rPr>
                  <a:t>终端，调测线缆、调试软件</a:t>
                </a:r>
                <a:r>
                  <a:rPr lang="en-US" altLang="zh-CN" sz="1599" dirty="0">
                    <a:latin typeface="+mn-ea"/>
                  </a:rPr>
                  <a:t>CRT</a:t>
                </a:r>
                <a:r>
                  <a:rPr lang="zh-CN" altLang="en-US" sz="1599" dirty="0">
                    <a:latin typeface="+mn-ea"/>
                  </a:rPr>
                  <a:t>等</a:t>
                </a:r>
                <a:endParaRPr lang="zh-CN" altLang="en-US" sz="1599" kern="0" dirty="0">
                  <a:solidFill>
                    <a:srgbClr val="1D1D1A"/>
                  </a:solidFill>
                  <a:sym typeface="Huawei Sans" panose="020C0503030203020204" pitchFamily="34" charset="0"/>
                </a:endParaRPr>
              </a:p>
            </p:txBody>
          </p:sp>
          <p:sp>
            <p:nvSpPr>
              <p:cNvPr id="79" name="矩形 78"/>
              <p:cNvSpPr/>
              <p:nvPr/>
            </p:nvSpPr>
            <p:spPr bwMode="gray">
              <a:xfrm>
                <a:off x="3837599" y="2927796"/>
                <a:ext cx="1375098" cy="41300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599" dirty="0">
                    <a:latin typeface="+mn-ea"/>
                  </a:rPr>
                  <a:t>调试工具</a:t>
                </a:r>
                <a:endParaRPr lang="zh-CN" altLang="en-US" sz="1599" kern="0" dirty="0">
                  <a:solidFill>
                    <a:srgbClr val="1D1D1A"/>
                  </a:solidFill>
                  <a:latin typeface="Huawei Sans" panose="020C0503030203020204" pitchFamily="34" charset="0"/>
                  <a:ea typeface="方正兰亭黑简体" panose="02000000000000000000" pitchFamily="2" charset="-122"/>
                </a:endParaRPr>
              </a:p>
            </p:txBody>
          </p:sp>
        </p:grpSp>
        <p:grpSp>
          <p:nvGrpSpPr>
            <p:cNvPr id="2" name="组合 1"/>
            <p:cNvGrpSpPr/>
            <p:nvPr/>
          </p:nvGrpSpPr>
          <p:grpSpPr bwMode="gray">
            <a:xfrm>
              <a:off x="3837599" y="3465051"/>
              <a:ext cx="5717724" cy="413001"/>
              <a:chOff x="3837599" y="3465051"/>
              <a:chExt cx="5717724" cy="413001"/>
            </a:xfrm>
          </p:grpSpPr>
          <p:sp>
            <p:nvSpPr>
              <p:cNvPr id="48" name="矩形 47"/>
              <p:cNvSpPr/>
              <p:nvPr/>
            </p:nvSpPr>
            <p:spPr bwMode="gray">
              <a:xfrm>
                <a:off x="5212696" y="3465052"/>
                <a:ext cx="4342627" cy="413000"/>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dirty="0">
                    <a:latin typeface="+mn-ea"/>
                  </a:rPr>
                  <a:t>业务监控工具、流量监控平台、网络分析工具</a:t>
                </a:r>
                <a:endParaRPr lang="zh-CN" altLang="en-US" sz="1599" kern="0" dirty="0">
                  <a:solidFill>
                    <a:srgbClr val="1D1D1A"/>
                  </a:solidFill>
                  <a:sym typeface="Huawei Sans" panose="020C0503030203020204" pitchFamily="34" charset="0"/>
                </a:endParaRPr>
              </a:p>
            </p:txBody>
          </p:sp>
          <p:sp>
            <p:nvSpPr>
              <p:cNvPr id="49" name="矩形 48"/>
              <p:cNvSpPr/>
              <p:nvPr/>
            </p:nvSpPr>
            <p:spPr bwMode="gray">
              <a:xfrm>
                <a:off x="3837599" y="3465051"/>
                <a:ext cx="1375098" cy="413001"/>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599" kern="0" dirty="0">
                    <a:solidFill>
                      <a:srgbClr val="1D1D1A"/>
                    </a:solidFill>
                    <a:latin typeface="Huawei Sans" panose="020C0503030203020204" pitchFamily="34" charset="0"/>
                    <a:ea typeface="方正兰亭黑简体" panose="02000000000000000000" pitchFamily="2" charset="-122"/>
                  </a:rPr>
                  <a:t>监控工具</a:t>
                </a:r>
              </a:p>
            </p:txBody>
          </p:sp>
        </p:grpSp>
      </p:grpSp>
      <p:sp>
        <p:nvSpPr>
          <p:cNvPr id="47" name="五边形 153"/>
          <p:cNvSpPr/>
          <p:nvPr/>
        </p:nvSpPr>
        <p:spPr bwMode="gray">
          <a:xfrm>
            <a:off x="8150785" y="113221"/>
            <a:ext cx="1259508" cy="213037"/>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准备阶段</a:t>
            </a:r>
          </a:p>
        </p:txBody>
      </p:sp>
      <p:sp>
        <p:nvSpPr>
          <p:cNvPr id="50" name="燕尾形 154"/>
          <p:cNvSpPr/>
          <p:nvPr/>
        </p:nvSpPr>
        <p:spPr bwMode="gray">
          <a:xfrm>
            <a:off x="9320182"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实施阶段</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燕尾形 155"/>
          <p:cNvSpPr/>
          <p:nvPr/>
        </p:nvSpPr>
        <p:spPr bwMode="gray">
          <a:xfrm>
            <a:off x="10489579"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收尾阶段</a:t>
            </a:r>
          </a:p>
        </p:txBody>
      </p:sp>
    </p:spTree>
    <p:custDataLst>
      <p:tags r:id="rId1"/>
    </p:custDataLst>
    <p:extLst>
      <p:ext uri="{BB962C8B-B14F-4D97-AF65-F5344CB8AC3E}">
        <p14:creationId xmlns:p14="http://schemas.microsoft.com/office/powerpoint/2010/main" val="19025438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人员准备</a:t>
            </a:r>
          </a:p>
        </p:txBody>
      </p:sp>
      <p:sp>
        <p:nvSpPr>
          <p:cNvPr id="46" name="文本占位符 3"/>
          <p:cNvSpPr>
            <a:spLocks noGrp="1"/>
          </p:cNvSpPr>
          <p:nvPr>
            <p:ph type="body" sz="quarter" idx="10"/>
          </p:nvPr>
        </p:nvSpPr>
        <p:spPr bwMode="gray">
          <a:xfrm>
            <a:off x="2153265" y="1047750"/>
            <a:ext cx="9595822" cy="4879805"/>
          </a:xfrm>
        </p:spPr>
        <p:txBody>
          <a:bodyPr/>
          <a:lstStyle/>
          <a:p>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在割接前应将人员责任划分清楚，确保割接实施中沟通顺畅，让割接能够顺利进行。</a:t>
            </a:r>
            <a:endParaRPr lang="en-US" altLang="zh-CN" sz="1799"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buNone/>
            </a:pPr>
            <a:r>
              <a:rPr lang="en-US" altLang="zh-CN" sz="1799" dirty="0">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7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ïšļïďe">
            <a:extLst>
              <a:ext uri="{FF2B5EF4-FFF2-40B4-BE49-F238E27FC236}">
                <a16:creationId xmlns:a16="http://schemas.microsoft.com/office/drawing/2014/main" id="{FB41FAD4-0BA5-4580-B72E-A6BFF22F8784}"/>
              </a:ext>
            </a:extLst>
          </p:cNvPr>
          <p:cNvSpPr txBox="1"/>
          <p:nvPr/>
        </p:nvSpPr>
        <p:spPr bwMode="gray">
          <a:xfrm>
            <a:off x="836816" y="1587790"/>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pPr algn="l"/>
            <a:r>
              <a:rPr lang="zh-CN" altLang="en-US" sz="1399" dirty="0"/>
              <a:t>项目分析</a:t>
            </a:r>
            <a:endParaRPr lang="en-US" altLang="zh-CN" sz="1399" dirty="0"/>
          </a:p>
        </p:txBody>
      </p:sp>
      <p:sp>
        <p:nvSpPr>
          <p:cNvPr id="113" name="ïṧļíḍê">
            <a:extLst>
              <a:ext uri="{FF2B5EF4-FFF2-40B4-BE49-F238E27FC236}">
                <a16:creationId xmlns:a16="http://schemas.microsoft.com/office/drawing/2014/main" id="{D1BCCD92-D45A-41F7-960F-30FC35568CBF}"/>
              </a:ext>
            </a:extLst>
          </p:cNvPr>
          <p:cNvSpPr txBox="1"/>
          <p:nvPr/>
        </p:nvSpPr>
        <p:spPr bwMode="gray">
          <a:xfrm>
            <a:off x="836816" y="2542321"/>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1399" dirty="0">
                <a:solidFill>
                  <a:schemeClr val="bg1">
                    <a:lumMod val="65000"/>
                  </a:schemeClr>
                </a:solidFill>
              </a:rPr>
              <a:t>风险评估</a:t>
            </a:r>
            <a:endParaRPr lang="en-US" altLang="zh-CN" sz="1399" dirty="0">
              <a:solidFill>
                <a:schemeClr val="bg1">
                  <a:lumMod val="65000"/>
                </a:schemeClr>
              </a:solidFill>
            </a:endParaRPr>
          </a:p>
        </p:txBody>
      </p:sp>
      <p:sp>
        <p:nvSpPr>
          <p:cNvPr id="114" name="îş1iḍê">
            <a:extLst>
              <a:ext uri="{FF2B5EF4-FFF2-40B4-BE49-F238E27FC236}">
                <a16:creationId xmlns:a16="http://schemas.microsoft.com/office/drawing/2014/main" id="{F0B068A5-560A-4DB9-9ABC-E179FB4B53B1}"/>
              </a:ext>
            </a:extLst>
          </p:cNvPr>
          <p:cNvSpPr txBox="1"/>
          <p:nvPr/>
        </p:nvSpPr>
        <p:spPr bwMode="gray">
          <a:xfrm>
            <a:off x="836816" y="3496852"/>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00000"/>
              </a:lnSpc>
              <a:spcBef>
                <a:spcPct val="0"/>
              </a:spcBef>
            </a:pPr>
            <a:r>
              <a:rPr lang="zh-CN" altLang="en-US" sz="1399" dirty="0">
                <a:solidFill>
                  <a:schemeClr val="bg1">
                    <a:lumMod val="65000"/>
                  </a:schemeClr>
                </a:solidFill>
              </a:rPr>
              <a:t>输出割接方案</a:t>
            </a:r>
            <a:endParaRPr lang="en-US" altLang="zh-CN" sz="1399" dirty="0">
              <a:solidFill>
                <a:schemeClr val="bg1">
                  <a:lumMod val="65000"/>
                </a:schemeClr>
              </a:solidFill>
            </a:endParaRPr>
          </a:p>
        </p:txBody>
      </p:sp>
      <p:sp>
        <p:nvSpPr>
          <p:cNvPr id="115" name="íşḻïďe">
            <a:extLst>
              <a:ext uri="{FF2B5EF4-FFF2-40B4-BE49-F238E27FC236}">
                <a16:creationId xmlns:a16="http://schemas.microsoft.com/office/drawing/2014/main" id="{05246D82-A4F5-42F2-854D-C3D348D160CE}"/>
              </a:ext>
            </a:extLst>
          </p:cNvPr>
          <p:cNvSpPr txBox="1"/>
          <p:nvPr/>
        </p:nvSpPr>
        <p:spPr bwMode="gray">
          <a:xfrm>
            <a:off x="836816" y="4451383"/>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1399" dirty="0">
                <a:solidFill>
                  <a:schemeClr val="bg1">
                    <a:lumMod val="65000"/>
                  </a:schemeClr>
                </a:solidFill>
              </a:rPr>
              <a:t>方案验证、评审</a:t>
            </a:r>
            <a:endParaRPr lang="en-US" altLang="zh-CN" sz="1399" dirty="0">
              <a:solidFill>
                <a:schemeClr val="bg1">
                  <a:lumMod val="65000"/>
                </a:schemeClr>
              </a:solidFill>
            </a:endParaRPr>
          </a:p>
        </p:txBody>
      </p:sp>
      <p:cxnSp>
        <p:nvCxnSpPr>
          <p:cNvPr id="117" name="直接连接符 116">
            <a:extLst>
              <a:ext uri="{FF2B5EF4-FFF2-40B4-BE49-F238E27FC236}">
                <a16:creationId xmlns:a16="http://schemas.microsoft.com/office/drawing/2014/main" id="{4AA622A8-8183-4782-A4A5-6DF01B92BB53}"/>
              </a:ext>
            </a:extLst>
          </p:cNvPr>
          <p:cNvCxnSpPr/>
          <p:nvPr/>
        </p:nvCxnSpPr>
        <p:spPr bwMode="gray">
          <a:xfrm>
            <a:off x="665266" y="1470293"/>
            <a:ext cx="0" cy="4689414"/>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34" name="íṡ1íḋê">
            <a:extLst>
              <a:ext uri="{FF2B5EF4-FFF2-40B4-BE49-F238E27FC236}">
                <a16:creationId xmlns:a16="http://schemas.microsoft.com/office/drawing/2014/main" id="{87A1502E-FF5A-402F-AE9A-604F51135206}"/>
              </a:ext>
            </a:extLst>
          </p:cNvPr>
          <p:cNvSpPr/>
          <p:nvPr/>
        </p:nvSpPr>
        <p:spPr bwMode="gray">
          <a:xfrm rot="10800000" flipV="1">
            <a:off x="485337" y="4492270"/>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36" name="iṡļidè">
            <a:extLst>
              <a:ext uri="{FF2B5EF4-FFF2-40B4-BE49-F238E27FC236}">
                <a16:creationId xmlns:a16="http://schemas.microsoft.com/office/drawing/2014/main" id="{D2F2F0A0-455D-459F-90E5-A8674554530D}"/>
              </a:ext>
            </a:extLst>
          </p:cNvPr>
          <p:cNvSpPr>
            <a:spLocks/>
          </p:cNvSpPr>
          <p:nvPr/>
        </p:nvSpPr>
        <p:spPr bwMode="gray">
          <a:xfrm>
            <a:off x="594261" y="4605195"/>
            <a:ext cx="159431" cy="134008"/>
          </a:xfrm>
          <a:custGeom>
            <a:avLst/>
            <a:gdLst>
              <a:gd name="connsiteX0" fmla="*/ 536415 w 607227"/>
              <a:gd name="connsiteY0" fmla="*/ 12631 h 510399"/>
              <a:gd name="connsiteX1" fmla="*/ 557192 w 607227"/>
              <a:gd name="connsiteY1" fmla="*/ 21221 h 510399"/>
              <a:gd name="connsiteX2" fmla="*/ 598584 w 607227"/>
              <a:gd name="connsiteY2" fmla="*/ 62633 h 510399"/>
              <a:gd name="connsiteX3" fmla="*/ 598584 w 607227"/>
              <a:gd name="connsiteY3" fmla="*/ 104044 h 510399"/>
              <a:gd name="connsiteX4" fmla="*/ 511175 w 607227"/>
              <a:gd name="connsiteY4" fmla="*/ 191324 h 510399"/>
              <a:gd name="connsiteX5" fmla="*/ 444948 w 607227"/>
              <a:gd name="connsiteY5" fmla="*/ 257453 h 510399"/>
              <a:gd name="connsiteX6" fmla="*/ 339441 w 607227"/>
              <a:gd name="connsiteY6" fmla="*/ 362805 h 510399"/>
              <a:gd name="connsiteX7" fmla="*/ 297968 w 607227"/>
              <a:gd name="connsiteY7" fmla="*/ 404217 h 510399"/>
              <a:gd name="connsiteX8" fmla="*/ 277191 w 607227"/>
              <a:gd name="connsiteY8" fmla="*/ 412807 h 510399"/>
              <a:gd name="connsiteX9" fmla="*/ 256495 w 607227"/>
              <a:gd name="connsiteY9" fmla="*/ 404217 h 510399"/>
              <a:gd name="connsiteX10" fmla="*/ 215023 w 607227"/>
              <a:gd name="connsiteY10" fmla="*/ 362805 h 510399"/>
              <a:gd name="connsiteX11" fmla="*/ 138814 w 607227"/>
              <a:gd name="connsiteY11" fmla="*/ 286790 h 510399"/>
              <a:gd name="connsiteX12" fmla="*/ 138814 w 607227"/>
              <a:gd name="connsiteY12" fmla="*/ 245378 h 510399"/>
              <a:gd name="connsiteX13" fmla="*/ 180286 w 607227"/>
              <a:gd name="connsiteY13" fmla="*/ 203967 h 510399"/>
              <a:gd name="connsiteX14" fmla="*/ 201063 w 607227"/>
              <a:gd name="connsiteY14" fmla="*/ 195376 h 510399"/>
              <a:gd name="connsiteX15" fmla="*/ 221759 w 607227"/>
              <a:gd name="connsiteY15" fmla="*/ 203967 h 510399"/>
              <a:gd name="connsiteX16" fmla="*/ 277191 w 607227"/>
              <a:gd name="connsiteY16" fmla="*/ 259317 h 510399"/>
              <a:gd name="connsiteX17" fmla="*/ 444948 w 607227"/>
              <a:gd name="connsiteY17" fmla="*/ 91807 h 510399"/>
              <a:gd name="connsiteX18" fmla="*/ 503951 w 607227"/>
              <a:gd name="connsiteY18" fmla="*/ 32891 h 510399"/>
              <a:gd name="connsiteX19" fmla="*/ 515719 w 607227"/>
              <a:gd name="connsiteY19" fmla="*/ 21221 h 510399"/>
              <a:gd name="connsiteX20" fmla="*/ 536415 w 607227"/>
              <a:gd name="connsiteY20" fmla="*/ 12631 h 510399"/>
              <a:gd name="connsiteX21" fmla="*/ 61847 w 607227"/>
              <a:gd name="connsiteY21" fmla="*/ 0 h 510399"/>
              <a:gd name="connsiteX22" fmla="*/ 449328 w 607227"/>
              <a:gd name="connsiteY22" fmla="*/ 0 h 510399"/>
              <a:gd name="connsiteX23" fmla="*/ 491858 w 607227"/>
              <a:gd name="connsiteY23" fmla="*/ 17019 h 510399"/>
              <a:gd name="connsiteX24" fmla="*/ 442591 w 607227"/>
              <a:gd name="connsiteY24" fmla="*/ 66130 h 510399"/>
              <a:gd name="connsiteX25" fmla="*/ 66230 w 607227"/>
              <a:gd name="connsiteY25" fmla="*/ 66130 h 510399"/>
              <a:gd name="connsiteX26" fmla="*/ 66230 w 607227"/>
              <a:gd name="connsiteY26" fmla="*/ 444269 h 510399"/>
              <a:gd name="connsiteX27" fmla="*/ 444945 w 607227"/>
              <a:gd name="connsiteY27" fmla="*/ 444269 h 510399"/>
              <a:gd name="connsiteX28" fmla="*/ 444945 w 607227"/>
              <a:gd name="connsiteY28" fmla="*/ 285590 h 510399"/>
              <a:gd name="connsiteX29" fmla="*/ 511175 w 607227"/>
              <a:gd name="connsiteY29" fmla="*/ 219460 h 510399"/>
              <a:gd name="connsiteX30" fmla="*/ 511175 w 607227"/>
              <a:gd name="connsiteY30" fmla="*/ 448645 h 510399"/>
              <a:gd name="connsiteX31" fmla="*/ 449328 w 607227"/>
              <a:gd name="connsiteY31" fmla="*/ 510399 h 510399"/>
              <a:gd name="connsiteX32" fmla="*/ 61847 w 607227"/>
              <a:gd name="connsiteY32" fmla="*/ 510399 h 510399"/>
              <a:gd name="connsiteX33" fmla="*/ 0 w 607227"/>
              <a:gd name="connsiteY33" fmla="*/ 448645 h 510399"/>
              <a:gd name="connsiteX34" fmla="*/ 0 w 607227"/>
              <a:gd name="connsiteY34" fmla="*/ 61673 h 510399"/>
              <a:gd name="connsiteX35" fmla="*/ 61847 w 607227"/>
              <a:gd name="connsiteY35" fmla="*/ 0 h 51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7227" h="510399">
                <a:moveTo>
                  <a:pt x="536415" y="12631"/>
                </a:moveTo>
                <a:cubicBezTo>
                  <a:pt x="543882" y="12631"/>
                  <a:pt x="551430" y="15467"/>
                  <a:pt x="557192" y="21221"/>
                </a:cubicBezTo>
                <a:lnTo>
                  <a:pt x="598584" y="62633"/>
                </a:lnTo>
                <a:cubicBezTo>
                  <a:pt x="610108" y="74059"/>
                  <a:pt x="610108" y="92618"/>
                  <a:pt x="598584" y="104044"/>
                </a:cubicBezTo>
                <a:lnTo>
                  <a:pt x="511175" y="191324"/>
                </a:lnTo>
                <a:lnTo>
                  <a:pt x="444948" y="257453"/>
                </a:lnTo>
                <a:lnTo>
                  <a:pt x="339441" y="362805"/>
                </a:lnTo>
                <a:lnTo>
                  <a:pt x="297968" y="404217"/>
                </a:lnTo>
                <a:cubicBezTo>
                  <a:pt x="292206" y="409971"/>
                  <a:pt x="284739" y="412807"/>
                  <a:pt x="277191" y="412807"/>
                </a:cubicBezTo>
                <a:cubicBezTo>
                  <a:pt x="269724" y="412807"/>
                  <a:pt x="262177" y="409971"/>
                  <a:pt x="256495" y="404217"/>
                </a:cubicBezTo>
                <a:lnTo>
                  <a:pt x="215023" y="362805"/>
                </a:lnTo>
                <a:lnTo>
                  <a:pt x="138814" y="286790"/>
                </a:lnTo>
                <a:cubicBezTo>
                  <a:pt x="127370" y="275363"/>
                  <a:pt x="127370" y="256805"/>
                  <a:pt x="138814" y="245378"/>
                </a:cubicBezTo>
                <a:lnTo>
                  <a:pt x="180286" y="203967"/>
                </a:lnTo>
                <a:cubicBezTo>
                  <a:pt x="186049" y="198213"/>
                  <a:pt x="193515" y="195376"/>
                  <a:pt x="201063" y="195376"/>
                </a:cubicBezTo>
                <a:cubicBezTo>
                  <a:pt x="208530" y="195376"/>
                  <a:pt x="215997" y="198213"/>
                  <a:pt x="221759" y="203967"/>
                </a:cubicBezTo>
                <a:lnTo>
                  <a:pt x="277191" y="259317"/>
                </a:lnTo>
                <a:lnTo>
                  <a:pt x="444948" y="91807"/>
                </a:lnTo>
                <a:lnTo>
                  <a:pt x="503951" y="32891"/>
                </a:lnTo>
                <a:lnTo>
                  <a:pt x="515719" y="21221"/>
                </a:lnTo>
                <a:cubicBezTo>
                  <a:pt x="521401" y="15467"/>
                  <a:pt x="528949" y="12631"/>
                  <a:pt x="536415" y="12631"/>
                </a:cubicBezTo>
                <a:close/>
                <a:moveTo>
                  <a:pt x="61847" y="0"/>
                </a:moveTo>
                <a:lnTo>
                  <a:pt x="449328" y="0"/>
                </a:lnTo>
                <a:cubicBezTo>
                  <a:pt x="465804" y="0"/>
                  <a:pt x="480738" y="6483"/>
                  <a:pt x="491858" y="17019"/>
                </a:cubicBezTo>
                <a:lnTo>
                  <a:pt x="442591" y="66130"/>
                </a:lnTo>
                <a:lnTo>
                  <a:pt x="66230" y="66130"/>
                </a:lnTo>
                <a:lnTo>
                  <a:pt x="66230" y="444269"/>
                </a:lnTo>
                <a:lnTo>
                  <a:pt x="444945" y="444269"/>
                </a:lnTo>
                <a:lnTo>
                  <a:pt x="444945" y="285590"/>
                </a:lnTo>
                <a:lnTo>
                  <a:pt x="511175" y="219460"/>
                </a:lnTo>
                <a:lnTo>
                  <a:pt x="511175" y="448645"/>
                </a:lnTo>
                <a:cubicBezTo>
                  <a:pt x="511175" y="482683"/>
                  <a:pt x="483417" y="510399"/>
                  <a:pt x="449328" y="510399"/>
                </a:cubicBezTo>
                <a:lnTo>
                  <a:pt x="61847" y="510399"/>
                </a:lnTo>
                <a:cubicBezTo>
                  <a:pt x="27758" y="510399"/>
                  <a:pt x="0" y="482683"/>
                  <a:pt x="0" y="448645"/>
                </a:cubicBezTo>
                <a:lnTo>
                  <a:pt x="0" y="61673"/>
                </a:lnTo>
                <a:cubicBezTo>
                  <a:pt x="0" y="27635"/>
                  <a:pt x="27758" y="0"/>
                  <a:pt x="61847" y="0"/>
                </a:cubicBezTo>
                <a:close/>
              </a:path>
            </a:pathLst>
          </a:custGeom>
          <a:solidFill>
            <a:schemeClr val="bg1"/>
          </a:solidFill>
          <a:ln w="9525">
            <a:noFill/>
            <a:round/>
            <a:headEnd/>
            <a:tailEnd/>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sz="1799"/>
          </a:p>
        </p:txBody>
      </p:sp>
      <p:grpSp>
        <p:nvGrpSpPr>
          <p:cNvPr id="10" name="组合 9"/>
          <p:cNvGrpSpPr/>
          <p:nvPr/>
        </p:nvGrpSpPr>
        <p:grpSpPr bwMode="gray">
          <a:xfrm>
            <a:off x="485337" y="1626742"/>
            <a:ext cx="359859" cy="359859"/>
            <a:chOff x="485526" y="1922363"/>
            <a:chExt cx="360000" cy="360000"/>
          </a:xfrm>
        </p:grpSpPr>
        <p:sp>
          <p:nvSpPr>
            <p:cNvPr id="143" name="iṡ1ïdé">
              <a:extLst>
                <a:ext uri="{FF2B5EF4-FFF2-40B4-BE49-F238E27FC236}">
                  <a16:creationId xmlns:a16="http://schemas.microsoft.com/office/drawing/2014/main" id="{3FC487D0-A815-4107-8A36-7C156E98B5FA}"/>
                </a:ext>
              </a:extLst>
            </p:cNvPr>
            <p:cNvSpPr/>
            <p:nvPr/>
          </p:nvSpPr>
          <p:spPr bwMode="gray">
            <a:xfrm rot="10800000" flipV="1">
              <a:off x="485526" y="1922363"/>
              <a:ext cx="360000" cy="3600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48" name="stocks-graphic-on-laptop-monitor_38809"/>
            <p:cNvSpPr>
              <a:spLocks/>
            </p:cNvSpPr>
            <p:nvPr/>
          </p:nvSpPr>
          <p:spPr bwMode="gray">
            <a:xfrm>
              <a:off x="556588" y="2041470"/>
              <a:ext cx="229839" cy="121786"/>
            </a:xfrm>
            <a:custGeom>
              <a:avLst/>
              <a:gdLst>
                <a:gd name="connsiteX0" fmla="*/ 5942 w 596753"/>
                <a:gd name="connsiteY0" fmla="*/ 342878 h 372092"/>
                <a:gd name="connsiteX1" fmla="*/ 591159 w 596753"/>
                <a:gd name="connsiteY1" fmla="*/ 342878 h 372092"/>
                <a:gd name="connsiteX2" fmla="*/ 596753 w 596753"/>
                <a:gd name="connsiteY2" fmla="*/ 348034 h 372092"/>
                <a:gd name="connsiteX3" fmla="*/ 594602 w 596753"/>
                <a:gd name="connsiteY3" fmla="*/ 354048 h 372092"/>
                <a:gd name="connsiteX4" fmla="*/ 295109 w 596753"/>
                <a:gd name="connsiteY4" fmla="*/ 372092 h 372092"/>
                <a:gd name="connsiteX5" fmla="*/ 99750 w 596753"/>
                <a:gd name="connsiteY5" fmla="*/ 367796 h 372092"/>
                <a:gd name="connsiteX6" fmla="*/ 1209 w 596753"/>
                <a:gd name="connsiteY6" fmla="*/ 353189 h 372092"/>
                <a:gd name="connsiteX7" fmla="*/ 779 w 596753"/>
                <a:gd name="connsiteY7" fmla="*/ 346315 h 372092"/>
                <a:gd name="connsiteX8" fmla="*/ 5942 w 596753"/>
                <a:gd name="connsiteY8" fmla="*/ 342878 h 372092"/>
                <a:gd name="connsiteX9" fmla="*/ 287321 w 596753"/>
                <a:gd name="connsiteY9" fmla="*/ 199380 h 372092"/>
                <a:gd name="connsiteX10" fmla="*/ 277855 w 596753"/>
                <a:gd name="connsiteY10" fmla="*/ 208402 h 372092"/>
                <a:gd name="connsiteX11" fmla="*/ 287321 w 596753"/>
                <a:gd name="connsiteY11" fmla="*/ 217853 h 372092"/>
                <a:gd name="connsiteX12" fmla="*/ 296358 w 596753"/>
                <a:gd name="connsiteY12" fmla="*/ 208402 h 372092"/>
                <a:gd name="connsiteX13" fmla="*/ 287321 w 596753"/>
                <a:gd name="connsiteY13" fmla="*/ 199380 h 372092"/>
                <a:gd name="connsiteX14" fmla="*/ 428891 w 596753"/>
                <a:gd name="connsiteY14" fmla="*/ 174464 h 372092"/>
                <a:gd name="connsiteX15" fmla="*/ 419855 w 596753"/>
                <a:gd name="connsiteY15" fmla="*/ 183485 h 372092"/>
                <a:gd name="connsiteX16" fmla="*/ 428891 w 596753"/>
                <a:gd name="connsiteY16" fmla="*/ 192936 h 372092"/>
                <a:gd name="connsiteX17" fmla="*/ 438358 w 596753"/>
                <a:gd name="connsiteY17" fmla="*/ 183485 h 372092"/>
                <a:gd name="connsiteX18" fmla="*/ 428891 w 596753"/>
                <a:gd name="connsiteY18" fmla="*/ 174464 h 372092"/>
                <a:gd name="connsiteX19" fmla="*/ 355309 w 596753"/>
                <a:gd name="connsiteY19" fmla="*/ 140096 h 372092"/>
                <a:gd name="connsiteX20" fmla="*/ 346273 w 596753"/>
                <a:gd name="connsiteY20" fmla="*/ 149117 h 372092"/>
                <a:gd name="connsiteX21" fmla="*/ 355309 w 596753"/>
                <a:gd name="connsiteY21" fmla="*/ 158569 h 372092"/>
                <a:gd name="connsiteX22" fmla="*/ 364776 w 596753"/>
                <a:gd name="connsiteY22" fmla="*/ 149117 h 372092"/>
                <a:gd name="connsiteX23" fmla="*/ 355309 w 596753"/>
                <a:gd name="connsiteY23" fmla="*/ 140096 h 372092"/>
                <a:gd name="connsiteX24" fmla="*/ 107455 w 596753"/>
                <a:gd name="connsiteY24" fmla="*/ 137948 h 372092"/>
                <a:gd name="connsiteX25" fmla="*/ 98418 w 596753"/>
                <a:gd name="connsiteY25" fmla="*/ 146969 h 372092"/>
                <a:gd name="connsiteX26" fmla="*/ 107455 w 596753"/>
                <a:gd name="connsiteY26" fmla="*/ 156421 h 372092"/>
                <a:gd name="connsiteX27" fmla="*/ 116921 w 596753"/>
                <a:gd name="connsiteY27" fmla="*/ 146969 h 372092"/>
                <a:gd name="connsiteX28" fmla="*/ 107455 w 596753"/>
                <a:gd name="connsiteY28" fmla="*/ 137948 h 372092"/>
                <a:gd name="connsiteX29" fmla="*/ 207715 w 596753"/>
                <a:gd name="connsiteY29" fmla="*/ 130645 h 372092"/>
                <a:gd name="connsiteX30" fmla="*/ 198679 w 596753"/>
                <a:gd name="connsiteY30" fmla="*/ 140096 h 372092"/>
                <a:gd name="connsiteX31" fmla="*/ 207715 w 596753"/>
                <a:gd name="connsiteY31" fmla="*/ 149117 h 372092"/>
                <a:gd name="connsiteX32" fmla="*/ 217182 w 596753"/>
                <a:gd name="connsiteY32" fmla="*/ 140096 h 372092"/>
                <a:gd name="connsiteX33" fmla="*/ 207715 w 596753"/>
                <a:gd name="connsiteY33" fmla="*/ 130645 h 372092"/>
                <a:gd name="connsiteX34" fmla="*/ 489134 w 596753"/>
                <a:gd name="connsiteY34" fmla="*/ 103150 h 372092"/>
                <a:gd name="connsiteX35" fmla="*/ 479667 w 596753"/>
                <a:gd name="connsiteY35" fmla="*/ 112172 h 372092"/>
                <a:gd name="connsiteX36" fmla="*/ 489134 w 596753"/>
                <a:gd name="connsiteY36" fmla="*/ 121623 h 372092"/>
                <a:gd name="connsiteX37" fmla="*/ 498600 w 596753"/>
                <a:gd name="connsiteY37" fmla="*/ 112172 h 372092"/>
                <a:gd name="connsiteX38" fmla="*/ 489134 w 596753"/>
                <a:gd name="connsiteY38" fmla="*/ 103150 h 372092"/>
                <a:gd name="connsiteX39" fmla="*/ 489134 w 596753"/>
                <a:gd name="connsiteY39" fmla="*/ 94558 h 372092"/>
                <a:gd name="connsiteX40" fmla="*/ 507206 w 596753"/>
                <a:gd name="connsiteY40" fmla="*/ 112172 h 372092"/>
                <a:gd name="connsiteX41" fmla="*/ 489134 w 596753"/>
                <a:gd name="connsiteY41" fmla="*/ 130215 h 372092"/>
                <a:gd name="connsiteX42" fmla="*/ 485261 w 596753"/>
                <a:gd name="connsiteY42" fmla="*/ 129785 h 372092"/>
                <a:gd name="connsiteX43" fmla="*/ 445673 w 596753"/>
                <a:gd name="connsiteY43" fmla="*/ 177471 h 372092"/>
                <a:gd name="connsiteX44" fmla="*/ 446964 w 596753"/>
                <a:gd name="connsiteY44" fmla="*/ 183485 h 372092"/>
                <a:gd name="connsiteX45" fmla="*/ 428891 w 596753"/>
                <a:gd name="connsiteY45" fmla="*/ 201528 h 372092"/>
                <a:gd name="connsiteX46" fmla="*/ 411249 w 596753"/>
                <a:gd name="connsiteY46" fmla="*/ 185633 h 372092"/>
                <a:gd name="connsiteX47" fmla="*/ 366497 w 596753"/>
                <a:gd name="connsiteY47" fmla="*/ 163294 h 372092"/>
                <a:gd name="connsiteX48" fmla="*/ 355309 w 596753"/>
                <a:gd name="connsiteY48" fmla="*/ 167161 h 372092"/>
                <a:gd name="connsiteX49" fmla="*/ 348855 w 596753"/>
                <a:gd name="connsiteY49" fmla="*/ 165872 h 372092"/>
                <a:gd name="connsiteX50" fmla="*/ 304964 w 596753"/>
                <a:gd name="connsiteY50" fmla="*/ 205824 h 372092"/>
                <a:gd name="connsiteX51" fmla="*/ 304964 w 596753"/>
                <a:gd name="connsiteY51" fmla="*/ 208402 h 372092"/>
                <a:gd name="connsiteX52" fmla="*/ 287321 w 596753"/>
                <a:gd name="connsiteY52" fmla="*/ 226445 h 372092"/>
                <a:gd name="connsiteX53" fmla="*/ 269249 w 596753"/>
                <a:gd name="connsiteY53" fmla="*/ 208402 h 372092"/>
                <a:gd name="connsiteX54" fmla="*/ 269679 w 596753"/>
                <a:gd name="connsiteY54" fmla="*/ 206254 h 372092"/>
                <a:gd name="connsiteX55" fmla="*/ 214600 w 596753"/>
                <a:gd name="connsiteY55" fmla="*/ 156421 h 372092"/>
                <a:gd name="connsiteX56" fmla="*/ 207715 w 596753"/>
                <a:gd name="connsiteY56" fmla="*/ 157709 h 372092"/>
                <a:gd name="connsiteX57" fmla="*/ 192655 w 596753"/>
                <a:gd name="connsiteY57" fmla="*/ 149547 h 372092"/>
                <a:gd name="connsiteX58" fmla="*/ 123376 w 596753"/>
                <a:gd name="connsiteY58" fmla="*/ 154702 h 372092"/>
                <a:gd name="connsiteX59" fmla="*/ 107455 w 596753"/>
                <a:gd name="connsiteY59" fmla="*/ 165013 h 372092"/>
                <a:gd name="connsiteX60" fmla="*/ 89812 w 596753"/>
                <a:gd name="connsiteY60" fmla="*/ 146969 h 372092"/>
                <a:gd name="connsiteX61" fmla="*/ 107455 w 596753"/>
                <a:gd name="connsiteY61" fmla="*/ 129356 h 372092"/>
                <a:gd name="connsiteX62" fmla="*/ 122515 w 596753"/>
                <a:gd name="connsiteY62" fmla="*/ 137518 h 372092"/>
                <a:gd name="connsiteX63" fmla="*/ 191794 w 596753"/>
                <a:gd name="connsiteY63" fmla="*/ 132363 h 372092"/>
                <a:gd name="connsiteX64" fmla="*/ 207715 w 596753"/>
                <a:gd name="connsiteY64" fmla="*/ 122053 h 372092"/>
                <a:gd name="connsiteX65" fmla="*/ 225788 w 596753"/>
                <a:gd name="connsiteY65" fmla="*/ 140096 h 372092"/>
                <a:gd name="connsiteX66" fmla="*/ 225358 w 596753"/>
                <a:gd name="connsiteY66" fmla="*/ 143103 h 372092"/>
                <a:gd name="connsiteX67" fmla="*/ 279576 w 596753"/>
                <a:gd name="connsiteY67" fmla="*/ 192507 h 372092"/>
                <a:gd name="connsiteX68" fmla="*/ 287321 w 596753"/>
                <a:gd name="connsiteY68" fmla="*/ 190789 h 372092"/>
                <a:gd name="connsiteX69" fmla="*/ 294206 w 596753"/>
                <a:gd name="connsiteY69" fmla="*/ 192077 h 372092"/>
                <a:gd name="connsiteX70" fmla="*/ 337667 w 596753"/>
                <a:gd name="connsiteY70" fmla="*/ 152554 h 372092"/>
                <a:gd name="connsiteX71" fmla="*/ 337667 w 596753"/>
                <a:gd name="connsiteY71" fmla="*/ 149117 h 372092"/>
                <a:gd name="connsiteX72" fmla="*/ 355309 w 596753"/>
                <a:gd name="connsiteY72" fmla="*/ 131504 h 372092"/>
                <a:gd name="connsiteX73" fmla="*/ 372952 w 596753"/>
                <a:gd name="connsiteY73" fmla="*/ 146969 h 372092"/>
                <a:gd name="connsiteX74" fmla="*/ 418133 w 596753"/>
                <a:gd name="connsiteY74" fmla="*/ 169738 h 372092"/>
                <a:gd name="connsiteX75" fmla="*/ 428891 w 596753"/>
                <a:gd name="connsiteY75" fmla="*/ 165872 h 372092"/>
                <a:gd name="connsiteX76" fmla="*/ 432764 w 596753"/>
                <a:gd name="connsiteY76" fmla="*/ 166301 h 372092"/>
                <a:gd name="connsiteX77" fmla="*/ 472352 w 596753"/>
                <a:gd name="connsiteY77" fmla="*/ 118186 h 372092"/>
                <a:gd name="connsiteX78" fmla="*/ 471061 w 596753"/>
                <a:gd name="connsiteY78" fmla="*/ 112172 h 372092"/>
                <a:gd name="connsiteX79" fmla="*/ 489134 w 596753"/>
                <a:gd name="connsiteY79" fmla="*/ 94558 h 372092"/>
                <a:gd name="connsiteX80" fmla="*/ 53702 w 596753"/>
                <a:gd name="connsiteY80" fmla="*/ 22772 h 372092"/>
                <a:gd name="connsiteX81" fmla="*/ 53702 w 596753"/>
                <a:gd name="connsiteY81" fmla="*/ 305917 h 372092"/>
                <a:gd name="connsiteX82" fmla="*/ 542962 w 596753"/>
                <a:gd name="connsiteY82" fmla="*/ 305917 h 372092"/>
                <a:gd name="connsiteX83" fmla="*/ 542962 w 596753"/>
                <a:gd name="connsiteY83" fmla="*/ 22772 h 372092"/>
                <a:gd name="connsiteX84" fmla="*/ 53702 w 596753"/>
                <a:gd name="connsiteY84" fmla="*/ 0 h 372092"/>
                <a:gd name="connsiteX85" fmla="*/ 542962 w 596753"/>
                <a:gd name="connsiteY85" fmla="*/ 0 h 372092"/>
                <a:gd name="connsiteX86" fmla="*/ 566198 w 596753"/>
                <a:gd name="connsiteY86" fmla="*/ 22772 h 372092"/>
                <a:gd name="connsiteX87" fmla="*/ 566198 w 596753"/>
                <a:gd name="connsiteY87" fmla="*/ 305917 h 372092"/>
                <a:gd name="connsiteX88" fmla="*/ 542962 w 596753"/>
                <a:gd name="connsiteY88" fmla="*/ 329118 h 372092"/>
                <a:gd name="connsiteX89" fmla="*/ 53702 w 596753"/>
                <a:gd name="connsiteY89" fmla="*/ 329118 h 372092"/>
                <a:gd name="connsiteX90" fmla="*/ 30466 w 596753"/>
                <a:gd name="connsiteY90" fmla="*/ 305917 h 372092"/>
                <a:gd name="connsiteX91" fmla="*/ 30466 w 596753"/>
                <a:gd name="connsiteY91" fmla="*/ 22772 h 372092"/>
                <a:gd name="connsiteX92" fmla="*/ 53702 w 596753"/>
                <a:gd name="connsiteY92" fmla="*/ 0 h 37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753" h="372092">
                  <a:moveTo>
                    <a:pt x="5942" y="342878"/>
                  </a:moveTo>
                  <a:lnTo>
                    <a:pt x="591159" y="342878"/>
                  </a:lnTo>
                  <a:cubicBezTo>
                    <a:pt x="594171" y="342878"/>
                    <a:pt x="596323" y="345026"/>
                    <a:pt x="596753" y="348034"/>
                  </a:cubicBezTo>
                  <a:cubicBezTo>
                    <a:pt x="596753" y="350182"/>
                    <a:pt x="596323" y="352330"/>
                    <a:pt x="594602" y="354048"/>
                  </a:cubicBezTo>
                  <a:cubicBezTo>
                    <a:pt x="579541" y="370374"/>
                    <a:pt x="361376" y="372092"/>
                    <a:pt x="295109" y="372092"/>
                  </a:cubicBezTo>
                  <a:cubicBezTo>
                    <a:pt x="221096" y="372092"/>
                    <a:pt x="151817" y="370374"/>
                    <a:pt x="99750" y="367796"/>
                  </a:cubicBezTo>
                  <a:cubicBezTo>
                    <a:pt x="7664" y="363500"/>
                    <a:pt x="3361" y="357056"/>
                    <a:pt x="1209" y="353189"/>
                  </a:cubicBezTo>
                  <a:cubicBezTo>
                    <a:pt x="-82" y="351041"/>
                    <a:pt x="-512" y="348463"/>
                    <a:pt x="779" y="346315"/>
                  </a:cubicBezTo>
                  <a:cubicBezTo>
                    <a:pt x="1639" y="344167"/>
                    <a:pt x="3791" y="342878"/>
                    <a:pt x="5942" y="342878"/>
                  </a:cubicBezTo>
                  <a:close/>
                  <a:moveTo>
                    <a:pt x="287321" y="199380"/>
                  </a:moveTo>
                  <a:cubicBezTo>
                    <a:pt x="282158" y="199380"/>
                    <a:pt x="277855" y="203247"/>
                    <a:pt x="277855" y="208402"/>
                  </a:cubicBezTo>
                  <a:cubicBezTo>
                    <a:pt x="277855" y="213557"/>
                    <a:pt x="282158" y="217853"/>
                    <a:pt x="287321" y="217853"/>
                  </a:cubicBezTo>
                  <a:cubicBezTo>
                    <a:pt x="292485" y="217853"/>
                    <a:pt x="296358" y="213557"/>
                    <a:pt x="296358" y="208402"/>
                  </a:cubicBezTo>
                  <a:cubicBezTo>
                    <a:pt x="296358" y="203247"/>
                    <a:pt x="292485" y="199380"/>
                    <a:pt x="287321" y="199380"/>
                  </a:cubicBezTo>
                  <a:close/>
                  <a:moveTo>
                    <a:pt x="428891" y="174464"/>
                  </a:moveTo>
                  <a:cubicBezTo>
                    <a:pt x="423727" y="174464"/>
                    <a:pt x="419855" y="178330"/>
                    <a:pt x="419855" y="183485"/>
                  </a:cubicBezTo>
                  <a:cubicBezTo>
                    <a:pt x="419855" y="188641"/>
                    <a:pt x="423727" y="192936"/>
                    <a:pt x="428891" y="192936"/>
                  </a:cubicBezTo>
                  <a:cubicBezTo>
                    <a:pt x="434055" y="192936"/>
                    <a:pt x="438358" y="188641"/>
                    <a:pt x="438358" y="183485"/>
                  </a:cubicBezTo>
                  <a:cubicBezTo>
                    <a:pt x="438358" y="178330"/>
                    <a:pt x="434055" y="174464"/>
                    <a:pt x="428891" y="174464"/>
                  </a:cubicBezTo>
                  <a:close/>
                  <a:moveTo>
                    <a:pt x="355309" y="140096"/>
                  </a:moveTo>
                  <a:cubicBezTo>
                    <a:pt x="350146" y="140096"/>
                    <a:pt x="346273" y="143962"/>
                    <a:pt x="346273" y="149117"/>
                  </a:cubicBezTo>
                  <a:cubicBezTo>
                    <a:pt x="346273" y="154273"/>
                    <a:pt x="350146" y="158569"/>
                    <a:pt x="355309" y="158569"/>
                  </a:cubicBezTo>
                  <a:cubicBezTo>
                    <a:pt x="360473" y="158569"/>
                    <a:pt x="364776" y="154273"/>
                    <a:pt x="364776" y="149117"/>
                  </a:cubicBezTo>
                  <a:cubicBezTo>
                    <a:pt x="364776" y="143962"/>
                    <a:pt x="360473" y="140096"/>
                    <a:pt x="355309" y="140096"/>
                  </a:cubicBezTo>
                  <a:close/>
                  <a:moveTo>
                    <a:pt x="107455" y="137948"/>
                  </a:moveTo>
                  <a:cubicBezTo>
                    <a:pt x="102291" y="137948"/>
                    <a:pt x="98418" y="142244"/>
                    <a:pt x="98418" y="146969"/>
                  </a:cubicBezTo>
                  <a:cubicBezTo>
                    <a:pt x="98418" y="152125"/>
                    <a:pt x="102291" y="156421"/>
                    <a:pt x="107455" y="156421"/>
                  </a:cubicBezTo>
                  <a:cubicBezTo>
                    <a:pt x="112618" y="156421"/>
                    <a:pt x="116921" y="152125"/>
                    <a:pt x="116921" y="146969"/>
                  </a:cubicBezTo>
                  <a:cubicBezTo>
                    <a:pt x="116921" y="142244"/>
                    <a:pt x="112618" y="137948"/>
                    <a:pt x="107455" y="137948"/>
                  </a:cubicBezTo>
                  <a:close/>
                  <a:moveTo>
                    <a:pt x="207715" y="130645"/>
                  </a:moveTo>
                  <a:cubicBezTo>
                    <a:pt x="202982" y="130645"/>
                    <a:pt x="198679" y="134941"/>
                    <a:pt x="198679" y="140096"/>
                  </a:cubicBezTo>
                  <a:cubicBezTo>
                    <a:pt x="198679" y="145251"/>
                    <a:pt x="202982" y="149117"/>
                    <a:pt x="207715" y="149117"/>
                  </a:cubicBezTo>
                  <a:cubicBezTo>
                    <a:pt x="212879" y="149117"/>
                    <a:pt x="217182" y="145251"/>
                    <a:pt x="217182" y="140096"/>
                  </a:cubicBezTo>
                  <a:cubicBezTo>
                    <a:pt x="217182" y="134941"/>
                    <a:pt x="212879" y="130645"/>
                    <a:pt x="207715" y="130645"/>
                  </a:cubicBezTo>
                  <a:close/>
                  <a:moveTo>
                    <a:pt x="489134" y="103150"/>
                  </a:moveTo>
                  <a:cubicBezTo>
                    <a:pt x="483970" y="103150"/>
                    <a:pt x="479667" y="107017"/>
                    <a:pt x="479667" y="112172"/>
                  </a:cubicBezTo>
                  <a:cubicBezTo>
                    <a:pt x="479667" y="117327"/>
                    <a:pt x="483970" y="121623"/>
                    <a:pt x="489134" y="121623"/>
                  </a:cubicBezTo>
                  <a:cubicBezTo>
                    <a:pt x="494297" y="121623"/>
                    <a:pt x="498600" y="117327"/>
                    <a:pt x="498600" y="112172"/>
                  </a:cubicBezTo>
                  <a:cubicBezTo>
                    <a:pt x="498600" y="107017"/>
                    <a:pt x="494297" y="103150"/>
                    <a:pt x="489134" y="103150"/>
                  </a:cubicBezTo>
                  <a:close/>
                  <a:moveTo>
                    <a:pt x="489134" y="94558"/>
                  </a:moveTo>
                  <a:cubicBezTo>
                    <a:pt x="499030" y="94558"/>
                    <a:pt x="507206" y="102291"/>
                    <a:pt x="507206" y="112172"/>
                  </a:cubicBezTo>
                  <a:cubicBezTo>
                    <a:pt x="507206" y="122053"/>
                    <a:pt x="499030" y="130215"/>
                    <a:pt x="489134" y="130215"/>
                  </a:cubicBezTo>
                  <a:cubicBezTo>
                    <a:pt x="487843" y="130215"/>
                    <a:pt x="486552" y="129785"/>
                    <a:pt x="485261" y="129785"/>
                  </a:cubicBezTo>
                  <a:lnTo>
                    <a:pt x="445673" y="177471"/>
                  </a:lnTo>
                  <a:cubicBezTo>
                    <a:pt x="446533" y="179619"/>
                    <a:pt x="446964" y="181337"/>
                    <a:pt x="446964" y="183485"/>
                  </a:cubicBezTo>
                  <a:cubicBezTo>
                    <a:pt x="446964" y="193366"/>
                    <a:pt x="438788" y="201528"/>
                    <a:pt x="428891" y="201528"/>
                  </a:cubicBezTo>
                  <a:cubicBezTo>
                    <a:pt x="419855" y="201528"/>
                    <a:pt x="412109" y="194225"/>
                    <a:pt x="411249" y="185633"/>
                  </a:cubicBezTo>
                  <a:lnTo>
                    <a:pt x="366497" y="163294"/>
                  </a:lnTo>
                  <a:cubicBezTo>
                    <a:pt x="363485" y="165442"/>
                    <a:pt x="359612" y="167161"/>
                    <a:pt x="355309" y="167161"/>
                  </a:cubicBezTo>
                  <a:cubicBezTo>
                    <a:pt x="353158" y="167161"/>
                    <a:pt x="351006" y="166731"/>
                    <a:pt x="348855" y="165872"/>
                  </a:cubicBezTo>
                  <a:lnTo>
                    <a:pt x="304964" y="205824"/>
                  </a:lnTo>
                  <a:cubicBezTo>
                    <a:pt x="304964" y="206684"/>
                    <a:pt x="304964" y="207543"/>
                    <a:pt x="304964" y="208402"/>
                  </a:cubicBezTo>
                  <a:cubicBezTo>
                    <a:pt x="304964" y="218283"/>
                    <a:pt x="297218" y="226445"/>
                    <a:pt x="287321" y="226445"/>
                  </a:cubicBezTo>
                  <a:cubicBezTo>
                    <a:pt x="277424" y="226445"/>
                    <a:pt x="269249" y="218283"/>
                    <a:pt x="269249" y="208402"/>
                  </a:cubicBezTo>
                  <a:cubicBezTo>
                    <a:pt x="269249" y="207972"/>
                    <a:pt x="269679" y="207113"/>
                    <a:pt x="269679" y="206254"/>
                  </a:cubicBezTo>
                  <a:lnTo>
                    <a:pt x="214600" y="156421"/>
                  </a:lnTo>
                  <a:cubicBezTo>
                    <a:pt x="212449" y="157280"/>
                    <a:pt x="210297" y="157709"/>
                    <a:pt x="207715" y="157709"/>
                  </a:cubicBezTo>
                  <a:cubicBezTo>
                    <a:pt x="201691" y="157709"/>
                    <a:pt x="196097" y="154273"/>
                    <a:pt x="192655" y="149547"/>
                  </a:cubicBezTo>
                  <a:lnTo>
                    <a:pt x="123376" y="154702"/>
                  </a:lnTo>
                  <a:cubicBezTo>
                    <a:pt x="120794" y="160717"/>
                    <a:pt x="114770" y="165013"/>
                    <a:pt x="107455" y="165013"/>
                  </a:cubicBezTo>
                  <a:cubicBezTo>
                    <a:pt x="97558" y="165013"/>
                    <a:pt x="89812" y="156850"/>
                    <a:pt x="89812" y="146969"/>
                  </a:cubicBezTo>
                  <a:cubicBezTo>
                    <a:pt x="89812" y="137518"/>
                    <a:pt x="97558" y="129356"/>
                    <a:pt x="107455" y="129356"/>
                  </a:cubicBezTo>
                  <a:cubicBezTo>
                    <a:pt x="113909" y="129356"/>
                    <a:pt x="119503" y="132793"/>
                    <a:pt x="122515" y="137518"/>
                  </a:cubicBezTo>
                  <a:lnTo>
                    <a:pt x="191794" y="132363"/>
                  </a:lnTo>
                  <a:cubicBezTo>
                    <a:pt x="194806" y="126349"/>
                    <a:pt x="200830" y="122053"/>
                    <a:pt x="207715" y="122053"/>
                  </a:cubicBezTo>
                  <a:cubicBezTo>
                    <a:pt x="217612" y="122053"/>
                    <a:pt x="225788" y="130215"/>
                    <a:pt x="225788" y="140096"/>
                  </a:cubicBezTo>
                  <a:cubicBezTo>
                    <a:pt x="225788" y="140955"/>
                    <a:pt x="225788" y="142244"/>
                    <a:pt x="225358" y="143103"/>
                  </a:cubicBezTo>
                  <a:lnTo>
                    <a:pt x="279576" y="192507"/>
                  </a:lnTo>
                  <a:cubicBezTo>
                    <a:pt x="282158" y="191218"/>
                    <a:pt x="284740" y="190789"/>
                    <a:pt x="287321" y="190789"/>
                  </a:cubicBezTo>
                  <a:cubicBezTo>
                    <a:pt x="289903" y="190789"/>
                    <a:pt x="292055" y="191218"/>
                    <a:pt x="294206" y="192077"/>
                  </a:cubicBezTo>
                  <a:lnTo>
                    <a:pt x="337667" y="152554"/>
                  </a:lnTo>
                  <a:cubicBezTo>
                    <a:pt x="337667" y="151695"/>
                    <a:pt x="337667" y="150406"/>
                    <a:pt x="337667" y="149117"/>
                  </a:cubicBezTo>
                  <a:cubicBezTo>
                    <a:pt x="337667" y="139237"/>
                    <a:pt x="345412" y="131504"/>
                    <a:pt x="355309" y="131504"/>
                  </a:cubicBezTo>
                  <a:cubicBezTo>
                    <a:pt x="364346" y="131504"/>
                    <a:pt x="372091" y="138377"/>
                    <a:pt x="372952" y="146969"/>
                  </a:cubicBezTo>
                  <a:lnTo>
                    <a:pt x="418133" y="169738"/>
                  </a:lnTo>
                  <a:cubicBezTo>
                    <a:pt x="421146" y="167161"/>
                    <a:pt x="425018" y="165872"/>
                    <a:pt x="428891" y="165872"/>
                  </a:cubicBezTo>
                  <a:cubicBezTo>
                    <a:pt x="430182" y="165872"/>
                    <a:pt x="431473" y="165872"/>
                    <a:pt x="432764" y="166301"/>
                  </a:cubicBezTo>
                  <a:lnTo>
                    <a:pt x="472352" y="118186"/>
                  </a:lnTo>
                  <a:cubicBezTo>
                    <a:pt x="471921" y="116468"/>
                    <a:pt x="471061" y="114320"/>
                    <a:pt x="471061" y="112172"/>
                  </a:cubicBezTo>
                  <a:cubicBezTo>
                    <a:pt x="471061" y="102291"/>
                    <a:pt x="479237" y="94558"/>
                    <a:pt x="489134" y="94558"/>
                  </a:cubicBezTo>
                  <a:close/>
                  <a:moveTo>
                    <a:pt x="53702" y="22772"/>
                  </a:moveTo>
                  <a:lnTo>
                    <a:pt x="53702" y="305917"/>
                  </a:lnTo>
                  <a:lnTo>
                    <a:pt x="542962" y="305917"/>
                  </a:lnTo>
                  <a:lnTo>
                    <a:pt x="542962" y="22772"/>
                  </a:lnTo>
                  <a:close/>
                  <a:moveTo>
                    <a:pt x="53702" y="0"/>
                  </a:moveTo>
                  <a:lnTo>
                    <a:pt x="542962" y="0"/>
                  </a:lnTo>
                  <a:cubicBezTo>
                    <a:pt x="555871" y="0"/>
                    <a:pt x="566198" y="9882"/>
                    <a:pt x="566198" y="22772"/>
                  </a:cubicBezTo>
                  <a:lnTo>
                    <a:pt x="566198" y="305917"/>
                  </a:lnTo>
                  <a:cubicBezTo>
                    <a:pt x="566198" y="318806"/>
                    <a:pt x="555871" y="329118"/>
                    <a:pt x="542962" y="329118"/>
                  </a:cubicBezTo>
                  <a:lnTo>
                    <a:pt x="53702" y="329118"/>
                  </a:lnTo>
                  <a:cubicBezTo>
                    <a:pt x="40793" y="329118"/>
                    <a:pt x="30466" y="318806"/>
                    <a:pt x="30466" y="305917"/>
                  </a:cubicBezTo>
                  <a:lnTo>
                    <a:pt x="30466" y="22772"/>
                  </a:lnTo>
                  <a:cubicBezTo>
                    <a:pt x="30466" y="9882"/>
                    <a:pt x="40793" y="0"/>
                    <a:pt x="53702" y="0"/>
                  </a:cubicBezTo>
                  <a:close/>
                </a:path>
              </a:pathLst>
            </a:custGeom>
            <a:solidFill>
              <a:schemeClr val="bg1"/>
            </a:solidFill>
            <a:ln>
              <a:noFill/>
            </a:ln>
          </p:spPr>
        </p:sp>
      </p:grpSp>
      <p:grpSp>
        <p:nvGrpSpPr>
          <p:cNvPr id="9" name="组合 8"/>
          <p:cNvGrpSpPr/>
          <p:nvPr/>
        </p:nvGrpSpPr>
        <p:grpSpPr bwMode="gray">
          <a:xfrm>
            <a:off x="485337" y="2581919"/>
            <a:ext cx="359859" cy="359859"/>
            <a:chOff x="485526" y="2877913"/>
            <a:chExt cx="360000" cy="360000"/>
          </a:xfrm>
        </p:grpSpPr>
        <p:sp>
          <p:nvSpPr>
            <p:cNvPr id="126" name="iṩ1îdè">
              <a:extLst>
                <a:ext uri="{FF2B5EF4-FFF2-40B4-BE49-F238E27FC236}">
                  <a16:creationId xmlns:a16="http://schemas.microsoft.com/office/drawing/2014/main" id="{7F2033B8-3D85-4EBC-B06A-35DC8DC5989D}"/>
                </a:ext>
              </a:extLst>
            </p:cNvPr>
            <p:cNvSpPr/>
            <p:nvPr/>
          </p:nvSpPr>
          <p:spPr bwMode="gray">
            <a:xfrm rot="10800000" flipV="1">
              <a:off x="485526" y="2877913"/>
              <a:ext cx="360000" cy="3600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51" name="warning_94911"/>
            <p:cNvSpPr>
              <a:spLocks/>
            </p:cNvSpPr>
            <p:nvPr/>
          </p:nvSpPr>
          <p:spPr bwMode="gray">
            <a:xfrm>
              <a:off x="564003" y="2951241"/>
              <a:ext cx="203046" cy="202752"/>
            </a:xfrm>
            <a:custGeom>
              <a:avLst/>
              <a:gdLst>
                <a:gd name="T0" fmla="*/ 4733 w 4773"/>
                <a:gd name="T1" fmla="*/ 4096 h 4367"/>
                <a:gd name="T2" fmla="*/ 2541 w 4773"/>
                <a:gd name="T3" fmla="*/ 107 h 4367"/>
                <a:gd name="T4" fmla="*/ 2387 w 4773"/>
                <a:gd name="T5" fmla="*/ 0 h 4367"/>
                <a:gd name="T6" fmla="*/ 2232 w 4773"/>
                <a:gd name="T7" fmla="*/ 107 h 4367"/>
                <a:gd name="T8" fmla="*/ 40 w 4773"/>
                <a:gd name="T9" fmla="*/ 4096 h 4367"/>
                <a:gd name="T10" fmla="*/ 31 w 4773"/>
                <a:gd name="T11" fmla="*/ 4283 h 4367"/>
                <a:gd name="T12" fmla="*/ 202 w 4773"/>
                <a:gd name="T13" fmla="*/ 4367 h 4367"/>
                <a:gd name="T14" fmla="*/ 4571 w 4773"/>
                <a:gd name="T15" fmla="*/ 4367 h 4367"/>
                <a:gd name="T16" fmla="*/ 4742 w 4773"/>
                <a:gd name="T17" fmla="*/ 4283 h 4367"/>
                <a:gd name="T18" fmla="*/ 4733 w 4773"/>
                <a:gd name="T19" fmla="*/ 4096 h 4367"/>
                <a:gd name="T20" fmla="*/ 2064 w 4773"/>
                <a:gd name="T21" fmla="*/ 1055 h 4367"/>
                <a:gd name="T22" fmla="*/ 2111 w 4773"/>
                <a:gd name="T23" fmla="*/ 1034 h 4367"/>
                <a:gd name="T24" fmla="*/ 2656 w 4773"/>
                <a:gd name="T25" fmla="*/ 1034 h 4367"/>
                <a:gd name="T26" fmla="*/ 2703 w 4773"/>
                <a:gd name="T27" fmla="*/ 1055 h 4367"/>
                <a:gd name="T28" fmla="*/ 2721 w 4773"/>
                <a:gd name="T29" fmla="*/ 1104 h 4367"/>
                <a:gd name="T30" fmla="*/ 2652 w 4773"/>
                <a:gd name="T31" fmla="*/ 2965 h 4367"/>
                <a:gd name="T32" fmla="*/ 2583 w 4773"/>
                <a:gd name="T33" fmla="*/ 3034 h 4367"/>
                <a:gd name="T34" fmla="*/ 2179 w 4773"/>
                <a:gd name="T35" fmla="*/ 3034 h 4367"/>
                <a:gd name="T36" fmla="*/ 2111 w 4773"/>
                <a:gd name="T37" fmla="*/ 2966 h 4367"/>
                <a:gd name="T38" fmla="*/ 2046 w 4773"/>
                <a:gd name="T39" fmla="*/ 1105 h 4367"/>
                <a:gd name="T40" fmla="*/ 2064 w 4773"/>
                <a:gd name="T41" fmla="*/ 1055 h 4367"/>
                <a:gd name="T42" fmla="*/ 2386 w 4773"/>
                <a:gd name="T43" fmla="*/ 4013 h 4367"/>
                <a:gd name="T44" fmla="*/ 2026 w 4773"/>
                <a:gd name="T45" fmla="*/ 3635 h 4367"/>
                <a:gd name="T46" fmla="*/ 2381 w 4773"/>
                <a:gd name="T47" fmla="*/ 3252 h 4367"/>
                <a:gd name="T48" fmla="*/ 2737 w 4773"/>
                <a:gd name="T49" fmla="*/ 3635 h 4367"/>
                <a:gd name="T50" fmla="*/ 2386 w 4773"/>
                <a:gd name="T51" fmla="*/ 4013 h 4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73" h="4367">
                  <a:moveTo>
                    <a:pt x="4733" y="4096"/>
                  </a:moveTo>
                  <a:lnTo>
                    <a:pt x="2541" y="107"/>
                  </a:lnTo>
                  <a:cubicBezTo>
                    <a:pt x="2504" y="39"/>
                    <a:pt x="2448" y="0"/>
                    <a:pt x="2387" y="0"/>
                  </a:cubicBezTo>
                  <a:cubicBezTo>
                    <a:pt x="2326" y="0"/>
                    <a:pt x="2269" y="39"/>
                    <a:pt x="2232" y="107"/>
                  </a:cubicBezTo>
                  <a:lnTo>
                    <a:pt x="40" y="4096"/>
                  </a:lnTo>
                  <a:cubicBezTo>
                    <a:pt x="3" y="4162"/>
                    <a:pt x="0" y="4231"/>
                    <a:pt x="31" y="4283"/>
                  </a:cubicBezTo>
                  <a:cubicBezTo>
                    <a:pt x="63" y="4337"/>
                    <a:pt x="125" y="4367"/>
                    <a:pt x="202" y="4367"/>
                  </a:cubicBezTo>
                  <a:lnTo>
                    <a:pt x="4571" y="4367"/>
                  </a:lnTo>
                  <a:cubicBezTo>
                    <a:pt x="4648" y="4367"/>
                    <a:pt x="4710" y="4337"/>
                    <a:pt x="4742" y="4283"/>
                  </a:cubicBezTo>
                  <a:cubicBezTo>
                    <a:pt x="4773" y="4231"/>
                    <a:pt x="4770" y="4162"/>
                    <a:pt x="4733" y="4096"/>
                  </a:cubicBezTo>
                  <a:close/>
                  <a:moveTo>
                    <a:pt x="2064" y="1055"/>
                  </a:moveTo>
                  <a:cubicBezTo>
                    <a:pt x="2076" y="1043"/>
                    <a:pt x="2093" y="1034"/>
                    <a:pt x="2111" y="1034"/>
                  </a:cubicBezTo>
                  <a:lnTo>
                    <a:pt x="2656" y="1034"/>
                  </a:lnTo>
                  <a:cubicBezTo>
                    <a:pt x="2674" y="1034"/>
                    <a:pt x="2691" y="1043"/>
                    <a:pt x="2703" y="1055"/>
                  </a:cubicBezTo>
                  <a:cubicBezTo>
                    <a:pt x="2715" y="1068"/>
                    <a:pt x="2722" y="1086"/>
                    <a:pt x="2721" y="1104"/>
                  </a:cubicBezTo>
                  <a:lnTo>
                    <a:pt x="2652" y="2965"/>
                  </a:lnTo>
                  <a:cubicBezTo>
                    <a:pt x="2651" y="3002"/>
                    <a:pt x="2620" y="3034"/>
                    <a:pt x="2583" y="3034"/>
                  </a:cubicBezTo>
                  <a:lnTo>
                    <a:pt x="2179" y="3034"/>
                  </a:lnTo>
                  <a:cubicBezTo>
                    <a:pt x="2143" y="3034"/>
                    <a:pt x="2112" y="3002"/>
                    <a:pt x="2111" y="2966"/>
                  </a:cubicBezTo>
                  <a:lnTo>
                    <a:pt x="2046" y="1105"/>
                  </a:lnTo>
                  <a:cubicBezTo>
                    <a:pt x="2045" y="1087"/>
                    <a:pt x="2052" y="1068"/>
                    <a:pt x="2064" y="1055"/>
                  </a:cubicBezTo>
                  <a:close/>
                  <a:moveTo>
                    <a:pt x="2386" y="4013"/>
                  </a:moveTo>
                  <a:cubicBezTo>
                    <a:pt x="2181" y="4013"/>
                    <a:pt x="2026" y="3850"/>
                    <a:pt x="2026" y="3635"/>
                  </a:cubicBezTo>
                  <a:cubicBezTo>
                    <a:pt x="2026" y="3417"/>
                    <a:pt x="2179" y="3252"/>
                    <a:pt x="2381" y="3252"/>
                  </a:cubicBezTo>
                  <a:cubicBezTo>
                    <a:pt x="2590" y="3252"/>
                    <a:pt x="2737" y="3409"/>
                    <a:pt x="2737" y="3635"/>
                  </a:cubicBezTo>
                  <a:cubicBezTo>
                    <a:pt x="2737" y="3857"/>
                    <a:pt x="2592" y="4013"/>
                    <a:pt x="2386" y="4013"/>
                  </a:cubicBezTo>
                  <a:close/>
                </a:path>
              </a:pathLst>
            </a:custGeom>
            <a:solidFill>
              <a:schemeClr val="bg1"/>
            </a:solidFill>
            <a:ln>
              <a:noFill/>
            </a:ln>
          </p:spPr>
        </p:sp>
      </p:grpSp>
      <p:sp>
        <p:nvSpPr>
          <p:cNvPr id="131" name="íŝlíďé">
            <a:extLst>
              <a:ext uri="{FF2B5EF4-FFF2-40B4-BE49-F238E27FC236}">
                <a16:creationId xmlns:a16="http://schemas.microsoft.com/office/drawing/2014/main" id="{E7C05249-EC6B-4A31-B592-1B7DA1FC1C4D}"/>
              </a:ext>
            </a:extLst>
          </p:cNvPr>
          <p:cNvSpPr/>
          <p:nvPr/>
        </p:nvSpPr>
        <p:spPr bwMode="gray">
          <a:xfrm rot="10800000" flipV="1">
            <a:off x="485337" y="3537096"/>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52" name="school-book_74303"/>
          <p:cNvSpPr>
            <a:spLocks/>
          </p:cNvSpPr>
          <p:nvPr/>
        </p:nvSpPr>
        <p:spPr bwMode="gray">
          <a:xfrm>
            <a:off x="585754" y="3620065"/>
            <a:ext cx="159024" cy="193920"/>
          </a:xfrm>
          <a:custGeom>
            <a:avLst/>
            <a:gdLst>
              <a:gd name="T0" fmla="*/ 532 w 3373"/>
              <a:gd name="T1" fmla="*/ 381 h 4441"/>
              <a:gd name="T2" fmla="*/ 3373 w 3373"/>
              <a:gd name="T3" fmla="*/ 381 h 4441"/>
              <a:gd name="T4" fmla="*/ 3373 w 3373"/>
              <a:gd name="T5" fmla="*/ 0 h 4441"/>
              <a:gd name="T6" fmla="*/ 532 w 3373"/>
              <a:gd name="T7" fmla="*/ 0 h 4441"/>
              <a:gd name="T8" fmla="*/ 0 w 3373"/>
              <a:gd name="T9" fmla="*/ 532 h 4441"/>
              <a:gd name="T10" fmla="*/ 0 w 3373"/>
              <a:gd name="T11" fmla="*/ 4012 h 4441"/>
              <a:gd name="T12" fmla="*/ 429 w 3373"/>
              <a:gd name="T13" fmla="*/ 4441 h 4441"/>
              <a:gd name="T14" fmla="*/ 3373 w 3373"/>
              <a:gd name="T15" fmla="*/ 4441 h 4441"/>
              <a:gd name="T16" fmla="*/ 3373 w 3373"/>
              <a:gd name="T17" fmla="*/ 683 h 4441"/>
              <a:gd name="T18" fmla="*/ 532 w 3373"/>
              <a:gd name="T19" fmla="*/ 683 h 4441"/>
              <a:gd name="T20" fmla="*/ 381 w 3373"/>
              <a:gd name="T21" fmla="*/ 532 h 4441"/>
              <a:gd name="T22" fmla="*/ 532 w 3373"/>
              <a:gd name="T23" fmla="*/ 381 h 4441"/>
              <a:gd name="T24" fmla="*/ 1397 w 3373"/>
              <a:gd name="T25" fmla="*/ 3011 h 4441"/>
              <a:gd name="T26" fmla="*/ 2854 w 3373"/>
              <a:gd name="T27" fmla="*/ 3011 h 4441"/>
              <a:gd name="T28" fmla="*/ 2854 w 3373"/>
              <a:gd name="T29" fmla="*/ 3794 h 4441"/>
              <a:gd name="T30" fmla="*/ 1397 w 3373"/>
              <a:gd name="T31" fmla="*/ 3794 h 4441"/>
              <a:gd name="T32" fmla="*/ 1397 w 3373"/>
              <a:gd name="T33" fmla="*/ 3011 h 4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373" h="4441">
                <a:moveTo>
                  <a:pt x="532" y="381"/>
                </a:moveTo>
                <a:lnTo>
                  <a:pt x="3373" y="381"/>
                </a:lnTo>
                <a:lnTo>
                  <a:pt x="3373" y="0"/>
                </a:lnTo>
                <a:lnTo>
                  <a:pt x="532" y="0"/>
                </a:lnTo>
                <a:cubicBezTo>
                  <a:pt x="239" y="0"/>
                  <a:pt x="0" y="239"/>
                  <a:pt x="0" y="532"/>
                </a:cubicBezTo>
                <a:lnTo>
                  <a:pt x="0" y="4012"/>
                </a:lnTo>
                <a:cubicBezTo>
                  <a:pt x="0" y="4248"/>
                  <a:pt x="192" y="4441"/>
                  <a:pt x="429" y="4441"/>
                </a:cubicBezTo>
                <a:lnTo>
                  <a:pt x="3373" y="4441"/>
                </a:lnTo>
                <a:lnTo>
                  <a:pt x="3373" y="683"/>
                </a:lnTo>
                <a:lnTo>
                  <a:pt x="532" y="683"/>
                </a:lnTo>
                <a:cubicBezTo>
                  <a:pt x="449" y="683"/>
                  <a:pt x="381" y="616"/>
                  <a:pt x="381" y="532"/>
                </a:cubicBezTo>
                <a:cubicBezTo>
                  <a:pt x="381" y="449"/>
                  <a:pt x="449" y="381"/>
                  <a:pt x="532" y="381"/>
                </a:cubicBezTo>
                <a:close/>
                <a:moveTo>
                  <a:pt x="1397" y="3011"/>
                </a:moveTo>
                <a:lnTo>
                  <a:pt x="2854" y="3011"/>
                </a:lnTo>
                <a:lnTo>
                  <a:pt x="2854" y="3794"/>
                </a:lnTo>
                <a:lnTo>
                  <a:pt x="1397" y="3794"/>
                </a:lnTo>
                <a:lnTo>
                  <a:pt x="1397" y="3011"/>
                </a:lnTo>
                <a:close/>
              </a:path>
            </a:pathLst>
          </a:custGeom>
          <a:solidFill>
            <a:schemeClr val="bg1"/>
          </a:solidFill>
          <a:ln>
            <a:noFill/>
          </a:ln>
        </p:spPr>
      </p:sp>
      <p:grpSp>
        <p:nvGrpSpPr>
          <p:cNvPr id="6" name="组合 5"/>
          <p:cNvGrpSpPr/>
          <p:nvPr/>
        </p:nvGrpSpPr>
        <p:grpSpPr bwMode="gray">
          <a:xfrm>
            <a:off x="485338" y="5444372"/>
            <a:ext cx="359859" cy="359859"/>
            <a:chOff x="485527" y="5580861"/>
            <a:chExt cx="360000" cy="360000"/>
          </a:xfrm>
        </p:grpSpPr>
        <p:sp>
          <p:nvSpPr>
            <p:cNvPr id="30" name="íṡ1íḋê">
              <a:extLst>
                <a:ext uri="{FF2B5EF4-FFF2-40B4-BE49-F238E27FC236}">
                  <a16:creationId xmlns:a16="http://schemas.microsoft.com/office/drawing/2014/main" id="{87A1502E-FF5A-402F-AE9A-604F51135206}"/>
                </a:ext>
              </a:extLst>
            </p:cNvPr>
            <p:cNvSpPr/>
            <p:nvPr/>
          </p:nvSpPr>
          <p:spPr bwMode="gray">
            <a:xfrm rot="10800000" flipV="1">
              <a:off x="485527" y="5580861"/>
              <a:ext cx="360000" cy="3600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rgbClr val="56C4D2"/>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799"/>
            </a:p>
          </p:txBody>
        </p:sp>
        <p:sp>
          <p:nvSpPr>
            <p:cNvPr id="27" name="day-one_15009"/>
            <p:cNvSpPr>
              <a:spLocks/>
            </p:cNvSpPr>
            <p:nvPr/>
          </p:nvSpPr>
          <p:spPr bwMode="gray">
            <a:xfrm>
              <a:off x="585780" y="5693830"/>
              <a:ext cx="159493" cy="134060"/>
            </a:xfrm>
            <a:custGeom>
              <a:avLst/>
              <a:gdLst>
                <a:gd name="connsiteX0" fmla="*/ 272898 w 535495"/>
                <a:gd name="connsiteY0" fmla="*/ 266504 h 603606"/>
                <a:gd name="connsiteX1" fmla="*/ 301320 w 535495"/>
                <a:gd name="connsiteY1" fmla="*/ 266504 h 603606"/>
                <a:gd name="connsiteX2" fmla="*/ 301320 w 535495"/>
                <a:gd name="connsiteY2" fmla="*/ 509798 h 603606"/>
                <a:gd name="connsiteX3" fmla="*/ 269453 w 535495"/>
                <a:gd name="connsiteY3" fmla="*/ 509798 h 603606"/>
                <a:gd name="connsiteX4" fmla="*/ 269453 w 535495"/>
                <a:gd name="connsiteY4" fmla="*/ 297453 h 603606"/>
                <a:gd name="connsiteX5" fmla="*/ 268592 w 535495"/>
                <a:gd name="connsiteY5" fmla="*/ 297453 h 603606"/>
                <a:gd name="connsiteX6" fmla="*/ 226389 w 535495"/>
                <a:gd name="connsiteY6" fmla="*/ 320665 h 603606"/>
                <a:gd name="connsiteX7" fmla="*/ 220360 w 535495"/>
                <a:gd name="connsiteY7" fmla="*/ 295734 h 603606"/>
                <a:gd name="connsiteX8" fmla="*/ 45629 w 535495"/>
                <a:gd name="connsiteY8" fmla="*/ 233016 h 603606"/>
                <a:gd name="connsiteX9" fmla="*/ 45629 w 535495"/>
                <a:gd name="connsiteY9" fmla="*/ 557175 h 603606"/>
                <a:gd name="connsiteX10" fmla="*/ 489866 w 535495"/>
                <a:gd name="connsiteY10" fmla="*/ 557175 h 603606"/>
                <a:gd name="connsiteX11" fmla="*/ 489866 w 535495"/>
                <a:gd name="connsiteY11" fmla="*/ 233016 h 603606"/>
                <a:gd name="connsiteX12" fmla="*/ 45629 w 535495"/>
                <a:gd name="connsiteY12" fmla="*/ 106620 h 603606"/>
                <a:gd name="connsiteX13" fmla="*/ 45629 w 535495"/>
                <a:gd name="connsiteY13" fmla="*/ 187445 h 603606"/>
                <a:gd name="connsiteX14" fmla="*/ 489866 w 535495"/>
                <a:gd name="connsiteY14" fmla="*/ 187445 h 603606"/>
                <a:gd name="connsiteX15" fmla="*/ 489866 w 535495"/>
                <a:gd name="connsiteY15" fmla="*/ 106620 h 603606"/>
                <a:gd name="connsiteX16" fmla="*/ 420992 w 535495"/>
                <a:gd name="connsiteY16" fmla="*/ 106620 h 603606"/>
                <a:gd name="connsiteX17" fmla="*/ 420992 w 535495"/>
                <a:gd name="connsiteY17" fmla="*/ 129835 h 603606"/>
                <a:gd name="connsiteX18" fmla="*/ 397747 w 535495"/>
                <a:gd name="connsiteY18" fmla="*/ 153051 h 603606"/>
                <a:gd name="connsiteX19" fmla="*/ 374502 w 535495"/>
                <a:gd name="connsiteY19" fmla="*/ 129835 h 603606"/>
                <a:gd name="connsiteX20" fmla="*/ 374502 w 535495"/>
                <a:gd name="connsiteY20" fmla="*/ 106620 h 603606"/>
                <a:gd name="connsiteX21" fmla="*/ 167880 w 535495"/>
                <a:gd name="connsiteY21" fmla="*/ 106620 h 603606"/>
                <a:gd name="connsiteX22" fmla="*/ 167880 w 535495"/>
                <a:gd name="connsiteY22" fmla="*/ 129835 h 603606"/>
                <a:gd name="connsiteX23" fmla="*/ 145496 w 535495"/>
                <a:gd name="connsiteY23" fmla="*/ 153051 h 603606"/>
                <a:gd name="connsiteX24" fmla="*/ 122251 w 535495"/>
                <a:gd name="connsiteY24" fmla="*/ 129835 h 603606"/>
                <a:gd name="connsiteX25" fmla="*/ 122251 w 535495"/>
                <a:gd name="connsiteY25" fmla="*/ 106620 h 603606"/>
                <a:gd name="connsiteX26" fmla="*/ 145496 w 535495"/>
                <a:gd name="connsiteY26" fmla="*/ 0 h 603606"/>
                <a:gd name="connsiteX27" fmla="*/ 167880 w 535495"/>
                <a:gd name="connsiteY27" fmla="*/ 23216 h 603606"/>
                <a:gd name="connsiteX28" fmla="*/ 167880 w 535495"/>
                <a:gd name="connsiteY28" fmla="*/ 61048 h 603606"/>
                <a:gd name="connsiteX29" fmla="*/ 374502 w 535495"/>
                <a:gd name="connsiteY29" fmla="*/ 61048 h 603606"/>
                <a:gd name="connsiteX30" fmla="*/ 374502 w 535495"/>
                <a:gd name="connsiteY30" fmla="*/ 23216 h 603606"/>
                <a:gd name="connsiteX31" fmla="*/ 397747 w 535495"/>
                <a:gd name="connsiteY31" fmla="*/ 0 h 603606"/>
                <a:gd name="connsiteX32" fmla="*/ 420992 w 535495"/>
                <a:gd name="connsiteY32" fmla="*/ 23216 h 603606"/>
                <a:gd name="connsiteX33" fmla="*/ 420992 w 535495"/>
                <a:gd name="connsiteY33" fmla="*/ 61048 h 603606"/>
                <a:gd name="connsiteX34" fmla="*/ 512250 w 535495"/>
                <a:gd name="connsiteY34" fmla="*/ 61048 h 603606"/>
                <a:gd name="connsiteX35" fmla="*/ 535495 w 535495"/>
                <a:gd name="connsiteY35" fmla="*/ 84264 h 603606"/>
                <a:gd name="connsiteX36" fmla="*/ 535495 w 535495"/>
                <a:gd name="connsiteY36" fmla="*/ 580390 h 603606"/>
                <a:gd name="connsiteX37" fmla="*/ 512250 w 535495"/>
                <a:gd name="connsiteY37" fmla="*/ 603606 h 603606"/>
                <a:gd name="connsiteX38" fmla="*/ 22384 w 535495"/>
                <a:gd name="connsiteY38" fmla="*/ 603606 h 603606"/>
                <a:gd name="connsiteX39" fmla="*/ 0 w 535495"/>
                <a:gd name="connsiteY39" fmla="*/ 580390 h 603606"/>
                <a:gd name="connsiteX40" fmla="*/ 0 w 535495"/>
                <a:gd name="connsiteY40" fmla="*/ 84264 h 603606"/>
                <a:gd name="connsiteX41" fmla="*/ 22384 w 535495"/>
                <a:gd name="connsiteY41" fmla="*/ 61048 h 603606"/>
                <a:gd name="connsiteX42" fmla="*/ 122251 w 535495"/>
                <a:gd name="connsiteY42" fmla="*/ 61048 h 603606"/>
                <a:gd name="connsiteX43" fmla="*/ 122251 w 535495"/>
                <a:gd name="connsiteY43" fmla="*/ 23216 h 603606"/>
                <a:gd name="connsiteX44" fmla="*/ 145496 w 535495"/>
                <a:gd name="connsiteY44" fmla="*/ 0 h 603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535495" h="603606">
                  <a:moveTo>
                    <a:pt x="272898" y="266504"/>
                  </a:moveTo>
                  <a:lnTo>
                    <a:pt x="301320" y="266504"/>
                  </a:lnTo>
                  <a:lnTo>
                    <a:pt x="301320" y="509798"/>
                  </a:lnTo>
                  <a:lnTo>
                    <a:pt x="269453" y="509798"/>
                  </a:lnTo>
                  <a:lnTo>
                    <a:pt x="269453" y="297453"/>
                  </a:lnTo>
                  <a:lnTo>
                    <a:pt x="268592" y="297453"/>
                  </a:lnTo>
                  <a:lnTo>
                    <a:pt x="226389" y="320665"/>
                  </a:lnTo>
                  <a:lnTo>
                    <a:pt x="220360" y="295734"/>
                  </a:lnTo>
                  <a:close/>
                  <a:moveTo>
                    <a:pt x="45629" y="233016"/>
                  </a:moveTo>
                  <a:lnTo>
                    <a:pt x="45629" y="557175"/>
                  </a:lnTo>
                  <a:lnTo>
                    <a:pt x="489866" y="557175"/>
                  </a:lnTo>
                  <a:lnTo>
                    <a:pt x="489866" y="233016"/>
                  </a:lnTo>
                  <a:close/>
                  <a:moveTo>
                    <a:pt x="45629" y="106620"/>
                  </a:moveTo>
                  <a:lnTo>
                    <a:pt x="45629" y="187445"/>
                  </a:lnTo>
                  <a:lnTo>
                    <a:pt x="489866" y="187445"/>
                  </a:lnTo>
                  <a:lnTo>
                    <a:pt x="489866" y="106620"/>
                  </a:lnTo>
                  <a:lnTo>
                    <a:pt x="420992" y="106620"/>
                  </a:lnTo>
                  <a:lnTo>
                    <a:pt x="420992" y="129835"/>
                  </a:lnTo>
                  <a:cubicBezTo>
                    <a:pt x="420992" y="142733"/>
                    <a:pt x="410661" y="153051"/>
                    <a:pt x="397747" y="153051"/>
                  </a:cubicBezTo>
                  <a:cubicBezTo>
                    <a:pt x="384833" y="153051"/>
                    <a:pt x="374502" y="142733"/>
                    <a:pt x="374502" y="129835"/>
                  </a:cubicBezTo>
                  <a:lnTo>
                    <a:pt x="374502" y="106620"/>
                  </a:lnTo>
                  <a:lnTo>
                    <a:pt x="167880" y="106620"/>
                  </a:lnTo>
                  <a:lnTo>
                    <a:pt x="167880" y="129835"/>
                  </a:lnTo>
                  <a:cubicBezTo>
                    <a:pt x="167880" y="142733"/>
                    <a:pt x="157549" y="153051"/>
                    <a:pt x="145496" y="153051"/>
                  </a:cubicBezTo>
                  <a:cubicBezTo>
                    <a:pt x="132582" y="153051"/>
                    <a:pt x="122251" y="142733"/>
                    <a:pt x="122251" y="129835"/>
                  </a:cubicBezTo>
                  <a:lnTo>
                    <a:pt x="122251" y="106620"/>
                  </a:lnTo>
                  <a:close/>
                  <a:moveTo>
                    <a:pt x="145496" y="0"/>
                  </a:moveTo>
                  <a:cubicBezTo>
                    <a:pt x="157549" y="0"/>
                    <a:pt x="167880" y="10318"/>
                    <a:pt x="167880" y="23216"/>
                  </a:cubicBezTo>
                  <a:lnTo>
                    <a:pt x="167880" y="61048"/>
                  </a:lnTo>
                  <a:lnTo>
                    <a:pt x="374502" y="61048"/>
                  </a:lnTo>
                  <a:lnTo>
                    <a:pt x="374502" y="23216"/>
                  </a:lnTo>
                  <a:cubicBezTo>
                    <a:pt x="374502" y="10318"/>
                    <a:pt x="384833" y="0"/>
                    <a:pt x="397747" y="0"/>
                  </a:cubicBezTo>
                  <a:cubicBezTo>
                    <a:pt x="410661" y="0"/>
                    <a:pt x="420992" y="10318"/>
                    <a:pt x="420992" y="23216"/>
                  </a:cubicBezTo>
                  <a:lnTo>
                    <a:pt x="420992" y="61048"/>
                  </a:lnTo>
                  <a:lnTo>
                    <a:pt x="512250" y="61048"/>
                  </a:lnTo>
                  <a:cubicBezTo>
                    <a:pt x="525164" y="61048"/>
                    <a:pt x="535495" y="71366"/>
                    <a:pt x="535495" y="84264"/>
                  </a:cubicBezTo>
                  <a:lnTo>
                    <a:pt x="535495" y="580390"/>
                  </a:lnTo>
                  <a:cubicBezTo>
                    <a:pt x="535495" y="593288"/>
                    <a:pt x="525164" y="603606"/>
                    <a:pt x="512250" y="603606"/>
                  </a:cubicBezTo>
                  <a:lnTo>
                    <a:pt x="22384" y="603606"/>
                  </a:lnTo>
                  <a:cubicBezTo>
                    <a:pt x="10331" y="603606"/>
                    <a:pt x="0" y="593288"/>
                    <a:pt x="0" y="580390"/>
                  </a:cubicBezTo>
                  <a:lnTo>
                    <a:pt x="0" y="84264"/>
                  </a:lnTo>
                  <a:cubicBezTo>
                    <a:pt x="0" y="71366"/>
                    <a:pt x="10331" y="61048"/>
                    <a:pt x="22384" y="61048"/>
                  </a:cubicBezTo>
                  <a:lnTo>
                    <a:pt x="122251" y="61048"/>
                  </a:lnTo>
                  <a:lnTo>
                    <a:pt x="122251" y="23216"/>
                  </a:lnTo>
                  <a:cubicBezTo>
                    <a:pt x="122251" y="10318"/>
                    <a:pt x="132582" y="0"/>
                    <a:pt x="145496" y="0"/>
                  </a:cubicBezTo>
                  <a:close/>
                </a:path>
              </a:pathLst>
            </a:custGeom>
            <a:solidFill>
              <a:schemeClr val="bg1"/>
            </a:solidFill>
            <a:ln>
              <a:solidFill>
                <a:schemeClr val="bg1"/>
              </a:solidFill>
            </a:ln>
          </p:spPr>
        </p:sp>
      </p:grpSp>
      <p:sp>
        <p:nvSpPr>
          <p:cNvPr id="37" name="íşḻïďe">
            <a:extLst>
              <a:ext uri="{FF2B5EF4-FFF2-40B4-BE49-F238E27FC236}">
                <a16:creationId xmlns:a16="http://schemas.microsoft.com/office/drawing/2014/main" id="{05246D82-A4F5-42F2-854D-C3D348D160CE}"/>
              </a:ext>
            </a:extLst>
          </p:cNvPr>
          <p:cNvSpPr txBox="1"/>
          <p:nvPr/>
        </p:nvSpPr>
        <p:spPr bwMode="gray">
          <a:xfrm>
            <a:off x="836816" y="5403484"/>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1399" b="1" dirty="0"/>
              <a:t>割接准备</a:t>
            </a:r>
            <a:endParaRPr lang="en-US" altLang="zh-CN" sz="1399" b="1" dirty="0"/>
          </a:p>
        </p:txBody>
      </p:sp>
      <p:sp>
        <p:nvSpPr>
          <p:cNvPr id="51" name="iconfont-10484-5124629"/>
          <p:cNvSpPr>
            <a:spLocks noChangeAspect="1"/>
          </p:cNvSpPr>
          <p:nvPr/>
        </p:nvSpPr>
        <p:spPr bwMode="gray">
          <a:xfrm>
            <a:off x="4180953" y="2863430"/>
            <a:ext cx="605519" cy="609447"/>
          </a:xfrm>
          <a:custGeom>
            <a:avLst/>
            <a:gdLst>
              <a:gd name="T0" fmla="*/ 6906 w 11242"/>
              <a:gd name="T1" fmla="*/ 2046 h 11312"/>
              <a:gd name="T2" fmla="*/ 5077 w 11242"/>
              <a:gd name="T3" fmla="*/ 217 h 11312"/>
              <a:gd name="T4" fmla="*/ 5613 w 11242"/>
              <a:gd name="T5" fmla="*/ 2910 h 11312"/>
              <a:gd name="T6" fmla="*/ 6695 w 11242"/>
              <a:gd name="T7" fmla="*/ 3612 h 11312"/>
              <a:gd name="T8" fmla="*/ 6065 w 11242"/>
              <a:gd name="T9" fmla="*/ 3714 h 11312"/>
              <a:gd name="T10" fmla="*/ 5161 w 11242"/>
              <a:gd name="T11" fmla="*/ 3710 h 11312"/>
              <a:gd name="T12" fmla="*/ 4531 w 11242"/>
              <a:gd name="T13" fmla="*/ 3608 h 11312"/>
              <a:gd name="T14" fmla="*/ 3517 w 11242"/>
              <a:gd name="T15" fmla="*/ 6710 h 11312"/>
              <a:gd name="T16" fmla="*/ 4241 w 11242"/>
              <a:gd name="T17" fmla="*/ 7110 h 11312"/>
              <a:gd name="T18" fmla="*/ 5231 w 11242"/>
              <a:gd name="T19" fmla="*/ 11310 h 11312"/>
              <a:gd name="T20" fmla="*/ 6693 w 11242"/>
              <a:gd name="T21" fmla="*/ 10674 h 11312"/>
              <a:gd name="T22" fmla="*/ 7361 w 11242"/>
              <a:gd name="T23" fmla="*/ 7110 h 11312"/>
              <a:gd name="T24" fmla="*/ 7709 w 11242"/>
              <a:gd name="T25" fmla="*/ 6710 h 11312"/>
              <a:gd name="T26" fmla="*/ 9111 w 11242"/>
              <a:gd name="T27" fmla="*/ 2910 h 11312"/>
              <a:gd name="T28" fmla="*/ 10101 w 11242"/>
              <a:gd name="T29" fmla="*/ 520 h 11312"/>
              <a:gd name="T30" fmla="*/ 7711 w 11242"/>
              <a:gd name="T31" fmla="*/ 1510 h 11312"/>
              <a:gd name="T32" fmla="*/ 2115 w 11242"/>
              <a:gd name="T33" fmla="*/ 1512 h 11312"/>
              <a:gd name="T34" fmla="*/ 2115 w 11242"/>
              <a:gd name="T35" fmla="*/ 2912 h 11312"/>
              <a:gd name="T36" fmla="*/ 2115 w 11242"/>
              <a:gd name="T37" fmla="*/ 112 h 11312"/>
              <a:gd name="T38" fmla="*/ 11213 w 11242"/>
              <a:gd name="T39" fmla="*/ 6710 h 11312"/>
              <a:gd name="T40" fmla="*/ 10195 w 11242"/>
              <a:gd name="T41" fmla="*/ 3612 h 11312"/>
              <a:gd name="T42" fmla="*/ 9565 w 11242"/>
              <a:gd name="T43" fmla="*/ 3714 h 11312"/>
              <a:gd name="T44" fmla="*/ 8659 w 11242"/>
              <a:gd name="T45" fmla="*/ 3710 h 11312"/>
              <a:gd name="T46" fmla="*/ 8029 w 11242"/>
              <a:gd name="T47" fmla="*/ 3612 h 11312"/>
              <a:gd name="T48" fmla="*/ 8087 w 11242"/>
              <a:gd name="T49" fmla="*/ 4160 h 11312"/>
              <a:gd name="T50" fmla="*/ 8157 w 11242"/>
              <a:gd name="T51" fmla="*/ 7456 h 11312"/>
              <a:gd name="T52" fmla="*/ 8033 w 11242"/>
              <a:gd name="T53" fmla="*/ 9978 h 11312"/>
              <a:gd name="T54" fmla="*/ 9495 w 11242"/>
              <a:gd name="T55" fmla="*/ 10608 h 11312"/>
              <a:gd name="T56" fmla="*/ 10483 w 11242"/>
              <a:gd name="T57" fmla="*/ 7110 h 11312"/>
              <a:gd name="T58" fmla="*/ 11213 w 11242"/>
              <a:gd name="T59" fmla="*/ 6710 h 11312"/>
              <a:gd name="T60" fmla="*/ 3141 w 11242"/>
              <a:gd name="T61" fmla="*/ 4142 h 11312"/>
              <a:gd name="T62" fmla="*/ 3197 w 11242"/>
              <a:gd name="T63" fmla="*/ 3612 h 11312"/>
              <a:gd name="T64" fmla="*/ 2565 w 11242"/>
              <a:gd name="T65" fmla="*/ 3714 h 11312"/>
              <a:gd name="T66" fmla="*/ 1663 w 11242"/>
              <a:gd name="T67" fmla="*/ 3710 h 11312"/>
              <a:gd name="T68" fmla="*/ 1033 w 11242"/>
              <a:gd name="T69" fmla="*/ 3612 h 11312"/>
              <a:gd name="T70" fmla="*/ 13 w 11242"/>
              <a:gd name="T71" fmla="*/ 6710 h 11312"/>
              <a:gd name="T72" fmla="*/ 359 w 11242"/>
              <a:gd name="T73" fmla="*/ 7104 h 11312"/>
              <a:gd name="T74" fmla="*/ 1035 w 11242"/>
              <a:gd name="T75" fmla="*/ 9978 h 11312"/>
              <a:gd name="T76" fmla="*/ 2499 w 11242"/>
              <a:gd name="T77" fmla="*/ 10608 h 11312"/>
              <a:gd name="T78" fmla="*/ 3427 w 11242"/>
              <a:gd name="T79" fmla="*/ 7710 h 11312"/>
              <a:gd name="T80" fmla="*/ 2823 w 11242"/>
              <a:gd name="T81" fmla="*/ 6628 h 11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242" h="11312">
                <a:moveTo>
                  <a:pt x="5613" y="2910"/>
                </a:moveTo>
                <a:cubicBezTo>
                  <a:pt x="6179" y="2910"/>
                  <a:pt x="6690" y="2569"/>
                  <a:pt x="6906" y="2046"/>
                </a:cubicBezTo>
                <a:cubicBezTo>
                  <a:pt x="7123" y="1523"/>
                  <a:pt x="7003" y="920"/>
                  <a:pt x="6603" y="520"/>
                </a:cubicBezTo>
                <a:cubicBezTo>
                  <a:pt x="6203" y="120"/>
                  <a:pt x="5600" y="0"/>
                  <a:pt x="5077" y="217"/>
                </a:cubicBezTo>
                <a:cubicBezTo>
                  <a:pt x="4554" y="433"/>
                  <a:pt x="4213" y="944"/>
                  <a:pt x="4213" y="1510"/>
                </a:cubicBezTo>
                <a:cubicBezTo>
                  <a:pt x="4213" y="2283"/>
                  <a:pt x="4840" y="2910"/>
                  <a:pt x="5613" y="2910"/>
                </a:cubicBezTo>
                <a:close/>
                <a:moveTo>
                  <a:pt x="7391" y="4240"/>
                </a:moveTo>
                <a:cubicBezTo>
                  <a:pt x="7356" y="3882"/>
                  <a:pt x="7054" y="3610"/>
                  <a:pt x="6695" y="3612"/>
                </a:cubicBezTo>
                <a:lnTo>
                  <a:pt x="6313" y="3612"/>
                </a:lnTo>
                <a:cubicBezTo>
                  <a:pt x="6220" y="3612"/>
                  <a:pt x="6131" y="3648"/>
                  <a:pt x="6065" y="3714"/>
                </a:cubicBezTo>
                <a:lnTo>
                  <a:pt x="5613" y="4166"/>
                </a:lnTo>
                <a:lnTo>
                  <a:pt x="5161" y="3710"/>
                </a:lnTo>
                <a:cubicBezTo>
                  <a:pt x="5095" y="3644"/>
                  <a:pt x="5006" y="3608"/>
                  <a:pt x="4913" y="3608"/>
                </a:cubicBezTo>
                <a:lnTo>
                  <a:pt x="4531" y="3608"/>
                </a:lnTo>
                <a:cubicBezTo>
                  <a:pt x="4174" y="3606"/>
                  <a:pt x="3874" y="3874"/>
                  <a:pt x="3835" y="4228"/>
                </a:cubicBezTo>
                <a:lnTo>
                  <a:pt x="3517" y="6710"/>
                </a:lnTo>
                <a:cubicBezTo>
                  <a:pt x="3487" y="6921"/>
                  <a:pt x="3650" y="7110"/>
                  <a:pt x="3863" y="7110"/>
                </a:cubicBezTo>
                <a:lnTo>
                  <a:pt x="4241" y="7110"/>
                </a:lnTo>
                <a:lnTo>
                  <a:pt x="4535" y="10678"/>
                </a:lnTo>
                <a:cubicBezTo>
                  <a:pt x="4568" y="11037"/>
                  <a:pt x="4870" y="11312"/>
                  <a:pt x="5231" y="11310"/>
                </a:cubicBezTo>
                <a:lnTo>
                  <a:pt x="5997" y="11310"/>
                </a:lnTo>
                <a:cubicBezTo>
                  <a:pt x="6358" y="11309"/>
                  <a:pt x="6660" y="11034"/>
                  <a:pt x="6693" y="10674"/>
                </a:cubicBezTo>
                <a:lnTo>
                  <a:pt x="6985" y="7110"/>
                </a:lnTo>
                <a:lnTo>
                  <a:pt x="7361" y="7110"/>
                </a:lnTo>
                <a:cubicBezTo>
                  <a:pt x="7462" y="7110"/>
                  <a:pt x="7558" y="7066"/>
                  <a:pt x="7625" y="6990"/>
                </a:cubicBezTo>
                <a:cubicBezTo>
                  <a:pt x="7693" y="6914"/>
                  <a:pt x="7724" y="6811"/>
                  <a:pt x="7709" y="6710"/>
                </a:cubicBezTo>
                <a:lnTo>
                  <a:pt x="7391" y="4240"/>
                </a:lnTo>
                <a:close/>
                <a:moveTo>
                  <a:pt x="9111" y="2910"/>
                </a:moveTo>
                <a:cubicBezTo>
                  <a:pt x="9677" y="2910"/>
                  <a:pt x="10188" y="2569"/>
                  <a:pt x="10404" y="2046"/>
                </a:cubicBezTo>
                <a:cubicBezTo>
                  <a:pt x="10621" y="1523"/>
                  <a:pt x="10501" y="920"/>
                  <a:pt x="10101" y="520"/>
                </a:cubicBezTo>
                <a:cubicBezTo>
                  <a:pt x="9701" y="120"/>
                  <a:pt x="9098" y="0"/>
                  <a:pt x="8575" y="217"/>
                </a:cubicBezTo>
                <a:cubicBezTo>
                  <a:pt x="8052" y="433"/>
                  <a:pt x="7711" y="944"/>
                  <a:pt x="7711" y="1510"/>
                </a:cubicBezTo>
                <a:cubicBezTo>
                  <a:pt x="7711" y="2283"/>
                  <a:pt x="8338" y="2910"/>
                  <a:pt x="9111" y="2910"/>
                </a:cubicBezTo>
                <a:close/>
                <a:moveTo>
                  <a:pt x="2115" y="1512"/>
                </a:moveTo>
                <a:close/>
                <a:moveTo>
                  <a:pt x="715" y="1512"/>
                </a:moveTo>
                <a:cubicBezTo>
                  <a:pt x="715" y="2285"/>
                  <a:pt x="1342" y="2912"/>
                  <a:pt x="2115" y="2912"/>
                </a:cubicBezTo>
                <a:cubicBezTo>
                  <a:pt x="2888" y="2912"/>
                  <a:pt x="3515" y="2285"/>
                  <a:pt x="3515" y="1512"/>
                </a:cubicBezTo>
                <a:cubicBezTo>
                  <a:pt x="3515" y="739"/>
                  <a:pt x="2888" y="112"/>
                  <a:pt x="2115" y="112"/>
                </a:cubicBezTo>
                <a:cubicBezTo>
                  <a:pt x="1342" y="112"/>
                  <a:pt x="715" y="739"/>
                  <a:pt x="715" y="1512"/>
                </a:cubicBezTo>
                <a:close/>
                <a:moveTo>
                  <a:pt x="11213" y="6710"/>
                </a:moveTo>
                <a:lnTo>
                  <a:pt x="10889" y="4242"/>
                </a:lnTo>
                <a:cubicBezTo>
                  <a:pt x="10855" y="3884"/>
                  <a:pt x="10554" y="3611"/>
                  <a:pt x="10195" y="3612"/>
                </a:cubicBezTo>
                <a:lnTo>
                  <a:pt x="9813" y="3612"/>
                </a:lnTo>
                <a:cubicBezTo>
                  <a:pt x="9720" y="3612"/>
                  <a:pt x="9631" y="3648"/>
                  <a:pt x="9565" y="3714"/>
                </a:cubicBezTo>
                <a:lnTo>
                  <a:pt x="9113" y="4166"/>
                </a:lnTo>
                <a:lnTo>
                  <a:pt x="8659" y="3710"/>
                </a:lnTo>
                <a:cubicBezTo>
                  <a:pt x="8593" y="3646"/>
                  <a:pt x="8505" y="3611"/>
                  <a:pt x="8413" y="3612"/>
                </a:cubicBezTo>
                <a:lnTo>
                  <a:pt x="8029" y="3612"/>
                </a:lnTo>
                <a:cubicBezTo>
                  <a:pt x="7987" y="3615"/>
                  <a:pt x="7946" y="3623"/>
                  <a:pt x="7905" y="3634"/>
                </a:cubicBezTo>
                <a:cubicBezTo>
                  <a:pt x="8001" y="3795"/>
                  <a:pt x="8063" y="3974"/>
                  <a:pt x="8087" y="4160"/>
                </a:cubicBezTo>
                <a:lnTo>
                  <a:pt x="8413" y="6626"/>
                </a:lnTo>
                <a:cubicBezTo>
                  <a:pt x="8452" y="6927"/>
                  <a:pt x="8359" y="7230"/>
                  <a:pt x="8157" y="7456"/>
                </a:cubicBezTo>
                <a:cubicBezTo>
                  <a:pt x="8058" y="7566"/>
                  <a:pt x="7937" y="7652"/>
                  <a:pt x="7801" y="7710"/>
                </a:cubicBezTo>
                <a:lnTo>
                  <a:pt x="8033" y="9978"/>
                </a:lnTo>
                <a:cubicBezTo>
                  <a:pt x="8068" y="10336"/>
                  <a:pt x="8369" y="10609"/>
                  <a:pt x="8729" y="10608"/>
                </a:cubicBezTo>
                <a:lnTo>
                  <a:pt x="9495" y="10608"/>
                </a:lnTo>
                <a:cubicBezTo>
                  <a:pt x="9857" y="10608"/>
                  <a:pt x="10159" y="10332"/>
                  <a:pt x="10191" y="9972"/>
                </a:cubicBezTo>
                <a:lnTo>
                  <a:pt x="10483" y="7110"/>
                </a:lnTo>
                <a:lnTo>
                  <a:pt x="10861" y="7110"/>
                </a:lnTo>
                <a:cubicBezTo>
                  <a:pt x="11076" y="7112"/>
                  <a:pt x="11242" y="6923"/>
                  <a:pt x="11213" y="6710"/>
                </a:cubicBezTo>
                <a:close/>
                <a:moveTo>
                  <a:pt x="2823" y="6628"/>
                </a:moveTo>
                <a:lnTo>
                  <a:pt x="3141" y="4142"/>
                </a:lnTo>
                <a:cubicBezTo>
                  <a:pt x="3162" y="3962"/>
                  <a:pt x="3221" y="3789"/>
                  <a:pt x="3315" y="3634"/>
                </a:cubicBezTo>
                <a:cubicBezTo>
                  <a:pt x="3277" y="3622"/>
                  <a:pt x="3237" y="3615"/>
                  <a:pt x="3197" y="3612"/>
                </a:cubicBezTo>
                <a:lnTo>
                  <a:pt x="2813" y="3612"/>
                </a:lnTo>
                <a:cubicBezTo>
                  <a:pt x="2720" y="3612"/>
                  <a:pt x="2631" y="3648"/>
                  <a:pt x="2565" y="3714"/>
                </a:cubicBezTo>
                <a:lnTo>
                  <a:pt x="2113" y="4166"/>
                </a:lnTo>
                <a:lnTo>
                  <a:pt x="1663" y="3710"/>
                </a:lnTo>
                <a:cubicBezTo>
                  <a:pt x="1596" y="3645"/>
                  <a:pt x="1506" y="3610"/>
                  <a:pt x="1413" y="3612"/>
                </a:cubicBezTo>
                <a:lnTo>
                  <a:pt x="1033" y="3612"/>
                </a:lnTo>
                <a:cubicBezTo>
                  <a:pt x="676" y="3609"/>
                  <a:pt x="375" y="3877"/>
                  <a:pt x="337" y="4232"/>
                </a:cubicBezTo>
                <a:lnTo>
                  <a:pt x="13" y="6710"/>
                </a:lnTo>
                <a:cubicBezTo>
                  <a:pt x="0" y="6809"/>
                  <a:pt x="30" y="6909"/>
                  <a:pt x="97" y="6984"/>
                </a:cubicBezTo>
                <a:cubicBezTo>
                  <a:pt x="163" y="7060"/>
                  <a:pt x="258" y="7104"/>
                  <a:pt x="359" y="7104"/>
                </a:cubicBezTo>
                <a:lnTo>
                  <a:pt x="743" y="7104"/>
                </a:lnTo>
                <a:lnTo>
                  <a:pt x="1035" y="9978"/>
                </a:lnTo>
                <a:cubicBezTo>
                  <a:pt x="1070" y="10336"/>
                  <a:pt x="1371" y="10609"/>
                  <a:pt x="1731" y="10608"/>
                </a:cubicBezTo>
                <a:lnTo>
                  <a:pt x="2499" y="10608"/>
                </a:lnTo>
                <a:cubicBezTo>
                  <a:pt x="2860" y="10607"/>
                  <a:pt x="3162" y="10332"/>
                  <a:pt x="3195" y="9972"/>
                </a:cubicBezTo>
                <a:lnTo>
                  <a:pt x="3427" y="7710"/>
                </a:lnTo>
                <a:cubicBezTo>
                  <a:pt x="3294" y="7651"/>
                  <a:pt x="3174" y="7566"/>
                  <a:pt x="3075" y="7460"/>
                </a:cubicBezTo>
                <a:cubicBezTo>
                  <a:pt x="2875" y="7232"/>
                  <a:pt x="2783" y="6929"/>
                  <a:pt x="2823" y="6628"/>
                </a:cubicBezTo>
                <a:close/>
              </a:path>
            </a:pathLst>
          </a:custGeom>
          <a:solidFill>
            <a:srgbClr val="56C4D2"/>
          </a:solidFill>
          <a:ln>
            <a:noFill/>
          </a:ln>
        </p:spPr>
      </p:sp>
      <p:sp>
        <p:nvSpPr>
          <p:cNvPr id="56" name="i$1îḋê">
            <a:extLst>
              <a:ext uri="{FF2B5EF4-FFF2-40B4-BE49-F238E27FC236}">
                <a16:creationId xmlns:a16="http://schemas.microsoft.com/office/drawing/2014/main" id="{7E533E4E-90F1-495A-A519-E3640B2B43B6}"/>
              </a:ext>
            </a:extLst>
          </p:cNvPr>
          <p:cNvSpPr/>
          <p:nvPr/>
        </p:nvSpPr>
        <p:spPr bwMode="gray">
          <a:xfrm>
            <a:off x="4293287" y="2145756"/>
            <a:ext cx="380851" cy="380851"/>
          </a:xfrm>
          <a:prstGeom prst="ellipse">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fontScale="55000" lnSpcReduction="20000"/>
          </a:bodyPr>
          <a:lstStyle/>
          <a:p>
            <a:pPr algn="ctr">
              <a:lnSpc>
                <a:spcPct val="120000"/>
              </a:lnSpc>
            </a:pPr>
            <a:r>
              <a:rPr lang="en-US" altLang="zh-CN" sz="1999" b="1" dirty="0">
                <a:solidFill>
                  <a:schemeClr val="tx1"/>
                </a:solidFill>
              </a:rPr>
              <a:t>1</a:t>
            </a:r>
          </a:p>
        </p:txBody>
      </p:sp>
      <p:sp>
        <p:nvSpPr>
          <p:cNvPr id="57" name="iśḻîḍè">
            <a:extLst>
              <a:ext uri="{FF2B5EF4-FFF2-40B4-BE49-F238E27FC236}">
                <a16:creationId xmlns:a16="http://schemas.microsoft.com/office/drawing/2014/main" id="{BC9B640D-FEDC-4E45-B8A9-A08A437F8419}"/>
              </a:ext>
            </a:extLst>
          </p:cNvPr>
          <p:cNvSpPr/>
          <p:nvPr/>
        </p:nvSpPr>
        <p:spPr bwMode="gray">
          <a:xfrm>
            <a:off x="6627563" y="2145756"/>
            <a:ext cx="380851" cy="380851"/>
          </a:xfrm>
          <a:prstGeom prst="ellipse">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fontScale="55000" lnSpcReduction="20000"/>
          </a:bodyPr>
          <a:lstStyle/>
          <a:p>
            <a:pPr algn="ctr">
              <a:lnSpc>
                <a:spcPct val="120000"/>
              </a:lnSpc>
            </a:pPr>
            <a:r>
              <a:rPr lang="en-US" altLang="zh-CN" sz="1999" b="1" dirty="0">
                <a:solidFill>
                  <a:schemeClr val="tx1"/>
                </a:solidFill>
              </a:rPr>
              <a:t>2</a:t>
            </a:r>
          </a:p>
        </p:txBody>
      </p:sp>
      <p:sp>
        <p:nvSpPr>
          <p:cNvPr id="58" name="işľíďè">
            <a:extLst>
              <a:ext uri="{FF2B5EF4-FFF2-40B4-BE49-F238E27FC236}">
                <a16:creationId xmlns:a16="http://schemas.microsoft.com/office/drawing/2014/main" id="{D410D5E9-8C47-4F35-905A-659252FD3056}"/>
              </a:ext>
            </a:extLst>
          </p:cNvPr>
          <p:cNvSpPr/>
          <p:nvPr/>
        </p:nvSpPr>
        <p:spPr bwMode="gray">
          <a:xfrm>
            <a:off x="8725139" y="2145756"/>
            <a:ext cx="380851" cy="380851"/>
          </a:xfrm>
          <a:prstGeom prst="ellipse">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fontScale="55000" lnSpcReduction="20000"/>
          </a:bodyPr>
          <a:lstStyle/>
          <a:p>
            <a:pPr algn="ctr">
              <a:lnSpc>
                <a:spcPct val="120000"/>
              </a:lnSpc>
            </a:pPr>
            <a:r>
              <a:rPr lang="en-US" altLang="zh-CN" sz="1999" b="1" dirty="0">
                <a:solidFill>
                  <a:schemeClr val="tx1"/>
                </a:solidFill>
              </a:rPr>
              <a:t>3</a:t>
            </a:r>
          </a:p>
        </p:txBody>
      </p:sp>
      <p:sp>
        <p:nvSpPr>
          <p:cNvPr id="59" name="iŝļiḋe">
            <a:extLst>
              <a:ext uri="{FF2B5EF4-FFF2-40B4-BE49-F238E27FC236}">
                <a16:creationId xmlns:a16="http://schemas.microsoft.com/office/drawing/2014/main" id="{EEF92782-F1C9-4064-A506-7BD15711A8E7}"/>
              </a:ext>
            </a:extLst>
          </p:cNvPr>
          <p:cNvSpPr txBox="1"/>
          <p:nvPr/>
        </p:nvSpPr>
        <p:spPr bwMode="gray">
          <a:xfrm>
            <a:off x="3691651" y="3635416"/>
            <a:ext cx="1584123"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04" tIns="45702" rIns="91404" bIns="45702"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zh-CN" altLang="en-US" sz="1599" b="1" dirty="0"/>
              <a:t>参与人员名录</a:t>
            </a:r>
            <a:endParaRPr lang="en-US" altLang="zh-CN" sz="1599" b="1" dirty="0"/>
          </a:p>
        </p:txBody>
      </p:sp>
      <p:sp>
        <p:nvSpPr>
          <p:cNvPr id="60" name="î$ľíḋè">
            <a:extLst>
              <a:ext uri="{FF2B5EF4-FFF2-40B4-BE49-F238E27FC236}">
                <a16:creationId xmlns:a16="http://schemas.microsoft.com/office/drawing/2014/main" id="{FF03A8AB-74FB-41EF-AA3B-A0797476D1E2}"/>
              </a:ext>
            </a:extLst>
          </p:cNvPr>
          <p:cNvSpPr/>
          <p:nvPr/>
        </p:nvSpPr>
        <p:spPr bwMode="gray">
          <a:xfrm>
            <a:off x="3691651" y="4223841"/>
            <a:ext cx="1584123" cy="296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4" tIns="45702" rIns="91404" bIns="45702"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lang="zh-CN" altLang="en-US" sz="1399" dirty="0"/>
              <a:t>甲方</a:t>
            </a:r>
            <a:endParaRPr lang="en-US" altLang="zh-CN" sz="1399" dirty="0"/>
          </a:p>
        </p:txBody>
      </p:sp>
      <p:sp>
        <p:nvSpPr>
          <p:cNvPr id="138" name="î$ľíḋè">
            <a:extLst>
              <a:ext uri="{FF2B5EF4-FFF2-40B4-BE49-F238E27FC236}">
                <a16:creationId xmlns:a16="http://schemas.microsoft.com/office/drawing/2014/main" id="{FF03A8AB-74FB-41EF-AA3B-A0797476D1E2}"/>
              </a:ext>
            </a:extLst>
          </p:cNvPr>
          <p:cNvSpPr/>
          <p:nvPr/>
        </p:nvSpPr>
        <p:spPr bwMode="gray">
          <a:xfrm>
            <a:off x="3691651" y="4950842"/>
            <a:ext cx="1584123" cy="296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4" tIns="45702" rIns="91404" bIns="45702"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lang="zh-CN" altLang="en-US" sz="1399" dirty="0"/>
              <a:t>乙方</a:t>
            </a:r>
            <a:endParaRPr lang="en-US" altLang="zh-CN" sz="1399" dirty="0"/>
          </a:p>
        </p:txBody>
      </p:sp>
      <p:sp>
        <p:nvSpPr>
          <p:cNvPr id="139" name="î$ľíḋè">
            <a:extLst>
              <a:ext uri="{FF2B5EF4-FFF2-40B4-BE49-F238E27FC236}">
                <a16:creationId xmlns:a16="http://schemas.microsoft.com/office/drawing/2014/main" id="{FF03A8AB-74FB-41EF-AA3B-A0797476D1E2}"/>
              </a:ext>
            </a:extLst>
          </p:cNvPr>
          <p:cNvSpPr/>
          <p:nvPr/>
        </p:nvSpPr>
        <p:spPr bwMode="gray">
          <a:xfrm>
            <a:off x="3691651" y="5668873"/>
            <a:ext cx="1584123" cy="296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4" tIns="45702" rIns="91404" bIns="45702"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lang="zh-CN" altLang="en-US" sz="1399" dirty="0"/>
              <a:t>监理</a:t>
            </a:r>
            <a:endParaRPr lang="en-US" altLang="zh-CN" sz="1399" dirty="0"/>
          </a:p>
        </p:txBody>
      </p:sp>
      <p:sp>
        <p:nvSpPr>
          <p:cNvPr id="140" name="resume_154980"/>
          <p:cNvSpPr>
            <a:spLocks noChangeAspect="1"/>
          </p:cNvSpPr>
          <p:nvPr/>
        </p:nvSpPr>
        <p:spPr bwMode="gray">
          <a:xfrm>
            <a:off x="6513266" y="2863858"/>
            <a:ext cx="609447" cy="608591"/>
          </a:xfrm>
          <a:custGeom>
            <a:avLst/>
            <a:gdLst>
              <a:gd name="connsiteX0" fmla="*/ 476271 w 607614"/>
              <a:gd name="connsiteY0" fmla="*/ 555954 h 606761"/>
              <a:gd name="connsiteX1" fmla="*/ 496009 w 607614"/>
              <a:gd name="connsiteY1" fmla="*/ 555954 h 606761"/>
              <a:gd name="connsiteX2" fmla="*/ 496009 w 607614"/>
              <a:gd name="connsiteY2" fmla="*/ 576423 h 606761"/>
              <a:gd name="connsiteX3" fmla="*/ 476271 w 607614"/>
              <a:gd name="connsiteY3" fmla="*/ 576423 h 606761"/>
              <a:gd name="connsiteX4" fmla="*/ 283277 w 607614"/>
              <a:gd name="connsiteY4" fmla="*/ 536216 h 606761"/>
              <a:gd name="connsiteX5" fmla="*/ 303868 w 607614"/>
              <a:gd name="connsiteY5" fmla="*/ 536216 h 606761"/>
              <a:gd name="connsiteX6" fmla="*/ 303868 w 607614"/>
              <a:gd name="connsiteY6" fmla="*/ 555954 h 606761"/>
              <a:gd name="connsiteX7" fmla="*/ 283277 w 607614"/>
              <a:gd name="connsiteY7" fmla="*/ 555954 h 606761"/>
              <a:gd name="connsiteX8" fmla="*/ 243070 w 607614"/>
              <a:gd name="connsiteY8" fmla="*/ 536216 h 606761"/>
              <a:gd name="connsiteX9" fmla="*/ 263539 w 607614"/>
              <a:gd name="connsiteY9" fmla="*/ 536216 h 606761"/>
              <a:gd name="connsiteX10" fmla="*/ 263539 w 607614"/>
              <a:gd name="connsiteY10" fmla="*/ 555954 h 606761"/>
              <a:gd name="connsiteX11" fmla="*/ 243070 w 607614"/>
              <a:gd name="connsiteY11" fmla="*/ 555954 h 606761"/>
              <a:gd name="connsiteX12" fmla="*/ 202741 w 607614"/>
              <a:gd name="connsiteY12" fmla="*/ 536216 h 606761"/>
              <a:gd name="connsiteX13" fmla="*/ 222601 w 607614"/>
              <a:gd name="connsiteY13" fmla="*/ 536216 h 606761"/>
              <a:gd name="connsiteX14" fmla="*/ 222601 w 607614"/>
              <a:gd name="connsiteY14" fmla="*/ 555954 h 606761"/>
              <a:gd name="connsiteX15" fmla="*/ 202741 w 607614"/>
              <a:gd name="connsiteY15" fmla="*/ 555954 h 606761"/>
              <a:gd name="connsiteX16" fmla="*/ 142065 w 607614"/>
              <a:gd name="connsiteY16" fmla="*/ 536216 h 606761"/>
              <a:gd name="connsiteX17" fmla="*/ 161803 w 607614"/>
              <a:gd name="connsiteY17" fmla="*/ 536216 h 606761"/>
              <a:gd name="connsiteX18" fmla="*/ 161803 w 607614"/>
              <a:gd name="connsiteY18" fmla="*/ 555954 h 606761"/>
              <a:gd name="connsiteX19" fmla="*/ 142065 w 607614"/>
              <a:gd name="connsiteY19" fmla="*/ 555954 h 606761"/>
              <a:gd name="connsiteX20" fmla="*/ 101005 w 607614"/>
              <a:gd name="connsiteY20" fmla="*/ 536216 h 606761"/>
              <a:gd name="connsiteX21" fmla="*/ 121474 w 607614"/>
              <a:gd name="connsiteY21" fmla="*/ 536216 h 606761"/>
              <a:gd name="connsiteX22" fmla="*/ 121474 w 607614"/>
              <a:gd name="connsiteY22" fmla="*/ 555954 h 606761"/>
              <a:gd name="connsiteX23" fmla="*/ 101005 w 607614"/>
              <a:gd name="connsiteY23" fmla="*/ 555954 h 606761"/>
              <a:gd name="connsiteX24" fmla="*/ 60798 w 607614"/>
              <a:gd name="connsiteY24" fmla="*/ 536216 h 606761"/>
              <a:gd name="connsiteX25" fmla="*/ 81267 w 607614"/>
              <a:gd name="connsiteY25" fmla="*/ 536216 h 606761"/>
              <a:gd name="connsiteX26" fmla="*/ 81267 w 607614"/>
              <a:gd name="connsiteY26" fmla="*/ 555954 h 606761"/>
              <a:gd name="connsiteX27" fmla="*/ 60798 w 607614"/>
              <a:gd name="connsiteY27" fmla="*/ 555954 h 606761"/>
              <a:gd name="connsiteX28" fmla="*/ 476271 w 607614"/>
              <a:gd name="connsiteY28" fmla="*/ 515747 h 606761"/>
              <a:gd name="connsiteX29" fmla="*/ 496009 w 607614"/>
              <a:gd name="connsiteY29" fmla="*/ 515747 h 606761"/>
              <a:gd name="connsiteX30" fmla="*/ 496009 w 607614"/>
              <a:gd name="connsiteY30" fmla="*/ 536216 h 606761"/>
              <a:gd name="connsiteX31" fmla="*/ 476271 w 607614"/>
              <a:gd name="connsiteY31" fmla="*/ 536216 h 606761"/>
              <a:gd name="connsiteX32" fmla="*/ 536947 w 607614"/>
              <a:gd name="connsiteY32" fmla="*/ 495278 h 606761"/>
              <a:gd name="connsiteX33" fmla="*/ 556685 w 607614"/>
              <a:gd name="connsiteY33" fmla="*/ 495278 h 606761"/>
              <a:gd name="connsiteX34" fmla="*/ 556685 w 607614"/>
              <a:gd name="connsiteY34" fmla="*/ 606761 h 606761"/>
              <a:gd name="connsiteX35" fmla="*/ 536947 w 607614"/>
              <a:gd name="connsiteY35" fmla="*/ 606761 h 606761"/>
              <a:gd name="connsiteX36" fmla="*/ 415473 w 607614"/>
              <a:gd name="connsiteY36" fmla="*/ 495278 h 606761"/>
              <a:gd name="connsiteX37" fmla="*/ 435211 w 607614"/>
              <a:gd name="connsiteY37" fmla="*/ 495278 h 606761"/>
              <a:gd name="connsiteX38" fmla="*/ 435211 w 607614"/>
              <a:gd name="connsiteY38" fmla="*/ 606761 h 606761"/>
              <a:gd name="connsiteX39" fmla="*/ 415473 w 607614"/>
              <a:gd name="connsiteY39" fmla="*/ 606761 h 606761"/>
              <a:gd name="connsiteX40" fmla="*/ 283277 w 607614"/>
              <a:gd name="connsiteY40" fmla="*/ 495278 h 606761"/>
              <a:gd name="connsiteX41" fmla="*/ 303868 w 607614"/>
              <a:gd name="connsiteY41" fmla="*/ 495278 h 606761"/>
              <a:gd name="connsiteX42" fmla="*/ 303868 w 607614"/>
              <a:gd name="connsiteY42" fmla="*/ 515747 h 606761"/>
              <a:gd name="connsiteX43" fmla="*/ 283277 w 607614"/>
              <a:gd name="connsiteY43" fmla="*/ 515747 h 606761"/>
              <a:gd name="connsiteX44" fmla="*/ 243070 w 607614"/>
              <a:gd name="connsiteY44" fmla="*/ 495278 h 606761"/>
              <a:gd name="connsiteX45" fmla="*/ 263539 w 607614"/>
              <a:gd name="connsiteY45" fmla="*/ 495278 h 606761"/>
              <a:gd name="connsiteX46" fmla="*/ 263539 w 607614"/>
              <a:gd name="connsiteY46" fmla="*/ 515747 h 606761"/>
              <a:gd name="connsiteX47" fmla="*/ 243070 w 607614"/>
              <a:gd name="connsiteY47" fmla="*/ 515747 h 606761"/>
              <a:gd name="connsiteX48" fmla="*/ 202741 w 607614"/>
              <a:gd name="connsiteY48" fmla="*/ 495278 h 606761"/>
              <a:gd name="connsiteX49" fmla="*/ 222601 w 607614"/>
              <a:gd name="connsiteY49" fmla="*/ 495278 h 606761"/>
              <a:gd name="connsiteX50" fmla="*/ 222601 w 607614"/>
              <a:gd name="connsiteY50" fmla="*/ 515747 h 606761"/>
              <a:gd name="connsiteX51" fmla="*/ 202741 w 607614"/>
              <a:gd name="connsiteY51" fmla="*/ 515747 h 606761"/>
              <a:gd name="connsiteX52" fmla="*/ 142065 w 607614"/>
              <a:gd name="connsiteY52" fmla="*/ 495278 h 606761"/>
              <a:gd name="connsiteX53" fmla="*/ 161803 w 607614"/>
              <a:gd name="connsiteY53" fmla="*/ 495278 h 606761"/>
              <a:gd name="connsiteX54" fmla="*/ 161803 w 607614"/>
              <a:gd name="connsiteY54" fmla="*/ 515747 h 606761"/>
              <a:gd name="connsiteX55" fmla="*/ 142065 w 607614"/>
              <a:gd name="connsiteY55" fmla="*/ 515747 h 606761"/>
              <a:gd name="connsiteX56" fmla="*/ 101005 w 607614"/>
              <a:gd name="connsiteY56" fmla="*/ 495278 h 606761"/>
              <a:gd name="connsiteX57" fmla="*/ 121474 w 607614"/>
              <a:gd name="connsiteY57" fmla="*/ 495278 h 606761"/>
              <a:gd name="connsiteX58" fmla="*/ 121474 w 607614"/>
              <a:gd name="connsiteY58" fmla="*/ 515747 h 606761"/>
              <a:gd name="connsiteX59" fmla="*/ 101005 w 607614"/>
              <a:gd name="connsiteY59" fmla="*/ 515747 h 606761"/>
              <a:gd name="connsiteX60" fmla="*/ 60798 w 607614"/>
              <a:gd name="connsiteY60" fmla="*/ 495278 h 606761"/>
              <a:gd name="connsiteX61" fmla="*/ 81267 w 607614"/>
              <a:gd name="connsiteY61" fmla="*/ 495278 h 606761"/>
              <a:gd name="connsiteX62" fmla="*/ 81267 w 607614"/>
              <a:gd name="connsiteY62" fmla="*/ 515747 h 606761"/>
              <a:gd name="connsiteX63" fmla="*/ 60798 w 607614"/>
              <a:gd name="connsiteY63" fmla="*/ 515747 h 606761"/>
              <a:gd name="connsiteX64" fmla="*/ 283277 w 607614"/>
              <a:gd name="connsiteY64" fmla="*/ 455071 h 606761"/>
              <a:gd name="connsiteX65" fmla="*/ 303868 w 607614"/>
              <a:gd name="connsiteY65" fmla="*/ 455071 h 606761"/>
              <a:gd name="connsiteX66" fmla="*/ 303868 w 607614"/>
              <a:gd name="connsiteY66" fmla="*/ 475540 h 606761"/>
              <a:gd name="connsiteX67" fmla="*/ 283277 w 607614"/>
              <a:gd name="connsiteY67" fmla="*/ 475540 h 606761"/>
              <a:gd name="connsiteX68" fmla="*/ 243070 w 607614"/>
              <a:gd name="connsiteY68" fmla="*/ 455071 h 606761"/>
              <a:gd name="connsiteX69" fmla="*/ 263539 w 607614"/>
              <a:gd name="connsiteY69" fmla="*/ 455071 h 606761"/>
              <a:gd name="connsiteX70" fmla="*/ 263539 w 607614"/>
              <a:gd name="connsiteY70" fmla="*/ 475540 h 606761"/>
              <a:gd name="connsiteX71" fmla="*/ 243070 w 607614"/>
              <a:gd name="connsiteY71" fmla="*/ 475540 h 606761"/>
              <a:gd name="connsiteX72" fmla="*/ 202741 w 607614"/>
              <a:gd name="connsiteY72" fmla="*/ 455071 h 606761"/>
              <a:gd name="connsiteX73" fmla="*/ 222601 w 607614"/>
              <a:gd name="connsiteY73" fmla="*/ 455071 h 606761"/>
              <a:gd name="connsiteX74" fmla="*/ 222601 w 607614"/>
              <a:gd name="connsiteY74" fmla="*/ 475540 h 606761"/>
              <a:gd name="connsiteX75" fmla="*/ 202741 w 607614"/>
              <a:gd name="connsiteY75" fmla="*/ 475540 h 606761"/>
              <a:gd name="connsiteX76" fmla="*/ 142065 w 607614"/>
              <a:gd name="connsiteY76" fmla="*/ 455071 h 606761"/>
              <a:gd name="connsiteX77" fmla="*/ 161803 w 607614"/>
              <a:gd name="connsiteY77" fmla="*/ 455071 h 606761"/>
              <a:gd name="connsiteX78" fmla="*/ 161803 w 607614"/>
              <a:gd name="connsiteY78" fmla="*/ 475540 h 606761"/>
              <a:gd name="connsiteX79" fmla="*/ 142065 w 607614"/>
              <a:gd name="connsiteY79" fmla="*/ 475540 h 606761"/>
              <a:gd name="connsiteX80" fmla="*/ 101005 w 607614"/>
              <a:gd name="connsiteY80" fmla="*/ 455071 h 606761"/>
              <a:gd name="connsiteX81" fmla="*/ 121474 w 607614"/>
              <a:gd name="connsiteY81" fmla="*/ 455071 h 606761"/>
              <a:gd name="connsiteX82" fmla="*/ 121474 w 607614"/>
              <a:gd name="connsiteY82" fmla="*/ 475540 h 606761"/>
              <a:gd name="connsiteX83" fmla="*/ 101005 w 607614"/>
              <a:gd name="connsiteY83" fmla="*/ 475540 h 606761"/>
              <a:gd name="connsiteX84" fmla="*/ 60798 w 607614"/>
              <a:gd name="connsiteY84" fmla="*/ 455071 h 606761"/>
              <a:gd name="connsiteX85" fmla="*/ 81267 w 607614"/>
              <a:gd name="connsiteY85" fmla="*/ 455071 h 606761"/>
              <a:gd name="connsiteX86" fmla="*/ 81267 w 607614"/>
              <a:gd name="connsiteY86" fmla="*/ 475540 h 606761"/>
              <a:gd name="connsiteX87" fmla="*/ 60798 w 607614"/>
              <a:gd name="connsiteY87" fmla="*/ 475540 h 606761"/>
              <a:gd name="connsiteX88" fmla="*/ 470887 w 607614"/>
              <a:gd name="connsiteY88" fmla="*/ 414873 h 606761"/>
              <a:gd name="connsiteX89" fmla="*/ 486839 w 607614"/>
              <a:gd name="connsiteY89" fmla="*/ 457346 h 606761"/>
              <a:gd name="connsiteX90" fmla="*/ 503550 w 607614"/>
              <a:gd name="connsiteY90" fmla="*/ 414873 h 606761"/>
              <a:gd name="connsiteX91" fmla="*/ 202741 w 607614"/>
              <a:gd name="connsiteY91" fmla="*/ 404264 h 606761"/>
              <a:gd name="connsiteX92" fmla="*/ 303868 w 607614"/>
              <a:gd name="connsiteY92" fmla="*/ 404264 h 606761"/>
              <a:gd name="connsiteX93" fmla="*/ 303868 w 607614"/>
              <a:gd name="connsiteY93" fmla="*/ 424733 h 606761"/>
              <a:gd name="connsiteX94" fmla="*/ 202741 w 607614"/>
              <a:gd name="connsiteY94" fmla="*/ 424733 h 606761"/>
              <a:gd name="connsiteX95" fmla="*/ 60798 w 607614"/>
              <a:gd name="connsiteY95" fmla="*/ 404264 h 606761"/>
              <a:gd name="connsiteX96" fmla="*/ 161803 w 607614"/>
              <a:gd name="connsiteY96" fmla="*/ 404264 h 606761"/>
              <a:gd name="connsiteX97" fmla="*/ 161803 w 607614"/>
              <a:gd name="connsiteY97" fmla="*/ 424733 h 606761"/>
              <a:gd name="connsiteX98" fmla="*/ 60798 w 607614"/>
              <a:gd name="connsiteY98" fmla="*/ 424733 h 606761"/>
              <a:gd name="connsiteX99" fmla="*/ 435186 w 607614"/>
              <a:gd name="connsiteY99" fmla="*/ 394395 h 606761"/>
              <a:gd name="connsiteX100" fmla="*/ 536972 w 607614"/>
              <a:gd name="connsiteY100" fmla="*/ 394395 h 606761"/>
              <a:gd name="connsiteX101" fmla="*/ 607614 w 607614"/>
              <a:gd name="connsiteY101" fmla="*/ 464931 h 606761"/>
              <a:gd name="connsiteX102" fmla="*/ 607614 w 607614"/>
              <a:gd name="connsiteY102" fmla="*/ 606761 h 606761"/>
              <a:gd name="connsiteX103" fmla="*/ 587105 w 607614"/>
              <a:gd name="connsiteY103" fmla="*/ 606761 h 606761"/>
              <a:gd name="connsiteX104" fmla="*/ 587105 w 607614"/>
              <a:gd name="connsiteY104" fmla="*/ 464931 h 606761"/>
              <a:gd name="connsiteX105" fmla="*/ 536972 w 607614"/>
              <a:gd name="connsiteY105" fmla="*/ 414873 h 606761"/>
              <a:gd name="connsiteX106" fmla="*/ 525578 w 607614"/>
              <a:gd name="connsiteY106" fmla="*/ 414873 h 606761"/>
              <a:gd name="connsiteX107" fmla="*/ 497473 w 607614"/>
              <a:gd name="connsiteY107" fmla="*/ 489201 h 606761"/>
              <a:gd name="connsiteX108" fmla="*/ 486079 w 607614"/>
              <a:gd name="connsiteY108" fmla="*/ 495269 h 606761"/>
              <a:gd name="connsiteX109" fmla="*/ 476964 w 607614"/>
              <a:gd name="connsiteY109" fmla="*/ 489201 h 606761"/>
              <a:gd name="connsiteX110" fmla="*/ 448859 w 607614"/>
              <a:gd name="connsiteY110" fmla="*/ 414873 h 606761"/>
              <a:gd name="connsiteX111" fmla="*/ 435186 w 607614"/>
              <a:gd name="connsiteY111" fmla="*/ 414873 h 606761"/>
              <a:gd name="connsiteX112" fmla="*/ 385053 w 607614"/>
              <a:gd name="connsiteY112" fmla="*/ 464931 h 606761"/>
              <a:gd name="connsiteX113" fmla="*/ 385053 w 607614"/>
              <a:gd name="connsiteY113" fmla="*/ 606761 h 606761"/>
              <a:gd name="connsiteX114" fmla="*/ 364544 w 607614"/>
              <a:gd name="connsiteY114" fmla="*/ 606761 h 606761"/>
              <a:gd name="connsiteX115" fmla="*/ 364544 w 607614"/>
              <a:gd name="connsiteY115" fmla="*/ 464931 h 606761"/>
              <a:gd name="connsiteX116" fmla="*/ 435186 w 607614"/>
              <a:gd name="connsiteY116" fmla="*/ 394395 h 606761"/>
              <a:gd name="connsiteX117" fmla="*/ 202741 w 607614"/>
              <a:gd name="connsiteY117" fmla="*/ 364057 h 606761"/>
              <a:gd name="connsiteX118" fmla="*/ 303868 w 607614"/>
              <a:gd name="connsiteY118" fmla="*/ 364057 h 606761"/>
              <a:gd name="connsiteX119" fmla="*/ 303868 w 607614"/>
              <a:gd name="connsiteY119" fmla="*/ 384526 h 606761"/>
              <a:gd name="connsiteX120" fmla="*/ 202741 w 607614"/>
              <a:gd name="connsiteY120" fmla="*/ 384526 h 606761"/>
              <a:gd name="connsiteX121" fmla="*/ 60798 w 607614"/>
              <a:gd name="connsiteY121" fmla="*/ 364057 h 606761"/>
              <a:gd name="connsiteX122" fmla="*/ 161803 w 607614"/>
              <a:gd name="connsiteY122" fmla="*/ 364057 h 606761"/>
              <a:gd name="connsiteX123" fmla="*/ 161803 w 607614"/>
              <a:gd name="connsiteY123" fmla="*/ 384526 h 606761"/>
              <a:gd name="connsiteX124" fmla="*/ 60798 w 607614"/>
              <a:gd name="connsiteY124" fmla="*/ 384526 h 606761"/>
              <a:gd name="connsiteX125" fmla="*/ 344075 w 607614"/>
              <a:gd name="connsiteY125" fmla="*/ 323850 h 606761"/>
              <a:gd name="connsiteX126" fmla="*/ 395004 w 607614"/>
              <a:gd name="connsiteY126" fmla="*/ 323850 h 606761"/>
              <a:gd name="connsiteX127" fmla="*/ 395004 w 607614"/>
              <a:gd name="connsiteY127" fmla="*/ 343588 h 606761"/>
              <a:gd name="connsiteX128" fmla="*/ 344075 w 607614"/>
              <a:gd name="connsiteY128" fmla="*/ 343588 h 606761"/>
              <a:gd name="connsiteX129" fmla="*/ 202741 w 607614"/>
              <a:gd name="connsiteY129" fmla="*/ 323850 h 606761"/>
              <a:gd name="connsiteX130" fmla="*/ 303868 w 607614"/>
              <a:gd name="connsiteY130" fmla="*/ 323850 h 606761"/>
              <a:gd name="connsiteX131" fmla="*/ 303868 w 607614"/>
              <a:gd name="connsiteY131" fmla="*/ 343588 h 606761"/>
              <a:gd name="connsiteX132" fmla="*/ 202741 w 607614"/>
              <a:gd name="connsiteY132" fmla="*/ 343588 h 606761"/>
              <a:gd name="connsiteX133" fmla="*/ 60798 w 607614"/>
              <a:gd name="connsiteY133" fmla="*/ 323850 h 606761"/>
              <a:gd name="connsiteX134" fmla="*/ 161803 w 607614"/>
              <a:gd name="connsiteY134" fmla="*/ 323850 h 606761"/>
              <a:gd name="connsiteX135" fmla="*/ 161803 w 607614"/>
              <a:gd name="connsiteY135" fmla="*/ 343588 h 606761"/>
              <a:gd name="connsiteX136" fmla="*/ 60798 w 607614"/>
              <a:gd name="connsiteY136" fmla="*/ 343588 h 606761"/>
              <a:gd name="connsiteX137" fmla="*/ 344075 w 607614"/>
              <a:gd name="connsiteY137" fmla="*/ 282911 h 606761"/>
              <a:gd name="connsiteX138" fmla="*/ 395004 w 607614"/>
              <a:gd name="connsiteY138" fmla="*/ 282911 h 606761"/>
              <a:gd name="connsiteX139" fmla="*/ 395004 w 607614"/>
              <a:gd name="connsiteY139" fmla="*/ 303380 h 606761"/>
              <a:gd name="connsiteX140" fmla="*/ 344075 w 607614"/>
              <a:gd name="connsiteY140" fmla="*/ 303380 h 606761"/>
              <a:gd name="connsiteX141" fmla="*/ 202741 w 607614"/>
              <a:gd name="connsiteY141" fmla="*/ 282911 h 606761"/>
              <a:gd name="connsiteX142" fmla="*/ 303868 w 607614"/>
              <a:gd name="connsiteY142" fmla="*/ 282911 h 606761"/>
              <a:gd name="connsiteX143" fmla="*/ 303868 w 607614"/>
              <a:gd name="connsiteY143" fmla="*/ 303380 h 606761"/>
              <a:gd name="connsiteX144" fmla="*/ 202741 w 607614"/>
              <a:gd name="connsiteY144" fmla="*/ 303380 h 606761"/>
              <a:gd name="connsiteX145" fmla="*/ 60798 w 607614"/>
              <a:gd name="connsiteY145" fmla="*/ 282911 h 606761"/>
              <a:gd name="connsiteX146" fmla="*/ 161803 w 607614"/>
              <a:gd name="connsiteY146" fmla="*/ 282911 h 606761"/>
              <a:gd name="connsiteX147" fmla="*/ 161803 w 607614"/>
              <a:gd name="connsiteY147" fmla="*/ 303380 h 606761"/>
              <a:gd name="connsiteX148" fmla="*/ 60798 w 607614"/>
              <a:gd name="connsiteY148" fmla="*/ 303380 h 606761"/>
              <a:gd name="connsiteX149" fmla="*/ 476209 w 607614"/>
              <a:gd name="connsiteY149" fmla="*/ 273048 h 606761"/>
              <a:gd name="connsiteX150" fmla="*/ 445841 w 607614"/>
              <a:gd name="connsiteY150" fmla="*/ 303382 h 606761"/>
              <a:gd name="connsiteX151" fmla="*/ 445841 w 607614"/>
              <a:gd name="connsiteY151" fmla="*/ 333716 h 606761"/>
              <a:gd name="connsiteX152" fmla="*/ 476209 w 607614"/>
              <a:gd name="connsiteY152" fmla="*/ 364050 h 606761"/>
              <a:gd name="connsiteX153" fmla="*/ 495949 w 607614"/>
              <a:gd name="connsiteY153" fmla="*/ 364050 h 606761"/>
              <a:gd name="connsiteX154" fmla="*/ 526317 w 607614"/>
              <a:gd name="connsiteY154" fmla="*/ 333716 h 606761"/>
              <a:gd name="connsiteX155" fmla="*/ 526317 w 607614"/>
              <a:gd name="connsiteY155" fmla="*/ 303382 h 606761"/>
              <a:gd name="connsiteX156" fmla="*/ 495949 w 607614"/>
              <a:gd name="connsiteY156" fmla="*/ 273048 h 606761"/>
              <a:gd name="connsiteX157" fmla="*/ 476209 w 607614"/>
              <a:gd name="connsiteY157" fmla="*/ 252573 h 606761"/>
              <a:gd name="connsiteX158" fmla="*/ 495949 w 607614"/>
              <a:gd name="connsiteY158" fmla="*/ 252573 h 606761"/>
              <a:gd name="connsiteX159" fmla="*/ 546816 w 607614"/>
              <a:gd name="connsiteY159" fmla="*/ 303382 h 606761"/>
              <a:gd name="connsiteX160" fmla="*/ 546816 w 607614"/>
              <a:gd name="connsiteY160" fmla="*/ 333716 h 606761"/>
              <a:gd name="connsiteX161" fmla="*/ 495949 w 607614"/>
              <a:gd name="connsiteY161" fmla="*/ 384525 h 606761"/>
              <a:gd name="connsiteX162" fmla="*/ 476209 w 607614"/>
              <a:gd name="connsiteY162" fmla="*/ 384525 h 606761"/>
              <a:gd name="connsiteX163" fmla="*/ 425342 w 607614"/>
              <a:gd name="connsiteY163" fmla="*/ 333716 h 606761"/>
              <a:gd name="connsiteX164" fmla="*/ 425342 w 607614"/>
              <a:gd name="connsiteY164" fmla="*/ 303382 h 606761"/>
              <a:gd name="connsiteX165" fmla="*/ 476209 w 607614"/>
              <a:gd name="connsiteY165" fmla="*/ 252573 h 606761"/>
              <a:gd name="connsiteX166" fmla="*/ 222568 w 607614"/>
              <a:gd name="connsiteY166" fmla="*/ 166868 h 606761"/>
              <a:gd name="connsiteX167" fmla="*/ 180038 w 607614"/>
              <a:gd name="connsiteY167" fmla="*/ 182037 h 606761"/>
              <a:gd name="connsiteX168" fmla="*/ 222568 w 607614"/>
              <a:gd name="connsiteY168" fmla="*/ 197964 h 606761"/>
              <a:gd name="connsiteX169" fmla="*/ 526352 w 607614"/>
              <a:gd name="connsiteY169" fmla="*/ 161559 h 606761"/>
              <a:gd name="connsiteX170" fmla="*/ 526352 w 607614"/>
              <a:gd name="connsiteY170" fmla="*/ 202515 h 606761"/>
              <a:gd name="connsiteX171" fmla="*/ 587109 w 607614"/>
              <a:gd name="connsiteY171" fmla="*/ 202515 h 606761"/>
              <a:gd name="connsiteX172" fmla="*/ 587109 w 607614"/>
              <a:gd name="connsiteY172" fmla="*/ 161559 h 606761"/>
              <a:gd name="connsiteX173" fmla="*/ 243073 w 607614"/>
              <a:gd name="connsiteY173" fmla="*/ 161559 h 606761"/>
              <a:gd name="connsiteX174" fmla="*/ 243073 w 607614"/>
              <a:gd name="connsiteY174" fmla="*/ 202515 h 606761"/>
              <a:gd name="connsiteX175" fmla="*/ 506606 w 607614"/>
              <a:gd name="connsiteY175" fmla="*/ 202515 h 606761"/>
              <a:gd name="connsiteX176" fmla="*/ 506606 w 607614"/>
              <a:gd name="connsiteY176" fmla="*/ 161559 h 606761"/>
              <a:gd name="connsiteX177" fmla="*/ 344081 w 607614"/>
              <a:gd name="connsiteY177" fmla="*/ 100883 h 606761"/>
              <a:gd name="connsiteX178" fmla="*/ 556730 w 607614"/>
              <a:gd name="connsiteY178" fmla="*/ 100883 h 606761"/>
              <a:gd name="connsiteX179" fmla="*/ 567363 w 607614"/>
              <a:gd name="connsiteY179" fmla="*/ 111501 h 606761"/>
              <a:gd name="connsiteX180" fmla="*/ 567363 w 607614"/>
              <a:gd name="connsiteY180" fmla="*/ 141839 h 606761"/>
              <a:gd name="connsiteX181" fmla="*/ 597741 w 607614"/>
              <a:gd name="connsiteY181" fmla="*/ 141839 h 606761"/>
              <a:gd name="connsiteX182" fmla="*/ 607614 w 607614"/>
              <a:gd name="connsiteY182" fmla="*/ 151699 h 606761"/>
              <a:gd name="connsiteX183" fmla="*/ 607614 w 607614"/>
              <a:gd name="connsiteY183" fmla="*/ 212375 h 606761"/>
              <a:gd name="connsiteX184" fmla="*/ 597741 w 607614"/>
              <a:gd name="connsiteY184" fmla="*/ 222235 h 606761"/>
              <a:gd name="connsiteX185" fmla="*/ 516479 w 607614"/>
              <a:gd name="connsiteY185" fmla="*/ 222235 h 606761"/>
              <a:gd name="connsiteX186" fmla="*/ 233200 w 607614"/>
              <a:gd name="connsiteY186" fmla="*/ 222235 h 606761"/>
              <a:gd name="connsiteX187" fmla="*/ 230922 w 607614"/>
              <a:gd name="connsiteY187" fmla="*/ 222235 h 606761"/>
              <a:gd name="connsiteX188" fmla="*/ 227884 w 607614"/>
              <a:gd name="connsiteY188" fmla="*/ 221476 h 606761"/>
              <a:gd name="connsiteX189" fmla="*/ 148141 w 607614"/>
              <a:gd name="connsiteY189" fmla="*/ 191138 h 606761"/>
              <a:gd name="connsiteX190" fmla="*/ 142065 w 607614"/>
              <a:gd name="connsiteY190" fmla="*/ 182037 h 606761"/>
              <a:gd name="connsiteX191" fmla="*/ 148141 w 607614"/>
              <a:gd name="connsiteY191" fmla="*/ 172936 h 606761"/>
              <a:gd name="connsiteX192" fmla="*/ 227884 w 607614"/>
              <a:gd name="connsiteY192" fmla="*/ 142598 h 606761"/>
              <a:gd name="connsiteX193" fmla="*/ 233200 w 607614"/>
              <a:gd name="connsiteY193" fmla="*/ 141839 h 606761"/>
              <a:gd name="connsiteX194" fmla="*/ 516479 w 607614"/>
              <a:gd name="connsiteY194" fmla="*/ 141839 h 606761"/>
              <a:gd name="connsiteX195" fmla="*/ 546857 w 607614"/>
              <a:gd name="connsiteY195" fmla="*/ 141839 h 606761"/>
              <a:gd name="connsiteX196" fmla="*/ 546857 w 607614"/>
              <a:gd name="connsiteY196" fmla="*/ 121361 h 606761"/>
              <a:gd name="connsiteX197" fmla="*/ 344081 w 607614"/>
              <a:gd name="connsiteY197" fmla="*/ 121361 h 606761"/>
              <a:gd name="connsiteX198" fmla="*/ 111660 w 607614"/>
              <a:gd name="connsiteY198" fmla="*/ 34130 h 606761"/>
              <a:gd name="connsiteX199" fmla="*/ 72921 w 607614"/>
              <a:gd name="connsiteY199" fmla="*/ 72811 h 606761"/>
              <a:gd name="connsiteX200" fmla="*/ 34182 w 607614"/>
              <a:gd name="connsiteY200" fmla="*/ 111492 h 606761"/>
              <a:gd name="connsiteX201" fmla="*/ 111660 w 607614"/>
              <a:gd name="connsiteY201" fmla="*/ 111492 h 606761"/>
              <a:gd name="connsiteX202" fmla="*/ 121535 w 607614"/>
              <a:gd name="connsiteY202" fmla="*/ 0 h 606761"/>
              <a:gd name="connsiteX203" fmla="*/ 476265 w 607614"/>
              <a:gd name="connsiteY203" fmla="*/ 0 h 606761"/>
              <a:gd name="connsiteX204" fmla="*/ 486140 w 607614"/>
              <a:gd name="connsiteY204" fmla="*/ 9860 h 606761"/>
              <a:gd name="connsiteX205" fmla="*/ 486140 w 607614"/>
              <a:gd name="connsiteY205" fmla="*/ 70536 h 606761"/>
              <a:gd name="connsiteX206" fmla="*/ 465631 w 607614"/>
              <a:gd name="connsiteY206" fmla="*/ 70536 h 606761"/>
              <a:gd name="connsiteX207" fmla="*/ 465631 w 607614"/>
              <a:gd name="connsiteY207" fmla="*/ 20478 h 606761"/>
              <a:gd name="connsiteX208" fmla="*/ 131410 w 607614"/>
              <a:gd name="connsiteY208" fmla="*/ 20478 h 606761"/>
              <a:gd name="connsiteX209" fmla="*/ 131410 w 607614"/>
              <a:gd name="connsiteY209" fmla="*/ 121352 h 606761"/>
              <a:gd name="connsiteX210" fmla="*/ 121535 w 607614"/>
              <a:gd name="connsiteY210" fmla="*/ 131212 h 606761"/>
              <a:gd name="connsiteX211" fmla="*/ 20509 w 607614"/>
              <a:gd name="connsiteY211" fmla="*/ 131212 h 606761"/>
              <a:gd name="connsiteX212" fmla="*/ 20509 w 607614"/>
              <a:gd name="connsiteY212" fmla="*/ 586283 h 606761"/>
              <a:gd name="connsiteX213" fmla="*/ 303838 w 607614"/>
              <a:gd name="connsiteY213" fmla="*/ 586283 h 606761"/>
              <a:gd name="connsiteX214" fmla="*/ 303838 w 607614"/>
              <a:gd name="connsiteY214" fmla="*/ 606761 h 606761"/>
              <a:gd name="connsiteX215" fmla="*/ 9875 w 607614"/>
              <a:gd name="connsiteY215" fmla="*/ 606761 h 606761"/>
              <a:gd name="connsiteX216" fmla="*/ 0 w 607614"/>
              <a:gd name="connsiteY216" fmla="*/ 596901 h 606761"/>
              <a:gd name="connsiteX217" fmla="*/ 0 w 607614"/>
              <a:gd name="connsiteY217" fmla="*/ 121352 h 606761"/>
              <a:gd name="connsiteX218" fmla="*/ 760 w 607614"/>
              <a:gd name="connsiteY218" fmla="*/ 118318 h 606761"/>
              <a:gd name="connsiteX219" fmla="*/ 760 w 607614"/>
              <a:gd name="connsiteY219" fmla="*/ 117560 h 606761"/>
              <a:gd name="connsiteX220" fmla="*/ 3038 w 607614"/>
              <a:gd name="connsiteY220" fmla="*/ 114526 h 606761"/>
              <a:gd name="connsiteX221" fmla="*/ 114699 w 607614"/>
              <a:gd name="connsiteY221" fmla="*/ 3034 h 606761"/>
              <a:gd name="connsiteX222" fmla="*/ 117737 w 607614"/>
              <a:gd name="connsiteY222" fmla="*/ 758 h 606761"/>
              <a:gd name="connsiteX223" fmla="*/ 118497 w 607614"/>
              <a:gd name="connsiteY223" fmla="*/ 758 h 606761"/>
              <a:gd name="connsiteX224" fmla="*/ 121535 w 607614"/>
              <a:gd name="connsiteY224" fmla="*/ 0 h 606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Lst>
            <a:rect l="l" t="t" r="r" b="b"/>
            <a:pathLst>
              <a:path w="607614" h="606761">
                <a:moveTo>
                  <a:pt x="476271" y="555954"/>
                </a:moveTo>
                <a:lnTo>
                  <a:pt x="496009" y="555954"/>
                </a:lnTo>
                <a:lnTo>
                  <a:pt x="496009" y="576423"/>
                </a:lnTo>
                <a:lnTo>
                  <a:pt x="476271" y="576423"/>
                </a:lnTo>
                <a:close/>
                <a:moveTo>
                  <a:pt x="283277" y="536216"/>
                </a:moveTo>
                <a:lnTo>
                  <a:pt x="303868" y="536216"/>
                </a:lnTo>
                <a:lnTo>
                  <a:pt x="303868" y="555954"/>
                </a:lnTo>
                <a:lnTo>
                  <a:pt x="283277" y="555954"/>
                </a:lnTo>
                <a:close/>
                <a:moveTo>
                  <a:pt x="243070" y="536216"/>
                </a:moveTo>
                <a:lnTo>
                  <a:pt x="263539" y="536216"/>
                </a:lnTo>
                <a:lnTo>
                  <a:pt x="263539" y="555954"/>
                </a:lnTo>
                <a:lnTo>
                  <a:pt x="243070" y="555954"/>
                </a:lnTo>
                <a:close/>
                <a:moveTo>
                  <a:pt x="202741" y="536216"/>
                </a:moveTo>
                <a:lnTo>
                  <a:pt x="222601" y="536216"/>
                </a:lnTo>
                <a:lnTo>
                  <a:pt x="222601" y="555954"/>
                </a:lnTo>
                <a:lnTo>
                  <a:pt x="202741" y="555954"/>
                </a:lnTo>
                <a:close/>
                <a:moveTo>
                  <a:pt x="142065" y="536216"/>
                </a:moveTo>
                <a:lnTo>
                  <a:pt x="161803" y="536216"/>
                </a:lnTo>
                <a:lnTo>
                  <a:pt x="161803" y="555954"/>
                </a:lnTo>
                <a:lnTo>
                  <a:pt x="142065" y="555954"/>
                </a:lnTo>
                <a:close/>
                <a:moveTo>
                  <a:pt x="101005" y="536216"/>
                </a:moveTo>
                <a:lnTo>
                  <a:pt x="121474" y="536216"/>
                </a:lnTo>
                <a:lnTo>
                  <a:pt x="121474" y="555954"/>
                </a:lnTo>
                <a:lnTo>
                  <a:pt x="101005" y="555954"/>
                </a:lnTo>
                <a:close/>
                <a:moveTo>
                  <a:pt x="60798" y="536216"/>
                </a:moveTo>
                <a:lnTo>
                  <a:pt x="81267" y="536216"/>
                </a:lnTo>
                <a:lnTo>
                  <a:pt x="81267" y="555954"/>
                </a:lnTo>
                <a:lnTo>
                  <a:pt x="60798" y="555954"/>
                </a:lnTo>
                <a:close/>
                <a:moveTo>
                  <a:pt x="476271" y="515747"/>
                </a:moveTo>
                <a:lnTo>
                  <a:pt x="496009" y="515747"/>
                </a:lnTo>
                <a:lnTo>
                  <a:pt x="496009" y="536216"/>
                </a:lnTo>
                <a:lnTo>
                  <a:pt x="476271" y="536216"/>
                </a:lnTo>
                <a:close/>
                <a:moveTo>
                  <a:pt x="536947" y="495278"/>
                </a:moveTo>
                <a:lnTo>
                  <a:pt x="556685" y="495278"/>
                </a:lnTo>
                <a:lnTo>
                  <a:pt x="556685" y="606761"/>
                </a:lnTo>
                <a:lnTo>
                  <a:pt x="536947" y="606761"/>
                </a:lnTo>
                <a:close/>
                <a:moveTo>
                  <a:pt x="415473" y="495278"/>
                </a:moveTo>
                <a:lnTo>
                  <a:pt x="435211" y="495278"/>
                </a:lnTo>
                <a:lnTo>
                  <a:pt x="435211" y="606761"/>
                </a:lnTo>
                <a:lnTo>
                  <a:pt x="415473" y="606761"/>
                </a:lnTo>
                <a:close/>
                <a:moveTo>
                  <a:pt x="283277" y="495278"/>
                </a:moveTo>
                <a:lnTo>
                  <a:pt x="303868" y="495278"/>
                </a:lnTo>
                <a:lnTo>
                  <a:pt x="303868" y="515747"/>
                </a:lnTo>
                <a:lnTo>
                  <a:pt x="283277" y="515747"/>
                </a:lnTo>
                <a:close/>
                <a:moveTo>
                  <a:pt x="243070" y="495278"/>
                </a:moveTo>
                <a:lnTo>
                  <a:pt x="263539" y="495278"/>
                </a:lnTo>
                <a:lnTo>
                  <a:pt x="263539" y="515747"/>
                </a:lnTo>
                <a:lnTo>
                  <a:pt x="243070" y="515747"/>
                </a:lnTo>
                <a:close/>
                <a:moveTo>
                  <a:pt x="202741" y="495278"/>
                </a:moveTo>
                <a:lnTo>
                  <a:pt x="222601" y="495278"/>
                </a:lnTo>
                <a:lnTo>
                  <a:pt x="222601" y="515747"/>
                </a:lnTo>
                <a:lnTo>
                  <a:pt x="202741" y="515747"/>
                </a:lnTo>
                <a:close/>
                <a:moveTo>
                  <a:pt x="142065" y="495278"/>
                </a:moveTo>
                <a:lnTo>
                  <a:pt x="161803" y="495278"/>
                </a:lnTo>
                <a:lnTo>
                  <a:pt x="161803" y="515747"/>
                </a:lnTo>
                <a:lnTo>
                  <a:pt x="142065" y="515747"/>
                </a:lnTo>
                <a:close/>
                <a:moveTo>
                  <a:pt x="101005" y="495278"/>
                </a:moveTo>
                <a:lnTo>
                  <a:pt x="121474" y="495278"/>
                </a:lnTo>
                <a:lnTo>
                  <a:pt x="121474" y="515747"/>
                </a:lnTo>
                <a:lnTo>
                  <a:pt x="101005" y="515747"/>
                </a:lnTo>
                <a:close/>
                <a:moveTo>
                  <a:pt x="60798" y="495278"/>
                </a:moveTo>
                <a:lnTo>
                  <a:pt x="81267" y="495278"/>
                </a:lnTo>
                <a:lnTo>
                  <a:pt x="81267" y="515747"/>
                </a:lnTo>
                <a:lnTo>
                  <a:pt x="60798" y="515747"/>
                </a:lnTo>
                <a:close/>
                <a:moveTo>
                  <a:pt x="283277" y="455071"/>
                </a:moveTo>
                <a:lnTo>
                  <a:pt x="303868" y="455071"/>
                </a:lnTo>
                <a:lnTo>
                  <a:pt x="303868" y="475540"/>
                </a:lnTo>
                <a:lnTo>
                  <a:pt x="283277" y="475540"/>
                </a:lnTo>
                <a:close/>
                <a:moveTo>
                  <a:pt x="243070" y="455071"/>
                </a:moveTo>
                <a:lnTo>
                  <a:pt x="263539" y="455071"/>
                </a:lnTo>
                <a:lnTo>
                  <a:pt x="263539" y="475540"/>
                </a:lnTo>
                <a:lnTo>
                  <a:pt x="243070" y="475540"/>
                </a:lnTo>
                <a:close/>
                <a:moveTo>
                  <a:pt x="202741" y="455071"/>
                </a:moveTo>
                <a:lnTo>
                  <a:pt x="222601" y="455071"/>
                </a:lnTo>
                <a:lnTo>
                  <a:pt x="222601" y="475540"/>
                </a:lnTo>
                <a:lnTo>
                  <a:pt x="202741" y="475540"/>
                </a:lnTo>
                <a:close/>
                <a:moveTo>
                  <a:pt x="142065" y="455071"/>
                </a:moveTo>
                <a:lnTo>
                  <a:pt x="161803" y="455071"/>
                </a:lnTo>
                <a:lnTo>
                  <a:pt x="161803" y="475540"/>
                </a:lnTo>
                <a:lnTo>
                  <a:pt x="142065" y="475540"/>
                </a:lnTo>
                <a:close/>
                <a:moveTo>
                  <a:pt x="101005" y="455071"/>
                </a:moveTo>
                <a:lnTo>
                  <a:pt x="121474" y="455071"/>
                </a:lnTo>
                <a:lnTo>
                  <a:pt x="121474" y="475540"/>
                </a:lnTo>
                <a:lnTo>
                  <a:pt x="101005" y="475540"/>
                </a:lnTo>
                <a:close/>
                <a:moveTo>
                  <a:pt x="60798" y="455071"/>
                </a:moveTo>
                <a:lnTo>
                  <a:pt x="81267" y="455071"/>
                </a:lnTo>
                <a:lnTo>
                  <a:pt x="81267" y="475540"/>
                </a:lnTo>
                <a:lnTo>
                  <a:pt x="60798" y="475540"/>
                </a:lnTo>
                <a:close/>
                <a:moveTo>
                  <a:pt x="470887" y="414873"/>
                </a:moveTo>
                <a:lnTo>
                  <a:pt x="486839" y="457346"/>
                </a:lnTo>
                <a:lnTo>
                  <a:pt x="503550" y="414873"/>
                </a:lnTo>
                <a:close/>
                <a:moveTo>
                  <a:pt x="202741" y="404264"/>
                </a:moveTo>
                <a:lnTo>
                  <a:pt x="303868" y="404264"/>
                </a:lnTo>
                <a:lnTo>
                  <a:pt x="303868" y="424733"/>
                </a:lnTo>
                <a:lnTo>
                  <a:pt x="202741" y="424733"/>
                </a:lnTo>
                <a:close/>
                <a:moveTo>
                  <a:pt x="60798" y="404264"/>
                </a:moveTo>
                <a:lnTo>
                  <a:pt x="161803" y="404264"/>
                </a:lnTo>
                <a:lnTo>
                  <a:pt x="161803" y="424733"/>
                </a:lnTo>
                <a:lnTo>
                  <a:pt x="60798" y="424733"/>
                </a:lnTo>
                <a:close/>
                <a:moveTo>
                  <a:pt x="435186" y="394395"/>
                </a:moveTo>
                <a:lnTo>
                  <a:pt x="536972" y="394395"/>
                </a:lnTo>
                <a:cubicBezTo>
                  <a:pt x="576471" y="394395"/>
                  <a:pt x="607614" y="425491"/>
                  <a:pt x="607614" y="464931"/>
                </a:cubicBezTo>
                <a:lnTo>
                  <a:pt x="607614" y="606761"/>
                </a:lnTo>
                <a:lnTo>
                  <a:pt x="587105" y="606761"/>
                </a:lnTo>
                <a:lnTo>
                  <a:pt x="587105" y="464931"/>
                </a:lnTo>
                <a:cubicBezTo>
                  <a:pt x="587105" y="436868"/>
                  <a:pt x="565077" y="414873"/>
                  <a:pt x="536972" y="414873"/>
                </a:cubicBezTo>
                <a:lnTo>
                  <a:pt x="525578" y="414873"/>
                </a:lnTo>
                <a:lnTo>
                  <a:pt x="497473" y="489201"/>
                </a:lnTo>
                <a:cubicBezTo>
                  <a:pt x="494435" y="492235"/>
                  <a:pt x="489877" y="495269"/>
                  <a:pt x="486079" y="495269"/>
                </a:cubicBezTo>
                <a:cubicBezTo>
                  <a:pt x="482281" y="495269"/>
                  <a:pt x="477723" y="492235"/>
                  <a:pt x="476964" y="489201"/>
                </a:cubicBezTo>
                <a:lnTo>
                  <a:pt x="448859" y="414873"/>
                </a:lnTo>
                <a:lnTo>
                  <a:pt x="435186" y="414873"/>
                </a:lnTo>
                <a:cubicBezTo>
                  <a:pt x="407081" y="414873"/>
                  <a:pt x="385053" y="436868"/>
                  <a:pt x="385053" y="464931"/>
                </a:cubicBezTo>
                <a:lnTo>
                  <a:pt x="385053" y="606761"/>
                </a:lnTo>
                <a:lnTo>
                  <a:pt x="364544" y="606761"/>
                </a:lnTo>
                <a:lnTo>
                  <a:pt x="364544" y="464931"/>
                </a:lnTo>
                <a:cubicBezTo>
                  <a:pt x="364544" y="425491"/>
                  <a:pt x="395687" y="394395"/>
                  <a:pt x="435186" y="394395"/>
                </a:cubicBezTo>
                <a:close/>
                <a:moveTo>
                  <a:pt x="202741" y="364057"/>
                </a:moveTo>
                <a:lnTo>
                  <a:pt x="303868" y="364057"/>
                </a:lnTo>
                <a:lnTo>
                  <a:pt x="303868" y="384526"/>
                </a:lnTo>
                <a:lnTo>
                  <a:pt x="202741" y="384526"/>
                </a:lnTo>
                <a:close/>
                <a:moveTo>
                  <a:pt x="60798" y="364057"/>
                </a:moveTo>
                <a:lnTo>
                  <a:pt x="161803" y="364057"/>
                </a:lnTo>
                <a:lnTo>
                  <a:pt x="161803" y="384526"/>
                </a:lnTo>
                <a:lnTo>
                  <a:pt x="60798" y="384526"/>
                </a:lnTo>
                <a:close/>
                <a:moveTo>
                  <a:pt x="344075" y="323850"/>
                </a:moveTo>
                <a:lnTo>
                  <a:pt x="395004" y="323850"/>
                </a:lnTo>
                <a:lnTo>
                  <a:pt x="395004" y="343588"/>
                </a:lnTo>
                <a:lnTo>
                  <a:pt x="344075" y="343588"/>
                </a:lnTo>
                <a:close/>
                <a:moveTo>
                  <a:pt x="202741" y="323850"/>
                </a:moveTo>
                <a:lnTo>
                  <a:pt x="303868" y="323850"/>
                </a:lnTo>
                <a:lnTo>
                  <a:pt x="303868" y="343588"/>
                </a:lnTo>
                <a:lnTo>
                  <a:pt x="202741" y="343588"/>
                </a:lnTo>
                <a:close/>
                <a:moveTo>
                  <a:pt x="60798" y="323850"/>
                </a:moveTo>
                <a:lnTo>
                  <a:pt x="161803" y="323850"/>
                </a:lnTo>
                <a:lnTo>
                  <a:pt x="161803" y="343588"/>
                </a:lnTo>
                <a:lnTo>
                  <a:pt x="60798" y="343588"/>
                </a:lnTo>
                <a:close/>
                <a:moveTo>
                  <a:pt x="344075" y="282911"/>
                </a:moveTo>
                <a:lnTo>
                  <a:pt x="395004" y="282911"/>
                </a:lnTo>
                <a:lnTo>
                  <a:pt x="395004" y="303380"/>
                </a:lnTo>
                <a:lnTo>
                  <a:pt x="344075" y="303380"/>
                </a:lnTo>
                <a:close/>
                <a:moveTo>
                  <a:pt x="202741" y="282911"/>
                </a:moveTo>
                <a:lnTo>
                  <a:pt x="303868" y="282911"/>
                </a:lnTo>
                <a:lnTo>
                  <a:pt x="303868" y="303380"/>
                </a:lnTo>
                <a:lnTo>
                  <a:pt x="202741" y="303380"/>
                </a:lnTo>
                <a:close/>
                <a:moveTo>
                  <a:pt x="60798" y="282911"/>
                </a:moveTo>
                <a:lnTo>
                  <a:pt x="161803" y="282911"/>
                </a:lnTo>
                <a:lnTo>
                  <a:pt x="161803" y="303380"/>
                </a:lnTo>
                <a:lnTo>
                  <a:pt x="60798" y="303380"/>
                </a:lnTo>
                <a:close/>
                <a:moveTo>
                  <a:pt x="476209" y="273048"/>
                </a:moveTo>
                <a:cubicBezTo>
                  <a:pt x="458747" y="273048"/>
                  <a:pt x="445841" y="285940"/>
                  <a:pt x="445841" y="303382"/>
                </a:cubicBezTo>
                <a:lnTo>
                  <a:pt x="445841" y="333716"/>
                </a:lnTo>
                <a:cubicBezTo>
                  <a:pt x="445841" y="351158"/>
                  <a:pt x="458747" y="364050"/>
                  <a:pt x="476209" y="364050"/>
                </a:cubicBezTo>
                <a:lnTo>
                  <a:pt x="495949" y="364050"/>
                </a:lnTo>
                <a:cubicBezTo>
                  <a:pt x="513411" y="364050"/>
                  <a:pt x="526317" y="351158"/>
                  <a:pt x="526317" y="333716"/>
                </a:cubicBezTo>
                <a:lnTo>
                  <a:pt x="526317" y="303382"/>
                </a:lnTo>
                <a:cubicBezTo>
                  <a:pt x="526317" y="285940"/>
                  <a:pt x="513411" y="273048"/>
                  <a:pt x="495949" y="273048"/>
                </a:cubicBezTo>
                <a:close/>
                <a:moveTo>
                  <a:pt x="476209" y="252573"/>
                </a:moveTo>
                <a:lnTo>
                  <a:pt x="495949" y="252573"/>
                </a:lnTo>
                <a:cubicBezTo>
                  <a:pt x="524799" y="252573"/>
                  <a:pt x="546816" y="275323"/>
                  <a:pt x="546816" y="303382"/>
                </a:cubicBezTo>
                <a:lnTo>
                  <a:pt x="546816" y="333716"/>
                </a:lnTo>
                <a:cubicBezTo>
                  <a:pt x="546816" y="361775"/>
                  <a:pt x="524799" y="384525"/>
                  <a:pt x="495949" y="384525"/>
                </a:cubicBezTo>
                <a:lnTo>
                  <a:pt x="476209" y="384525"/>
                </a:lnTo>
                <a:cubicBezTo>
                  <a:pt x="447359" y="384525"/>
                  <a:pt x="425342" y="361775"/>
                  <a:pt x="425342" y="333716"/>
                </a:cubicBezTo>
                <a:lnTo>
                  <a:pt x="425342" y="303382"/>
                </a:lnTo>
                <a:cubicBezTo>
                  <a:pt x="425342" y="275323"/>
                  <a:pt x="447359" y="252573"/>
                  <a:pt x="476209" y="252573"/>
                </a:cubicBezTo>
                <a:close/>
                <a:moveTo>
                  <a:pt x="222568" y="166868"/>
                </a:moveTo>
                <a:lnTo>
                  <a:pt x="180038" y="182037"/>
                </a:lnTo>
                <a:lnTo>
                  <a:pt x="222568" y="197964"/>
                </a:lnTo>
                <a:close/>
                <a:moveTo>
                  <a:pt x="526352" y="161559"/>
                </a:moveTo>
                <a:lnTo>
                  <a:pt x="526352" y="202515"/>
                </a:lnTo>
                <a:lnTo>
                  <a:pt x="587109" y="202515"/>
                </a:lnTo>
                <a:lnTo>
                  <a:pt x="587109" y="161559"/>
                </a:lnTo>
                <a:close/>
                <a:moveTo>
                  <a:pt x="243073" y="161559"/>
                </a:moveTo>
                <a:lnTo>
                  <a:pt x="243073" y="202515"/>
                </a:lnTo>
                <a:lnTo>
                  <a:pt x="506606" y="202515"/>
                </a:lnTo>
                <a:lnTo>
                  <a:pt x="506606" y="161559"/>
                </a:lnTo>
                <a:close/>
                <a:moveTo>
                  <a:pt x="344081" y="100883"/>
                </a:moveTo>
                <a:lnTo>
                  <a:pt x="556730" y="100883"/>
                </a:lnTo>
                <a:cubicBezTo>
                  <a:pt x="562806" y="100883"/>
                  <a:pt x="567363" y="105434"/>
                  <a:pt x="567363" y="111501"/>
                </a:cubicBezTo>
                <a:lnTo>
                  <a:pt x="567363" y="141839"/>
                </a:lnTo>
                <a:lnTo>
                  <a:pt x="597741" y="141839"/>
                </a:lnTo>
                <a:cubicBezTo>
                  <a:pt x="603817" y="141839"/>
                  <a:pt x="607614" y="145631"/>
                  <a:pt x="607614" y="151699"/>
                </a:cubicBezTo>
                <a:lnTo>
                  <a:pt x="607614" y="212375"/>
                </a:lnTo>
                <a:cubicBezTo>
                  <a:pt x="607614" y="218443"/>
                  <a:pt x="603817" y="222235"/>
                  <a:pt x="597741" y="222235"/>
                </a:cubicBezTo>
                <a:lnTo>
                  <a:pt x="516479" y="222235"/>
                </a:lnTo>
                <a:lnTo>
                  <a:pt x="233200" y="222235"/>
                </a:lnTo>
                <a:lnTo>
                  <a:pt x="230922" y="222235"/>
                </a:lnTo>
                <a:cubicBezTo>
                  <a:pt x="230162" y="222235"/>
                  <a:pt x="228644" y="221476"/>
                  <a:pt x="227884" y="221476"/>
                </a:cubicBezTo>
                <a:lnTo>
                  <a:pt x="148141" y="191138"/>
                </a:lnTo>
                <a:cubicBezTo>
                  <a:pt x="145103" y="190380"/>
                  <a:pt x="142065" y="185829"/>
                  <a:pt x="142065" y="182037"/>
                </a:cubicBezTo>
                <a:cubicBezTo>
                  <a:pt x="142065" y="178245"/>
                  <a:pt x="145103" y="173694"/>
                  <a:pt x="148141" y="172936"/>
                </a:cubicBezTo>
                <a:lnTo>
                  <a:pt x="227884" y="142598"/>
                </a:lnTo>
                <a:cubicBezTo>
                  <a:pt x="228644" y="142598"/>
                  <a:pt x="230922" y="141839"/>
                  <a:pt x="233200" y="141839"/>
                </a:cubicBezTo>
                <a:lnTo>
                  <a:pt x="516479" y="141839"/>
                </a:lnTo>
                <a:lnTo>
                  <a:pt x="546857" y="141839"/>
                </a:lnTo>
                <a:lnTo>
                  <a:pt x="546857" y="121361"/>
                </a:lnTo>
                <a:lnTo>
                  <a:pt x="344081" y="121361"/>
                </a:lnTo>
                <a:close/>
                <a:moveTo>
                  <a:pt x="111660" y="34130"/>
                </a:moveTo>
                <a:lnTo>
                  <a:pt x="72921" y="72811"/>
                </a:lnTo>
                <a:lnTo>
                  <a:pt x="34182" y="111492"/>
                </a:lnTo>
                <a:lnTo>
                  <a:pt x="111660" y="111492"/>
                </a:lnTo>
                <a:close/>
                <a:moveTo>
                  <a:pt x="121535" y="0"/>
                </a:moveTo>
                <a:lnTo>
                  <a:pt x="476265" y="0"/>
                </a:lnTo>
                <a:cubicBezTo>
                  <a:pt x="482342" y="0"/>
                  <a:pt x="486140" y="3792"/>
                  <a:pt x="486140" y="9860"/>
                </a:cubicBezTo>
                <a:lnTo>
                  <a:pt x="486140" y="70536"/>
                </a:lnTo>
                <a:lnTo>
                  <a:pt x="465631" y="70536"/>
                </a:lnTo>
                <a:lnTo>
                  <a:pt x="465631" y="20478"/>
                </a:lnTo>
                <a:lnTo>
                  <a:pt x="131410" y="20478"/>
                </a:lnTo>
                <a:lnTo>
                  <a:pt x="131410" y="121352"/>
                </a:lnTo>
                <a:cubicBezTo>
                  <a:pt x="131410" y="127420"/>
                  <a:pt x="127612" y="131212"/>
                  <a:pt x="121535" y="131212"/>
                </a:cubicBezTo>
                <a:lnTo>
                  <a:pt x="20509" y="131212"/>
                </a:lnTo>
                <a:lnTo>
                  <a:pt x="20509" y="586283"/>
                </a:lnTo>
                <a:lnTo>
                  <a:pt x="303838" y="586283"/>
                </a:lnTo>
                <a:lnTo>
                  <a:pt x="303838" y="606761"/>
                </a:lnTo>
                <a:lnTo>
                  <a:pt x="9875" y="606761"/>
                </a:lnTo>
                <a:cubicBezTo>
                  <a:pt x="3798" y="606761"/>
                  <a:pt x="0" y="602969"/>
                  <a:pt x="0" y="596901"/>
                </a:cubicBezTo>
                <a:lnTo>
                  <a:pt x="0" y="121352"/>
                </a:lnTo>
                <a:cubicBezTo>
                  <a:pt x="0" y="120594"/>
                  <a:pt x="760" y="119077"/>
                  <a:pt x="760" y="118318"/>
                </a:cubicBezTo>
                <a:lnTo>
                  <a:pt x="760" y="117560"/>
                </a:lnTo>
                <a:cubicBezTo>
                  <a:pt x="2279" y="116043"/>
                  <a:pt x="2279" y="115284"/>
                  <a:pt x="3038" y="114526"/>
                </a:cubicBezTo>
                <a:lnTo>
                  <a:pt x="114699" y="3034"/>
                </a:lnTo>
                <a:cubicBezTo>
                  <a:pt x="115458" y="2275"/>
                  <a:pt x="116218" y="2275"/>
                  <a:pt x="117737" y="758"/>
                </a:cubicBezTo>
                <a:lnTo>
                  <a:pt x="118497" y="758"/>
                </a:lnTo>
                <a:cubicBezTo>
                  <a:pt x="119256" y="0"/>
                  <a:pt x="120775" y="0"/>
                  <a:pt x="121535" y="0"/>
                </a:cubicBezTo>
                <a:close/>
              </a:path>
            </a:pathLst>
          </a:custGeom>
          <a:solidFill>
            <a:srgbClr val="56C4D2"/>
          </a:solidFill>
          <a:ln>
            <a:noFill/>
          </a:ln>
        </p:spPr>
      </p:sp>
      <p:sp>
        <p:nvSpPr>
          <p:cNvPr id="141" name="iŝļiḋe">
            <a:extLst>
              <a:ext uri="{FF2B5EF4-FFF2-40B4-BE49-F238E27FC236}">
                <a16:creationId xmlns:a16="http://schemas.microsoft.com/office/drawing/2014/main" id="{EEF92782-F1C9-4064-A506-7BD15711A8E7}"/>
              </a:ext>
            </a:extLst>
          </p:cNvPr>
          <p:cNvSpPr txBox="1"/>
          <p:nvPr/>
        </p:nvSpPr>
        <p:spPr bwMode="gray">
          <a:xfrm>
            <a:off x="6025927" y="3635416"/>
            <a:ext cx="1584123"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04" tIns="45702" rIns="91404" bIns="45702"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zh-CN" altLang="en-US" sz="1599" b="1" dirty="0"/>
              <a:t>时间安排</a:t>
            </a:r>
            <a:endParaRPr lang="en-US" altLang="zh-CN" sz="1599" b="1" dirty="0"/>
          </a:p>
        </p:txBody>
      </p:sp>
      <p:sp>
        <p:nvSpPr>
          <p:cNvPr id="142" name="î$ľíḋè">
            <a:extLst>
              <a:ext uri="{FF2B5EF4-FFF2-40B4-BE49-F238E27FC236}">
                <a16:creationId xmlns:a16="http://schemas.microsoft.com/office/drawing/2014/main" id="{FF03A8AB-74FB-41EF-AA3B-A0797476D1E2}"/>
              </a:ext>
            </a:extLst>
          </p:cNvPr>
          <p:cNvSpPr/>
          <p:nvPr/>
        </p:nvSpPr>
        <p:spPr bwMode="gray">
          <a:xfrm>
            <a:off x="5820731" y="4223841"/>
            <a:ext cx="1994518" cy="296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4" tIns="45702" rIns="91404" bIns="45702"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0" lvl="6" algn="ctr"/>
            <a:r>
              <a:rPr lang="zh-CN" altLang="en-US" sz="1399" kern="0" dirty="0">
                <a:latin typeface="+mn-ea"/>
              </a:rPr>
              <a:t>割接总体时间的划定</a:t>
            </a:r>
            <a:endParaRPr lang="en-US" altLang="zh-CN" sz="1399" kern="0" dirty="0">
              <a:latin typeface="+mn-ea"/>
            </a:endParaRPr>
          </a:p>
        </p:txBody>
      </p:sp>
      <p:sp>
        <p:nvSpPr>
          <p:cNvPr id="144" name="î$ľíḋè">
            <a:extLst>
              <a:ext uri="{FF2B5EF4-FFF2-40B4-BE49-F238E27FC236}">
                <a16:creationId xmlns:a16="http://schemas.microsoft.com/office/drawing/2014/main" id="{FF03A8AB-74FB-41EF-AA3B-A0797476D1E2}"/>
              </a:ext>
            </a:extLst>
          </p:cNvPr>
          <p:cNvSpPr/>
          <p:nvPr/>
        </p:nvSpPr>
        <p:spPr bwMode="gray">
          <a:xfrm>
            <a:off x="5896865" y="4950842"/>
            <a:ext cx="1842249" cy="296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4" tIns="45702" rIns="91404" bIns="45702"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0" lvl="6" algn="ctr"/>
            <a:r>
              <a:rPr lang="zh-CN" altLang="en-US" sz="1399" kern="0" dirty="0">
                <a:latin typeface="+mn-ea"/>
              </a:rPr>
              <a:t>业务中断时间的划定</a:t>
            </a:r>
            <a:endParaRPr lang="en-US" altLang="zh-CN" sz="1399" kern="0" dirty="0">
              <a:latin typeface="+mn-ea"/>
            </a:endParaRPr>
          </a:p>
        </p:txBody>
      </p:sp>
      <p:sp>
        <p:nvSpPr>
          <p:cNvPr id="145" name="î$ľíḋè">
            <a:extLst>
              <a:ext uri="{FF2B5EF4-FFF2-40B4-BE49-F238E27FC236}">
                <a16:creationId xmlns:a16="http://schemas.microsoft.com/office/drawing/2014/main" id="{FF03A8AB-74FB-41EF-AA3B-A0797476D1E2}"/>
              </a:ext>
            </a:extLst>
          </p:cNvPr>
          <p:cNvSpPr/>
          <p:nvPr/>
        </p:nvSpPr>
        <p:spPr bwMode="gray">
          <a:xfrm>
            <a:off x="6025927" y="5668873"/>
            <a:ext cx="1584123" cy="296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4" tIns="45702" rIns="91404" bIns="45702"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0" lvl="6" algn="ctr"/>
            <a:r>
              <a:rPr lang="zh-CN" altLang="en-US" sz="1399" kern="0" dirty="0">
                <a:latin typeface="+mn-ea"/>
              </a:rPr>
              <a:t>回退时间的划定</a:t>
            </a:r>
            <a:endParaRPr lang="en-US" altLang="zh-CN" sz="1399" kern="0" dirty="0">
              <a:latin typeface="+mn-ea"/>
            </a:endParaRPr>
          </a:p>
        </p:txBody>
      </p:sp>
      <p:sp>
        <p:nvSpPr>
          <p:cNvPr id="146" name="copy-archives_83977"/>
          <p:cNvSpPr>
            <a:spLocks noChangeAspect="1"/>
          </p:cNvSpPr>
          <p:nvPr/>
        </p:nvSpPr>
        <p:spPr bwMode="gray">
          <a:xfrm>
            <a:off x="8601009" y="2863430"/>
            <a:ext cx="506701" cy="609447"/>
          </a:xfrm>
          <a:custGeom>
            <a:avLst/>
            <a:gdLst>
              <a:gd name="T0" fmla="*/ 592 w 694"/>
              <a:gd name="T1" fmla="*/ 0 h 836"/>
              <a:gd name="T2" fmla="*/ 223 w 694"/>
              <a:gd name="T3" fmla="*/ 0 h 836"/>
              <a:gd name="T4" fmla="*/ 122 w 694"/>
              <a:gd name="T5" fmla="*/ 102 h 836"/>
              <a:gd name="T6" fmla="*/ 122 w 694"/>
              <a:gd name="T7" fmla="*/ 122 h 836"/>
              <a:gd name="T8" fmla="*/ 102 w 694"/>
              <a:gd name="T9" fmla="*/ 122 h 836"/>
              <a:gd name="T10" fmla="*/ 0 w 694"/>
              <a:gd name="T11" fmla="*/ 223 h 836"/>
              <a:gd name="T12" fmla="*/ 0 w 694"/>
              <a:gd name="T13" fmla="*/ 734 h 836"/>
              <a:gd name="T14" fmla="*/ 102 w 694"/>
              <a:gd name="T15" fmla="*/ 836 h 836"/>
              <a:gd name="T16" fmla="*/ 470 w 694"/>
              <a:gd name="T17" fmla="*/ 836 h 836"/>
              <a:gd name="T18" fmla="*/ 572 w 694"/>
              <a:gd name="T19" fmla="*/ 734 h 836"/>
              <a:gd name="T20" fmla="*/ 572 w 694"/>
              <a:gd name="T21" fmla="*/ 714 h 836"/>
              <a:gd name="T22" fmla="*/ 592 w 694"/>
              <a:gd name="T23" fmla="*/ 714 h 836"/>
              <a:gd name="T24" fmla="*/ 694 w 694"/>
              <a:gd name="T25" fmla="*/ 612 h 836"/>
              <a:gd name="T26" fmla="*/ 694 w 694"/>
              <a:gd name="T27" fmla="*/ 102 h 836"/>
              <a:gd name="T28" fmla="*/ 592 w 694"/>
              <a:gd name="T29" fmla="*/ 0 h 836"/>
              <a:gd name="T30" fmla="*/ 470 w 694"/>
              <a:gd name="T31" fmla="*/ 809 h 836"/>
              <a:gd name="T32" fmla="*/ 102 w 694"/>
              <a:gd name="T33" fmla="*/ 809 h 836"/>
              <a:gd name="T34" fmla="*/ 27 w 694"/>
              <a:gd name="T35" fmla="*/ 734 h 836"/>
              <a:gd name="T36" fmla="*/ 27 w 694"/>
              <a:gd name="T37" fmla="*/ 223 h 836"/>
              <a:gd name="T38" fmla="*/ 102 w 694"/>
              <a:gd name="T39" fmla="*/ 148 h 836"/>
              <a:gd name="T40" fmla="*/ 356 w 694"/>
              <a:gd name="T41" fmla="*/ 148 h 836"/>
              <a:gd name="T42" fmla="*/ 356 w 694"/>
              <a:gd name="T43" fmla="*/ 266 h 836"/>
              <a:gd name="T44" fmla="*/ 457 w 694"/>
              <a:gd name="T45" fmla="*/ 368 h 836"/>
              <a:gd name="T46" fmla="*/ 545 w 694"/>
              <a:gd name="T47" fmla="*/ 368 h 836"/>
              <a:gd name="T48" fmla="*/ 545 w 694"/>
              <a:gd name="T49" fmla="*/ 734 h 836"/>
              <a:gd name="T50" fmla="*/ 470 w 694"/>
              <a:gd name="T51" fmla="*/ 809 h 836"/>
              <a:gd name="T52" fmla="*/ 382 w 694"/>
              <a:gd name="T53" fmla="*/ 171 h 836"/>
              <a:gd name="T54" fmla="*/ 530 w 694"/>
              <a:gd name="T55" fmla="*/ 341 h 836"/>
              <a:gd name="T56" fmla="*/ 457 w 694"/>
              <a:gd name="T57" fmla="*/ 341 h 836"/>
              <a:gd name="T58" fmla="*/ 382 w 694"/>
              <a:gd name="T59" fmla="*/ 266 h 836"/>
              <a:gd name="T60" fmla="*/ 382 w 694"/>
              <a:gd name="T61" fmla="*/ 171 h 836"/>
              <a:gd name="T62" fmla="*/ 667 w 694"/>
              <a:gd name="T63" fmla="*/ 612 h 836"/>
              <a:gd name="T64" fmla="*/ 592 w 694"/>
              <a:gd name="T65" fmla="*/ 687 h 836"/>
              <a:gd name="T66" fmla="*/ 572 w 694"/>
              <a:gd name="T67" fmla="*/ 687 h 836"/>
              <a:gd name="T68" fmla="*/ 572 w 694"/>
              <a:gd name="T69" fmla="*/ 354 h 836"/>
              <a:gd name="T70" fmla="*/ 569 w 694"/>
              <a:gd name="T71" fmla="*/ 346 h 836"/>
              <a:gd name="T72" fmla="*/ 379 w 694"/>
              <a:gd name="T73" fmla="*/ 126 h 836"/>
              <a:gd name="T74" fmla="*/ 369 w 694"/>
              <a:gd name="T75" fmla="*/ 122 h 836"/>
              <a:gd name="T76" fmla="*/ 148 w 694"/>
              <a:gd name="T77" fmla="*/ 122 h 836"/>
              <a:gd name="T78" fmla="*/ 148 w 694"/>
              <a:gd name="T79" fmla="*/ 102 h 836"/>
              <a:gd name="T80" fmla="*/ 223 w 694"/>
              <a:gd name="T81" fmla="*/ 27 h 836"/>
              <a:gd name="T82" fmla="*/ 592 w 694"/>
              <a:gd name="T83" fmla="*/ 27 h 836"/>
              <a:gd name="T84" fmla="*/ 667 w 694"/>
              <a:gd name="T85" fmla="*/ 102 h 836"/>
              <a:gd name="T86" fmla="*/ 667 w 694"/>
              <a:gd name="T87" fmla="*/ 612 h 8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94" h="836">
                <a:moveTo>
                  <a:pt x="592" y="0"/>
                </a:moveTo>
                <a:lnTo>
                  <a:pt x="223" y="0"/>
                </a:lnTo>
                <a:cubicBezTo>
                  <a:pt x="167" y="0"/>
                  <a:pt x="122" y="46"/>
                  <a:pt x="122" y="102"/>
                </a:cubicBezTo>
                <a:lnTo>
                  <a:pt x="122" y="122"/>
                </a:lnTo>
                <a:lnTo>
                  <a:pt x="102" y="122"/>
                </a:lnTo>
                <a:cubicBezTo>
                  <a:pt x="46" y="122"/>
                  <a:pt x="0" y="167"/>
                  <a:pt x="0" y="223"/>
                </a:cubicBezTo>
                <a:lnTo>
                  <a:pt x="0" y="734"/>
                </a:lnTo>
                <a:cubicBezTo>
                  <a:pt x="0" y="790"/>
                  <a:pt x="46" y="836"/>
                  <a:pt x="102" y="836"/>
                </a:cubicBezTo>
                <a:lnTo>
                  <a:pt x="470" y="836"/>
                </a:lnTo>
                <a:cubicBezTo>
                  <a:pt x="526" y="836"/>
                  <a:pt x="572" y="790"/>
                  <a:pt x="572" y="734"/>
                </a:cubicBezTo>
                <a:lnTo>
                  <a:pt x="572" y="714"/>
                </a:lnTo>
                <a:lnTo>
                  <a:pt x="592" y="714"/>
                </a:lnTo>
                <a:cubicBezTo>
                  <a:pt x="648" y="714"/>
                  <a:pt x="694" y="668"/>
                  <a:pt x="694" y="612"/>
                </a:cubicBezTo>
                <a:lnTo>
                  <a:pt x="694" y="102"/>
                </a:lnTo>
                <a:cubicBezTo>
                  <a:pt x="694" y="46"/>
                  <a:pt x="648" y="0"/>
                  <a:pt x="592" y="0"/>
                </a:cubicBezTo>
                <a:close/>
                <a:moveTo>
                  <a:pt x="470" y="809"/>
                </a:moveTo>
                <a:lnTo>
                  <a:pt x="102" y="809"/>
                </a:lnTo>
                <a:cubicBezTo>
                  <a:pt x="60" y="809"/>
                  <a:pt x="27" y="775"/>
                  <a:pt x="27" y="734"/>
                </a:cubicBezTo>
                <a:lnTo>
                  <a:pt x="27" y="223"/>
                </a:lnTo>
                <a:cubicBezTo>
                  <a:pt x="27" y="182"/>
                  <a:pt x="60" y="148"/>
                  <a:pt x="102" y="148"/>
                </a:cubicBezTo>
                <a:lnTo>
                  <a:pt x="356" y="148"/>
                </a:lnTo>
                <a:lnTo>
                  <a:pt x="356" y="266"/>
                </a:lnTo>
                <a:cubicBezTo>
                  <a:pt x="356" y="322"/>
                  <a:pt x="401" y="368"/>
                  <a:pt x="457" y="368"/>
                </a:cubicBezTo>
                <a:lnTo>
                  <a:pt x="545" y="368"/>
                </a:lnTo>
                <a:lnTo>
                  <a:pt x="545" y="734"/>
                </a:lnTo>
                <a:cubicBezTo>
                  <a:pt x="545" y="775"/>
                  <a:pt x="512" y="809"/>
                  <a:pt x="470" y="809"/>
                </a:cubicBezTo>
                <a:close/>
                <a:moveTo>
                  <a:pt x="382" y="171"/>
                </a:moveTo>
                <a:lnTo>
                  <a:pt x="530" y="341"/>
                </a:lnTo>
                <a:lnTo>
                  <a:pt x="457" y="341"/>
                </a:lnTo>
                <a:cubicBezTo>
                  <a:pt x="416" y="341"/>
                  <a:pt x="382" y="307"/>
                  <a:pt x="382" y="266"/>
                </a:cubicBezTo>
                <a:lnTo>
                  <a:pt x="382" y="171"/>
                </a:lnTo>
                <a:close/>
                <a:moveTo>
                  <a:pt x="667" y="612"/>
                </a:moveTo>
                <a:cubicBezTo>
                  <a:pt x="667" y="654"/>
                  <a:pt x="633" y="687"/>
                  <a:pt x="592" y="687"/>
                </a:cubicBezTo>
                <a:lnTo>
                  <a:pt x="572" y="687"/>
                </a:lnTo>
                <a:lnTo>
                  <a:pt x="572" y="354"/>
                </a:lnTo>
                <a:cubicBezTo>
                  <a:pt x="572" y="351"/>
                  <a:pt x="571" y="348"/>
                  <a:pt x="569" y="346"/>
                </a:cubicBezTo>
                <a:lnTo>
                  <a:pt x="379" y="126"/>
                </a:lnTo>
                <a:cubicBezTo>
                  <a:pt x="377" y="123"/>
                  <a:pt x="373" y="122"/>
                  <a:pt x="369" y="122"/>
                </a:cubicBezTo>
                <a:lnTo>
                  <a:pt x="148" y="122"/>
                </a:lnTo>
                <a:lnTo>
                  <a:pt x="148" y="102"/>
                </a:lnTo>
                <a:cubicBezTo>
                  <a:pt x="148" y="60"/>
                  <a:pt x="182" y="27"/>
                  <a:pt x="223" y="27"/>
                </a:cubicBezTo>
                <a:lnTo>
                  <a:pt x="592" y="27"/>
                </a:lnTo>
                <a:cubicBezTo>
                  <a:pt x="633" y="27"/>
                  <a:pt x="667" y="60"/>
                  <a:pt x="667" y="102"/>
                </a:cubicBezTo>
                <a:lnTo>
                  <a:pt x="667" y="612"/>
                </a:lnTo>
                <a:close/>
              </a:path>
            </a:pathLst>
          </a:custGeom>
          <a:solidFill>
            <a:srgbClr val="56C4D2"/>
          </a:solidFill>
          <a:ln>
            <a:noFill/>
          </a:ln>
        </p:spPr>
      </p:sp>
      <p:sp>
        <p:nvSpPr>
          <p:cNvPr id="147" name="iŝļiḋe">
            <a:extLst>
              <a:ext uri="{FF2B5EF4-FFF2-40B4-BE49-F238E27FC236}">
                <a16:creationId xmlns:a16="http://schemas.microsoft.com/office/drawing/2014/main" id="{EEF92782-F1C9-4064-A506-7BD15711A8E7}"/>
              </a:ext>
            </a:extLst>
          </p:cNvPr>
          <p:cNvSpPr txBox="1"/>
          <p:nvPr/>
        </p:nvSpPr>
        <p:spPr bwMode="gray">
          <a:xfrm>
            <a:off x="8123503" y="3635416"/>
            <a:ext cx="1584123"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04" tIns="45702" rIns="91404" bIns="45702"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zh-CN" altLang="en-US" sz="1599" b="1" dirty="0"/>
              <a:t>对照表</a:t>
            </a:r>
            <a:endParaRPr lang="en-US" altLang="zh-CN" sz="1599" b="1" dirty="0"/>
          </a:p>
        </p:txBody>
      </p:sp>
      <p:sp>
        <p:nvSpPr>
          <p:cNvPr id="149" name="î$ľíḋè">
            <a:extLst>
              <a:ext uri="{FF2B5EF4-FFF2-40B4-BE49-F238E27FC236}">
                <a16:creationId xmlns:a16="http://schemas.microsoft.com/office/drawing/2014/main" id="{FF03A8AB-74FB-41EF-AA3B-A0797476D1E2}"/>
              </a:ext>
            </a:extLst>
          </p:cNvPr>
          <p:cNvSpPr/>
          <p:nvPr/>
        </p:nvSpPr>
        <p:spPr bwMode="gray">
          <a:xfrm>
            <a:off x="7918306" y="4127828"/>
            <a:ext cx="2353362" cy="488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4" tIns="45702" rIns="91404" bIns="45702"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0" lvl="6"/>
            <a:r>
              <a:rPr lang="zh-CN" altLang="en-US" sz="1399" kern="0" dirty="0">
                <a:latin typeface="+mn-ea"/>
              </a:rPr>
              <a:t>割接前后物理拓扑、逻辑拓扑对照表</a:t>
            </a:r>
            <a:endParaRPr lang="en-US" altLang="zh-CN" sz="1399" kern="0" dirty="0">
              <a:latin typeface="+mn-ea"/>
            </a:endParaRPr>
          </a:p>
        </p:txBody>
      </p:sp>
      <p:sp>
        <p:nvSpPr>
          <p:cNvPr id="150" name="î$ľíḋè">
            <a:extLst>
              <a:ext uri="{FF2B5EF4-FFF2-40B4-BE49-F238E27FC236}">
                <a16:creationId xmlns:a16="http://schemas.microsoft.com/office/drawing/2014/main" id="{FF03A8AB-74FB-41EF-AA3B-A0797476D1E2}"/>
              </a:ext>
            </a:extLst>
          </p:cNvPr>
          <p:cNvSpPr/>
          <p:nvPr/>
        </p:nvSpPr>
        <p:spPr bwMode="gray">
          <a:xfrm>
            <a:off x="7918306" y="4735849"/>
            <a:ext cx="2353362" cy="726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4" tIns="45702" rIns="91404" bIns="45702"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0" lvl="6"/>
            <a:r>
              <a:rPr lang="zh-CN" altLang="en-US" sz="1399" kern="0" dirty="0">
                <a:latin typeface="+mn-ea"/>
              </a:rPr>
              <a:t>割接前后控制层面（路由条目数量、安全控制</a:t>
            </a:r>
            <a:r>
              <a:rPr lang="en-US" altLang="zh-CN" sz="1399" kern="0" dirty="0">
                <a:latin typeface="+mn-ea"/>
              </a:rPr>
              <a:t>..</a:t>
            </a:r>
            <a:r>
              <a:rPr lang="zh-CN" altLang="en-US" sz="1399" kern="0" dirty="0">
                <a:latin typeface="+mn-ea"/>
              </a:rPr>
              <a:t>）分析对照表</a:t>
            </a:r>
            <a:endParaRPr lang="en-US" altLang="zh-CN" sz="1399" kern="0" dirty="0">
              <a:latin typeface="+mn-ea"/>
            </a:endParaRPr>
          </a:p>
        </p:txBody>
      </p:sp>
      <p:sp>
        <p:nvSpPr>
          <p:cNvPr id="153" name="î$ľíḋè">
            <a:extLst>
              <a:ext uri="{FF2B5EF4-FFF2-40B4-BE49-F238E27FC236}">
                <a16:creationId xmlns:a16="http://schemas.microsoft.com/office/drawing/2014/main" id="{FF03A8AB-74FB-41EF-AA3B-A0797476D1E2}"/>
              </a:ext>
            </a:extLst>
          </p:cNvPr>
          <p:cNvSpPr/>
          <p:nvPr/>
        </p:nvSpPr>
        <p:spPr bwMode="gray">
          <a:xfrm>
            <a:off x="7918306" y="5561375"/>
            <a:ext cx="2353362" cy="511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4" tIns="45702" rIns="91404" bIns="45702"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0" lvl="6"/>
            <a:r>
              <a:rPr lang="zh-CN" altLang="en-US" sz="1399" kern="0" dirty="0">
                <a:latin typeface="+mn-ea"/>
              </a:rPr>
              <a:t>割接前后业务层面（数据流向）分析对标表</a:t>
            </a:r>
            <a:endParaRPr lang="en-US" altLang="zh-CN" sz="1399" kern="0" dirty="0">
              <a:latin typeface="+mn-ea"/>
            </a:endParaRPr>
          </a:p>
        </p:txBody>
      </p:sp>
      <p:sp>
        <p:nvSpPr>
          <p:cNvPr id="45" name="五边形 153"/>
          <p:cNvSpPr/>
          <p:nvPr/>
        </p:nvSpPr>
        <p:spPr bwMode="gray">
          <a:xfrm>
            <a:off x="8150785" y="113221"/>
            <a:ext cx="1259508" cy="213037"/>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准备阶段</a:t>
            </a:r>
          </a:p>
        </p:txBody>
      </p:sp>
      <p:sp>
        <p:nvSpPr>
          <p:cNvPr id="47" name="燕尾形 154"/>
          <p:cNvSpPr/>
          <p:nvPr/>
        </p:nvSpPr>
        <p:spPr bwMode="gray">
          <a:xfrm>
            <a:off x="9320182"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实施阶段</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燕尾形 155"/>
          <p:cNvSpPr/>
          <p:nvPr/>
        </p:nvSpPr>
        <p:spPr bwMode="gray">
          <a:xfrm>
            <a:off x="10489579"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收尾阶段</a:t>
            </a:r>
          </a:p>
        </p:txBody>
      </p:sp>
    </p:spTree>
    <p:custDataLst>
      <p:tags r:id="rId1"/>
    </p:custDataLst>
    <p:extLst>
      <p:ext uri="{BB962C8B-B14F-4D97-AF65-F5344CB8AC3E}">
        <p14:creationId xmlns:p14="http://schemas.microsoft.com/office/powerpoint/2010/main" val="28335494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割接前快照</a:t>
            </a:r>
          </a:p>
        </p:txBody>
      </p:sp>
      <p:sp>
        <p:nvSpPr>
          <p:cNvPr id="53" name="文本占位符 3"/>
          <p:cNvSpPr>
            <a:spLocks noGrp="1"/>
          </p:cNvSpPr>
          <p:nvPr>
            <p:ph type="body" sz="quarter" idx="10"/>
          </p:nvPr>
        </p:nvSpPr>
        <p:spPr bwMode="gray">
          <a:xfrm>
            <a:off x="2143432" y="1047750"/>
            <a:ext cx="9605655" cy="4879805"/>
          </a:xfrm>
        </p:spPr>
        <p:txBody>
          <a:bodyPr/>
          <a:lstStyle/>
          <a:p>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为方便割接回退以及割接之后对比业务是否正常，在正式开始割接之前需要对现网配置、现网数据再进行一次快照，具体包括以下内容：</a:t>
            </a:r>
            <a:endParaRPr lang="en-US" altLang="zh-CN" sz="1799"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599" dirty="0">
                <a:sym typeface="Huawei Sans" panose="020C0503030203020204" pitchFamily="34" charset="0"/>
              </a:rPr>
              <a:t>现网配置进行备份</a:t>
            </a:r>
            <a:endParaRPr lang="en-US" altLang="zh-CN" sz="1599" dirty="0">
              <a:sym typeface="Huawei Sans" panose="020C0503030203020204" pitchFamily="34" charset="0"/>
            </a:endParaRPr>
          </a:p>
          <a:p>
            <a:pPr lvl="1"/>
            <a:r>
              <a:rPr lang="zh-CN" altLang="en-US" sz="1599" dirty="0">
                <a:sym typeface="Huawei Sans" panose="020C0503030203020204" pitchFamily="34" charset="0"/>
              </a:rPr>
              <a:t>现网动态数据采集（端口状态、流量、各路由协议状态、路由数量、</a:t>
            </a:r>
            <a:r>
              <a:rPr lang="en-US" altLang="zh-CN" sz="1599" dirty="0">
                <a:sym typeface="Huawei Sans" panose="020C0503030203020204" pitchFamily="34" charset="0"/>
              </a:rPr>
              <a:t>STP</a:t>
            </a:r>
            <a:r>
              <a:rPr lang="zh-CN" altLang="en-US" sz="1599" dirty="0">
                <a:sym typeface="Huawei Sans" panose="020C0503030203020204" pitchFamily="34" charset="0"/>
              </a:rPr>
              <a:t>协议状态、各端口</a:t>
            </a:r>
            <a:r>
              <a:rPr lang="en-US" altLang="zh-CN" sz="1599" dirty="0">
                <a:sym typeface="Huawei Sans" panose="020C0503030203020204" pitchFamily="34" charset="0"/>
              </a:rPr>
              <a:t>ARP/MAC</a:t>
            </a:r>
            <a:r>
              <a:rPr lang="zh-CN" altLang="en-US" sz="1599" dirty="0">
                <a:sym typeface="Huawei Sans" panose="020C0503030203020204" pitchFamily="34" charset="0"/>
              </a:rPr>
              <a:t>地址表项）。</a:t>
            </a:r>
            <a:endParaRPr lang="en-US" altLang="zh-CN" sz="1599" dirty="0">
              <a:sym typeface="Huawei Sans" panose="020C0503030203020204" pitchFamily="34" charset="0"/>
            </a:endParaRPr>
          </a:p>
          <a:p>
            <a:pPr lvl="1"/>
            <a:r>
              <a:rPr lang="zh-CN" altLang="en-US" sz="1599" dirty="0">
                <a:sym typeface="Huawei Sans" panose="020C0503030203020204" pitchFamily="34" charset="0"/>
              </a:rPr>
              <a:t>割接前对业务进行测试，确保割接涉及的业务在割接前属于正常状态。</a:t>
            </a:r>
            <a:r>
              <a:rPr lang="en-US" altLang="zh-CN" sz="1599" dirty="0">
                <a:sym typeface="Huawei Sans" panose="020C0503030203020204" pitchFamily="34" charset="0"/>
              </a:rPr>
              <a:t>		</a:t>
            </a:r>
            <a:endParaRPr lang="zh-CN" altLang="en-US" sz="1599" dirty="0">
              <a:sym typeface="Huawei Sans" panose="020C0503030203020204" pitchFamily="34" charset="0"/>
            </a:endParaRPr>
          </a:p>
        </p:txBody>
      </p:sp>
      <p:sp>
        <p:nvSpPr>
          <p:cNvPr id="112" name="ïšļïďe">
            <a:extLst>
              <a:ext uri="{FF2B5EF4-FFF2-40B4-BE49-F238E27FC236}">
                <a16:creationId xmlns:a16="http://schemas.microsoft.com/office/drawing/2014/main" id="{FB41FAD4-0BA5-4580-B72E-A6BFF22F8784}"/>
              </a:ext>
            </a:extLst>
          </p:cNvPr>
          <p:cNvSpPr txBox="1"/>
          <p:nvPr/>
        </p:nvSpPr>
        <p:spPr bwMode="gray">
          <a:xfrm>
            <a:off x="836816" y="1587788"/>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pPr algn="l"/>
            <a:r>
              <a:rPr lang="zh-CN" altLang="en-US" sz="1399" b="1" dirty="0">
                <a:solidFill>
                  <a:schemeClr val="tx1"/>
                </a:solidFill>
              </a:rPr>
              <a:t>割接前快照</a:t>
            </a:r>
            <a:endParaRPr lang="en-US" altLang="zh-CN" sz="1399" b="1" dirty="0">
              <a:solidFill>
                <a:schemeClr val="tx1"/>
              </a:solidFill>
            </a:endParaRPr>
          </a:p>
        </p:txBody>
      </p:sp>
      <p:sp>
        <p:nvSpPr>
          <p:cNvPr id="113" name="ïṧļíḍê">
            <a:extLst>
              <a:ext uri="{FF2B5EF4-FFF2-40B4-BE49-F238E27FC236}">
                <a16:creationId xmlns:a16="http://schemas.microsoft.com/office/drawing/2014/main" id="{D1BCCD92-D45A-41F7-960F-30FC35568CBF}"/>
              </a:ext>
            </a:extLst>
          </p:cNvPr>
          <p:cNvSpPr txBox="1"/>
          <p:nvPr/>
        </p:nvSpPr>
        <p:spPr bwMode="gray">
          <a:xfrm>
            <a:off x="836816" y="2542319"/>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1399" dirty="0">
                <a:solidFill>
                  <a:schemeClr val="bg1">
                    <a:lumMod val="65000"/>
                  </a:schemeClr>
                </a:solidFill>
              </a:rPr>
              <a:t>割接执行</a:t>
            </a:r>
            <a:endParaRPr lang="en-US" altLang="zh-CN" sz="1399" dirty="0">
              <a:solidFill>
                <a:schemeClr val="bg1">
                  <a:lumMod val="65000"/>
                </a:schemeClr>
              </a:solidFill>
            </a:endParaRPr>
          </a:p>
        </p:txBody>
      </p:sp>
      <p:sp>
        <p:nvSpPr>
          <p:cNvPr id="114" name="îş1iḍê">
            <a:extLst>
              <a:ext uri="{FF2B5EF4-FFF2-40B4-BE49-F238E27FC236}">
                <a16:creationId xmlns:a16="http://schemas.microsoft.com/office/drawing/2014/main" id="{F0B068A5-560A-4DB9-9ABC-E179FB4B53B1}"/>
              </a:ext>
            </a:extLst>
          </p:cNvPr>
          <p:cNvSpPr txBox="1"/>
          <p:nvPr/>
        </p:nvSpPr>
        <p:spPr bwMode="gray">
          <a:xfrm>
            <a:off x="836816" y="3496850"/>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00000"/>
              </a:lnSpc>
              <a:spcBef>
                <a:spcPct val="0"/>
              </a:spcBef>
            </a:pPr>
            <a:r>
              <a:rPr lang="zh-CN" altLang="en-US" sz="1399" dirty="0">
                <a:solidFill>
                  <a:schemeClr val="bg1">
                    <a:lumMod val="65000"/>
                  </a:schemeClr>
                </a:solidFill>
              </a:rPr>
              <a:t>割接回退</a:t>
            </a:r>
            <a:endParaRPr lang="en-US" altLang="zh-CN" sz="1399" dirty="0">
              <a:solidFill>
                <a:schemeClr val="bg1">
                  <a:lumMod val="65000"/>
                </a:schemeClr>
              </a:solidFill>
            </a:endParaRPr>
          </a:p>
        </p:txBody>
      </p:sp>
      <p:sp>
        <p:nvSpPr>
          <p:cNvPr id="115" name="íşḻïďe">
            <a:extLst>
              <a:ext uri="{FF2B5EF4-FFF2-40B4-BE49-F238E27FC236}">
                <a16:creationId xmlns:a16="http://schemas.microsoft.com/office/drawing/2014/main" id="{05246D82-A4F5-42F2-854D-C3D348D160CE}"/>
              </a:ext>
            </a:extLst>
          </p:cNvPr>
          <p:cNvSpPr txBox="1"/>
          <p:nvPr/>
        </p:nvSpPr>
        <p:spPr bwMode="gray">
          <a:xfrm>
            <a:off x="836816" y="4451381"/>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1399" dirty="0">
                <a:solidFill>
                  <a:schemeClr val="bg1">
                    <a:lumMod val="65000"/>
                  </a:schemeClr>
                </a:solidFill>
              </a:rPr>
              <a:t>割接测试、检查</a:t>
            </a:r>
            <a:endParaRPr lang="en-US" altLang="zh-CN" sz="1399" dirty="0">
              <a:solidFill>
                <a:schemeClr val="bg1">
                  <a:lumMod val="65000"/>
                </a:schemeClr>
              </a:solidFill>
            </a:endParaRPr>
          </a:p>
        </p:txBody>
      </p:sp>
      <p:cxnSp>
        <p:nvCxnSpPr>
          <p:cNvPr id="117" name="直接连接符 116">
            <a:extLst>
              <a:ext uri="{FF2B5EF4-FFF2-40B4-BE49-F238E27FC236}">
                <a16:creationId xmlns:a16="http://schemas.microsoft.com/office/drawing/2014/main" id="{4AA622A8-8183-4782-A4A5-6DF01B92BB53}"/>
              </a:ext>
            </a:extLst>
          </p:cNvPr>
          <p:cNvCxnSpPr/>
          <p:nvPr/>
        </p:nvCxnSpPr>
        <p:spPr bwMode="gray">
          <a:xfrm>
            <a:off x="665266" y="1470291"/>
            <a:ext cx="0" cy="4689414"/>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34" name="íṡ1íḋê">
            <a:extLst>
              <a:ext uri="{FF2B5EF4-FFF2-40B4-BE49-F238E27FC236}">
                <a16:creationId xmlns:a16="http://schemas.microsoft.com/office/drawing/2014/main" id="{87A1502E-FF5A-402F-AE9A-604F51135206}"/>
              </a:ext>
            </a:extLst>
          </p:cNvPr>
          <p:cNvSpPr/>
          <p:nvPr/>
        </p:nvSpPr>
        <p:spPr bwMode="gray">
          <a:xfrm rot="10800000" flipV="1">
            <a:off x="485337" y="4492268"/>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43" name="iṡ1ïdé">
            <a:extLst>
              <a:ext uri="{FF2B5EF4-FFF2-40B4-BE49-F238E27FC236}">
                <a16:creationId xmlns:a16="http://schemas.microsoft.com/office/drawing/2014/main" id="{3FC487D0-A815-4107-8A36-7C156E98B5FA}"/>
              </a:ext>
            </a:extLst>
          </p:cNvPr>
          <p:cNvSpPr/>
          <p:nvPr/>
        </p:nvSpPr>
        <p:spPr bwMode="gray">
          <a:xfrm rot="10800000" flipV="1">
            <a:off x="485337" y="1626740"/>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rgbClr val="56C4D2"/>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799"/>
          </a:p>
        </p:txBody>
      </p:sp>
      <p:sp>
        <p:nvSpPr>
          <p:cNvPr id="126" name="iṩ1îdè">
            <a:extLst>
              <a:ext uri="{FF2B5EF4-FFF2-40B4-BE49-F238E27FC236}">
                <a16:creationId xmlns:a16="http://schemas.microsoft.com/office/drawing/2014/main" id="{7F2033B8-3D85-4EBC-B06A-35DC8DC5989D}"/>
              </a:ext>
            </a:extLst>
          </p:cNvPr>
          <p:cNvSpPr/>
          <p:nvPr/>
        </p:nvSpPr>
        <p:spPr bwMode="gray">
          <a:xfrm rot="10800000" flipV="1">
            <a:off x="485337" y="2581917"/>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31" name="íŝlíďé">
            <a:extLst>
              <a:ext uri="{FF2B5EF4-FFF2-40B4-BE49-F238E27FC236}">
                <a16:creationId xmlns:a16="http://schemas.microsoft.com/office/drawing/2014/main" id="{E7C05249-EC6B-4A31-B592-1B7DA1FC1C4D}"/>
              </a:ext>
            </a:extLst>
          </p:cNvPr>
          <p:cNvSpPr/>
          <p:nvPr/>
        </p:nvSpPr>
        <p:spPr bwMode="gray">
          <a:xfrm rot="10800000" flipV="1">
            <a:off x="485337" y="3537094"/>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47" name="backup_115800"/>
          <p:cNvSpPr>
            <a:spLocks/>
          </p:cNvSpPr>
          <p:nvPr/>
        </p:nvSpPr>
        <p:spPr bwMode="gray">
          <a:xfrm>
            <a:off x="572829" y="1722236"/>
            <a:ext cx="184875" cy="168866"/>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 name="connsiteX44" fmla="*/ 325000 h 606722"/>
              <a:gd name="connsiteY44" fmla="*/ 325000 h 606722"/>
              <a:gd name="connsiteX45" fmla="*/ 325000 h 606722"/>
              <a:gd name="connsiteY45" fmla="*/ 325000 h 606722"/>
              <a:gd name="connsiteX46" fmla="*/ 325000 h 606722"/>
              <a:gd name="connsiteY46" fmla="*/ 325000 h 606722"/>
              <a:gd name="connsiteX47" fmla="*/ 325000 h 606722"/>
              <a:gd name="connsiteY47" fmla="*/ 325000 h 606722"/>
              <a:gd name="connsiteX48" fmla="*/ 325000 h 606722"/>
              <a:gd name="connsiteY48" fmla="*/ 325000 h 606722"/>
              <a:gd name="connsiteX49" fmla="*/ 325000 h 606722"/>
              <a:gd name="connsiteY49" fmla="*/ 325000 h 606722"/>
              <a:gd name="connsiteX50" fmla="*/ 325000 h 606722"/>
              <a:gd name="connsiteY50" fmla="*/ 325000 h 606722"/>
              <a:gd name="connsiteX51" fmla="*/ 325000 h 606722"/>
              <a:gd name="connsiteY51" fmla="*/ 325000 h 606722"/>
              <a:gd name="connsiteX52" fmla="*/ 325000 h 606722"/>
              <a:gd name="connsiteY52" fmla="*/ 325000 h 606722"/>
              <a:gd name="connsiteX53" fmla="*/ 325000 h 606722"/>
              <a:gd name="connsiteY53" fmla="*/ 325000 h 606722"/>
              <a:gd name="connsiteX54" fmla="*/ 325000 h 606722"/>
              <a:gd name="connsiteY54" fmla="*/ 325000 h 606722"/>
              <a:gd name="connsiteX55" fmla="*/ 325000 h 606722"/>
              <a:gd name="connsiteY55" fmla="*/ 325000 h 606722"/>
              <a:gd name="connsiteX56" fmla="*/ 325000 h 606722"/>
              <a:gd name="connsiteY56" fmla="*/ 325000 h 606722"/>
              <a:gd name="connsiteX57" fmla="*/ 325000 h 606722"/>
              <a:gd name="connsiteY57" fmla="*/ 325000 h 606722"/>
              <a:gd name="connsiteX58" fmla="*/ 325000 h 606722"/>
              <a:gd name="connsiteY58" fmla="*/ 325000 h 606722"/>
              <a:gd name="connsiteX59" fmla="*/ 325000 h 606722"/>
              <a:gd name="connsiteY59" fmla="*/ 325000 h 606722"/>
              <a:gd name="connsiteX60" fmla="*/ 325000 h 606722"/>
              <a:gd name="connsiteY60" fmla="*/ 325000 h 606722"/>
              <a:gd name="connsiteX61" fmla="*/ 325000 h 606722"/>
              <a:gd name="connsiteY61" fmla="*/ 325000 h 606722"/>
              <a:gd name="connsiteX62" fmla="*/ 325000 h 606722"/>
              <a:gd name="connsiteY62" fmla="*/ 325000 h 606722"/>
              <a:gd name="connsiteX63" fmla="*/ 325000 h 606722"/>
              <a:gd name="connsiteY63" fmla="*/ 325000 h 606722"/>
              <a:gd name="connsiteX64" fmla="*/ 325000 h 606722"/>
              <a:gd name="connsiteY64" fmla="*/ 325000 h 606722"/>
              <a:gd name="connsiteX65" fmla="*/ 325000 h 606722"/>
              <a:gd name="connsiteY65" fmla="*/ 325000 h 606722"/>
              <a:gd name="connsiteX66" fmla="*/ 325000 h 606722"/>
              <a:gd name="connsiteY66" fmla="*/ 325000 h 606722"/>
              <a:gd name="connsiteX67" fmla="*/ 325000 h 606722"/>
              <a:gd name="connsiteY67" fmla="*/ 325000 h 606722"/>
              <a:gd name="connsiteX68" fmla="*/ 325000 h 606722"/>
              <a:gd name="connsiteY68" fmla="*/ 325000 h 606722"/>
              <a:gd name="connsiteX69" fmla="*/ 325000 h 606722"/>
              <a:gd name="connsiteY69" fmla="*/ 325000 h 606722"/>
              <a:gd name="connsiteX70" fmla="*/ 325000 h 606722"/>
              <a:gd name="connsiteY70" fmla="*/ 325000 h 606722"/>
              <a:gd name="connsiteX71" fmla="*/ 325000 h 606722"/>
              <a:gd name="connsiteY71" fmla="*/ 325000 h 606722"/>
              <a:gd name="connsiteX72" fmla="*/ 325000 h 606722"/>
              <a:gd name="connsiteY72" fmla="*/ 325000 h 606722"/>
              <a:gd name="connsiteX73" fmla="*/ 325000 h 606722"/>
              <a:gd name="connsiteY73" fmla="*/ 325000 h 606722"/>
              <a:gd name="connsiteX74" fmla="*/ 325000 h 606722"/>
              <a:gd name="connsiteY74" fmla="*/ 325000 h 606722"/>
              <a:gd name="connsiteX75" fmla="*/ 325000 h 606722"/>
              <a:gd name="connsiteY75" fmla="*/ 325000 h 606722"/>
              <a:gd name="connsiteX76" fmla="*/ 325000 h 606722"/>
              <a:gd name="connsiteY76" fmla="*/ 325000 h 606722"/>
              <a:gd name="connsiteX77" fmla="*/ 325000 h 606722"/>
              <a:gd name="connsiteY77" fmla="*/ 325000 h 606722"/>
              <a:gd name="connsiteX78" fmla="*/ 325000 h 606722"/>
              <a:gd name="connsiteY78" fmla="*/ 325000 h 606722"/>
              <a:gd name="connsiteX79" fmla="*/ 325000 h 606722"/>
              <a:gd name="connsiteY79" fmla="*/ 325000 h 606722"/>
              <a:gd name="connsiteX80" fmla="*/ 325000 h 606722"/>
              <a:gd name="connsiteY80" fmla="*/ 325000 h 606722"/>
              <a:gd name="connsiteX81" fmla="*/ 325000 h 606722"/>
              <a:gd name="connsiteY81" fmla="*/ 325000 h 606722"/>
              <a:gd name="connsiteX82" fmla="*/ 325000 h 606722"/>
              <a:gd name="connsiteY82" fmla="*/ 325000 h 606722"/>
              <a:gd name="connsiteX83" fmla="*/ 325000 h 606722"/>
              <a:gd name="connsiteY83" fmla="*/ 325000 h 606722"/>
              <a:gd name="connsiteX84" fmla="*/ 325000 h 606722"/>
              <a:gd name="connsiteY84" fmla="*/ 325000 h 606722"/>
              <a:gd name="connsiteX85" fmla="*/ 325000 h 606722"/>
              <a:gd name="connsiteY85" fmla="*/ 325000 h 606722"/>
              <a:gd name="connsiteX86" fmla="*/ 325000 h 606722"/>
              <a:gd name="connsiteY86" fmla="*/ 325000 h 606722"/>
              <a:gd name="connsiteX87" fmla="*/ 325000 h 606722"/>
              <a:gd name="connsiteY87" fmla="*/ 325000 h 606722"/>
              <a:gd name="connsiteX88" fmla="*/ 325000 h 606722"/>
              <a:gd name="connsiteY88" fmla="*/ 325000 h 606722"/>
              <a:gd name="connsiteX89" fmla="*/ 325000 h 606722"/>
              <a:gd name="connsiteY89" fmla="*/ 325000 h 606722"/>
              <a:gd name="connsiteX90" fmla="*/ 325000 h 606722"/>
              <a:gd name="connsiteY90" fmla="*/ 325000 h 606722"/>
              <a:gd name="connsiteX91" fmla="*/ 325000 h 606722"/>
              <a:gd name="connsiteY91"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466931" h="607216">
                <a:moveTo>
                  <a:pt x="146525" y="485632"/>
                </a:moveTo>
                <a:cubicBezTo>
                  <a:pt x="151958" y="485632"/>
                  <a:pt x="156226" y="489992"/>
                  <a:pt x="156226" y="495320"/>
                </a:cubicBezTo>
                <a:lnTo>
                  <a:pt x="156226" y="551413"/>
                </a:lnTo>
                <a:lnTo>
                  <a:pt x="233452" y="586871"/>
                </a:lnTo>
                <a:lnTo>
                  <a:pt x="310678" y="551413"/>
                </a:lnTo>
                <a:lnTo>
                  <a:pt x="310678" y="495320"/>
                </a:lnTo>
                <a:cubicBezTo>
                  <a:pt x="310678" y="489992"/>
                  <a:pt x="315044" y="485632"/>
                  <a:pt x="320380" y="485632"/>
                </a:cubicBezTo>
                <a:cubicBezTo>
                  <a:pt x="325715" y="485632"/>
                  <a:pt x="330081" y="489992"/>
                  <a:pt x="330081" y="495320"/>
                </a:cubicBezTo>
                <a:lnTo>
                  <a:pt x="330081" y="542500"/>
                </a:lnTo>
                <a:lnTo>
                  <a:pt x="347641" y="534459"/>
                </a:lnTo>
                <a:cubicBezTo>
                  <a:pt x="352492" y="532231"/>
                  <a:pt x="358313" y="534362"/>
                  <a:pt x="360545" y="539206"/>
                </a:cubicBezTo>
                <a:cubicBezTo>
                  <a:pt x="362776" y="544050"/>
                  <a:pt x="360642" y="549766"/>
                  <a:pt x="355791" y="552091"/>
                </a:cubicBezTo>
                <a:lnTo>
                  <a:pt x="237527" y="606344"/>
                </a:lnTo>
                <a:cubicBezTo>
                  <a:pt x="236266" y="606925"/>
                  <a:pt x="234907" y="607216"/>
                  <a:pt x="233452" y="607216"/>
                </a:cubicBezTo>
                <a:cubicBezTo>
                  <a:pt x="232094" y="607216"/>
                  <a:pt x="230736" y="606925"/>
                  <a:pt x="229474" y="606344"/>
                </a:cubicBezTo>
                <a:lnTo>
                  <a:pt x="111210" y="552091"/>
                </a:lnTo>
                <a:cubicBezTo>
                  <a:pt x="106359" y="549766"/>
                  <a:pt x="104225" y="544050"/>
                  <a:pt x="106456" y="539206"/>
                </a:cubicBezTo>
                <a:cubicBezTo>
                  <a:pt x="108688" y="534362"/>
                  <a:pt x="114412" y="532231"/>
                  <a:pt x="119360" y="534459"/>
                </a:cubicBezTo>
                <a:lnTo>
                  <a:pt x="136823" y="542500"/>
                </a:lnTo>
                <a:lnTo>
                  <a:pt x="136823" y="495320"/>
                </a:lnTo>
                <a:cubicBezTo>
                  <a:pt x="136823" y="489992"/>
                  <a:pt x="141189" y="485632"/>
                  <a:pt x="146525" y="485632"/>
                </a:cubicBezTo>
                <a:close/>
                <a:moveTo>
                  <a:pt x="108637" y="369340"/>
                </a:moveTo>
                <a:lnTo>
                  <a:pt x="358224" y="369340"/>
                </a:lnTo>
                <a:cubicBezTo>
                  <a:pt x="363561" y="369340"/>
                  <a:pt x="367928" y="373706"/>
                  <a:pt x="367928" y="379043"/>
                </a:cubicBezTo>
                <a:cubicBezTo>
                  <a:pt x="367928" y="384380"/>
                  <a:pt x="363561" y="388746"/>
                  <a:pt x="358224" y="388746"/>
                </a:cubicBezTo>
                <a:lnTo>
                  <a:pt x="108637" y="388746"/>
                </a:lnTo>
                <a:cubicBezTo>
                  <a:pt x="103300" y="388746"/>
                  <a:pt x="98933" y="384380"/>
                  <a:pt x="98933" y="379043"/>
                </a:cubicBezTo>
                <a:cubicBezTo>
                  <a:pt x="98933" y="373706"/>
                  <a:pt x="103300" y="369340"/>
                  <a:pt x="108637" y="369340"/>
                </a:cubicBezTo>
                <a:close/>
                <a:moveTo>
                  <a:pt x="108637" y="330599"/>
                </a:moveTo>
                <a:lnTo>
                  <a:pt x="358224" y="330599"/>
                </a:lnTo>
                <a:cubicBezTo>
                  <a:pt x="363561" y="330599"/>
                  <a:pt x="367928" y="334965"/>
                  <a:pt x="367928" y="340302"/>
                </a:cubicBezTo>
                <a:cubicBezTo>
                  <a:pt x="367928" y="345639"/>
                  <a:pt x="363561" y="350005"/>
                  <a:pt x="358224" y="350005"/>
                </a:cubicBezTo>
                <a:lnTo>
                  <a:pt x="108637" y="350005"/>
                </a:lnTo>
                <a:cubicBezTo>
                  <a:pt x="103300" y="350005"/>
                  <a:pt x="98933" y="345639"/>
                  <a:pt x="98933" y="340302"/>
                </a:cubicBezTo>
                <a:cubicBezTo>
                  <a:pt x="98933" y="334965"/>
                  <a:pt x="103300" y="330599"/>
                  <a:pt x="108637" y="330599"/>
                </a:cubicBezTo>
                <a:close/>
                <a:moveTo>
                  <a:pt x="147448" y="254600"/>
                </a:moveTo>
                <a:lnTo>
                  <a:pt x="397035" y="254600"/>
                </a:lnTo>
                <a:cubicBezTo>
                  <a:pt x="402372" y="254600"/>
                  <a:pt x="406739" y="258864"/>
                  <a:pt x="406739" y="264291"/>
                </a:cubicBezTo>
                <a:lnTo>
                  <a:pt x="406739" y="417794"/>
                </a:lnTo>
                <a:cubicBezTo>
                  <a:pt x="406739" y="423124"/>
                  <a:pt x="402372" y="427485"/>
                  <a:pt x="397035" y="427485"/>
                </a:cubicBezTo>
                <a:cubicBezTo>
                  <a:pt x="391698" y="427485"/>
                  <a:pt x="387331" y="423124"/>
                  <a:pt x="387331" y="417794"/>
                </a:cubicBezTo>
                <a:lnTo>
                  <a:pt x="387331" y="273982"/>
                </a:lnTo>
                <a:lnTo>
                  <a:pt x="147448" y="273982"/>
                </a:lnTo>
                <a:cubicBezTo>
                  <a:pt x="142111" y="273982"/>
                  <a:pt x="137744" y="269621"/>
                  <a:pt x="137744" y="264291"/>
                </a:cubicBezTo>
                <a:cubicBezTo>
                  <a:pt x="137744" y="258864"/>
                  <a:pt x="142111" y="254600"/>
                  <a:pt x="147448" y="254600"/>
                </a:cubicBezTo>
                <a:close/>
                <a:moveTo>
                  <a:pt x="69825" y="254600"/>
                </a:moveTo>
                <a:lnTo>
                  <a:pt x="108635" y="254600"/>
                </a:lnTo>
                <a:cubicBezTo>
                  <a:pt x="114069" y="254600"/>
                  <a:pt x="118338" y="258864"/>
                  <a:pt x="118338" y="264291"/>
                </a:cubicBezTo>
                <a:cubicBezTo>
                  <a:pt x="118338" y="269621"/>
                  <a:pt x="114069" y="273982"/>
                  <a:pt x="108635" y="273982"/>
                </a:cubicBezTo>
                <a:lnTo>
                  <a:pt x="79527" y="273982"/>
                </a:lnTo>
                <a:lnTo>
                  <a:pt x="79527" y="417794"/>
                </a:lnTo>
                <a:cubicBezTo>
                  <a:pt x="79527" y="423124"/>
                  <a:pt x="75258" y="427485"/>
                  <a:pt x="69825" y="427485"/>
                </a:cubicBezTo>
                <a:cubicBezTo>
                  <a:pt x="64488" y="427485"/>
                  <a:pt x="60122" y="423124"/>
                  <a:pt x="60122" y="417794"/>
                </a:cubicBezTo>
                <a:lnTo>
                  <a:pt x="60122" y="264291"/>
                </a:lnTo>
                <a:cubicBezTo>
                  <a:pt x="60122" y="258864"/>
                  <a:pt x="64488" y="254600"/>
                  <a:pt x="69825" y="254600"/>
                </a:cubicBezTo>
                <a:close/>
                <a:moveTo>
                  <a:pt x="130900" y="19378"/>
                </a:moveTo>
                <a:lnTo>
                  <a:pt x="130900" y="183700"/>
                </a:lnTo>
                <a:lnTo>
                  <a:pt x="336128" y="183700"/>
                </a:lnTo>
                <a:lnTo>
                  <a:pt x="336128" y="19378"/>
                </a:lnTo>
                <a:lnTo>
                  <a:pt x="243169" y="19378"/>
                </a:lnTo>
                <a:lnTo>
                  <a:pt x="243169" y="143976"/>
                </a:lnTo>
                <a:lnTo>
                  <a:pt x="297314" y="143976"/>
                </a:lnTo>
                <a:lnTo>
                  <a:pt x="297314" y="48444"/>
                </a:lnTo>
                <a:cubicBezTo>
                  <a:pt x="297314" y="43115"/>
                  <a:pt x="301681" y="38755"/>
                  <a:pt x="307018" y="38755"/>
                </a:cubicBezTo>
                <a:cubicBezTo>
                  <a:pt x="312355" y="38755"/>
                  <a:pt x="316721" y="43115"/>
                  <a:pt x="316721" y="48444"/>
                </a:cubicBezTo>
                <a:lnTo>
                  <a:pt x="316721" y="153665"/>
                </a:lnTo>
                <a:cubicBezTo>
                  <a:pt x="316721" y="158994"/>
                  <a:pt x="312355" y="163353"/>
                  <a:pt x="307018" y="163353"/>
                </a:cubicBezTo>
                <a:lnTo>
                  <a:pt x="233466" y="163353"/>
                </a:lnTo>
                <a:cubicBezTo>
                  <a:pt x="228129" y="163353"/>
                  <a:pt x="223762" y="158994"/>
                  <a:pt x="223762" y="153665"/>
                </a:cubicBezTo>
                <a:lnTo>
                  <a:pt x="223762" y="19378"/>
                </a:lnTo>
                <a:close/>
                <a:moveTo>
                  <a:pt x="19407" y="19378"/>
                </a:moveTo>
                <a:lnTo>
                  <a:pt x="19407" y="446848"/>
                </a:lnTo>
                <a:lnTo>
                  <a:pt x="447524" y="446848"/>
                </a:lnTo>
                <a:lnTo>
                  <a:pt x="447524" y="73247"/>
                </a:lnTo>
                <a:lnTo>
                  <a:pt x="393573" y="19378"/>
                </a:lnTo>
                <a:lnTo>
                  <a:pt x="355535" y="19378"/>
                </a:lnTo>
                <a:lnTo>
                  <a:pt x="355535" y="193389"/>
                </a:lnTo>
                <a:cubicBezTo>
                  <a:pt x="355535" y="198718"/>
                  <a:pt x="351169" y="203078"/>
                  <a:pt x="345832" y="203078"/>
                </a:cubicBezTo>
                <a:lnTo>
                  <a:pt x="121196" y="203078"/>
                </a:lnTo>
                <a:cubicBezTo>
                  <a:pt x="115762" y="203078"/>
                  <a:pt x="111493" y="198718"/>
                  <a:pt x="111493" y="193389"/>
                </a:cubicBezTo>
                <a:lnTo>
                  <a:pt x="111493" y="19378"/>
                </a:lnTo>
                <a:close/>
                <a:moveTo>
                  <a:pt x="9703" y="0"/>
                </a:moveTo>
                <a:lnTo>
                  <a:pt x="397551" y="0"/>
                </a:lnTo>
                <a:cubicBezTo>
                  <a:pt x="400171" y="0"/>
                  <a:pt x="402597" y="1066"/>
                  <a:pt x="404441" y="2810"/>
                </a:cubicBezTo>
                <a:lnTo>
                  <a:pt x="464117" y="62396"/>
                </a:lnTo>
                <a:cubicBezTo>
                  <a:pt x="465961" y="64237"/>
                  <a:pt x="466931" y="66659"/>
                  <a:pt x="466931" y="69275"/>
                </a:cubicBezTo>
                <a:lnTo>
                  <a:pt x="466931" y="456537"/>
                </a:lnTo>
                <a:cubicBezTo>
                  <a:pt x="466931" y="461866"/>
                  <a:pt x="462662" y="466226"/>
                  <a:pt x="457228" y="466226"/>
                </a:cubicBezTo>
                <a:lnTo>
                  <a:pt x="9703" y="466226"/>
                </a:lnTo>
                <a:cubicBezTo>
                  <a:pt x="4366" y="466226"/>
                  <a:pt x="0" y="461866"/>
                  <a:pt x="0" y="456537"/>
                </a:cubicBezTo>
                <a:lnTo>
                  <a:pt x="0" y="9689"/>
                </a:lnTo>
                <a:cubicBezTo>
                  <a:pt x="0" y="4360"/>
                  <a:pt x="4366" y="0"/>
                  <a:pt x="9703" y="0"/>
                </a:cubicBezTo>
                <a:close/>
              </a:path>
            </a:pathLst>
          </a:custGeom>
          <a:solidFill>
            <a:schemeClr val="bg1"/>
          </a:solidFill>
          <a:ln>
            <a:solidFill>
              <a:schemeClr val="bg1"/>
            </a:solidFill>
          </a:ln>
        </p:spPr>
      </p:sp>
      <p:sp>
        <p:nvSpPr>
          <p:cNvPr id="48" name="iconfont-10123-4910640"/>
          <p:cNvSpPr>
            <a:spLocks/>
          </p:cNvSpPr>
          <p:nvPr/>
        </p:nvSpPr>
        <p:spPr bwMode="gray">
          <a:xfrm>
            <a:off x="585551" y="2672904"/>
            <a:ext cx="202967" cy="202673"/>
          </a:xfrm>
          <a:custGeom>
            <a:avLst/>
            <a:gdLst>
              <a:gd name="T0" fmla="*/ 6400 w 8106"/>
              <a:gd name="T1" fmla="*/ 3876 h 8534"/>
              <a:gd name="T2" fmla="*/ 5973 w 8106"/>
              <a:gd name="T3" fmla="*/ 3840 h 8534"/>
              <a:gd name="T4" fmla="*/ 5973 w 8106"/>
              <a:gd name="T5" fmla="*/ 640 h 8534"/>
              <a:gd name="T6" fmla="*/ 5760 w 8106"/>
              <a:gd name="T7" fmla="*/ 427 h 8534"/>
              <a:gd name="T8" fmla="*/ 640 w 8106"/>
              <a:gd name="T9" fmla="*/ 427 h 8534"/>
              <a:gd name="T10" fmla="*/ 426 w 8106"/>
              <a:gd name="T11" fmla="*/ 640 h 8534"/>
              <a:gd name="T12" fmla="*/ 426 w 8106"/>
              <a:gd name="T13" fmla="*/ 7040 h 8534"/>
              <a:gd name="T14" fmla="*/ 640 w 8106"/>
              <a:gd name="T15" fmla="*/ 7254 h 8534"/>
              <a:gd name="T16" fmla="*/ 3559 w 8106"/>
              <a:gd name="T17" fmla="*/ 7254 h 8534"/>
              <a:gd name="T18" fmla="*/ 3755 w 8106"/>
              <a:gd name="T19" fmla="*/ 7680 h 8534"/>
              <a:gd name="T20" fmla="*/ 426 w 8106"/>
              <a:gd name="T21" fmla="*/ 7680 h 8534"/>
              <a:gd name="T22" fmla="*/ 0 w 8106"/>
              <a:gd name="T23" fmla="*/ 7254 h 8534"/>
              <a:gd name="T24" fmla="*/ 0 w 8106"/>
              <a:gd name="T25" fmla="*/ 427 h 8534"/>
              <a:gd name="T26" fmla="*/ 426 w 8106"/>
              <a:gd name="T27" fmla="*/ 0 h 8534"/>
              <a:gd name="T28" fmla="*/ 5973 w 8106"/>
              <a:gd name="T29" fmla="*/ 0 h 8534"/>
              <a:gd name="T30" fmla="*/ 6400 w 8106"/>
              <a:gd name="T31" fmla="*/ 427 h 8534"/>
              <a:gd name="T32" fmla="*/ 6400 w 8106"/>
              <a:gd name="T33" fmla="*/ 3876 h 8534"/>
              <a:gd name="T34" fmla="*/ 1493 w 8106"/>
              <a:gd name="T35" fmla="*/ 1707 h 8534"/>
              <a:gd name="T36" fmla="*/ 4906 w 8106"/>
              <a:gd name="T37" fmla="*/ 1707 h 8534"/>
              <a:gd name="T38" fmla="*/ 5120 w 8106"/>
              <a:gd name="T39" fmla="*/ 1920 h 8534"/>
              <a:gd name="T40" fmla="*/ 4906 w 8106"/>
              <a:gd name="T41" fmla="*/ 2134 h 8534"/>
              <a:gd name="T42" fmla="*/ 1493 w 8106"/>
              <a:gd name="T43" fmla="*/ 2134 h 8534"/>
              <a:gd name="T44" fmla="*/ 1280 w 8106"/>
              <a:gd name="T45" fmla="*/ 1920 h 8534"/>
              <a:gd name="T46" fmla="*/ 1493 w 8106"/>
              <a:gd name="T47" fmla="*/ 1707 h 8534"/>
              <a:gd name="T48" fmla="*/ 1493 w 8106"/>
              <a:gd name="T49" fmla="*/ 2987 h 8534"/>
              <a:gd name="T50" fmla="*/ 4906 w 8106"/>
              <a:gd name="T51" fmla="*/ 2987 h 8534"/>
              <a:gd name="T52" fmla="*/ 5120 w 8106"/>
              <a:gd name="T53" fmla="*/ 3200 h 8534"/>
              <a:gd name="T54" fmla="*/ 4906 w 8106"/>
              <a:gd name="T55" fmla="*/ 3414 h 8534"/>
              <a:gd name="T56" fmla="*/ 1493 w 8106"/>
              <a:gd name="T57" fmla="*/ 3414 h 8534"/>
              <a:gd name="T58" fmla="*/ 1280 w 8106"/>
              <a:gd name="T59" fmla="*/ 3200 h 8534"/>
              <a:gd name="T60" fmla="*/ 1493 w 8106"/>
              <a:gd name="T61" fmla="*/ 2987 h 8534"/>
              <a:gd name="T62" fmla="*/ 1493 w 8106"/>
              <a:gd name="T63" fmla="*/ 4480 h 8534"/>
              <a:gd name="T64" fmla="*/ 3413 w 8106"/>
              <a:gd name="T65" fmla="*/ 4480 h 8534"/>
              <a:gd name="T66" fmla="*/ 3626 w 8106"/>
              <a:gd name="T67" fmla="*/ 4694 h 8534"/>
              <a:gd name="T68" fmla="*/ 3413 w 8106"/>
              <a:gd name="T69" fmla="*/ 4907 h 8534"/>
              <a:gd name="T70" fmla="*/ 1493 w 8106"/>
              <a:gd name="T71" fmla="*/ 4907 h 8534"/>
              <a:gd name="T72" fmla="*/ 1280 w 8106"/>
              <a:gd name="T73" fmla="*/ 4694 h 8534"/>
              <a:gd name="T74" fmla="*/ 1493 w 8106"/>
              <a:gd name="T75" fmla="*/ 4480 h 8534"/>
              <a:gd name="T76" fmla="*/ 1493 w 8106"/>
              <a:gd name="T77" fmla="*/ 5547 h 8534"/>
              <a:gd name="T78" fmla="*/ 2773 w 8106"/>
              <a:gd name="T79" fmla="*/ 5547 h 8534"/>
              <a:gd name="T80" fmla="*/ 2986 w 8106"/>
              <a:gd name="T81" fmla="*/ 5760 h 8534"/>
              <a:gd name="T82" fmla="*/ 2773 w 8106"/>
              <a:gd name="T83" fmla="*/ 5974 h 8534"/>
              <a:gd name="T84" fmla="*/ 1493 w 8106"/>
              <a:gd name="T85" fmla="*/ 5974 h 8534"/>
              <a:gd name="T86" fmla="*/ 1280 w 8106"/>
              <a:gd name="T87" fmla="*/ 5760 h 8534"/>
              <a:gd name="T88" fmla="*/ 1493 w 8106"/>
              <a:gd name="T89" fmla="*/ 5547 h 8534"/>
              <a:gd name="T90" fmla="*/ 5973 w 8106"/>
              <a:gd name="T91" fmla="*/ 8534 h 8534"/>
              <a:gd name="T92" fmla="*/ 3840 w 8106"/>
              <a:gd name="T93" fmla="*/ 6400 h 8534"/>
              <a:gd name="T94" fmla="*/ 5973 w 8106"/>
              <a:gd name="T95" fmla="*/ 4267 h 8534"/>
              <a:gd name="T96" fmla="*/ 8106 w 8106"/>
              <a:gd name="T97" fmla="*/ 6400 h 8534"/>
              <a:gd name="T98" fmla="*/ 5973 w 8106"/>
              <a:gd name="T99" fmla="*/ 8534 h 8534"/>
              <a:gd name="T100" fmla="*/ 5973 w 8106"/>
              <a:gd name="T101" fmla="*/ 8107 h 8534"/>
              <a:gd name="T102" fmla="*/ 7680 w 8106"/>
              <a:gd name="T103" fmla="*/ 6400 h 8534"/>
              <a:gd name="T104" fmla="*/ 5973 w 8106"/>
              <a:gd name="T105" fmla="*/ 4694 h 8534"/>
              <a:gd name="T106" fmla="*/ 4266 w 8106"/>
              <a:gd name="T107" fmla="*/ 6400 h 8534"/>
              <a:gd name="T108" fmla="*/ 5973 w 8106"/>
              <a:gd name="T109" fmla="*/ 8107 h 8534"/>
              <a:gd name="T110" fmla="*/ 7040 w 8106"/>
              <a:gd name="T111" fmla="*/ 6400 h 8534"/>
              <a:gd name="T112" fmla="*/ 5333 w 8106"/>
              <a:gd name="T113" fmla="*/ 7254 h 8534"/>
              <a:gd name="T114" fmla="*/ 5333 w 8106"/>
              <a:gd name="T115" fmla="*/ 5547 h 8534"/>
              <a:gd name="T116" fmla="*/ 7040 w 8106"/>
              <a:gd name="T117" fmla="*/ 6400 h 8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106" h="8534">
                <a:moveTo>
                  <a:pt x="6400" y="3876"/>
                </a:moveTo>
                <a:cubicBezTo>
                  <a:pt x="6261" y="3852"/>
                  <a:pt x="6118" y="3840"/>
                  <a:pt x="5973" y="3840"/>
                </a:cubicBezTo>
                <a:lnTo>
                  <a:pt x="5973" y="640"/>
                </a:lnTo>
                <a:cubicBezTo>
                  <a:pt x="5973" y="523"/>
                  <a:pt x="5877" y="427"/>
                  <a:pt x="5760" y="427"/>
                </a:cubicBezTo>
                <a:lnTo>
                  <a:pt x="640" y="427"/>
                </a:lnTo>
                <a:cubicBezTo>
                  <a:pt x="522" y="427"/>
                  <a:pt x="426" y="523"/>
                  <a:pt x="426" y="640"/>
                </a:cubicBezTo>
                <a:lnTo>
                  <a:pt x="426" y="7040"/>
                </a:lnTo>
                <a:cubicBezTo>
                  <a:pt x="426" y="7158"/>
                  <a:pt x="522" y="7254"/>
                  <a:pt x="640" y="7254"/>
                </a:cubicBezTo>
                <a:lnTo>
                  <a:pt x="3559" y="7254"/>
                </a:lnTo>
                <a:cubicBezTo>
                  <a:pt x="3611" y="7403"/>
                  <a:pt x="3678" y="7546"/>
                  <a:pt x="3755" y="7680"/>
                </a:cubicBezTo>
                <a:lnTo>
                  <a:pt x="426" y="7680"/>
                </a:lnTo>
                <a:cubicBezTo>
                  <a:pt x="191" y="7680"/>
                  <a:pt x="0" y="7489"/>
                  <a:pt x="0" y="7254"/>
                </a:cubicBezTo>
                <a:lnTo>
                  <a:pt x="0" y="427"/>
                </a:lnTo>
                <a:cubicBezTo>
                  <a:pt x="0" y="191"/>
                  <a:pt x="191" y="0"/>
                  <a:pt x="426" y="0"/>
                </a:cubicBezTo>
                <a:lnTo>
                  <a:pt x="5973" y="0"/>
                </a:lnTo>
                <a:cubicBezTo>
                  <a:pt x="6209" y="0"/>
                  <a:pt x="6400" y="191"/>
                  <a:pt x="6400" y="427"/>
                </a:cubicBezTo>
                <a:lnTo>
                  <a:pt x="6400" y="3876"/>
                </a:lnTo>
                <a:close/>
                <a:moveTo>
                  <a:pt x="1493" y="1707"/>
                </a:moveTo>
                <a:lnTo>
                  <a:pt x="4906" y="1707"/>
                </a:lnTo>
                <a:cubicBezTo>
                  <a:pt x="5024" y="1707"/>
                  <a:pt x="5120" y="1803"/>
                  <a:pt x="5120" y="1920"/>
                </a:cubicBezTo>
                <a:cubicBezTo>
                  <a:pt x="5120" y="2038"/>
                  <a:pt x="5024" y="2134"/>
                  <a:pt x="4906" y="2134"/>
                </a:cubicBezTo>
                <a:lnTo>
                  <a:pt x="1493" y="2134"/>
                </a:lnTo>
                <a:cubicBezTo>
                  <a:pt x="1375" y="2134"/>
                  <a:pt x="1280" y="2038"/>
                  <a:pt x="1280" y="1920"/>
                </a:cubicBezTo>
                <a:cubicBezTo>
                  <a:pt x="1280" y="1802"/>
                  <a:pt x="1375" y="1707"/>
                  <a:pt x="1493" y="1707"/>
                </a:cubicBezTo>
                <a:close/>
                <a:moveTo>
                  <a:pt x="1493" y="2987"/>
                </a:moveTo>
                <a:lnTo>
                  <a:pt x="4906" y="2987"/>
                </a:lnTo>
                <a:cubicBezTo>
                  <a:pt x="5024" y="2987"/>
                  <a:pt x="5120" y="3083"/>
                  <a:pt x="5120" y="3200"/>
                </a:cubicBezTo>
                <a:cubicBezTo>
                  <a:pt x="5120" y="3318"/>
                  <a:pt x="5024" y="3414"/>
                  <a:pt x="4906" y="3414"/>
                </a:cubicBezTo>
                <a:lnTo>
                  <a:pt x="1493" y="3414"/>
                </a:lnTo>
                <a:cubicBezTo>
                  <a:pt x="1375" y="3414"/>
                  <a:pt x="1280" y="3318"/>
                  <a:pt x="1280" y="3200"/>
                </a:cubicBezTo>
                <a:cubicBezTo>
                  <a:pt x="1280" y="3083"/>
                  <a:pt x="1375" y="2987"/>
                  <a:pt x="1493" y="2987"/>
                </a:cubicBezTo>
                <a:close/>
                <a:moveTo>
                  <a:pt x="1493" y="4480"/>
                </a:moveTo>
                <a:lnTo>
                  <a:pt x="3413" y="4480"/>
                </a:lnTo>
                <a:cubicBezTo>
                  <a:pt x="3531" y="4480"/>
                  <a:pt x="3626" y="4576"/>
                  <a:pt x="3626" y="4694"/>
                </a:cubicBezTo>
                <a:cubicBezTo>
                  <a:pt x="3626" y="4811"/>
                  <a:pt x="3531" y="4907"/>
                  <a:pt x="3413" y="4907"/>
                </a:cubicBezTo>
                <a:lnTo>
                  <a:pt x="1493" y="4907"/>
                </a:lnTo>
                <a:cubicBezTo>
                  <a:pt x="1375" y="4907"/>
                  <a:pt x="1280" y="4811"/>
                  <a:pt x="1280" y="4694"/>
                </a:cubicBezTo>
                <a:cubicBezTo>
                  <a:pt x="1280" y="4576"/>
                  <a:pt x="1375" y="4480"/>
                  <a:pt x="1493" y="4480"/>
                </a:cubicBezTo>
                <a:close/>
                <a:moveTo>
                  <a:pt x="1493" y="5547"/>
                </a:moveTo>
                <a:lnTo>
                  <a:pt x="2773" y="5547"/>
                </a:lnTo>
                <a:cubicBezTo>
                  <a:pt x="2891" y="5547"/>
                  <a:pt x="2986" y="5643"/>
                  <a:pt x="2986" y="5760"/>
                </a:cubicBezTo>
                <a:cubicBezTo>
                  <a:pt x="2986" y="5878"/>
                  <a:pt x="2891" y="5974"/>
                  <a:pt x="2773" y="5974"/>
                </a:cubicBezTo>
                <a:lnTo>
                  <a:pt x="1493" y="5974"/>
                </a:lnTo>
                <a:cubicBezTo>
                  <a:pt x="1375" y="5974"/>
                  <a:pt x="1280" y="5878"/>
                  <a:pt x="1280" y="5760"/>
                </a:cubicBezTo>
                <a:cubicBezTo>
                  <a:pt x="1280" y="5643"/>
                  <a:pt x="1375" y="5547"/>
                  <a:pt x="1493" y="5547"/>
                </a:cubicBezTo>
                <a:close/>
                <a:moveTo>
                  <a:pt x="5973" y="8534"/>
                </a:moveTo>
                <a:cubicBezTo>
                  <a:pt x="4795" y="8534"/>
                  <a:pt x="3840" y="7579"/>
                  <a:pt x="3840" y="6400"/>
                </a:cubicBezTo>
                <a:cubicBezTo>
                  <a:pt x="3840" y="5222"/>
                  <a:pt x="4795" y="4267"/>
                  <a:pt x="5973" y="4267"/>
                </a:cubicBezTo>
                <a:cubicBezTo>
                  <a:pt x="7151" y="4267"/>
                  <a:pt x="8106" y="5222"/>
                  <a:pt x="8106" y="6400"/>
                </a:cubicBezTo>
                <a:cubicBezTo>
                  <a:pt x="8106" y="7579"/>
                  <a:pt x="7151" y="8534"/>
                  <a:pt x="5973" y="8534"/>
                </a:cubicBezTo>
                <a:close/>
                <a:moveTo>
                  <a:pt x="5973" y="8107"/>
                </a:moveTo>
                <a:cubicBezTo>
                  <a:pt x="6916" y="8107"/>
                  <a:pt x="7680" y="7343"/>
                  <a:pt x="7680" y="6400"/>
                </a:cubicBezTo>
                <a:cubicBezTo>
                  <a:pt x="7680" y="5458"/>
                  <a:pt x="6916" y="4694"/>
                  <a:pt x="5973" y="4694"/>
                </a:cubicBezTo>
                <a:cubicBezTo>
                  <a:pt x="5030" y="4694"/>
                  <a:pt x="4266" y="5458"/>
                  <a:pt x="4266" y="6400"/>
                </a:cubicBezTo>
                <a:cubicBezTo>
                  <a:pt x="4266" y="7343"/>
                  <a:pt x="5030" y="8107"/>
                  <a:pt x="5973" y="8107"/>
                </a:cubicBezTo>
                <a:close/>
                <a:moveTo>
                  <a:pt x="7040" y="6400"/>
                </a:moveTo>
                <a:lnTo>
                  <a:pt x="5333" y="7254"/>
                </a:lnTo>
                <a:lnTo>
                  <a:pt x="5333" y="5547"/>
                </a:lnTo>
                <a:lnTo>
                  <a:pt x="7040" y="6400"/>
                </a:lnTo>
                <a:close/>
              </a:path>
            </a:pathLst>
          </a:custGeom>
          <a:solidFill>
            <a:schemeClr val="bg1"/>
          </a:solidFill>
          <a:ln>
            <a:noFill/>
          </a:ln>
        </p:spPr>
      </p:sp>
      <p:sp>
        <p:nvSpPr>
          <p:cNvPr id="49" name="logout_166463"/>
          <p:cNvSpPr>
            <a:spLocks/>
          </p:cNvSpPr>
          <p:nvPr/>
        </p:nvSpPr>
        <p:spPr bwMode="gray">
          <a:xfrm>
            <a:off x="572828" y="3630553"/>
            <a:ext cx="159024" cy="193920"/>
          </a:xfrm>
          <a:custGeom>
            <a:avLst/>
            <a:gdLst>
              <a:gd name="T0" fmla="*/ 325000 h 606722"/>
              <a:gd name="T1" fmla="*/ 325000 h 606722"/>
              <a:gd name="T2" fmla="*/ 325000 h 606722"/>
              <a:gd name="T3" fmla="*/ 325000 h 606722"/>
              <a:gd name="T4" fmla="*/ 325000 h 606722"/>
              <a:gd name="T5" fmla="*/ 325000 h 606722"/>
              <a:gd name="T6" fmla="*/ 325000 h 606722"/>
              <a:gd name="T7" fmla="*/ 325000 h 606722"/>
              <a:gd name="T8" fmla="*/ 325000 h 606722"/>
              <a:gd name="T9" fmla="*/ 325000 h 606722"/>
              <a:gd name="T10" fmla="*/ 325000 h 606722"/>
              <a:gd name="T11" fmla="*/ 325000 h 606722"/>
              <a:gd name="T12" fmla="*/ 325000 h 606722"/>
              <a:gd name="T13" fmla="*/ 325000 h 606722"/>
              <a:gd name="T14" fmla="*/ 325000 h 606722"/>
              <a:gd name="T15" fmla="*/ 325000 h 606722"/>
              <a:gd name="T16" fmla="*/ 325000 h 606722"/>
              <a:gd name="T17" fmla="*/ 325000 h 606722"/>
              <a:gd name="T18" fmla="*/ 325000 h 606722"/>
              <a:gd name="T19" fmla="*/ 325000 h 606722"/>
              <a:gd name="T20" fmla="*/ 325000 h 606722"/>
              <a:gd name="T21" fmla="*/ 325000 h 606722"/>
              <a:gd name="T22" fmla="*/ 325000 h 606722"/>
              <a:gd name="T23" fmla="*/ 325000 h 606722"/>
              <a:gd name="T24" fmla="*/ 325000 h 606722"/>
              <a:gd name="T25" fmla="*/ 325000 h 606722"/>
              <a:gd name="T26" fmla="*/ 325000 h 606722"/>
              <a:gd name="T27" fmla="*/ 325000 h 606722"/>
              <a:gd name="T28" fmla="*/ 325000 h 606722"/>
              <a:gd name="T29" fmla="*/ 325000 h 606722"/>
              <a:gd name="T30" fmla="*/ 325000 h 606722"/>
              <a:gd name="T31" fmla="*/ 325000 h 606722"/>
              <a:gd name="T32" fmla="*/ 325000 h 606722"/>
              <a:gd name="T33" fmla="*/ 325000 h 606722"/>
              <a:gd name="T34" fmla="*/ 325000 h 606722"/>
              <a:gd name="T35" fmla="*/ 325000 h 606722"/>
              <a:gd name="T36" fmla="*/ 325000 h 606722"/>
              <a:gd name="T37" fmla="*/ 325000 h 606722"/>
              <a:gd name="T38" fmla="*/ 325000 h 606722"/>
              <a:gd name="T39" fmla="*/ 325000 h 606722"/>
              <a:gd name="T40" fmla="*/ 325000 h 606722"/>
              <a:gd name="T41" fmla="*/ 325000 h 606722"/>
              <a:gd name="T42" fmla="*/ 325000 h 606722"/>
              <a:gd name="T43" fmla="*/ 325000 h 606722"/>
              <a:gd name="T44" fmla="*/ 325000 h 606722"/>
              <a:gd name="T45" fmla="*/ 325000 h 606722"/>
              <a:gd name="T46" fmla="*/ 325000 h 606722"/>
              <a:gd name="T47" fmla="*/ 325000 h 606722"/>
              <a:gd name="T48" fmla="*/ 325000 h 606722"/>
              <a:gd name="T49" fmla="*/ 325000 h 606722"/>
              <a:gd name="T50" fmla="*/ 325000 h 606722"/>
              <a:gd name="T51" fmla="*/ 325000 h 606722"/>
              <a:gd name="T52" fmla="*/ 325000 h 606722"/>
              <a:gd name="T53" fmla="*/ 325000 h 606722"/>
              <a:gd name="T54" fmla="*/ 325000 h 606722"/>
              <a:gd name="T55" fmla="*/ 325000 h 606722"/>
              <a:gd name="T56" fmla="*/ 325000 h 606722"/>
              <a:gd name="T57" fmla="*/ 325000 h 606722"/>
              <a:gd name="T58" fmla="*/ 325000 h 606722"/>
              <a:gd name="T59" fmla="*/ 325000 h 606722"/>
              <a:gd name="T60" fmla="*/ 325000 h 606722"/>
              <a:gd name="T61" fmla="*/ 325000 h 606722"/>
              <a:gd name="T62" fmla="*/ 325000 h 606722"/>
              <a:gd name="T63" fmla="*/ 325000 h 606722"/>
              <a:gd name="T64" fmla="*/ 325000 h 606722"/>
              <a:gd name="T65" fmla="*/ 325000 h 606722"/>
              <a:gd name="T66" fmla="*/ 325000 h 606722"/>
              <a:gd name="T67" fmla="*/ 325000 h 606722"/>
              <a:gd name="T68" fmla="*/ 325000 h 606722"/>
              <a:gd name="T69" fmla="*/ 325000 h 606722"/>
              <a:gd name="T70" fmla="*/ 325000 h 606722"/>
              <a:gd name="T71" fmla="*/ 325000 h 606722"/>
              <a:gd name="T72" fmla="*/ 325000 h 606722"/>
              <a:gd name="T73" fmla="*/ 325000 h 606722"/>
              <a:gd name="T74" fmla="*/ 325000 h 606722"/>
              <a:gd name="T75" fmla="*/ 325000 h 606722"/>
              <a:gd name="T76" fmla="*/ 325000 h 606722"/>
              <a:gd name="T77" fmla="*/ 325000 h 606722"/>
              <a:gd name="T78" fmla="*/ 325000 h 606722"/>
              <a:gd name="T79" fmla="*/ 325000 h 606722"/>
              <a:gd name="T80" fmla="*/ 325000 h 606722"/>
              <a:gd name="T81" fmla="*/ 325000 h 606722"/>
              <a:gd name="T82" fmla="*/ 325000 h 606722"/>
              <a:gd name="T83" fmla="*/ 325000 h 606722"/>
              <a:gd name="T84" fmla="*/ 325000 h 606722"/>
              <a:gd name="T85" fmla="*/ 325000 h 606722"/>
              <a:gd name="T86" fmla="*/ 325000 h 606722"/>
              <a:gd name="T87" fmla="*/ 325000 h 606722"/>
              <a:gd name="T88" fmla="*/ 325000 h 606722"/>
              <a:gd name="T89" fmla="*/ 325000 h 606722"/>
              <a:gd name="T90" fmla="*/ 325000 h 606722"/>
              <a:gd name="T91" fmla="*/ 325000 h 606722"/>
              <a:gd name="T92" fmla="*/ 325000 h 606722"/>
              <a:gd name="T93" fmla="*/ 325000 h 606722"/>
              <a:gd name="T94" fmla="*/ 325000 h 606722"/>
              <a:gd name="T95" fmla="*/ 325000 h 606722"/>
              <a:gd name="T96" fmla="*/ 325000 h 606722"/>
              <a:gd name="T97" fmla="*/ 325000 h 606722"/>
              <a:gd name="T98" fmla="*/ 325000 h 606722"/>
              <a:gd name="T99" fmla="*/ 325000 h 606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794" h="3960">
                <a:moveTo>
                  <a:pt x="3661" y="0"/>
                </a:moveTo>
                <a:lnTo>
                  <a:pt x="1681" y="0"/>
                </a:lnTo>
                <a:cubicBezTo>
                  <a:pt x="1607" y="0"/>
                  <a:pt x="1548" y="60"/>
                  <a:pt x="1548" y="133"/>
                </a:cubicBezTo>
                <a:lnTo>
                  <a:pt x="1548" y="1627"/>
                </a:lnTo>
                <a:lnTo>
                  <a:pt x="1123" y="1627"/>
                </a:lnTo>
                <a:lnTo>
                  <a:pt x="1279" y="1394"/>
                </a:lnTo>
                <a:cubicBezTo>
                  <a:pt x="1306" y="1353"/>
                  <a:pt x="1308" y="1300"/>
                  <a:pt x="1285" y="1257"/>
                </a:cubicBezTo>
                <a:cubicBezTo>
                  <a:pt x="1262" y="1214"/>
                  <a:pt x="1217" y="1187"/>
                  <a:pt x="1168" y="1187"/>
                </a:cubicBezTo>
                <a:lnTo>
                  <a:pt x="581" y="1187"/>
                </a:lnTo>
                <a:cubicBezTo>
                  <a:pt x="536" y="1187"/>
                  <a:pt x="495" y="1209"/>
                  <a:pt x="470" y="1246"/>
                </a:cubicBezTo>
                <a:lnTo>
                  <a:pt x="30" y="1906"/>
                </a:lnTo>
                <a:cubicBezTo>
                  <a:pt x="0" y="1951"/>
                  <a:pt x="0" y="2009"/>
                  <a:pt x="30" y="2054"/>
                </a:cubicBezTo>
                <a:lnTo>
                  <a:pt x="470" y="2714"/>
                </a:lnTo>
                <a:cubicBezTo>
                  <a:pt x="495" y="2751"/>
                  <a:pt x="536" y="2773"/>
                  <a:pt x="581" y="2773"/>
                </a:cubicBezTo>
                <a:lnTo>
                  <a:pt x="1168" y="2773"/>
                </a:lnTo>
                <a:cubicBezTo>
                  <a:pt x="1217" y="2773"/>
                  <a:pt x="1262" y="2746"/>
                  <a:pt x="1285" y="2703"/>
                </a:cubicBezTo>
                <a:cubicBezTo>
                  <a:pt x="1308" y="2660"/>
                  <a:pt x="1306" y="2607"/>
                  <a:pt x="1279" y="2566"/>
                </a:cubicBezTo>
                <a:lnTo>
                  <a:pt x="1123" y="2333"/>
                </a:lnTo>
                <a:lnTo>
                  <a:pt x="1548" y="2333"/>
                </a:lnTo>
                <a:lnTo>
                  <a:pt x="1548" y="3827"/>
                </a:lnTo>
                <a:cubicBezTo>
                  <a:pt x="1548" y="3900"/>
                  <a:pt x="1607" y="3960"/>
                  <a:pt x="1681" y="3960"/>
                </a:cubicBezTo>
                <a:lnTo>
                  <a:pt x="3661" y="3960"/>
                </a:lnTo>
                <a:cubicBezTo>
                  <a:pt x="3735" y="3960"/>
                  <a:pt x="3794" y="3900"/>
                  <a:pt x="3794" y="3827"/>
                </a:cubicBezTo>
                <a:lnTo>
                  <a:pt x="3794" y="133"/>
                </a:lnTo>
                <a:cubicBezTo>
                  <a:pt x="3794" y="60"/>
                  <a:pt x="3735" y="0"/>
                  <a:pt x="3661" y="0"/>
                </a:cubicBezTo>
                <a:close/>
                <a:moveTo>
                  <a:pt x="874" y="2067"/>
                </a:moveTo>
                <a:cubicBezTo>
                  <a:pt x="825" y="2067"/>
                  <a:pt x="780" y="2094"/>
                  <a:pt x="757" y="2137"/>
                </a:cubicBezTo>
                <a:cubicBezTo>
                  <a:pt x="734" y="2180"/>
                  <a:pt x="736" y="2233"/>
                  <a:pt x="763" y="2274"/>
                </a:cubicBezTo>
                <a:lnTo>
                  <a:pt x="919" y="2507"/>
                </a:lnTo>
                <a:lnTo>
                  <a:pt x="652" y="2507"/>
                </a:lnTo>
                <a:lnTo>
                  <a:pt x="301" y="1980"/>
                </a:lnTo>
                <a:lnTo>
                  <a:pt x="652" y="1453"/>
                </a:lnTo>
                <a:lnTo>
                  <a:pt x="919" y="1453"/>
                </a:lnTo>
                <a:lnTo>
                  <a:pt x="763" y="1686"/>
                </a:lnTo>
                <a:cubicBezTo>
                  <a:pt x="736" y="1727"/>
                  <a:pt x="734" y="1780"/>
                  <a:pt x="757" y="1823"/>
                </a:cubicBezTo>
                <a:cubicBezTo>
                  <a:pt x="780" y="1866"/>
                  <a:pt x="825" y="1893"/>
                  <a:pt x="874" y="1893"/>
                </a:cubicBezTo>
                <a:lnTo>
                  <a:pt x="2268" y="1893"/>
                </a:lnTo>
                <a:cubicBezTo>
                  <a:pt x="2315" y="1893"/>
                  <a:pt x="2354" y="1932"/>
                  <a:pt x="2354" y="1980"/>
                </a:cubicBezTo>
                <a:cubicBezTo>
                  <a:pt x="2354" y="2028"/>
                  <a:pt x="2315" y="2067"/>
                  <a:pt x="2268" y="2067"/>
                </a:cubicBezTo>
                <a:lnTo>
                  <a:pt x="874" y="2067"/>
                </a:lnTo>
                <a:close/>
                <a:moveTo>
                  <a:pt x="3528" y="3693"/>
                </a:moveTo>
                <a:lnTo>
                  <a:pt x="1814" y="3693"/>
                </a:lnTo>
                <a:lnTo>
                  <a:pt x="1814" y="2333"/>
                </a:lnTo>
                <a:lnTo>
                  <a:pt x="2268" y="2333"/>
                </a:lnTo>
                <a:cubicBezTo>
                  <a:pt x="2462" y="2333"/>
                  <a:pt x="2621" y="2175"/>
                  <a:pt x="2621" y="1980"/>
                </a:cubicBezTo>
                <a:cubicBezTo>
                  <a:pt x="2621" y="1785"/>
                  <a:pt x="2462" y="1627"/>
                  <a:pt x="2268" y="1627"/>
                </a:cubicBezTo>
                <a:lnTo>
                  <a:pt x="1814" y="1627"/>
                </a:lnTo>
                <a:lnTo>
                  <a:pt x="1814" y="267"/>
                </a:lnTo>
                <a:lnTo>
                  <a:pt x="3528" y="267"/>
                </a:lnTo>
                <a:lnTo>
                  <a:pt x="3528" y="3693"/>
                </a:lnTo>
                <a:close/>
              </a:path>
            </a:pathLst>
          </a:custGeom>
          <a:solidFill>
            <a:schemeClr val="bg1"/>
          </a:solidFill>
          <a:ln>
            <a:noFill/>
          </a:ln>
        </p:spPr>
      </p:sp>
      <p:sp>
        <p:nvSpPr>
          <p:cNvPr id="50" name="monitoring-test-card-on-computer_31936"/>
          <p:cNvSpPr>
            <a:spLocks/>
          </p:cNvSpPr>
          <p:nvPr/>
        </p:nvSpPr>
        <p:spPr bwMode="gray">
          <a:xfrm>
            <a:off x="585550" y="4605192"/>
            <a:ext cx="159431" cy="134008"/>
          </a:xfrm>
          <a:custGeom>
            <a:avLst/>
            <a:gdLst>
              <a:gd name="T0" fmla="*/ 4898 w 4898"/>
              <a:gd name="T1" fmla="*/ 3128 h 3654"/>
              <a:gd name="T2" fmla="*/ 4898 w 4898"/>
              <a:gd name="T3" fmla="*/ 0 h 3654"/>
              <a:gd name="T4" fmla="*/ 0 w 4898"/>
              <a:gd name="T5" fmla="*/ 0 h 3654"/>
              <a:gd name="T6" fmla="*/ 0 w 4898"/>
              <a:gd name="T7" fmla="*/ 3128 h 3654"/>
              <a:gd name="T8" fmla="*/ 1859 w 4898"/>
              <a:gd name="T9" fmla="*/ 3128 h 3654"/>
              <a:gd name="T10" fmla="*/ 1859 w 4898"/>
              <a:gd name="T11" fmla="*/ 3361 h 3654"/>
              <a:gd name="T12" fmla="*/ 972 w 4898"/>
              <a:gd name="T13" fmla="*/ 3499 h 3654"/>
              <a:gd name="T14" fmla="*/ 2541 w 4898"/>
              <a:gd name="T15" fmla="*/ 3654 h 3654"/>
              <a:gd name="T16" fmla="*/ 4110 w 4898"/>
              <a:gd name="T17" fmla="*/ 3499 h 3654"/>
              <a:gd name="T18" fmla="*/ 3039 w 4898"/>
              <a:gd name="T19" fmla="*/ 3354 h 3654"/>
              <a:gd name="T20" fmla="*/ 3039 w 4898"/>
              <a:gd name="T21" fmla="*/ 3128 h 3654"/>
              <a:gd name="T22" fmla="*/ 4898 w 4898"/>
              <a:gd name="T23" fmla="*/ 3128 h 3654"/>
              <a:gd name="T24" fmla="*/ 322 w 4898"/>
              <a:gd name="T25" fmla="*/ 2860 h 3654"/>
              <a:gd name="T26" fmla="*/ 322 w 4898"/>
              <a:gd name="T27" fmla="*/ 241 h 3654"/>
              <a:gd name="T28" fmla="*/ 4576 w 4898"/>
              <a:gd name="T29" fmla="*/ 241 h 3654"/>
              <a:gd name="T30" fmla="*/ 4576 w 4898"/>
              <a:gd name="T31" fmla="*/ 2860 h 3654"/>
              <a:gd name="T32" fmla="*/ 322 w 4898"/>
              <a:gd name="T33" fmla="*/ 2860 h 3654"/>
              <a:gd name="T34" fmla="*/ 1546 w 4898"/>
              <a:gd name="T35" fmla="*/ 1081 h 3654"/>
              <a:gd name="T36" fmla="*/ 1413 w 4898"/>
              <a:gd name="T37" fmla="*/ 1081 h 3654"/>
              <a:gd name="T38" fmla="*/ 2271 w 4898"/>
              <a:gd name="T39" fmla="*/ 416 h 3654"/>
              <a:gd name="T40" fmla="*/ 2436 w 4898"/>
              <a:gd name="T41" fmla="*/ 404 h 3654"/>
              <a:gd name="T42" fmla="*/ 3459 w 4898"/>
              <a:gd name="T43" fmla="*/ 1081 h 3654"/>
              <a:gd name="T44" fmla="*/ 3327 w 4898"/>
              <a:gd name="T45" fmla="*/ 1081 h 3654"/>
              <a:gd name="T46" fmla="*/ 2920 w 4898"/>
              <a:gd name="T47" fmla="*/ 650 h 3654"/>
              <a:gd name="T48" fmla="*/ 2934 w 4898"/>
              <a:gd name="T49" fmla="*/ 664 h 3654"/>
              <a:gd name="T50" fmla="*/ 3052 w 4898"/>
              <a:gd name="T51" fmla="*/ 1081 h 3654"/>
              <a:gd name="T52" fmla="*/ 2101 w 4898"/>
              <a:gd name="T53" fmla="*/ 1081 h 3654"/>
              <a:gd name="T54" fmla="*/ 1936 w 4898"/>
              <a:gd name="T55" fmla="*/ 660 h 3654"/>
              <a:gd name="T56" fmla="*/ 1546 w 4898"/>
              <a:gd name="T57" fmla="*/ 1081 h 3654"/>
              <a:gd name="T58" fmla="*/ 2962 w 4898"/>
              <a:gd name="T59" fmla="*/ 1814 h 3654"/>
              <a:gd name="T60" fmla="*/ 3506 w 4898"/>
              <a:gd name="T61" fmla="*/ 1814 h 3654"/>
              <a:gd name="T62" fmla="*/ 2436 w 4898"/>
              <a:gd name="T63" fmla="*/ 2626 h 3654"/>
              <a:gd name="T64" fmla="*/ 1366 w 4898"/>
              <a:gd name="T65" fmla="*/ 1814 h 3654"/>
              <a:gd name="T66" fmla="*/ 1691 w 4898"/>
              <a:gd name="T67" fmla="*/ 1814 h 3654"/>
              <a:gd name="T68" fmla="*/ 1824 w 4898"/>
              <a:gd name="T69" fmla="*/ 2039 h 3654"/>
              <a:gd name="T70" fmla="*/ 1651 w 4898"/>
              <a:gd name="T71" fmla="*/ 2118 h 3654"/>
              <a:gd name="T72" fmla="*/ 2008 w 4898"/>
              <a:gd name="T73" fmla="*/ 2409 h 3654"/>
              <a:gd name="T74" fmla="*/ 1981 w 4898"/>
              <a:gd name="T75" fmla="*/ 2118 h 3654"/>
              <a:gd name="T76" fmla="*/ 2210 w 4898"/>
              <a:gd name="T77" fmla="*/ 1938 h 3654"/>
              <a:gd name="T78" fmla="*/ 2324 w 4898"/>
              <a:gd name="T79" fmla="*/ 2002 h 3654"/>
              <a:gd name="T80" fmla="*/ 2467 w 4898"/>
              <a:gd name="T81" fmla="*/ 2009 h 3654"/>
              <a:gd name="T82" fmla="*/ 2608 w 4898"/>
              <a:gd name="T83" fmla="*/ 2224 h 3654"/>
              <a:gd name="T84" fmla="*/ 2657 w 4898"/>
              <a:gd name="T85" fmla="*/ 2411 h 3654"/>
              <a:gd name="T86" fmla="*/ 2609 w 4898"/>
              <a:gd name="T87" fmla="*/ 2491 h 3654"/>
              <a:gd name="T88" fmla="*/ 3086 w 4898"/>
              <a:gd name="T89" fmla="*/ 2263 h 3654"/>
              <a:gd name="T90" fmla="*/ 2919 w 4898"/>
              <a:gd name="T91" fmla="*/ 1925 h 3654"/>
              <a:gd name="T92" fmla="*/ 2962 w 4898"/>
              <a:gd name="T93" fmla="*/ 1814 h 3654"/>
              <a:gd name="T94" fmla="*/ 1066 w 4898"/>
              <a:gd name="T95" fmla="*/ 1768 h 3654"/>
              <a:gd name="T96" fmla="*/ 3832 w 4898"/>
              <a:gd name="T97" fmla="*/ 1768 h 3654"/>
              <a:gd name="T98" fmla="*/ 3832 w 4898"/>
              <a:gd name="T99" fmla="*/ 1187 h 3654"/>
              <a:gd name="T100" fmla="*/ 1066 w 4898"/>
              <a:gd name="T101" fmla="*/ 1187 h 3654"/>
              <a:gd name="T102" fmla="*/ 1066 w 4898"/>
              <a:gd name="T103" fmla="*/ 1768 h 3654"/>
              <a:gd name="T104" fmla="*/ 1167 w 4898"/>
              <a:gd name="T105" fmla="*/ 1288 h 3654"/>
              <a:gd name="T106" fmla="*/ 3731 w 4898"/>
              <a:gd name="T107" fmla="*/ 1288 h 3654"/>
              <a:gd name="T108" fmla="*/ 3731 w 4898"/>
              <a:gd name="T109" fmla="*/ 1667 h 3654"/>
              <a:gd name="T110" fmla="*/ 1167 w 4898"/>
              <a:gd name="T111" fmla="*/ 1667 h 3654"/>
              <a:gd name="T112" fmla="*/ 1167 w 4898"/>
              <a:gd name="T113" fmla="*/ 1288 h 3654"/>
              <a:gd name="T114" fmla="*/ 1298 w 4898"/>
              <a:gd name="T115" fmla="*/ 1380 h 3654"/>
              <a:gd name="T116" fmla="*/ 2035 w 4898"/>
              <a:gd name="T117" fmla="*/ 1380 h 3654"/>
              <a:gd name="T118" fmla="*/ 2035 w 4898"/>
              <a:gd name="T119" fmla="*/ 1583 h 3654"/>
              <a:gd name="T120" fmla="*/ 1298 w 4898"/>
              <a:gd name="T121" fmla="*/ 1583 h 3654"/>
              <a:gd name="T122" fmla="*/ 1298 w 4898"/>
              <a:gd name="T123" fmla="*/ 1380 h 3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98" h="3654">
                <a:moveTo>
                  <a:pt x="4898" y="3128"/>
                </a:moveTo>
                <a:lnTo>
                  <a:pt x="4898" y="0"/>
                </a:lnTo>
                <a:lnTo>
                  <a:pt x="0" y="0"/>
                </a:lnTo>
                <a:lnTo>
                  <a:pt x="0" y="3128"/>
                </a:lnTo>
                <a:lnTo>
                  <a:pt x="1859" y="3128"/>
                </a:lnTo>
                <a:lnTo>
                  <a:pt x="1859" y="3361"/>
                </a:lnTo>
                <a:cubicBezTo>
                  <a:pt x="1335" y="3386"/>
                  <a:pt x="972" y="3438"/>
                  <a:pt x="972" y="3499"/>
                </a:cubicBezTo>
                <a:cubicBezTo>
                  <a:pt x="972" y="3585"/>
                  <a:pt x="1675" y="3654"/>
                  <a:pt x="2541" y="3654"/>
                </a:cubicBezTo>
                <a:cubicBezTo>
                  <a:pt x="3407" y="3654"/>
                  <a:pt x="4110" y="3585"/>
                  <a:pt x="4110" y="3499"/>
                </a:cubicBezTo>
                <a:cubicBezTo>
                  <a:pt x="4110" y="3431"/>
                  <a:pt x="3661" y="3374"/>
                  <a:pt x="3039" y="3354"/>
                </a:cubicBezTo>
                <a:lnTo>
                  <a:pt x="3039" y="3128"/>
                </a:lnTo>
                <a:lnTo>
                  <a:pt x="4898" y="3128"/>
                </a:lnTo>
                <a:close/>
                <a:moveTo>
                  <a:pt x="322" y="2860"/>
                </a:moveTo>
                <a:lnTo>
                  <a:pt x="322" y="241"/>
                </a:lnTo>
                <a:lnTo>
                  <a:pt x="4576" y="241"/>
                </a:lnTo>
                <a:lnTo>
                  <a:pt x="4576" y="2860"/>
                </a:lnTo>
                <a:lnTo>
                  <a:pt x="322" y="2860"/>
                </a:lnTo>
                <a:close/>
                <a:moveTo>
                  <a:pt x="1546" y="1081"/>
                </a:moveTo>
                <a:lnTo>
                  <a:pt x="1413" y="1081"/>
                </a:lnTo>
                <a:cubicBezTo>
                  <a:pt x="1562" y="732"/>
                  <a:pt x="1884" y="474"/>
                  <a:pt x="2271" y="416"/>
                </a:cubicBezTo>
                <a:cubicBezTo>
                  <a:pt x="2325" y="408"/>
                  <a:pt x="2380" y="404"/>
                  <a:pt x="2436" y="404"/>
                </a:cubicBezTo>
                <a:cubicBezTo>
                  <a:pt x="2895" y="404"/>
                  <a:pt x="3290" y="683"/>
                  <a:pt x="3459" y="1081"/>
                </a:cubicBezTo>
                <a:lnTo>
                  <a:pt x="3327" y="1081"/>
                </a:lnTo>
                <a:cubicBezTo>
                  <a:pt x="3238" y="900"/>
                  <a:pt x="3095" y="749"/>
                  <a:pt x="2920" y="650"/>
                </a:cubicBezTo>
                <a:cubicBezTo>
                  <a:pt x="2925" y="655"/>
                  <a:pt x="2930" y="659"/>
                  <a:pt x="2934" y="664"/>
                </a:cubicBezTo>
                <a:cubicBezTo>
                  <a:pt x="3124" y="854"/>
                  <a:pt x="3030" y="874"/>
                  <a:pt x="3052" y="1081"/>
                </a:cubicBezTo>
                <a:lnTo>
                  <a:pt x="2101" y="1081"/>
                </a:lnTo>
                <a:cubicBezTo>
                  <a:pt x="2095" y="921"/>
                  <a:pt x="2075" y="760"/>
                  <a:pt x="1936" y="660"/>
                </a:cubicBezTo>
                <a:cubicBezTo>
                  <a:pt x="1768" y="758"/>
                  <a:pt x="1632" y="905"/>
                  <a:pt x="1546" y="1081"/>
                </a:cubicBezTo>
                <a:close/>
                <a:moveTo>
                  <a:pt x="2962" y="1814"/>
                </a:moveTo>
                <a:lnTo>
                  <a:pt x="3506" y="1814"/>
                </a:lnTo>
                <a:cubicBezTo>
                  <a:pt x="3375" y="2282"/>
                  <a:pt x="2945" y="2626"/>
                  <a:pt x="2436" y="2626"/>
                </a:cubicBezTo>
                <a:cubicBezTo>
                  <a:pt x="1927" y="2626"/>
                  <a:pt x="1497" y="2282"/>
                  <a:pt x="1366" y="1814"/>
                </a:cubicBezTo>
                <a:lnTo>
                  <a:pt x="1691" y="1814"/>
                </a:lnTo>
                <a:cubicBezTo>
                  <a:pt x="1756" y="1888"/>
                  <a:pt x="1830" y="1961"/>
                  <a:pt x="1824" y="2039"/>
                </a:cubicBezTo>
                <a:cubicBezTo>
                  <a:pt x="1816" y="2150"/>
                  <a:pt x="1733" y="2156"/>
                  <a:pt x="1651" y="2118"/>
                </a:cubicBezTo>
                <a:cubicBezTo>
                  <a:pt x="1745" y="2241"/>
                  <a:pt x="1867" y="2341"/>
                  <a:pt x="2008" y="2409"/>
                </a:cubicBezTo>
                <a:cubicBezTo>
                  <a:pt x="1985" y="2315"/>
                  <a:pt x="1952" y="2210"/>
                  <a:pt x="1981" y="2118"/>
                </a:cubicBezTo>
                <a:cubicBezTo>
                  <a:pt x="2011" y="2023"/>
                  <a:pt x="2100" y="1923"/>
                  <a:pt x="2210" y="1938"/>
                </a:cubicBezTo>
                <a:cubicBezTo>
                  <a:pt x="2257" y="1945"/>
                  <a:pt x="2288" y="1973"/>
                  <a:pt x="2324" y="2002"/>
                </a:cubicBezTo>
                <a:cubicBezTo>
                  <a:pt x="2362" y="2032"/>
                  <a:pt x="2422" y="2007"/>
                  <a:pt x="2467" y="2009"/>
                </a:cubicBezTo>
                <a:cubicBezTo>
                  <a:pt x="2581" y="2012"/>
                  <a:pt x="2600" y="2135"/>
                  <a:pt x="2608" y="2224"/>
                </a:cubicBezTo>
                <a:cubicBezTo>
                  <a:pt x="2614" y="2289"/>
                  <a:pt x="2674" y="2343"/>
                  <a:pt x="2657" y="2411"/>
                </a:cubicBezTo>
                <a:cubicBezTo>
                  <a:pt x="2650" y="2442"/>
                  <a:pt x="2634" y="2472"/>
                  <a:pt x="2609" y="2491"/>
                </a:cubicBezTo>
                <a:cubicBezTo>
                  <a:pt x="2789" y="2459"/>
                  <a:pt x="2953" y="2378"/>
                  <a:pt x="3086" y="2263"/>
                </a:cubicBezTo>
                <a:cubicBezTo>
                  <a:pt x="3040" y="2147"/>
                  <a:pt x="2908" y="2077"/>
                  <a:pt x="2919" y="1925"/>
                </a:cubicBezTo>
                <a:cubicBezTo>
                  <a:pt x="2924" y="1876"/>
                  <a:pt x="2940" y="1840"/>
                  <a:pt x="2962" y="1814"/>
                </a:cubicBezTo>
                <a:close/>
                <a:moveTo>
                  <a:pt x="1066" y="1768"/>
                </a:moveTo>
                <a:lnTo>
                  <a:pt x="3832" y="1768"/>
                </a:lnTo>
                <a:lnTo>
                  <a:pt x="3832" y="1187"/>
                </a:lnTo>
                <a:lnTo>
                  <a:pt x="1066" y="1187"/>
                </a:lnTo>
                <a:lnTo>
                  <a:pt x="1066" y="1768"/>
                </a:lnTo>
                <a:close/>
                <a:moveTo>
                  <a:pt x="1167" y="1288"/>
                </a:moveTo>
                <a:lnTo>
                  <a:pt x="3731" y="1288"/>
                </a:lnTo>
                <a:lnTo>
                  <a:pt x="3731" y="1667"/>
                </a:lnTo>
                <a:lnTo>
                  <a:pt x="1167" y="1667"/>
                </a:lnTo>
                <a:lnTo>
                  <a:pt x="1167" y="1288"/>
                </a:lnTo>
                <a:close/>
                <a:moveTo>
                  <a:pt x="1298" y="1380"/>
                </a:moveTo>
                <a:lnTo>
                  <a:pt x="2035" y="1380"/>
                </a:lnTo>
                <a:lnTo>
                  <a:pt x="2035" y="1583"/>
                </a:lnTo>
                <a:lnTo>
                  <a:pt x="1298" y="1583"/>
                </a:lnTo>
                <a:lnTo>
                  <a:pt x="1298" y="1380"/>
                </a:lnTo>
                <a:close/>
              </a:path>
            </a:pathLst>
          </a:custGeom>
          <a:solidFill>
            <a:schemeClr val="bg1"/>
          </a:solidFill>
          <a:ln>
            <a:noFill/>
          </a:ln>
        </p:spPr>
      </p:sp>
      <p:sp>
        <p:nvSpPr>
          <p:cNvPr id="21" name="矩形 20"/>
          <p:cNvSpPr/>
          <p:nvPr/>
        </p:nvSpPr>
        <p:spPr bwMode="gray">
          <a:xfrm>
            <a:off x="2852928" y="4327259"/>
            <a:ext cx="2469690" cy="1331587"/>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2" name="直接连接符 21"/>
          <p:cNvCxnSpPr>
            <a:stCxn id="24" idx="3"/>
          </p:cNvCxnSpPr>
          <p:nvPr/>
        </p:nvCxnSpPr>
        <p:spPr bwMode="gray">
          <a:xfrm>
            <a:off x="3474914" y="5348935"/>
            <a:ext cx="1209944" cy="0"/>
          </a:xfrm>
          <a:prstGeom prst="lin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pic>
        <p:nvPicPr>
          <p:cNvPr id="23" name="图片 86" descr="核心交换机.png"/>
          <p:cNvPicPr>
            <a:picLocks noChangeAspect="1"/>
          </p:cNvPicPr>
          <p:nvPr/>
        </p:nvPicPr>
        <p:blipFill>
          <a:blip r:embed="rId4" cstate="print"/>
          <a:stretch>
            <a:fillRect/>
          </a:stretch>
        </p:blipFill>
        <p:spPr bwMode="gray">
          <a:xfrm>
            <a:off x="3843275" y="5167482"/>
            <a:ext cx="449514" cy="360977"/>
          </a:xfrm>
          <a:prstGeom prst="rect">
            <a:avLst/>
          </a:prstGeom>
        </p:spPr>
      </p:pic>
      <p:pic>
        <p:nvPicPr>
          <p:cNvPr id="24" name="Picture 2" descr="G:\做的项目\公共\扁平图标切换\更新2015_01_21\oss扁平图标库2015_01_21更新-04.png"/>
          <p:cNvPicPr>
            <a:picLocks noChangeAspect="1" noChangeArrowheads="1"/>
          </p:cNvPicPr>
          <p:nvPr/>
        </p:nvPicPr>
        <p:blipFill>
          <a:blip r:embed="rId5" cstate="print"/>
          <a:stretch>
            <a:fillRect/>
          </a:stretch>
        </p:blipFill>
        <p:spPr bwMode="gray">
          <a:xfrm>
            <a:off x="3022994" y="5167482"/>
            <a:ext cx="451919" cy="362906"/>
          </a:xfrm>
          <a:prstGeom prst="rect">
            <a:avLst/>
          </a:prstGeom>
          <a:noFill/>
        </p:spPr>
      </p:pic>
      <p:pic>
        <p:nvPicPr>
          <p:cNvPr id="25"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3842073" y="4456702"/>
            <a:ext cx="451919" cy="362906"/>
          </a:xfrm>
          <a:prstGeom prst="rect">
            <a:avLst/>
          </a:prstGeom>
        </p:spPr>
      </p:pic>
      <p:pic>
        <p:nvPicPr>
          <p:cNvPr id="26" name="图片 102" descr="AC-蓝.png"/>
          <p:cNvPicPr>
            <a:picLocks noChangeAspect="1"/>
          </p:cNvPicPr>
          <p:nvPr/>
        </p:nvPicPr>
        <p:blipFill>
          <a:blip r:embed="rId7" cstate="print"/>
          <a:stretch>
            <a:fillRect/>
          </a:stretch>
        </p:blipFill>
        <p:spPr bwMode="gray">
          <a:xfrm>
            <a:off x="4684858" y="5165552"/>
            <a:ext cx="451919" cy="362907"/>
          </a:xfrm>
          <a:prstGeom prst="rect">
            <a:avLst/>
          </a:prstGeom>
        </p:spPr>
      </p:pic>
      <p:cxnSp>
        <p:nvCxnSpPr>
          <p:cNvPr id="27" name="直接连接符 26"/>
          <p:cNvCxnSpPr>
            <a:stCxn id="25" idx="2"/>
            <a:endCxn id="23" idx="0"/>
          </p:cNvCxnSpPr>
          <p:nvPr/>
        </p:nvCxnSpPr>
        <p:spPr bwMode="gray">
          <a:xfrm>
            <a:off x="4068032" y="4819608"/>
            <a:ext cx="0" cy="347874"/>
          </a:xfrm>
          <a:prstGeom prst="lin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0" name="backup_247502"/>
          <p:cNvSpPr>
            <a:spLocks noChangeAspect="1"/>
          </p:cNvSpPr>
          <p:nvPr/>
        </p:nvSpPr>
        <p:spPr bwMode="gray">
          <a:xfrm>
            <a:off x="5988262" y="4656806"/>
            <a:ext cx="609447" cy="608529"/>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 name="connsiteX44" fmla="*/ 325000 h 606722"/>
              <a:gd name="connsiteY44" fmla="*/ 325000 h 606722"/>
              <a:gd name="connsiteX45" fmla="*/ 325000 h 606722"/>
              <a:gd name="connsiteY45" fmla="*/ 325000 h 606722"/>
              <a:gd name="connsiteX46" fmla="*/ 325000 h 606722"/>
              <a:gd name="connsiteY46" fmla="*/ 325000 h 606722"/>
              <a:gd name="connsiteX47" fmla="*/ 325000 h 606722"/>
              <a:gd name="connsiteY47" fmla="*/ 325000 h 606722"/>
              <a:gd name="connsiteX48" fmla="*/ 325000 h 606722"/>
              <a:gd name="connsiteY48" fmla="*/ 325000 h 606722"/>
              <a:gd name="connsiteX49" fmla="*/ 325000 h 606722"/>
              <a:gd name="connsiteY49" fmla="*/ 325000 h 606722"/>
              <a:gd name="connsiteX50" fmla="*/ 325000 h 606722"/>
              <a:gd name="connsiteY50" fmla="*/ 325000 h 606722"/>
              <a:gd name="connsiteX51" fmla="*/ 325000 h 606722"/>
              <a:gd name="connsiteY51" fmla="*/ 325000 h 606722"/>
              <a:gd name="connsiteX52" fmla="*/ 325000 h 606722"/>
              <a:gd name="connsiteY52" fmla="*/ 325000 h 606722"/>
              <a:gd name="connsiteX53" fmla="*/ 325000 h 606722"/>
              <a:gd name="connsiteY53" fmla="*/ 325000 h 606722"/>
              <a:gd name="connsiteX54" fmla="*/ 325000 h 606722"/>
              <a:gd name="connsiteY54" fmla="*/ 325000 h 606722"/>
              <a:gd name="connsiteX55" fmla="*/ 325000 h 606722"/>
              <a:gd name="connsiteY55" fmla="*/ 325000 h 606722"/>
              <a:gd name="connsiteX56" fmla="*/ 325000 h 606722"/>
              <a:gd name="connsiteY56" fmla="*/ 325000 h 606722"/>
              <a:gd name="connsiteX57" fmla="*/ 325000 h 606722"/>
              <a:gd name="connsiteY57" fmla="*/ 325000 h 606722"/>
              <a:gd name="connsiteX58" fmla="*/ 325000 h 606722"/>
              <a:gd name="connsiteY58" fmla="*/ 325000 h 606722"/>
              <a:gd name="connsiteX59" fmla="*/ 325000 h 606722"/>
              <a:gd name="connsiteY59" fmla="*/ 325000 h 606722"/>
              <a:gd name="connsiteX60" fmla="*/ 325000 h 606722"/>
              <a:gd name="connsiteY60" fmla="*/ 325000 h 606722"/>
              <a:gd name="connsiteX61" fmla="*/ 325000 h 606722"/>
              <a:gd name="connsiteY61" fmla="*/ 325000 h 606722"/>
              <a:gd name="connsiteX62" fmla="*/ 325000 h 606722"/>
              <a:gd name="connsiteY62" fmla="*/ 325000 h 606722"/>
              <a:gd name="connsiteX63" fmla="*/ 325000 h 606722"/>
              <a:gd name="connsiteY63" fmla="*/ 325000 h 606722"/>
              <a:gd name="connsiteX64" fmla="*/ 325000 h 606722"/>
              <a:gd name="connsiteY64" fmla="*/ 325000 h 606722"/>
              <a:gd name="connsiteX65" fmla="*/ 325000 h 606722"/>
              <a:gd name="connsiteY65" fmla="*/ 325000 h 606722"/>
              <a:gd name="connsiteX66" fmla="*/ 325000 h 606722"/>
              <a:gd name="connsiteY66" fmla="*/ 325000 h 606722"/>
              <a:gd name="connsiteX67" fmla="*/ 325000 h 606722"/>
              <a:gd name="connsiteY67" fmla="*/ 325000 h 606722"/>
              <a:gd name="connsiteX68" fmla="*/ 325000 h 606722"/>
              <a:gd name="connsiteY68" fmla="*/ 325000 h 606722"/>
              <a:gd name="connsiteX69" fmla="*/ 325000 h 606722"/>
              <a:gd name="connsiteY69" fmla="*/ 325000 h 606722"/>
              <a:gd name="connsiteX70" fmla="*/ 325000 h 606722"/>
              <a:gd name="connsiteY70" fmla="*/ 325000 h 606722"/>
              <a:gd name="connsiteX71" fmla="*/ 325000 h 606722"/>
              <a:gd name="connsiteY71" fmla="*/ 325000 h 606722"/>
              <a:gd name="connsiteX72" fmla="*/ 325000 h 606722"/>
              <a:gd name="connsiteY72" fmla="*/ 325000 h 606722"/>
              <a:gd name="connsiteX73" fmla="*/ 325000 h 606722"/>
              <a:gd name="connsiteY73" fmla="*/ 325000 h 606722"/>
              <a:gd name="connsiteX74" fmla="*/ 325000 h 606722"/>
              <a:gd name="connsiteY74" fmla="*/ 325000 h 606722"/>
              <a:gd name="connsiteX75" fmla="*/ 325000 h 606722"/>
              <a:gd name="connsiteY75" fmla="*/ 325000 h 606722"/>
              <a:gd name="connsiteX76" fmla="*/ 325000 h 606722"/>
              <a:gd name="connsiteY76" fmla="*/ 325000 h 606722"/>
              <a:gd name="connsiteX77" fmla="*/ 325000 h 606722"/>
              <a:gd name="connsiteY77" fmla="*/ 325000 h 606722"/>
              <a:gd name="connsiteX78" fmla="*/ 325000 h 606722"/>
              <a:gd name="connsiteY78" fmla="*/ 325000 h 606722"/>
              <a:gd name="connsiteX79" fmla="*/ 325000 h 606722"/>
              <a:gd name="connsiteY79" fmla="*/ 325000 h 606722"/>
              <a:gd name="connsiteX80" fmla="*/ 325000 h 606722"/>
              <a:gd name="connsiteY80" fmla="*/ 325000 h 606722"/>
              <a:gd name="connsiteX81" fmla="*/ 325000 h 606722"/>
              <a:gd name="connsiteY81" fmla="*/ 325000 h 606722"/>
              <a:gd name="connsiteX82" fmla="*/ 325000 h 606722"/>
              <a:gd name="connsiteY82" fmla="*/ 325000 h 606722"/>
              <a:gd name="connsiteX83" fmla="*/ 325000 h 606722"/>
              <a:gd name="connsiteY83" fmla="*/ 325000 h 606722"/>
              <a:gd name="connsiteX84" fmla="*/ 325000 h 606722"/>
              <a:gd name="connsiteY84" fmla="*/ 325000 h 606722"/>
              <a:gd name="connsiteX85" fmla="*/ 325000 h 606722"/>
              <a:gd name="connsiteY85" fmla="*/ 325000 h 606722"/>
              <a:gd name="connsiteX86" fmla="*/ 325000 h 606722"/>
              <a:gd name="connsiteY86" fmla="*/ 325000 h 606722"/>
              <a:gd name="connsiteX87" fmla="*/ 325000 h 606722"/>
              <a:gd name="connsiteY87" fmla="*/ 325000 h 606722"/>
              <a:gd name="connsiteX88" fmla="*/ 325000 h 606722"/>
              <a:gd name="connsiteY88" fmla="*/ 325000 h 606722"/>
              <a:gd name="connsiteX89" fmla="*/ 325000 h 606722"/>
              <a:gd name="connsiteY89" fmla="*/ 325000 h 606722"/>
              <a:gd name="connsiteX90" fmla="*/ 325000 h 606722"/>
              <a:gd name="connsiteY90" fmla="*/ 325000 h 606722"/>
              <a:gd name="connsiteX91" fmla="*/ 325000 h 606722"/>
              <a:gd name="connsiteY91" fmla="*/ 325000 h 606722"/>
              <a:gd name="connsiteX92" fmla="*/ 325000 h 606722"/>
              <a:gd name="connsiteY92" fmla="*/ 325000 h 606722"/>
              <a:gd name="connsiteX93" fmla="*/ 325000 h 606722"/>
              <a:gd name="connsiteY93" fmla="*/ 325000 h 606722"/>
              <a:gd name="connsiteX94" fmla="*/ 325000 h 606722"/>
              <a:gd name="connsiteY94" fmla="*/ 325000 h 606722"/>
              <a:gd name="connsiteX95" fmla="*/ 325000 h 606722"/>
              <a:gd name="connsiteY95" fmla="*/ 325000 h 606722"/>
              <a:gd name="connsiteX96" fmla="*/ 325000 h 606722"/>
              <a:gd name="connsiteY96" fmla="*/ 325000 h 606722"/>
              <a:gd name="connsiteX97" fmla="*/ 325000 h 606722"/>
              <a:gd name="connsiteY97" fmla="*/ 325000 h 606722"/>
              <a:gd name="connsiteX98" fmla="*/ 325000 h 606722"/>
              <a:gd name="connsiteY98" fmla="*/ 325000 h 606722"/>
              <a:gd name="connsiteX99" fmla="*/ 325000 h 606722"/>
              <a:gd name="connsiteY99" fmla="*/ 325000 h 606722"/>
              <a:gd name="connsiteX100" fmla="*/ 325000 h 606722"/>
              <a:gd name="connsiteY100" fmla="*/ 325000 h 606722"/>
              <a:gd name="connsiteX101" fmla="*/ 325000 h 606722"/>
              <a:gd name="connsiteY101" fmla="*/ 325000 h 606722"/>
              <a:gd name="connsiteX102" fmla="*/ 325000 h 606722"/>
              <a:gd name="connsiteY102" fmla="*/ 325000 h 606722"/>
              <a:gd name="connsiteX103" fmla="*/ 325000 h 606722"/>
              <a:gd name="connsiteY103" fmla="*/ 325000 h 606722"/>
              <a:gd name="connsiteX104" fmla="*/ 325000 h 606722"/>
              <a:gd name="connsiteY104" fmla="*/ 325000 h 606722"/>
              <a:gd name="connsiteX105" fmla="*/ 325000 h 606722"/>
              <a:gd name="connsiteY105" fmla="*/ 325000 h 606722"/>
              <a:gd name="connsiteX106" fmla="*/ 325000 h 606722"/>
              <a:gd name="connsiteY106" fmla="*/ 325000 h 606722"/>
              <a:gd name="connsiteX107" fmla="*/ 325000 h 606722"/>
              <a:gd name="connsiteY107" fmla="*/ 325000 h 606722"/>
              <a:gd name="connsiteX108" fmla="*/ 325000 h 606722"/>
              <a:gd name="connsiteY108" fmla="*/ 325000 h 606722"/>
              <a:gd name="connsiteX109" fmla="*/ 325000 h 606722"/>
              <a:gd name="connsiteY109" fmla="*/ 325000 h 606722"/>
              <a:gd name="connsiteX110" fmla="*/ 325000 h 606722"/>
              <a:gd name="connsiteY110" fmla="*/ 325000 h 606722"/>
              <a:gd name="connsiteX111" fmla="*/ 325000 h 606722"/>
              <a:gd name="connsiteY111" fmla="*/ 325000 h 606722"/>
              <a:gd name="connsiteX112" fmla="*/ 325000 h 606722"/>
              <a:gd name="connsiteY112" fmla="*/ 325000 h 606722"/>
              <a:gd name="connsiteX113" fmla="*/ 325000 h 606722"/>
              <a:gd name="connsiteY113" fmla="*/ 325000 h 606722"/>
              <a:gd name="connsiteX114" fmla="*/ 325000 h 606722"/>
              <a:gd name="connsiteY114" fmla="*/ 325000 h 606722"/>
              <a:gd name="connsiteX115" fmla="*/ 325000 h 606722"/>
              <a:gd name="connsiteY115" fmla="*/ 325000 h 606722"/>
              <a:gd name="connsiteX116" fmla="*/ 325000 h 606722"/>
              <a:gd name="connsiteY116" fmla="*/ 325000 h 606722"/>
              <a:gd name="connsiteX117" fmla="*/ 325000 h 606722"/>
              <a:gd name="connsiteY117" fmla="*/ 325000 h 606722"/>
              <a:gd name="connsiteX118" fmla="*/ 325000 h 606722"/>
              <a:gd name="connsiteY118" fmla="*/ 325000 h 606722"/>
              <a:gd name="connsiteX119" fmla="*/ 325000 h 606722"/>
              <a:gd name="connsiteY119" fmla="*/ 325000 h 606722"/>
              <a:gd name="connsiteX120" fmla="*/ 325000 h 606722"/>
              <a:gd name="connsiteY120" fmla="*/ 325000 h 606722"/>
              <a:gd name="connsiteX121" fmla="*/ 325000 h 606722"/>
              <a:gd name="connsiteY121" fmla="*/ 325000 h 606722"/>
              <a:gd name="connsiteX122" fmla="*/ 325000 h 606722"/>
              <a:gd name="connsiteY122" fmla="*/ 325000 h 606722"/>
              <a:gd name="connsiteX123" fmla="*/ 325000 h 606722"/>
              <a:gd name="connsiteY123" fmla="*/ 325000 h 606722"/>
              <a:gd name="connsiteX124" fmla="*/ 325000 h 606722"/>
              <a:gd name="connsiteY124" fmla="*/ 325000 h 606722"/>
              <a:gd name="connsiteX125" fmla="*/ 325000 h 606722"/>
              <a:gd name="connsiteY125" fmla="*/ 325000 h 606722"/>
              <a:gd name="connsiteX126" fmla="*/ 325000 h 606722"/>
              <a:gd name="connsiteY126" fmla="*/ 325000 h 606722"/>
              <a:gd name="connsiteX127" fmla="*/ 325000 h 606722"/>
              <a:gd name="connsiteY127" fmla="*/ 325000 h 606722"/>
              <a:gd name="connsiteX128" fmla="*/ 325000 h 606722"/>
              <a:gd name="connsiteY128" fmla="*/ 325000 h 606722"/>
              <a:gd name="connsiteX129" fmla="*/ 325000 h 606722"/>
              <a:gd name="connsiteY129" fmla="*/ 325000 h 606722"/>
              <a:gd name="connsiteX130" fmla="*/ 325000 h 606722"/>
              <a:gd name="connsiteY130" fmla="*/ 325000 h 606722"/>
              <a:gd name="connsiteX131" fmla="*/ 325000 h 606722"/>
              <a:gd name="connsiteY131" fmla="*/ 325000 h 606722"/>
              <a:gd name="connsiteX132" fmla="*/ 325000 h 606722"/>
              <a:gd name="connsiteY132" fmla="*/ 325000 h 606722"/>
              <a:gd name="connsiteX133" fmla="*/ 325000 h 606722"/>
              <a:gd name="connsiteY133" fmla="*/ 325000 h 606722"/>
              <a:gd name="connsiteX134" fmla="*/ 325000 h 606722"/>
              <a:gd name="connsiteY134" fmla="*/ 325000 h 606722"/>
              <a:gd name="connsiteX135" fmla="*/ 325000 h 606722"/>
              <a:gd name="connsiteY135" fmla="*/ 325000 h 606722"/>
              <a:gd name="connsiteX136" fmla="*/ 325000 h 606722"/>
              <a:gd name="connsiteY136" fmla="*/ 325000 h 606722"/>
              <a:gd name="connsiteX137" fmla="*/ 325000 h 606722"/>
              <a:gd name="connsiteY137" fmla="*/ 325000 h 606722"/>
              <a:gd name="connsiteX138" fmla="*/ 325000 h 606722"/>
              <a:gd name="connsiteY138" fmla="*/ 325000 h 606722"/>
              <a:gd name="connsiteX139" fmla="*/ 325000 h 606722"/>
              <a:gd name="connsiteY139" fmla="*/ 325000 h 606722"/>
              <a:gd name="connsiteX140" fmla="*/ 325000 h 606722"/>
              <a:gd name="connsiteY140" fmla="*/ 325000 h 606722"/>
              <a:gd name="connsiteX141" fmla="*/ 325000 h 606722"/>
              <a:gd name="connsiteY141" fmla="*/ 325000 h 606722"/>
              <a:gd name="connsiteX142" fmla="*/ 325000 h 606722"/>
              <a:gd name="connsiteY142" fmla="*/ 325000 h 606722"/>
              <a:gd name="connsiteX143" fmla="*/ 325000 h 606722"/>
              <a:gd name="connsiteY143" fmla="*/ 325000 h 606722"/>
              <a:gd name="connsiteX144" fmla="*/ 325000 h 606722"/>
              <a:gd name="connsiteY144" fmla="*/ 325000 h 606722"/>
              <a:gd name="connsiteX145" fmla="*/ 325000 h 606722"/>
              <a:gd name="connsiteY145" fmla="*/ 325000 h 606722"/>
              <a:gd name="connsiteX146" fmla="*/ 325000 h 606722"/>
              <a:gd name="connsiteY146" fmla="*/ 325000 h 606722"/>
              <a:gd name="connsiteX147" fmla="*/ 325000 h 606722"/>
              <a:gd name="connsiteY147" fmla="*/ 325000 h 606722"/>
              <a:gd name="connsiteX148" fmla="*/ 325000 h 606722"/>
              <a:gd name="connsiteY148" fmla="*/ 325000 h 606722"/>
              <a:gd name="connsiteX149" fmla="*/ 325000 h 606722"/>
              <a:gd name="connsiteY149" fmla="*/ 325000 h 606722"/>
              <a:gd name="connsiteX150" fmla="*/ 325000 h 606722"/>
              <a:gd name="connsiteY150" fmla="*/ 325000 h 606722"/>
              <a:gd name="connsiteX151" fmla="*/ 325000 h 606722"/>
              <a:gd name="connsiteY151" fmla="*/ 325000 h 606722"/>
              <a:gd name="connsiteX152" fmla="*/ 325000 h 606722"/>
              <a:gd name="connsiteY152" fmla="*/ 325000 h 606722"/>
              <a:gd name="connsiteX153" fmla="*/ 325000 h 606722"/>
              <a:gd name="connsiteY153" fmla="*/ 325000 h 606722"/>
              <a:gd name="connsiteX154" fmla="*/ 325000 h 606722"/>
              <a:gd name="connsiteY154" fmla="*/ 325000 h 606722"/>
              <a:gd name="connsiteX155" fmla="*/ 325000 h 606722"/>
              <a:gd name="connsiteY155" fmla="*/ 325000 h 606722"/>
              <a:gd name="connsiteX156" fmla="*/ 325000 h 606722"/>
              <a:gd name="connsiteY156" fmla="*/ 325000 h 606722"/>
              <a:gd name="connsiteX157" fmla="*/ 325000 h 606722"/>
              <a:gd name="connsiteY157" fmla="*/ 325000 h 606722"/>
              <a:gd name="connsiteX158" fmla="*/ 325000 h 606722"/>
              <a:gd name="connsiteY158" fmla="*/ 325000 h 606722"/>
              <a:gd name="connsiteX159" fmla="*/ 325000 h 606722"/>
              <a:gd name="connsiteY159" fmla="*/ 325000 h 606722"/>
              <a:gd name="connsiteX160" fmla="*/ 325000 h 606722"/>
              <a:gd name="connsiteY160" fmla="*/ 325000 h 606722"/>
              <a:gd name="connsiteX161" fmla="*/ 325000 h 606722"/>
              <a:gd name="connsiteY161" fmla="*/ 325000 h 606722"/>
              <a:gd name="connsiteX162" fmla="*/ 325000 h 606722"/>
              <a:gd name="connsiteY162" fmla="*/ 325000 h 606722"/>
              <a:gd name="connsiteX163" fmla="*/ 325000 h 606722"/>
              <a:gd name="connsiteY163" fmla="*/ 325000 h 606722"/>
              <a:gd name="connsiteX164" fmla="*/ 325000 h 606722"/>
              <a:gd name="connsiteY164" fmla="*/ 325000 h 606722"/>
              <a:gd name="connsiteX165" fmla="*/ 325000 h 606722"/>
              <a:gd name="connsiteY165" fmla="*/ 325000 h 606722"/>
              <a:gd name="connsiteX166" fmla="*/ 325000 h 606722"/>
              <a:gd name="connsiteY166" fmla="*/ 325000 h 606722"/>
              <a:gd name="connsiteX167" fmla="*/ 325000 h 606722"/>
              <a:gd name="connsiteY167" fmla="*/ 325000 h 606722"/>
              <a:gd name="connsiteX168" fmla="*/ 325000 h 606722"/>
              <a:gd name="connsiteY168" fmla="*/ 325000 h 606722"/>
              <a:gd name="connsiteX169" fmla="*/ 325000 h 606722"/>
              <a:gd name="connsiteY169" fmla="*/ 325000 h 606722"/>
              <a:gd name="connsiteX170" fmla="*/ 325000 h 606722"/>
              <a:gd name="connsiteY170" fmla="*/ 325000 h 606722"/>
              <a:gd name="connsiteX171" fmla="*/ 325000 h 606722"/>
              <a:gd name="connsiteY171" fmla="*/ 325000 h 606722"/>
              <a:gd name="connsiteX172" fmla="*/ 325000 h 606722"/>
              <a:gd name="connsiteY172" fmla="*/ 325000 h 606722"/>
              <a:gd name="connsiteX173" fmla="*/ 325000 h 606722"/>
              <a:gd name="connsiteY173" fmla="*/ 325000 h 606722"/>
              <a:gd name="connsiteX174" fmla="*/ 325000 h 606722"/>
              <a:gd name="connsiteY174" fmla="*/ 325000 h 606722"/>
              <a:gd name="connsiteX175" fmla="*/ 325000 h 606722"/>
              <a:gd name="connsiteY175" fmla="*/ 325000 h 606722"/>
              <a:gd name="connsiteX176" fmla="*/ 325000 h 606722"/>
              <a:gd name="connsiteY176" fmla="*/ 325000 h 606722"/>
              <a:gd name="connsiteX177" fmla="*/ 325000 h 606722"/>
              <a:gd name="connsiteY177" fmla="*/ 325000 h 606722"/>
              <a:gd name="connsiteX178" fmla="*/ 325000 h 606722"/>
              <a:gd name="connsiteY178" fmla="*/ 325000 h 606722"/>
              <a:gd name="connsiteX179" fmla="*/ 325000 h 606722"/>
              <a:gd name="connsiteY179" fmla="*/ 325000 h 606722"/>
              <a:gd name="connsiteX180" fmla="*/ 325000 h 606722"/>
              <a:gd name="connsiteY180" fmla="*/ 325000 h 606722"/>
              <a:gd name="connsiteX181" fmla="*/ 325000 h 606722"/>
              <a:gd name="connsiteY181" fmla="*/ 325000 h 606722"/>
              <a:gd name="connsiteX182" fmla="*/ 325000 h 606722"/>
              <a:gd name="connsiteY182" fmla="*/ 325000 h 606722"/>
              <a:gd name="connsiteX183" fmla="*/ 325000 h 606722"/>
              <a:gd name="connsiteY183" fmla="*/ 325000 h 606722"/>
              <a:gd name="connsiteX184" fmla="*/ 325000 h 606722"/>
              <a:gd name="connsiteY184" fmla="*/ 325000 h 606722"/>
              <a:gd name="connsiteX185" fmla="*/ 325000 h 606722"/>
              <a:gd name="connsiteY185" fmla="*/ 325000 h 606722"/>
              <a:gd name="connsiteX186" fmla="*/ 325000 h 606722"/>
              <a:gd name="connsiteY186" fmla="*/ 325000 h 606722"/>
              <a:gd name="connsiteX187" fmla="*/ 325000 h 606722"/>
              <a:gd name="connsiteY187" fmla="*/ 325000 h 606722"/>
              <a:gd name="connsiteX188" fmla="*/ 325000 h 606722"/>
              <a:gd name="connsiteY188" fmla="*/ 325000 h 606722"/>
              <a:gd name="connsiteX189" fmla="*/ 325000 h 606722"/>
              <a:gd name="connsiteY189" fmla="*/ 325000 h 606722"/>
              <a:gd name="connsiteX190" fmla="*/ 325000 h 606722"/>
              <a:gd name="connsiteY190" fmla="*/ 325000 h 606722"/>
              <a:gd name="connsiteX191" fmla="*/ 325000 h 606722"/>
              <a:gd name="connsiteY191" fmla="*/ 325000 h 606722"/>
              <a:gd name="connsiteX192" fmla="*/ 325000 h 606722"/>
              <a:gd name="connsiteY192" fmla="*/ 325000 h 606722"/>
              <a:gd name="connsiteX193" fmla="*/ 325000 h 606722"/>
              <a:gd name="connsiteY193" fmla="*/ 325000 h 606722"/>
              <a:gd name="connsiteX194" fmla="*/ 325000 h 606722"/>
              <a:gd name="connsiteY194" fmla="*/ 325000 h 606722"/>
              <a:gd name="connsiteX195" fmla="*/ 325000 h 606722"/>
              <a:gd name="connsiteY195" fmla="*/ 325000 h 606722"/>
              <a:gd name="connsiteX196" fmla="*/ 325000 h 606722"/>
              <a:gd name="connsiteY196" fmla="*/ 325000 h 606722"/>
              <a:gd name="connsiteX197" fmla="*/ 325000 h 606722"/>
              <a:gd name="connsiteY197" fmla="*/ 325000 h 606722"/>
              <a:gd name="connsiteX198" fmla="*/ 325000 h 606722"/>
              <a:gd name="connsiteY198" fmla="*/ 325000 h 606722"/>
              <a:gd name="connsiteX199" fmla="*/ 325000 h 606722"/>
              <a:gd name="connsiteY199" fmla="*/ 325000 h 606722"/>
              <a:gd name="connsiteX200" fmla="*/ 325000 h 606722"/>
              <a:gd name="connsiteY200"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Lst>
            <a:rect l="l" t="t" r="r" b="b"/>
            <a:pathLst>
              <a:path w="609614" h="608697">
                <a:moveTo>
                  <a:pt x="383486" y="510576"/>
                </a:moveTo>
                <a:cubicBezTo>
                  <a:pt x="378047" y="510576"/>
                  <a:pt x="373622" y="514995"/>
                  <a:pt x="373622" y="520333"/>
                </a:cubicBezTo>
                <a:lnTo>
                  <a:pt x="373622" y="589091"/>
                </a:lnTo>
                <a:lnTo>
                  <a:pt x="550616" y="589091"/>
                </a:lnTo>
                <a:lnTo>
                  <a:pt x="550616" y="520333"/>
                </a:lnTo>
                <a:cubicBezTo>
                  <a:pt x="550616" y="514995"/>
                  <a:pt x="546284" y="510576"/>
                  <a:pt x="540845" y="510576"/>
                </a:cubicBezTo>
                <a:close/>
                <a:moveTo>
                  <a:pt x="157356" y="431986"/>
                </a:moveTo>
                <a:cubicBezTo>
                  <a:pt x="151918" y="431986"/>
                  <a:pt x="147494" y="436403"/>
                  <a:pt x="147494" y="441833"/>
                </a:cubicBezTo>
                <a:cubicBezTo>
                  <a:pt x="147494" y="447262"/>
                  <a:pt x="151918" y="451679"/>
                  <a:pt x="157356" y="451679"/>
                </a:cubicBezTo>
                <a:cubicBezTo>
                  <a:pt x="162793" y="451679"/>
                  <a:pt x="167125" y="447262"/>
                  <a:pt x="167125" y="441833"/>
                </a:cubicBezTo>
                <a:cubicBezTo>
                  <a:pt x="167125" y="436403"/>
                  <a:pt x="162793" y="431986"/>
                  <a:pt x="157356" y="431986"/>
                </a:cubicBezTo>
                <a:close/>
                <a:moveTo>
                  <a:pt x="157356" y="412384"/>
                </a:moveTo>
                <a:cubicBezTo>
                  <a:pt x="173576" y="412384"/>
                  <a:pt x="186847" y="425636"/>
                  <a:pt x="186847" y="441833"/>
                </a:cubicBezTo>
                <a:cubicBezTo>
                  <a:pt x="186847" y="447722"/>
                  <a:pt x="185004" y="453152"/>
                  <a:pt x="182055" y="457753"/>
                </a:cubicBezTo>
                <a:cubicBezTo>
                  <a:pt x="211178" y="493460"/>
                  <a:pt x="251361" y="517755"/>
                  <a:pt x="296797" y="526497"/>
                </a:cubicBezTo>
                <a:lnTo>
                  <a:pt x="293110" y="545823"/>
                </a:lnTo>
                <a:cubicBezTo>
                  <a:pt x="242882" y="536160"/>
                  <a:pt x="198552" y="509196"/>
                  <a:pt x="166480" y="469717"/>
                </a:cubicBezTo>
                <a:cubicBezTo>
                  <a:pt x="163623" y="470637"/>
                  <a:pt x="160581" y="471281"/>
                  <a:pt x="157356" y="471281"/>
                </a:cubicBezTo>
                <a:cubicBezTo>
                  <a:pt x="141043" y="471281"/>
                  <a:pt x="127864" y="458029"/>
                  <a:pt x="127864" y="441833"/>
                </a:cubicBezTo>
                <a:cubicBezTo>
                  <a:pt x="127864" y="425636"/>
                  <a:pt x="141043" y="412384"/>
                  <a:pt x="157356" y="412384"/>
                </a:cubicBezTo>
                <a:close/>
                <a:moveTo>
                  <a:pt x="373622" y="333849"/>
                </a:moveTo>
                <a:lnTo>
                  <a:pt x="373622" y="431970"/>
                </a:lnTo>
                <a:lnTo>
                  <a:pt x="550616" y="431970"/>
                </a:lnTo>
                <a:lnTo>
                  <a:pt x="550616" y="333849"/>
                </a:lnTo>
                <a:lnTo>
                  <a:pt x="530981" y="333849"/>
                </a:lnTo>
                <a:lnTo>
                  <a:pt x="530981" y="412364"/>
                </a:lnTo>
                <a:lnTo>
                  <a:pt x="511346" y="412364"/>
                </a:lnTo>
                <a:lnTo>
                  <a:pt x="511346" y="333849"/>
                </a:lnTo>
                <a:close/>
                <a:moveTo>
                  <a:pt x="348179" y="333849"/>
                </a:moveTo>
                <a:lnTo>
                  <a:pt x="334352" y="347656"/>
                </a:lnTo>
                <a:lnTo>
                  <a:pt x="334352" y="589091"/>
                </a:lnTo>
                <a:lnTo>
                  <a:pt x="353987" y="589091"/>
                </a:lnTo>
                <a:lnTo>
                  <a:pt x="353987" y="520333"/>
                </a:lnTo>
                <a:cubicBezTo>
                  <a:pt x="353987" y="504133"/>
                  <a:pt x="367262" y="490879"/>
                  <a:pt x="383486" y="490879"/>
                </a:cubicBezTo>
                <a:lnTo>
                  <a:pt x="540845" y="490879"/>
                </a:lnTo>
                <a:cubicBezTo>
                  <a:pt x="557069" y="490879"/>
                  <a:pt x="570344" y="504133"/>
                  <a:pt x="570344" y="520333"/>
                </a:cubicBezTo>
                <a:lnTo>
                  <a:pt x="570344" y="589091"/>
                </a:lnTo>
                <a:lnTo>
                  <a:pt x="589979" y="589091"/>
                </a:lnTo>
                <a:lnTo>
                  <a:pt x="589979" y="333849"/>
                </a:lnTo>
                <a:lnTo>
                  <a:pt x="570344" y="333849"/>
                </a:lnTo>
                <a:lnTo>
                  <a:pt x="570344" y="451667"/>
                </a:lnTo>
                <a:lnTo>
                  <a:pt x="353987" y="451667"/>
                </a:lnTo>
                <a:lnTo>
                  <a:pt x="353987" y="333849"/>
                </a:lnTo>
                <a:close/>
                <a:moveTo>
                  <a:pt x="186857" y="324029"/>
                </a:moveTo>
                <a:cubicBezTo>
                  <a:pt x="181419" y="324029"/>
                  <a:pt x="176994" y="328448"/>
                  <a:pt x="176994" y="333880"/>
                </a:cubicBezTo>
                <a:cubicBezTo>
                  <a:pt x="176994" y="339220"/>
                  <a:pt x="181419" y="343639"/>
                  <a:pt x="186857" y="343639"/>
                </a:cubicBezTo>
                <a:cubicBezTo>
                  <a:pt x="192296" y="343639"/>
                  <a:pt x="196628" y="339220"/>
                  <a:pt x="196628" y="333880"/>
                </a:cubicBezTo>
                <a:cubicBezTo>
                  <a:pt x="196628" y="328448"/>
                  <a:pt x="192296" y="324029"/>
                  <a:pt x="186857" y="324029"/>
                </a:cubicBezTo>
                <a:close/>
                <a:moveTo>
                  <a:pt x="186857" y="304419"/>
                </a:moveTo>
                <a:cubicBezTo>
                  <a:pt x="203080" y="304419"/>
                  <a:pt x="216354" y="317584"/>
                  <a:pt x="216354" y="333880"/>
                </a:cubicBezTo>
                <a:cubicBezTo>
                  <a:pt x="216354" y="350084"/>
                  <a:pt x="203080" y="363341"/>
                  <a:pt x="186857" y="363341"/>
                </a:cubicBezTo>
                <a:cubicBezTo>
                  <a:pt x="170542" y="363341"/>
                  <a:pt x="157361" y="350084"/>
                  <a:pt x="157361" y="333880"/>
                </a:cubicBezTo>
                <a:cubicBezTo>
                  <a:pt x="157361" y="317584"/>
                  <a:pt x="170542" y="304419"/>
                  <a:pt x="186857" y="304419"/>
                </a:cubicBezTo>
                <a:close/>
                <a:moveTo>
                  <a:pt x="19635" y="294546"/>
                </a:moveTo>
                <a:lnTo>
                  <a:pt x="19635" y="373060"/>
                </a:lnTo>
                <a:lnTo>
                  <a:pt x="39362" y="373060"/>
                </a:lnTo>
                <a:lnTo>
                  <a:pt x="39362" y="314151"/>
                </a:lnTo>
                <a:lnTo>
                  <a:pt x="58998" y="314151"/>
                </a:lnTo>
                <a:lnTo>
                  <a:pt x="58998" y="373060"/>
                </a:lnTo>
                <a:lnTo>
                  <a:pt x="78633" y="373060"/>
                </a:lnTo>
                <a:lnTo>
                  <a:pt x="78633" y="314151"/>
                </a:lnTo>
                <a:lnTo>
                  <a:pt x="98360" y="314151"/>
                </a:lnTo>
                <a:lnTo>
                  <a:pt x="98360" y="373060"/>
                </a:lnTo>
                <a:lnTo>
                  <a:pt x="117996" y="373060"/>
                </a:lnTo>
                <a:lnTo>
                  <a:pt x="117996" y="314151"/>
                </a:lnTo>
                <a:lnTo>
                  <a:pt x="137631" y="314151"/>
                </a:lnTo>
                <a:lnTo>
                  <a:pt x="137631" y="373060"/>
                </a:lnTo>
                <a:lnTo>
                  <a:pt x="235991" y="373060"/>
                </a:lnTo>
                <a:lnTo>
                  <a:pt x="235991" y="314151"/>
                </a:lnTo>
                <a:lnTo>
                  <a:pt x="255626" y="314151"/>
                </a:lnTo>
                <a:lnTo>
                  <a:pt x="255626" y="373060"/>
                </a:lnTo>
                <a:lnTo>
                  <a:pt x="275354" y="373060"/>
                </a:lnTo>
                <a:lnTo>
                  <a:pt x="275354" y="314151"/>
                </a:lnTo>
                <a:lnTo>
                  <a:pt x="294989" y="314151"/>
                </a:lnTo>
                <a:lnTo>
                  <a:pt x="294989" y="373060"/>
                </a:lnTo>
                <a:lnTo>
                  <a:pt x="314624" y="373060"/>
                </a:lnTo>
                <a:lnTo>
                  <a:pt x="314624" y="339556"/>
                </a:lnTo>
                <a:lnTo>
                  <a:pt x="340067" y="314151"/>
                </a:lnTo>
                <a:lnTo>
                  <a:pt x="353987" y="314151"/>
                </a:lnTo>
                <a:lnTo>
                  <a:pt x="353987" y="294546"/>
                </a:lnTo>
                <a:close/>
                <a:moveTo>
                  <a:pt x="39362" y="255242"/>
                </a:moveTo>
                <a:lnTo>
                  <a:pt x="39362" y="274940"/>
                </a:lnTo>
                <a:lnTo>
                  <a:pt x="334352" y="274940"/>
                </a:lnTo>
                <a:lnTo>
                  <a:pt x="334352" y="255242"/>
                </a:lnTo>
                <a:close/>
                <a:moveTo>
                  <a:pt x="531002" y="255230"/>
                </a:moveTo>
                <a:cubicBezTo>
                  <a:pt x="525563" y="255230"/>
                  <a:pt x="521138" y="259649"/>
                  <a:pt x="521138" y="265081"/>
                </a:cubicBezTo>
                <a:cubicBezTo>
                  <a:pt x="521138" y="270512"/>
                  <a:pt x="525563" y="274931"/>
                  <a:pt x="531002" y="274931"/>
                </a:cubicBezTo>
                <a:cubicBezTo>
                  <a:pt x="536441" y="274931"/>
                  <a:pt x="540866" y="270512"/>
                  <a:pt x="540866" y="265081"/>
                </a:cubicBezTo>
                <a:cubicBezTo>
                  <a:pt x="540866" y="259649"/>
                  <a:pt x="536441" y="255230"/>
                  <a:pt x="531002" y="255230"/>
                </a:cubicBezTo>
                <a:close/>
                <a:moveTo>
                  <a:pt x="186857" y="186589"/>
                </a:moveTo>
                <a:cubicBezTo>
                  <a:pt x="181419" y="186589"/>
                  <a:pt x="176994" y="191008"/>
                  <a:pt x="176994" y="196348"/>
                </a:cubicBezTo>
                <a:cubicBezTo>
                  <a:pt x="176994" y="201780"/>
                  <a:pt x="181419" y="206199"/>
                  <a:pt x="186857" y="206199"/>
                </a:cubicBezTo>
                <a:cubicBezTo>
                  <a:pt x="192296" y="206199"/>
                  <a:pt x="196628" y="201780"/>
                  <a:pt x="196628" y="196348"/>
                </a:cubicBezTo>
                <a:cubicBezTo>
                  <a:pt x="196628" y="191008"/>
                  <a:pt x="192296" y="186589"/>
                  <a:pt x="186857" y="186589"/>
                </a:cubicBezTo>
                <a:close/>
                <a:moveTo>
                  <a:pt x="186857" y="166887"/>
                </a:moveTo>
                <a:cubicBezTo>
                  <a:pt x="203080" y="166887"/>
                  <a:pt x="216354" y="180144"/>
                  <a:pt x="216354" y="196348"/>
                </a:cubicBezTo>
                <a:cubicBezTo>
                  <a:pt x="216354" y="212644"/>
                  <a:pt x="203080" y="225809"/>
                  <a:pt x="186857" y="225809"/>
                </a:cubicBezTo>
                <a:cubicBezTo>
                  <a:pt x="170542" y="225809"/>
                  <a:pt x="157361" y="212644"/>
                  <a:pt x="157361" y="196348"/>
                </a:cubicBezTo>
                <a:cubicBezTo>
                  <a:pt x="157361" y="180144"/>
                  <a:pt x="170542" y="166887"/>
                  <a:pt x="186857" y="166887"/>
                </a:cubicBezTo>
                <a:close/>
                <a:moveTo>
                  <a:pt x="19635" y="157122"/>
                </a:moveTo>
                <a:lnTo>
                  <a:pt x="19635" y="235637"/>
                </a:lnTo>
                <a:lnTo>
                  <a:pt x="39362" y="235637"/>
                </a:lnTo>
                <a:lnTo>
                  <a:pt x="39362" y="176727"/>
                </a:lnTo>
                <a:lnTo>
                  <a:pt x="58998" y="176727"/>
                </a:lnTo>
                <a:lnTo>
                  <a:pt x="58998" y="235637"/>
                </a:lnTo>
                <a:lnTo>
                  <a:pt x="78633" y="235637"/>
                </a:lnTo>
                <a:lnTo>
                  <a:pt x="78633" y="176727"/>
                </a:lnTo>
                <a:lnTo>
                  <a:pt x="98360" y="176727"/>
                </a:lnTo>
                <a:lnTo>
                  <a:pt x="98360" y="235637"/>
                </a:lnTo>
                <a:lnTo>
                  <a:pt x="117996" y="235637"/>
                </a:lnTo>
                <a:lnTo>
                  <a:pt x="117996" y="176727"/>
                </a:lnTo>
                <a:lnTo>
                  <a:pt x="137631" y="176727"/>
                </a:lnTo>
                <a:lnTo>
                  <a:pt x="137631" y="235637"/>
                </a:lnTo>
                <a:lnTo>
                  <a:pt x="235991" y="235637"/>
                </a:lnTo>
                <a:lnTo>
                  <a:pt x="235991" y="176727"/>
                </a:lnTo>
                <a:lnTo>
                  <a:pt x="255626" y="176727"/>
                </a:lnTo>
                <a:lnTo>
                  <a:pt x="255626" y="235637"/>
                </a:lnTo>
                <a:lnTo>
                  <a:pt x="275354" y="235637"/>
                </a:lnTo>
                <a:lnTo>
                  <a:pt x="275354" y="176727"/>
                </a:lnTo>
                <a:lnTo>
                  <a:pt x="294989" y="176727"/>
                </a:lnTo>
                <a:lnTo>
                  <a:pt x="294989" y="235637"/>
                </a:lnTo>
                <a:lnTo>
                  <a:pt x="314624" y="235637"/>
                </a:lnTo>
                <a:lnTo>
                  <a:pt x="314624" y="176727"/>
                </a:lnTo>
                <a:lnTo>
                  <a:pt x="334352" y="176727"/>
                </a:lnTo>
                <a:lnTo>
                  <a:pt x="334352" y="235637"/>
                </a:lnTo>
                <a:lnTo>
                  <a:pt x="353987" y="235637"/>
                </a:lnTo>
                <a:lnTo>
                  <a:pt x="353987" y="157122"/>
                </a:lnTo>
                <a:close/>
                <a:moveTo>
                  <a:pt x="396133" y="126806"/>
                </a:moveTo>
                <a:cubicBezTo>
                  <a:pt x="452735" y="143653"/>
                  <a:pt x="500027" y="183331"/>
                  <a:pt x="526945" y="235990"/>
                </a:cubicBezTo>
                <a:cubicBezTo>
                  <a:pt x="528236" y="235805"/>
                  <a:pt x="529619" y="235621"/>
                  <a:pt x="531002" y="235621"/>
                </a:cubicBezTo>
                <a:cubicBezTo>
                  <a:pt x="547226" y="235621"/>
                  <a:pt x="560501" y="248878"/>
                  <a:pt x="560501" y="265081"/>
                </a:cubicBezTo>
                <a:cubicBezTo>
                  <a:pt x="560501" y="281283"/>
                  <a:pt x="547226" y="294540"/>
                  <a:pt x="531002" y="294540"/>
                </a:cubicBezTo>
                <a:cubicBezTo>
                  <a:pt x="514777" y="294540"/>
                  <a:pt x="501502" y="281283"/>
                  <a:pt x="501502" y="265081"/>
                </a:cubicBezTo>
                <a:cubicBezTo>
                  <a:pt x="501502" y="257348"/>
                  <a:pt x="504544" y="250443"/>
                  <a:pt x="509430" y="245196"/>
                </a:cubicBezTo>
                <a:cubicBezTo>
                  <a:pt x="485000" y="197232"/>
                  <a:pt x="442042" y="160960"/>
                  <a:pt x="390509" y="145678"/>
                </a:cubicBezTo>
                <a:close/>
                <a:moveTo>
                  <a:pt x="39362" y="117818"/>
                </a:moveTo>
                <a:lnTo>
                  <a:pt x="39362" y="137424"/>
                </a:lnTo>
                <a:lnTo>
                  <a:pt x="334352" y="137424"/>
                </a:lnTo>
                <a:lnTo>
                  <a:pt x="334352" y="117818"/>
                </a:lnTo>
                <a:close/>
                <a:moveTo>
                  <a:pt x="186857" y="49036"/>
                </a:moveTo>
                <a:cubicBezTo>
                  <a:pt x="181419" y="49036"/>
                  <a:pt x="176994" y="53455"/>
                  <a:pt x="176994" y="58887"/>
                </a:cubicBezTo>
                <a:cubicBezTo>
                  <a:pt x="176994" y="64319"/>
                  <a:pt x="181419" y="68738"/>
                  <a:pt x="186857" y="68738"/>
                </a:cubicBezTo>
                <a:cubicBezTo>
                  <a:pt x="192296" y="68738"/>
                  <a:pt x="196628" y="64319"/>
                  <a:pt x="196628" y="58887"/>
                </a:cubicBezTo>
                <a:cubicBezTo>
                  <a:pt x="196628" y="53455"/>
                  <a:pt x="192296" y="49036"/>
                  <a:pt x="186857" y="49036"/>
                </a:cubicBezTo>
                <a:close/>
                <a:moveTo>
                  <a:pt x="186857" y="29426"/>
                </a:moveTo>
                <a:cubicBezTo>
                  <a:pt x="203080" y="29426"/>
                  <a:pt x="216354" y="42683"/>
                  <a:pt x="216354" y="58887"/>
                </a:cubicBezTo>
                <a:cubicBezTo>
                  <a:pt x="216354" y="75091"/>
                  <a:pt x="203080" y="88348"/>
                  <a:pt x="186857" y="88348"/>
                </a:cubicBezTo>
                <a:cubicBezTo>
                  <a:pt x="170542" y="88348"/>
                  <a:pt x="157361" y="75091"/>
                  <a:pt x="157361" y="58887"/>
                </a:cubicBezTo>
                <a:cubicBezTo>
                  <a:pt x="157361" y="42683"/>
                  <a:pt x="170542" y="29426"/>
                  <a:pt x="186857" y="29426"/>
                </a:cubicBezTo>
                <a:close/>
                <a:moveTo>
                  <a:pt x="19635" y="19606"/>
                </a:moveTo>
                <a:lnTo>
                  <a:pt x="19635" y="98213"/>
                </a:lnTo>
                <a:lnTo>
                  <a:pt x="39362" y="98213"/>
                </a:lnTo>
                <a:lnTo>
                  <a:pt x="39362" y="39303"/>
                </a:lnTo>
                <a:lnTo>
                  <a:pt x="58998" y="39303"/>
                </a:lnTo>
                <a:lnTo>
                  <a:pt x="58998" y="98213"/>
                </a:lnTo>
                <a:lnTo>
                  <a:pt x="78633" y="98213"/>
                </a:lnTo>
                <a:lnTo>
                  <a:pt x="78633" y="39303"/>
                </a:lnTo>
                <a:lnTo>
                  <a:pt x="98360" y="39303"/>
                </a:lnTo>
                <a:lnTo>
                  <a:pt x="98360" y="98213"/>
                </a:lnTo>
                <a:lnTo>
                  <a:pt x="117996" y="98213"/>
                </a:lnTo>
                <a:lnTo>
                  <a:pt x="117996" y="39303"/>
                </a:lnTo>
                <a:lnTo>
                  <a:pt x="137631" y="39303"/>
                </a:lnTo>
                <a:lnTo>
                  <a:pt x="137631" y="98213"/>
                </a:lnTo>
                <a:lnTo>
                  <a:pt x="235991" y="98213"/>
                </a:lnTo>
                <a:lnTo>
                  <a:pt x="235991" y="39303"/>
                </a:lnTo>
                <a:lnTo>
                  <a:pt x="255626" y="39303"/>
                </a:lnTo>
                <a:lnTo>
                  <a:pt x="255626" y="98213"/>
                </a:lnTo>
                <a:lnTo>
                  <a:pt x="275354" y="98213"/>
                </a:lnTo>
                <a:lnTo>
                  <a:pt x="275354" y="39303"/>
                </a:lnTo>
                <a:lnTo>
                  <a:pt x="294989" y="39303"/>
                </a:lnTo>
                <a:lnTo>
                  <a:pt x="294989" y="98213"/>
                </a:lnTo>
                <a:lnTo>
                  <a:pt x="314624" y="98213"/>
                </a:lnTo>
                <a:lnTo>
                  <a:pt x="314624" y="39303"/>
                </a:lnTo>
                <a:lnTo>
                  <a:pt x="334352" y="39303"/>
                </a:lnTo>
                <a:lnTo>
                  <a:pt x="334352" y="98213"/>
                </a:lnTo>
                <a:lnTo>
                  <a:pt x="353987" y="98213"/>
                </a:lnTo>
                <a:lnTo>
                  <a:pt x="353987" y="19606"/>
                </a:lnTo>
                <a:close/>
                <a:moveTo>
                  <a:pt x="0" y="0"/>
                </a:moveTo>
                <a:lnTo>
                  <a:pt x="373622" y="0"/>
                </a:lnTo>
                <a:lnTo>
                  <a:pt x="373622" y="117818"/>
                </a:lnTo>
                <a:lnTo>
                  <a:pt x="353987" y="117818"/>
                </a:lnTo>
                <a:lnTo>
                  <a:pt x="353987" y="137424"/>
                </a:lnTo>
                <a:lnTo>
                  <a:pt x="373622" y="137424"/>
                </a:lnTo>
                <a:lnTo>
                  <a:pt x="373622" y="255242"/>
                </a:lnTo>
                <a:lnTo>
                  <a:pt x="353987" y="255242"/>
                </a:lnTo>
                <a:lnTo>
                  <a:pt x="353987" y="274940"/>
                </a:lnTo>
                <a:lnTo>
                  <a:pt x="373622" y="274940"/>
                </a:lnTo>
                <a:lnTo>
                  <a:pt x="373622" y="314151"/>
                </a:lnTo>
                <a:lnTo>
                  <a:pt x="609614" y="314151"/>
                </a:lnTo>
                <a:lnTo>
                  <a:pt x="609614" y="608697"/>
                </a:lnTo>
                <a:lnTo>
                  <a:pt x="314624" y="608697"/>
                </a:lnTo>
                <a:lnTo>
                  <a:pt x="314624" y="392758"/>
                </a:lnTo>
                <a:lnTo>
                  <a:pt x="0" y="392758"/>
                </a:lnTo>
                <a:lnTo>
                  <a:pt x="0" y="274940"/>
                </a:lnTo>
                <a:lnTo>
                  <a:pt x="19635" y="274940"/>
                </a:lnTo>
                <a:lnTo>
                  <a:pt x="19635" y="255242"/>
                </a:lnTo>
                <a:lnTo>
                  <a:pt x="0" y="255242"/>
                </a:lnTo>
                <a:lnTo>
                  <a:pt x="0" y="137424"/>
                </a:lnTo>
                <a:lnTo>
                  <a:pt x="19635" y="137424"/>
                </a:lnTo>
                <a:lnTo>
                  <a:pt x="19635" y="117818"/>
                </a:lnTo>
                <a:lnTo>
                  <a:pt x="0" y="117818"/>
                </a:lnTo>
                <a:close/>
              </a:path>
            </a:pathLst>
          </a:custGeom>
          <a:solidFill>
            <a:srgbClr val="56C4D2"/>
          </a:solidFill>
          <a:ln>
            <a:noFill/>
          </a:ln>
        </p:spPr>
      </p:sp>
      <p:sp>
        <p:nvSpPr>
          <p:cNvPr id="33" name="î$ľíḋè">
            <a:extLst>
              <a:ext uri="{FF2B5EF4-FFF2-40B4-BE49-F238E27FC236}">
                <a16:creationId xmlns:a16="http://schemas.microsoft.com/office/drawing/2014/main" id="{FF03A8AB-74FB-41EF-AA3B-A0797476D1E2}"/>
              </a:ext>
            </a:extLst>
          </p:cNvPr>
          <p:cNvSpPr/>
          <p:nvPr/>
        </p:nvSpPr>
        <p:spPr bwMode="gray">
          <a:xfrm>
            <a:off x="5547375" y="5292064"/>
            <a:ext cx="1584123" cy="296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4" tIns="45702" rIns="91404" bIns="45702"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lang="zh-CN" altLang="en-US" sz="1399" dirty="0"/>
              <a:t>备份</a:t>
            </a:r>
            <a:endParaRPr lang="en-US" altLang="zh-CN" sz="1399" dirty="0"/>
          </a:p>
        </p:txBody>
      </p:sp>
      <p:cxnSp>
        <p:nvCxnSpPr>
          <p:cNvPr id="36" name="直接箭头连接符 35">
            <a:extLst>
              <a:ext uri="{FF2B5EF4-FFF2-40B4-BE49-F238E27FC236}">
                <a16:creationId xmlns:a16="http://schemas.microsoft.com/office/drawing/2014/main" id="{25FFCF9E-B77D-4002-8CAE-8C36C256A152}"/>
              </a:ext>
            </a:extLst>
          </p:cNvPr>
          <p:cNvCxnSpPr>
            <a:cxnSpLocks/>
          </p:cNvCxnSpPr>
          <p:nvPr/>
        </p:nvCxnSpPr>
        <p:spPr bwMode="gray">
          <a:xfrm>
            <a:off x="5395393" y="5019855"/>
            <a:ext cx="578894" cy="0"/>
          </a:xfrm>
          <a:prstGeom prst="straightConnector1">
            <a:avLst/>
          </a:prstGeom>
          <a:noFill/>
          <a:ln w="25400" cap="flat" cmpd="sng" algn="ctr">
            <a:solidFill>
              <a:srgbClr val="56C4D2"/>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38" name="直接箭头连接符 37">
            <a:extLst>
              <a:ext uri="{FF2B5EF4-FFF2-40B4-BE49-F238E27FC236}">
                <a16:creationId xmlns:a16="http://schemas.microsoft.com/office/drawing/2014/main" id="{25FFCF9E-B77D-4002-8CAE-8C36C256A152}"/>
              </a:ext>
            </a:extLst>
          </p:cNvPr>
          <p:cNvCxnSpPr>
            <a:cxnSpLocks/>
            <a:endCxn id="40" idx="1"/>
          </p:cNvCxnSpPr>
          <p:nvPr/>
        </p:nvCxnSpPr>
        <p:spPr bwMode="gray">
          <a:xfrm flipV="1">
            <a:off x="6671355" y="3956947"/>
            <a:ext cx="764512" cy="1050150"/>
          </a:xfrm>
          <a:prstGeom prst="straightConnector1">
            <a:avLst/>
          </a:prstGeom>
          <a:noFill/>
          <a:ln w="25400" cap="flat" cmpd="sng" algn="ctr">
            <a:solidFill>
              <a:srgbClr val="56C4D2"/>
            </a:solidFill>
            <a:prstDash val="solid"/>
            <a:headEnd type="none" w="med" len="med"/>
            <a:tailEnd type="triangle" w="med" len="med"/>
          </a:ln>
          <a:effectLst>
            <a:outerShdw blurRad="152400" dist="38100" dir="5400000" algn="t" rotWithShape="0">
              <a:prstClr val="black">
                <a:alpha val="12000"/>
              </a:prstClr>
            </a:outerShdw>
          </a:effectLst>
        </p:spPr>
      </p:cxnSp>
      <p:sp>
        <p:nvSpPr>
          <p:cNvPr id="40" name="圆角矩形 39"/>
          <p:cNvSpPr/>
          <p:nvPr/>
        </p:nvSpPr>
        <p:spPr bwMode="gray">
          <a:xfrm>
            <a:off x="7435866" y="3777017"/>
            <a:ext cx="1011873" cy="359859"/>
          </a:xfrm>
          <a:prstGeom prst="roundRect">
            <a:avLst>
              <a:gd name="adj" fmla="val 15000"/>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现网配置</a:t>
            </a:r>
          </a:p>
        </p:txBody>
      </p:sp>
      <p:cxnSp>
        <p:nvCxnSpPr>
          <p:cNvPr id="43" name="直接箭头连接符 42">
            <a:extLst>
              <a:ext uri="{FF2B5EF4-FFF2-40B4-BE49-F238E27FC236}">
                <a16:creationId xmlns:a16="http://schemas.microsoft.com/office/drawing/2014/main" id="{25FFCF9E-B77D-4002-8CAE-8C36C256A152}"/>
              </a:ext>
            </a:extLst>
          </p:cNvPr>
          <p:cNvCxnSpPr>
            <a:cxnSpLocks/>
          </p:cNvCxnSpPr>
          <p:nvPr/>
        </p:nvCxnSpPr>
        <p:spPr bwMode="gray">
          <a:xfrm>
            <a:off x="6661598" y="4996963"/>
            <a:ext cx="690863" cy="507339"/>
          </a:xfrm>
          <a:prstGeom prst="straightConnector1">
            <a:avLst/>
          </a:prstGeom>
          <a:noFill/>
          <a:ln w="25400" cap="flat" cmpd="sng" algn="ctr">
            <a:solidFill>
              <a:srgbClr val="56C4D2"/>
            </a:solidFill>
            <a:prstDash val="solid"/>
            <a:headEnd type="none" w="med" len="med"/>
            <a:tailEnd type="triangle" w="med" len="med"/>
          </a:ln>
          <a:effectLst>
            <a:outerShdw blurRad="152400" dist="38100" dir="5400000" algn="t" rotWithShape="0">
              <a:prstClr val="black">
                <a:alpha val="12000"/>
              </a:prstClr>
            </a:outerShdw>
          </a:effectLst>
        </p:spPr>
      </p:cxnSp>
      <p:grpSp>
        <p:nvGrpSpPr>
          <p:cNvPr id="16" name="组合 15"/>
          <p:cNvGrpSpPr/>
          <p:nvPr/>
        </p:nvGrpSpPr>
        <p:grpSpPr bwMode="gray">
          <a:xfrm>
            <a:off x="7379345" y="4455363"/>
            <a:ext cx="3724527" cy="1802664"/>
            <a:chOff x="7959469" y="5316304"/>
            <a:chExt cx="2778380" cy="942828"/>
          </a:xfrm>
        </p:grpSpPr>
        <p:sp>
          <p:nvSpPr>
            <p:cNvPr id="41" name="圆角矩形 40"/>
            <p:cNvSpPr/>
            <p:nvPr/>
          </p:nvSpPr>
          <p:spPr bwMode="gray">
            <a:xfrm>
              <a:off x="7959470" y="5316304"/>
              <a:ext cx="2778379" cy="942828"/>
            </a:xfrm>
            <a:prstGeom prst="roundRect">
              <a:avLst>
                <a:gd name="adj" fmla="val 6917"/>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矩形 11"/>
            <p:cNvSpPr/>
            <p:nvPr/>
          </p:nvSpPr>
          <p:spPr bwMode="gray">
            <a:xfrm>
              <a:off x="7959469" y="5318373"/>
              <a:ext cx="2778379" cy="176934"/>
            </a:xfrm>
            <a:prstGeom prst="rect">
              <a:avLst/>
            </a:prstGeom>
          </p:spPr>
          <p:txBody>
            <a:bodyPr wrap="square">
              <a:spAutoFit/>
            </a:bodyPr>
            <a:lstStyle/>
            <a:p>
              <a:pPr lvl="0" algn="ctr"/>
              <a:r>
                <a:rPr lang="zh-CN" altLang="en-US"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现网动态数据</a:t>
              </a:r>
            </a:p>
          </p:txBody>
        </p:sp>
      </p:grpSp>
      <p:sp>
        <p:nvSpPr>
          <p:cNvPr id="55" name="圆角矩形 54"/>
          <p:cNvSpPr/>
          <p:nvPr/>
        </p:nvSpPr>
        <p:spPr bwMode="gray">
          <a:xfrm>
            <a:off x="7609137" y="4837523"/>
            <a:ext cx="1541606" cy="321475"/>
          </a:xfrm>
          <a:prstGeom prst="roundRect">
            <a:avLst>
              <a:gd name="adj" fmla="val 12122"/>
            </a:avLst>
          </a:prstGeom>
          <a:solidFill>
            <a:srgbClr val="BEE9EE"/>
          </a:solidFill>
          <a:ln w="12700" cap="flat" cmpd="sng" algn="ctr">
            <a:solidFill>
              <a:srgbClr val="56C4D2"/>
            </a:solidFill>
            <a:prstDash val="solid"/>
            <a:miter lim="800000"/>
          </a:ln>
          <a:effectLst/>
        </p:spPr>
        <p:txBody>
          <a:bodyPr rtlCol="0" anchor="ctr"/>
          <a:lstStyle/>
          <a:p>
            <a:pPr algn="ctr" defTabSz="914034">
              <a:defRPr/>
            </a:pPr>
            <a:r>
              <a:rPr lang="zh-CN" altLang="en-US" sz="1399" kern="0" dirty="0">
                <a:solidFill>
                  <a:prstClr val="black"/>
                </a:solidFill>
                <a:latin typeface="Huawei Sans" panose="020C0503030203020204" pitchFamily="34" charset="0"/>
                <a:ea typeface="方正兰亭黑简体" panose="02000000000000000000" pitchFamily="2" charset="-122"/>
              </a:rPr>
              <a:t>端口状态、流量</a:t>
            </a:r>
          </a:p>
        </p:txBody>
      </p:sp>
      <p:sp>
        <p:nvSpPr>
          <p:cNvPr id="56" name="圆角矩形 55"/>
          <p:cNvSpPr/>
          <p:nvPr/>
        </p:nvSpPr>
        <p:spPr bwMode="gray">
          <a:xfrm>
            <a:off x="9240097" y="4837523"/>
            <a:ext cx="1541606" cy="321475"/>
          </a:xfrm>
          <a:prstGeom prst="roundRect">
            <a:avLst>
              <a:gd name="adj" fmla="val 12122"/>
            </a:avLst>
          </a:prstGeom>
          <a:solidFill>
            <a:srgbClr val="BEE9EE"/>
          </a:solidFill>
          <a:ln w="12700" cap="flat" cmpd="sng" algn="ctr">
            <a:solidFill>
              <a:srgbClr val="56C4D2"/>
            </a:solidFill>
            <a:prstDash val="solid"/>
            <a:miter lim="800000"/>
          </a:ln>
          <a:effectLst/>
        </p:spPr>
        <p:txBody>
          <a:bodyPr rtlCol="0" anchor="ctr"/>
          <a:lstStyle/>
          <a:p>
            <a:pPr algn="ctr" defTabSz="914034">
              <a:defRPr/>
            </a:pPr>
            <a:r>
              <a:rPr lang="zh-CN" altLang="en-US" sz="1399" kern="0" dirty="0">
                <a:solidFill>
                  <a:prstClr val="black"/>
                </a:solidFill>
                <a:latin typeface="Huawei Sans" panose="020C0503030203020204" pitchFamily="34" charset="0"/>
                <a:ea typeface="方正兰亭黑简体" panose="02000000000000000000" pitchFamily="2" charset="-122"/>
              </a:rPr>
              <a:t>路由协议状态</a:t>
            </a:r>
          </a:p>
        </p:txBody>
      </p:sp>
      <p:sp>
        <p:nvSpPr>
          <p:cNvPr id="57" name="圆角矩形 56"/>
          <p:cNvSpPr/>
          <p:nvPr/>
        </p:nvSpPr>
        <p:spPr bwMode="gray">
          <a:xfrm>
            <a:off x="7622560" y="5314364"/>
            <a:ext cx="1541606" cy="321475"/>
          </a:xfrm>
          <a:prstGeom prst="roundRect">
            <a:avLst>
              <a:gd name="adj" fmla="val 12122"/>
            </a:avLst>
          </a:prstGeom>
          <a:solidFill>
            <a:srgbClr val="BEE9EE"/>
          </a:solidFill>
          <a:ln w="12700" cap="flat" cmpd="sng" algn="ctr">
            <a:solidFill>
              <a:srgbClr val="56C4D2"/>
            </a:solidFill>
            <a:prstDash val="solid"/>
            <a:miter lim="800000"/>
          </a:ln>
          <a:effectLst/>
        </p:spPr>
        <p:txBody>
          <a:bodyPr rtlCol="0" anchor="ctr"/>
          <a:lstStyle/>
          <a:p>
            <a:pPr algn="ctr" defTabSz="914034">
              <a:defRPr/>
            </a:pPr>
            <a:r>
              <a:rPr lang="zh-CN" altLang="en-US" sz="1399" kern="0" dirty="0">
                <a:solidFill>
                  <a:prstClr val="black"/>
                </a:solidFill>
                <a:latin typeface="Huawei Sans" panose="020C0503030203020204" pitchFamily="34" charset="0"/>
                <a:ea typeface="方正兰亭黑简体" panose="02000000000000000000" pitchFamily="2" charset="-122"/>
              </a:rPr>
              <a:t>路由数量</a:t>
            </a:r>
          </a:p>
        </p:txBody>
      </p:sp>
      <p:sp>
        <p:nvSpPr>
          <p:cNvPr id="58" name="圆角矩形 57"/>
          <p:cNvSpPr/>
          <p:nvPr/>
        </p:nvSpPr>
        <p:spPr bwMode="gray">
          <a:xfrm>
            <a:off x="9240097" y="5314364"/>
            <a:ext cx="1541606" cy="321475"/>
          </a:xfrm>
          <a:prstGeom prst="roundRect">
            <a:avLst>
              <a:gd name="adj" fmla="val 12122"/>
            </a:avLst>
          </a:prstGeom>
          <a:solidFill>
            <a:srgbClr val="BEE9EE"/>
          </a:solidFill>
          <a:ln w="12700" cap="flat" cmpd="sng" algn="ctr">
            <a:solidFill>
              <a:srgbClr val="56C4D2"/>
            </a:solidFill>
            <a:prstDash val="solid"/>
            <a:miter lim="800000"/>
          </a:ln>
          <a:effectLst/>
        </p:spPr>
        <p:txBody>
          <a:bodyPr rtlCol="0" anchor="ctr"/>
          <a:lstStyle/>
          <a:p>
            <a:pPr algn="ctr" defTabSz="914034">
              <a:defRPr/>
            </a:pPr>
            <a:r>
              <a:rPr lang="en-US" altLang="zh-CN" sz="1399" kern="0" dirty="0">
                <a:solidFill>
                  <a:prstClr val="black"/>
                </a:solidFill>
                <a:latin typeface="Huawei Sans" panose="020C0503030203020204" pitchFamily="34" charset="0"/>
                <a:ea typeface="方正兰亭黑简体" panose="02000000000000000000" pitchFamily="2" charset="-122"/>
              </a:rPr>
              <a:t>STP</a:t>
            </a:r>
            <a:r>
              <a:rPr lang="zh-CN" altLang="en-US" sz="1399" kern="0" dirty="0">
                <a:solidFill>
                  <a:prstClr val="black"/>
                </a:solidFill>
                <a:latin typeface="Huawei Sans" panose="020C0503030203020204" pitchFamily="34" charset="0"/>
                <a:ea typeface="方正兰亭黑简体" panose="02000000000000000000" pitchFamily="2" charset="-122"/>
              </a:rPr>
              <a:t>协议状态</a:t>
            </a:r>
          </a:p>
        </p:txBody>
      </p:sp>
      <p:sp>
        <p:nvSpPr>
          <p:cNvPr id="59" name="圆角矩形 58"/>
          <p:cNvSpPr/>
          <p:nvPr/>
        </p:nvSpPr>
        <p:spPr bwMode="gray">
          <a:xfrm>
            <a:off x="7622560" y="5764711"/>
            <a:ext cx="1541606" cy="321475"/>
          </a:xfrm>
          <a:prstGeom prst="roundRect">
            <a:avLst>
              <a:gd name="adj" fmla="val 12122"/>
            </a:avLst>
          </a:prstGeom>
          <a:solidFill>
            <a:srgbClr val="BEE9EE"/>
          </a:solidFill>
          <a:ln w="12700" cap="flat" cmpd="sng" algn="ctr">
            <a:solidFill>
              <a:srgbClr val="56C4D2"/>
            </a:solidFill>
            <a:prstDash val="solid"/>
            <a:miter lim="800000"/>
          </a:ln>
          <a:effectLst/>
        </p:spPr>
        <p:txBody>
          <a:bodyPr rtlCol="0" anchor="ctr"/>
          <a:lstStyle/>
          <a:p>
            <a:pPr algn="ctr" defTabSz="914034">
              <a:defRPr/>
            </a:pPr>
            <a:r>
              <a:rPr lang="en-US" altLang="zh-CN" sz="1399" kern="0" dirty="0">
                <a:solidFill>
                  <a:prstClr val="black"/>
                </a:solidFill>
                <a:latin typeface="Huawei Sans" panose="020C0503030203020204" pitchFamily="34" charset="0"/>
                <a:ea typeface="方正兰亭黑简体" panose="02000000000000000000" pitchFamily="2" charset="-122"/>
              </a:rPr>
              <a:t>ARP</a:t>
            </a:r>
            <a:r>
              <a:rPr lang="zh-CN" altLang="en-US" sz="1399" kern="0" dirty="0">
                <a:solidFill>
                  <a:prstClr val="black"/>
                </a:solidFill>
                <a:latin typeface="Huawei Sans" panose="020C0503030203020204" pitchFamily="34" charset="0"/>
                <a:ea typeface="方正兰亭黑简体" panose="02000000000000000000" pitchFamily="2" charset="-122"/>
              </a:rPr>
              <a:t>、</a:t>
            </a:r>
            <a:r>
              <a:rPr lang="en-US" altLang="zh-CN" sz="1399" kern="0" dirty="0">
                <a:solidFill>
                  <a:prstClr val="black"/>
                </a:solidFill>
                <a:latin typeface="Huawei Sans" panose="020C0503030203020204" pitchFamily="34" charset="0"/>
                <a:ea typeface="方正兰亭黑简体" panose="02000000000000000000" pitchFamily="2" charset="-122"/>
              </a:rPr>
              <a:t>MAC</a:t>
            </a:r>
            <a:r>
              <a:rPr lang="zh-CN" altLang="en-US" sz="1399" kern="0" dirty="0">
                <a:solidFill>
                  <a:prstClr val="black"/>
                </a:solidFill>
                <a:latin typeface="Huawei Sans" panose="020C0503030203020204" pitchFamily="34" charset="0"/>
                <a:ea typeface="方正兰亭黑简体" panose="02000000000000000000" pitchFamily="2" charset="-122"/>
              </a:rPr>
              <a:t>表项</a:t>
            </a:r>
          </a:p>
        </p:txBody>
      </p:sp>
      <p:sp>
        <p:nvSpPr>
          <p:cNvPr id="42" name="五边形 153"/>
          <p:cNvSpPr/>
          <p:nvPr/>
        </p:nvSpPr>
        <p:spPr bwMode="gray">
          <a:xfrm>
            <a:off x="8150785" y="113221"/>
            <a:ext cx="1259508"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准备阶段</a:t>
            </a:r>
          </a:p>
        </p:txBody>
      </p:sp>
      <p:sp>
        <p:nvSpPr>
          <p:cNvPr id="44" name="燕尾形 154"/>
          <p:cNvSpPr/>
          <p:nvPr/>
        </p:nvSpPr>
        <p:spPr bwMode="gray">
          <a:xfrm>
            <a:off x="9320182" y="113221"/>
            <a:ext cx="1259508"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实施阶段</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燕尾形 155"/>
          <p:cNvSpPr/>
          <p:nvPr/>
        </p:nvSpPr>
        <p:spPr bwMode="gray">
          <a:xfrm>
            <a:off x="10489579"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收尾阶段</a:t>
            </a:r>
          </a:p>
        </p:txBody>
      </p:sp>
    </p:spTree>
    <p:custDataLst>
      <p:tags r:id="rId1"/>
    </p:custDataLst>
    <p:extLst>
      <p:ext uri="{BB962C8B-B14F-4D97-AF65-F5344CB8AC3E}">
        <p14:creationId xmlns:p14="http://schemas.microsoft.com/office/powerpoint/2010/main" val="31094853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割接执行</a:t>
            </a:r>
          </a:p>
        </p:txBody>
      </p:sp>
      <p:sp>
        <p:nvSpPr>
          <p:cNvPr id="53" name="文本占位符 3"/>
          <p:cNvSpPr>
            <a:spLocks noGrp="1"/>
          </p:cNvSpPr>
          <p:nvPr>
            <p:ph type="body" sz="quarter" idx="10"/>
          </p:nvPr>
        </p:nvSpPr>
        <p:spPr bwMode="gray">
          <a:xfrm>
            <a:off x="2182761" y="1047750"/>
            <a:ext cx="9566326" cy="4879805"/>
          </a:xfrm>
        </p:spPr>
        <p:txBody>
          <a:bodyPr/>
          <a:lstStyle/>
          <a:p>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现场割接人员按照提前准备好的割接步骤一步步严格执行，无特殊原因不能临时更改实施步骤。</a:t>
            </a:r>
            <a:endParaRPr lang="en-US" altLang="zh-CN" sz="1799"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每一步骤的执行记录下割接实际操作过程的时间点、执行动作、执行结果。</a:t>
            </a:r>
            <a:endParaRPr lang="zh-CN" altLang="en-US" sz="15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ïšļïďe">
            <a:extLst>
              <a:ext uri="{FF2B5EF4-FFF2-40B4-BE49-F238E27FC236}">
                <a16:creationId xmlns:a16="http://schemas.microsoft.com/office/drawing/2014/main" id="{FB41FAD4-0BA5-4580-B72E-A6BFF22F8784}"/>
              </a:ext>
            </a:extLst>
          </p:cNvPr>
          <p:cNvSpPr txBox="1"/>
          <p:nvPr/>
        </p:nvSpPr>
        <p:spPr bwMode="gray">
          <a:xfrm>
            <a:off x="836816" y="1587789"/>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pPr algn="l"/>
            <a:r>
              <a:rPr lang="zh-CN" altLang="en-US" sz="1399" dirty="0"/>
              <a:t>割接前快照</a:t>
            </a:r>
            <a:endParaRPr lang="en-US" altLang="zh-CN" sz="1399" dirty="0"/>
          </a:p>
        </p:txBody>
      </p:sp>
      <p:sp>
        <p:nvSpPr>
          <p:cNvPr id="113" name="ïṧļíḍê">
            <a:extLst>
              <a:ext uri="{FF2B5EF4-FFF2-40B4-BE49-F238E27FC236}">
                <a16:creationId xmlns:a16="http://schemas.microsoft.com/office/drawing/2014/main" id="{D1BCCD92-D45A-41F7-960F-30FC35568CBF}"/>
              </a:ext>
            </a:extLst>
          </p:cNvPr>
          <p:cNvSpPr txBox="1"/>
          <p:nvPr/>
        </p:nvSpPr>
        <p:spPr bwMode="gray">
          <a:xfrm>
            <a:off x="836816" y="2542320"/>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1399" b="1" dirty="0"/>
              <a:t>割接执行</a:t>
            </a:r>
            <a:endParaRPr lang="en-US" altLang="zh-CN" sz="1399" b="1" dirty="0"/>
          </a:p>
        </p:txBody>
      </p:sp>
      <p:sp>
        <p:nvSpPr>
          <p:cNvPr id="114" name="îş1iḍê">
            <a:extLst>
              <a:ext uri="{FF2B5EF4-FFF2-40B4-BE49-F238E27FC236}">
                <a16:creationId xmlns:a16="http://schemas.microsoft.com/office/drawing/2014/main" id="{F0B068A5-560A-4DB9-9ABC-E179FB4B53B1}"/>
              </a:ext>
            </a:extLst>
          </p:cNvPr>
          <p:cNvSpPr txBox="1"/>
          <p:nvPr/>
        </p:nvSpPr>
        <p:spPr bwMode="gray">
          <a:xfrm>
            <a:off x="836816" y="3496851"/>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00000"/>
              </a:lnSpc>
              <a:spcBef>
                <a:spcPct val="0"/>
              </a:spcBef>
            </a:pPr>
            <a:r>
              <a:rPr lang="zh-CN" altLang="en-US" sz="1399" dirty="0">
                <a:solidFill>
                  <a:schemeClr val="bg1">
                    <a:lumMod val="65000"/>
                  </a:schemeClr>
                </a:solidFill>
              </a:rPr>
              <a:t>割接回退</a:t>
            </a:r>
            <a:endParaRPr lang="en-US" altLang="zh-CN" sz="1399" dirty="0">
              <a:solidFill>
                <a:schemeClr val="bg1">
                  <a:lumMod val="65000"/>
                </a:schemeClr>
              </a:solidFill>
            </a:endParaRPr>
          </a:p>
        </p:txBody>
      </p:sp>
      <p:sp>
        <p:nvSpPr>
          <p:cNvPr id="115" name="íşḻïďe">
            <a:extLst>
              <a:ext uri="{FF2B5EF4-FFF2-40B4-BE49-F238E27FC236}">
                <a16:creationId xmlns:a16="http://schemas.microsoft.com/office/drawing/2014/main" id="{05246D82-A4F5-42F2-854D-C3D348D160CE}"/>
              </a:ext>
            </a:extLst>
          </p:cNvPr>
          <p:cNvSpPr txBox="1"/>
          <p:nvPr/>
        </p:nvSpPr>
        <p:spPr bwMode="gray">
          <a:xfrm>
            <a:off x="836816" y="4451382"/>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1399" dirty="0">
                <a:solidFill>
                  <a:schemeClr val="bg1">
                    <a:lumMod val="65000"/>
                  </a:schemeClr>
                </a:solidFill>
              </a:rPr>
              <a:t>割接测试</a:t>
            </a:r>
            <a:endParaRPr lang="en-US" altLang="zh-CN" sz="1399" dirty="0">
              <a:solidFill>
                <a:schemeClr val="bg1">
                  <a:lumMod val="65000"/>
                </a:schemeClr>
              </a:solidFill>
            </a:endParaRPr>
          </a:p>
        </p:txBody>
      </p:sp>
      <p:cxnSp>
        <p:nvCxnSpPr>
          <p:cNvPr id="117" name="直接连接符 116">
            <a:extLst>
              <a:ext uri="{FF2B5EF4-FFF2-40B4-BE49-F238E27FC236}">
                <a16:creationId xmlns:a16="http://schemas.microsoft.com/office/drawing/2014/main" id="{4AA622A8-8183-4782-A4A5-6DF01B92BB53}"/>
              </a:ext>
            </a:extLst>
          </p:cNvPr>
          <p:cNvCxnSpPr/>
          <p:nvPr/>
        </p:nvCxnSpPr>
        <p:spPr bwMode="gray">
          <a:xfrm>
            <a:off x="665266" y="1470292"/>
            <a:ext cx="0" cy="4689414"/>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34" name="íṡ1íḋê">
            <a:extLst>
              <a:ext uri="{FF2B5EF4-FFF2-40B4-BE49-F238E27FC236}">
                <a16:creationId xmlns:a16="http://schemas.microsoft.com/office/drawing/2014/main" id="{87A1502E-FF5A-402F-AE9A-604F51135206}"/>
              </a:ext>
            </a:extLst>
          </p:cNvPr>
          <p:cNvSpPr/>
          <p:nvPr/>
        </p:nvSpPr>
        <p:spPr bwMode="gray">
          <a:xfrm rot="10800000" flipV="1">
            <a:off x="485337" y="4492269"/>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43" name="iṡ1ïdé">
            <a:extLst>
              <a:ext uri="{FF2B5EF4-FFF2-40B4-BE49-F238E27FC236}">
                <a16:creationId xmlns:a16="http://schemas.microsoft.com/office/drawing/2014/main" id="{3FC487D0-A815-4107-8A36-7C156E98B5FA}"/>
              </a:ext>
            </a:extLst>
          </p:cNvPr>
          <p:cNvSpPr/>
          <p:nvPr/>
        </p:nvSpPr>
        <p:spPr bwMode="gray">
          <a:xfrm rot="10800000" flipV="1">
            <a:off x="485337" y="1626741"/>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26" name="iṩ1îdè">
            <a:extLst>
              <a:ext uri="{FF2B5EF4-FFF2-40B4-BE49-F238E27FC236}">
                <a16:creationId xmlns:a16="http://schemas.microsoft.com/office/drawing/2014/main" id="{7F2033B8-3D85-4EBC-B06A-35DC8DC5989D}"/>
              </a:ext>
            </a:extLst>
          </p:cNvPr>
          <p:cNvSpPr/>
          <p:nvPr/>
        </p:nvSpPr>
        <p:spPr bwMode="gray">
          <a:xfrm rot="10800000" flipV="1">
            <a:off x="485337" y="2581918"/>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rgbClr val="56C4D2"/>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799"/>
          </a:p>
        </p:txBody>
      </p:sp>
      <p:sp>
        <p:nvSpPr>
          <p:cNvPr id="131" name="íŝlíďé">
            <a:extLst>
              <a:ext uri="{FF2B5EF4-FFF2-40B4-BE49-F238E27FC236}">
                <a16:creationId xmlns:a16="http://schemas.microsoft.com/office/drawing/2014/main" id="{E7C05249-EC6B-4A31-B592-1B7DA1FC1C4D}"/>
              </a:ext>
            </a:extLst>
          </p:cNvPr>
          <p:cNvSpPr/>
          <p:nvPr/>
        </p:nvSpPr>
        <p:spPr bwMode="gray">
          <a:xfrm rot="10800000" flipV="1">
            <a:off x="485337" y="3537095"/>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47" name="backup_115800"/>
          <p:cNvSpPr>
            <a:spLocks/>
          </p:cNvSpPr>
          <p:nvPr/>
        </p:nvSpPr>
        <p:spPr bwMode="gray">
          <a:xfrm>
            <a:off x="572829" y="1722237"/>
            <a:ext cx="184875" cy="168866"/>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 name="connsiteX44" fmla="*/ 325000 h 606722"/>
              <a:gd name="connsiteY44" fmla="*/ 325000 h 606722"/>
              <a:gd name="connsiteX45" fmla="*/ 325000 h 606722"/>
              <a:gd name="connsiteY45" fmla="*/ 325000 h 606722"/>
              <a:gd name="connsiteX46" fmla="*/ 325000 h 606722"/>
              <a:gd name="connsiteY46" fmla="*/ 325000 h 606722"/>
              <a:gd name="connsiteX47" fmla="*/ 325000 h 606722"/>
              <a:gd name="connsiteY47" fmla="*/ 325000 h 606722"/>
              <a:gd name="connsiteX48" fmla="*/ 325000 h 606722"/>
              <a:gd name="connsiteY48" fmla="*/ 325000 h 606722"/>
              <a:gd name="connsiteX49" fmla="*/ 325000 h 606722"/>
              <a:gd name="connsiteY49" fmla="*/ 325000 h 606722"/>
              <a:gd name="connsiteX50" fmla="*/ 325000 h 606722"/>
              <a:gd name="connsiteY50" fmla="*/ 325000 h 606722"/>
              <a:gd name="connsiteX51" fmla="*/ 325000 h 606722"/>
              <a:gd name="connsiteY51" fmla="*/ 325000 h 606722"/>
              <a:gd name="connsiteX52" fmla="*/ 325000 h 606722"/>
              <a:gd name="connsiteY52" fmla="*/ 325000 h 606722"/>
              <a:gd name="connsiteX53" fmla="*/ 325000 h 606722"/>
              <a:gd name="connsiteY53" fmla="*/ 325000 h 606722"/>
              <a:gd name="connsiteX54" fmla="*/ 325000 h 606722"/>
              <a:gd name="connsiteY54" fmla="*/ 325000 h 606722"/>
              <a:gd name="connsiteX55" fmla="*/ 325000 h 606722"/>
              <a:gd name="connsiteY55" fmla="*/ 325000 h 606722"/>
              <a:gd name="connsiteX56" fmla="*/ 325000 h 606722"/>
              <a:gd name="connsiteY56" fmla="*/ 325000 h 606722"/>
              <a:gd name="connsiteX57" fmla="*/ 325000 h 606722"/>
              <a:gd name="connsiteY57" fmla="*/ 325000 h 606722"/>
              <a:gd name="connsiteX58" fmla="*/ 325000 h 606722"/>
              <a:gd name="connsiteY58" fmla="*/ 325000 h 606722"/>
              <a:gd name="connsiteX59" fmla="*/ 325000 h 606722"/>
              <a:gd name="connsiteY59" fmla="*/ 325000 h 606722"/>
              <a:gd name="connsiteX60" fmla="*/ 325000 h 606722"/>
              <a:gd name="connsiteY60" fmla="*/ 325000 h 606722"/>
              <a:gd name="connsiteX61" fmla="*/ 325000 h 606722"/>
              <a:gd name="connsiteY61" fmla="*/ 325000 h 606722"/>
              <a:gd name="connsiteX62" fmla="*/ 325000 h 606722"/>
              <a:gd name="connsiteY62" fmla="*/ 325000 h 606722"/>
              <a:gd name="connsiteX63" fmla="*/ 325000 h 606722"/>
              <a:gd name="connsiteY63" fmla="*/ 325000 h 606722"/>
              <a:gd name="connsiteX64" fmla="*/ 325000 h 606722"/>
              <a:gd name="connsiteY64" fmla="*/ 325000 h 606722"/>
              <a:gd name="connsiteX65" fmla="*/ 325000 h 606722"/>
              <a:gd name="connsiteY65" fmla="*/ 325000 h 606722"/>
              <a:gd name="connsiteX66" fmla="*/ 325000 h 606722"/>
              <a:gd name="connsiteY66" fmla="*/ 325000 h 606722"/>
              <a:gd name="connsiteX67" fmla="*/ 325000 h 606722"/>
              <a:gd name="connsiteY67" fmla="*/ 325000 h 606722"/>
              <a:gd name="connsiteX68" fmla="*/ 325000 h 606722"/>
              <a:gd name="connsiteY68" fmla="*/ 325000 h 606722"/>
              <a:gd name="connsiteX69" fmla="*/ 325000 h 606722"/>
              <a:gd name="connsiteY69" fmla="*/ 325000 h 606722"/>
              <a:gd name="connsiteX70" fmla="*/ 325000 h 606722"/>
              <a:gd name="connsiteY70" fmla="*/ 325000 h 606722"/>
              <a:gd name="connsiteX71" fmla="*/ 325000 h 606722"/>
              <a:gd name="connsiteY71" fmla="*/ 325000 h 606722"/>
              <a:gd name="connsiteX72" fmla="*/ 325000 h 606722"/>
              <a:gd name="connsiteY72" fmla="*/ 325000 h 606722"/>
              <a:gd name="connsiteX73" fmla="*/ 325000 h 606722"/>
              <a:gd name="connsiteY73" fmla="*/ 325000 h 606722"/>
              <a:gd name="connsiteX74" fmla="*/ 325000 h 606722"/>
              <a:gd name="connsiteY74" fmla="*/ 325000 h 606722"/>
              <a:gd name="connsiteX75" fmla="*/ 325000 h 606722"/>
              <a:gd name="connsiteY75" fmla="*/ 325000 h 606722"/>
              <a:gd name="connsiteX76" fmla="*/ 325000 h 606722"/>
              <a:gd name="connsiteY76" fmla="*/ 325000 h 606722"/>
              <a:gd name="connsiteX77" fmla="*/ 325000 h 606722"/>
              <a:gd name="connsiteY77" fmla="*/ 325000 h 606722"/>
              <a:gd name="connsiteX78" fmla="*/ 325000 h 606722"/>
              <a:gd name="connsiteY78" fmla="*/ 325000 h 606722"/>
              <a:gd name="connsiteX79" fmla="*/ 325000 h 606722"/>
              <a:gd name="connsiteY79" fmla="*/ 325000 h 606722"/>
              <a:gd name="connsiteX80" fmla="*/ 325000 h 606722"/>
              <a:gd name="connsiteY80" fmla="*/ 325000 h 606722"/>
              <a:gd name="connsiteX81" fmla="*/ 325000 h 606722"/>
              <a:gd name="connsiteY81" fmla="*/ 325000 h 606722"/>
              <a:gd name="connsiteX82" fmla="*/ 325000 h 606722"/>
              <a:gd name="connsiteY82" fmla="*/ 325000 h 606722"/>
              <a:gd name="connsiteX83" fmla="*/ 325000 h 606722"/>
              <a:gd name="connsiteY83" fmla="*/ 325000 h 606722"/>
              <a:gd name="connsiteX84" fmla="*/ 325000 h 606722"/>
              <a:gd name="connsiteY84" fmla="*/ 325000 h 606722"/>
              <a:gd name="connsiteX85" fmla="*/ 325000 h 606722"/>
              <a:gd name="connsiteY85" fmla="*/ 325000 h 606722"/>
              <a:gd name="connsiteX86" fmla="*/ 325000 h 606722"/>
              <a:gd name="connsiteY86" fmla="*/ 325000 h 606722"/>
              <a:gd name="connsiteX87" fmla="*/ 325000 h 606722"/>
              <a:gd name="connsiteY87" fmla="*/ 325000 h 606722"/>
              <a:gd name="connsiteX88" fmla="*/ 325000 h 606722"/>
              <a:gd name="connsiteY88" fmla="*/ 325000 h 606722"/>
              <a:gd name="connsiteX89" fmla="*/ 325000 h 606722"/>
              <a:gd name="connsiteY89" fmla="*/ 325000 h 606722"/>
              <a:gd name="connsiteX90" fmla="*/ 325000 h 606722"/>
              <a:gd name="connsiteY90" fmla="*/ 325000 h 606722"/>
              <a:gd name="connsiteX91" fmla="*/ 325000 h 606722"/>
              <a:gd name="connsiteY91"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466931" h="607216">
                <a:moveTo>
                  <a:pt x="146525" y="485632"/>
                </a:moveTo>
                <a:cubicBezTo>
                  <a:pt x="151958" y="485632"/>
                  <a:pt x="156226" y="489992"/>
                  <a:pt x="156226" y="495320"/>
                </a:cubicBezTo>
                <a:lnTo>
                  <a:pt x="156226" y="551413"/>
                </a:lnTo>
                <a:lnTo>
                  <a:pt x="233452" y="586871"/>
                </a:lnTo>
                <a:lnTo>
                  <a:pt x="310678" y="551413"/>
                </a:lnTo>
                <a:lnTo>
                  <a:pt x="310678" y="495320"/>
                </a:lnTo>
                <a:cubicBezTo>
                  <a:pt x="310678" y="489992"/>
                  <a:pt x="315044" y="485632"/>
                  <a:pt x="320380" y="485632"/>
                </a:cubicBezTo>
                <a:cubicBezTo>
                  <a:pt x="325715" y="485632"/>
                  <a:pt x="330081" y="489992"/>
                  <a:pt x="330081" y="495320"/>
                </a:cubicBezTo>
                <a:lnTo>
                  <a:pt x="330081" y="542500"/>
                </a:lnTo>
                <a:lnTo>
                  <a:pt x="347641" y="534459"/>
                </a:lnTo>
                <a:cubicBezTo>
                  <a:pt x="352492" y="532231"/>
                  <a:pt x="358313" y="534362"/>
                  <a:pt x="360545" y="539206"/>
                </a:cubicBezTo>
                <a:cubicBezTo>
                  <a:pt x="362776" y="544050"/>
                  <a:pt x="360642" y="549766"/>
                  <a:pt x="355791" y="552091"/>
                </a:cubicBezTo>
                <a:lnTo>
                  <a:pt x="237527" y="606344"/>
                </a:lnTo>
                <a:cubicBezTo>
                  <a:pt x="236266" y="606925"/>
                  <a:pt x="234907" y="607216"/>
                  <a:pt x="233452" y="607216"/>
                </a:cubicBezTo>
                <a:cubicBezTo>
                  <a:pt x="232094" y="607216"/>
                  <a:pt x="230736" y="606925"/>
                  <a:pt x="229474" y="606344"/>
                </a:cubicBezTo>
                <a:lnTo>
                  <a:pt x="111210" y="552091"/>
                </a:lnTo>
                <a:cubicBezTo>
                  <a:pt x="106359" y="549766"/>
                  <a:pt x="104225" y="544050"/>
                  <a:pt x="106456" y="539206"/>
                </a:cubicBezTo>
                <a:cubicBezTo>
                  <a:pt x="108688" y="534362"/>
                  <a:pt x="114412" y="532231"/>
                  <a:pt x="119360" y="534459"/>
                </a:cubicBezTo>
                <a:lnTo>
                  <a:pt x="136823" y="542500"/>
                </a:lnTo>
                <a:lnTo>
                  <a:pt x="136823" y="495320"/>
                </a:lnTo>
                <a:cubicBezTo>
                  <a:pt x="136823" y="489992"/>
                  <a:pt x="141189" y="485632"/>
                  <a:pt x="146525" y="485632"/>
                </a:cubicBezTo>
                <a:close/>
                <a:moveTo>
                  <a:pt x="108637" y="369340"/>
                </a:moveTo>
                <a:lnTo>
                  <a:pt x="358224" y="369340"/>
                </a:lnTo>
                <a:cubicBezTo>
                  <a:pt x="363561" y="369340"/>
                  <a:pt x="367928" y="373706"/>
                  <a:pt x="367928" y="379043"/>
                </a:cubicBezTo>
                <a:cubicBezTo>
                  <a:pt x="367928" y="384380"/>
                  <a:pt x="363561" y="388746"/>
                  <a:pt x="358224" y="388746"/>
                </a:cubicBezTo>
                <a:lnTo>
                  <a:pt x="108637" y="388746"/>
                </a:lnTo>
                <a:cubicBezTo>
                  <a:pt x="103300" y="388746"/>
                  <a:pt x="98933" y="384380"/>
                  <a:pt x="98933" y="379043"/>
                </a:cubicBezTo>
                <a:cubicBezTo>
                  <a:pt x="98933" y="373706"/>
                  <a:pt x="103300" y="369340"/>
                  <a:pt x="108637" y="369340"/>
                </a:cubicBezTo>
                <a:close/>
                <a:moveTo>
                  <a:pt x="108637" y="330599"/>
                </a:moveTo>
                <a:lnTo>
                  <a:pt x="358224" y="330599"/>
                </a:lnTo>
                <a:cubicBezTo>
                  <a:pt x="363561" y="330599"/>
                  <a:pt x="367928" y="334965"/>
                  <a:pt x="367928" y="340302"/>
                </a:cubicBezTo>
                <a:cubicBezTo>
                  <a:pt x="367928" y="345639"/>
                  <a:pt x="363561" y="350005"/>
                  <a:pt x="358224" y="350005"/>
                </a:cubicBezTo>
                <a:lnTo>
                  <a:pt x="108637" y="350005"/>
                </a:lnTo>
                <a:cubicBezTo>
                  <a:pt x="103300" y="350005"/>
                  <a:pt x="98933" y="345639"/>
                  <a:pt x="98933" y="340302"/>
                </a:cubicBezTo>
                <a:cubicBezTo>
                  <a:pt x="98933" y="334965"/>
                  <a:pt x="103300" y="330599"/>
                  <a:pt x="108637" y="330599"/>
                </a:cubicBezTo>
                <a:close/>
                <a:moveTo>
                  <a:pt x="147448" y="254600"/>
                </a:moveTo>
                <a:lnTo>
                  <a:pt x="397035" y="254600"/>
                </a:lnTo>
                <a:cubicBezTo>
                  <a:pt x="402372" y="254600"/>
                  <a:pt x="406739" y="258864"/>
                  <a:pt x="406739" y="264291"/>
                </a:cubicBezTo>
                <a:lnTo>
                  <a:pt x="406739" y="417794"/>
                </a:lnTo>
                <a:cubicBezTo>
                  <a:pt x="406739" y="423124"/>
                  <a:pt x="402372" y="427485"/>
                  <a:pt x="397035" y="427485"/>
                </a:cubicBezTo>
                <a:cubicBezTo>
                  <a:pt x="391698" y="427485"/>
                  <a:pt x="387331" y="423124"/>
                  <a:pt x="387331" y="417794"/>
                </a:cubicBezTo>
                <a:lnTo>
                  <a:pt x="387331" y="273982"/>
                </a:lnTo>
                <a:lnTo>
                  <a:pt x="147448" y="273982"/>
                </a:lnTo>
                <a:cubicBezTo>
                  <a:pt x="142111" y="273982"/>
                  <a:pt x="137744" y="269621"/>
                  <a:pt x="137744" y="264291"/>
                </a:cubicBezTo>
                <a:cubicBezTo>
                  <a:pt x="137744" y="258864"/>
                  <a:pt x="142111" y="254600"/>
                  <a:pt x="147448" y="254600"/>
                </a:cubicBezTo>
                <a:close/>
                <a:moveTo>
                  <a:pt x="69825" y="254600"/>
                </a:moveTo>
                <a:lnTo>
                  <a:pt x="108635" y="254600"/>
                </a:lnTo>
                <a:cubicBezTo>
                  <a:pt x="114069" y="254600"/>
                  <a:pt x="118338" y="258864"/>
                  <a:pt x="118338" y="264291"/>
                </a:cubicBezTo>
                <a:cubicBezTo>
                  <a:pt x="118338" y="269621"/>
                  <a:pt x="114069" y="273982"/>
                  <a:pt x="108635" y="273982"/>
                </a:cubicBezTo>
                <a:lnTo>
                  <a:pt x="79527" y="273982"/>
                </a:lnTo>
                <a:lnTo>
                  <a:pt x="79527" y="417794"/>
                </a:lnTo>
                <a:cubicBezTo>
                  <a:pt x="79527" y="423124"/>
                  <a:pt x="75258" y="427485"/>
                  <a:pt x="69825" y="427485"/>
                </a:cubicBezTo>
                <a:cubicBezTo>
                  <a:pt x="64488" y="427485"/>
                  <a:pt x="60122" y="423124"/>
                  <a:pt x="60122" y="417794"/>
                </a:cubicBezTo>
                <a:lnTo>
                  <a:pt x="60122" y="264291"/>
                </a:lnTo>
                <a:cubicBezTo>
                  <a:pt x="60122" y="258864"/>
                  <a:pt x="64488" y="254600"/>
                  <a:pt x="69825" y="254600"/>
                </a:cubicBezTo>
                <a:close/>
                <a:moveTo>
                  <a:pt x="130900" y="19378"/>
                </a:moveTo>
                <a:lnTo>
                  <a:pt x="130900" y="183700"/>
                </a:lnTo>
                <a:lnTo>
                  <a:pt x="336128" y="183700"/>
                </a:lnTo>
                <a:lnTo>
                  <a:pt x="336128" y="19378"/>
                </a:lnTo>
                <a:lnTo>
                  <a:pt x="243169" y="19378"/>
                </a:lnTo>
                <a:lnTo>
                  <a:pt x="243169" y="143976"/>
                </a:lnTo>
                <a:lnTo>
                  <a:pt x="297314" y="143976"/>
                </a:lnTo>
                <a:lnTo>
                  <a:pt x="297314" y="48444"/>
                </a:lnTo>
                <a:cubicBezTo>
                  <a:pt x="297314" y="43115"/>
                  <a:pt x="301681" y="38755"/>
                  <a:pt x="307018" y="38755"/>
                </a:cubicBezTo>
                <a:cubicBezTo>
                  <a:pt x="312355" y="38755"/>
                  <a:pt x="316721" y="43115"/>
                  <a:pt x="316721" y="48444"/>
                </a:cubicBezTo>
                <a:lnTo>
                  <a:pt x="316721" y="153665"/>
                </a:lnTo>
                <a:cubicBezTo>
                  <a:pt x="316721" y="158994"/>
                  <a:pt x="312355" y="163353"/>
                  <a:pt x="307018" y="163353"/>
                </a:cubicBezTo>
                <a:lnTo>
                  <a:pt x="233466" y="163353"/>
                </a:lnTo>
                <a:cubicBezTo>
                  <a:pt x="228129" y="163353"/>
                  <a:pt x="223762" y="158994"/>
                  <a:pt x="223762" y="153665"/>
                </a:cubicBezTo>
                <a:lnTo>
                  <a:pt x="223762" y="19378"/>
                </a:lnTo>
                <a:close/>
                <a:moveTo>
                  <a:pt x="19407" y="19378"/>
                </a:moveTo>
                <a:lnTo>
                  <a:pt x="19407" y="446848"/>
                </a:lnTo>
                <a:lnTo>
                  <a:pt x="447524" y="446848"/>
                </a:lnTo>
                <a:lnTo>
                  <a:pt x="447524" y="73247"/>
                </a:lnTo>
                <a:lnTo>
                  <a:pt x="393573" y="19378"/>
                </a:lnTo>
                <a:lnTo>
                  <a:pt x="355535" y="19378"/>
                </a:lnTo>
                <a:lnTo>
                  <a:pt x="355535" y="193389"/>
                </a:lnTo>
                <a:cubicBezTo>
                  <a:pt x="355535" y="198718"/>
                  <a:pt x="351169" y="203078"/>
                  <a:pt x="345832" y="203078"/>
                </a:cubicBezTo>
                <a:lnTo>
                  <a:pt x="121196" y="203078"/>
                </a:lnTo>
                <a:cubicBezTo>
                  <a:pt x="115762" y="203078"/>
                  <a:pt x="111493" y="198718"/>
                  <a:pt x="111493" y="193389"/>
                </a:cubicBezTo>
                <a:lnTo>
                  <a:pt x="111493" y="19378"/>
                </a:lnTo>
                <a:close/>
                <a:moveTo>
                  <a:pt x="9703" y="0"/>
                </a:moveTo>
                <a:lnTo>
                  <a:pt x="397551" y="0"/>
                </a:lnTo>
                <a:cubicBezTo>
                  <a:pt x="400171" y="0"/>
                  <a:pt x="402597" y="1066"/>
                  <a:pt x="404441" y="2810"/>
                </a:cubicBezTo>
                <a:lnTo>
                  <a:pt x="464117" y="62396"/>
                </a:lnTo>
                <a:cubicBezTo>
                  <a:pt x="465961" y="64237"/>
                  <a:pt x="466931" y="66659"/>
                  <a:pt x="466931" y="69275"/>
                </a:cubicBezTo>
                <a:lnTo>
                  <a:pt x="466931" y="456537"/>
                </a:lnTo>
                <a:cubicBezTo>
                  <a:pt x="466931" y="461866"/>
                  <a:pt x="462662" y="466226"/>
                  <a:pt x="457228" y="466226"/>
                </a:cubicBezTo>
                <a:lnTo>
                  <a:pt x="9703" y="466226"/>
                </a:lnTo>
                <a:cubicBezTo>
                  <a:pt x="4366" y="466226"/>
                  <a:pt x="0" y="461866"/>
                  <a:pt x="0" y="456537"/>
                </a:cubicBezTo>
                <a:lnTo>
                  <a:pt x="0" y="9689"/>
                </a:lnTo>
                <a:cubicBezTo>
                  <a:pt x="0" y="4360"/>
                  <a:pt x="4366" y="0"/>
                  <a:pt x="9703" y="0"/>
                </a:cubicBezTo>
                <a:close/>
              </a:path>
            </a:pathLst>
          </a:custGeom>
          <a:solidFill>
            <a:schemeClr val="bg1"/>
          </a:solidFill>
          <a:ln>
            <a:solidFill>
              <a:schemeClr val="bg1"/>
            </a:solidFill>
          </a:ln>
        </p:spPr>
      </p:sp>
      <p:sp>
        <p:nvSpPr>
          <p:cNvPr id="48" name="iconfont-10123-4910640"/>
          <p:cNvSpPr>
            <a:spLocks/>
          </p:cNvSpPr>
          <p:nvPr/>
        </p:nvSpPr>
        <p:spPr bwMode="gray">
          <a:xfrm>
            <a:off x="585551" y="2672905"/>
            <a:ext cx="202967" cy="202673"/>
          </a:xfrm>
          <a:custGeom>
            <a:avLst/>
            <a:gdLst>
              <a:gd name="T0" fmla="*/ 6400 w 8106"/>
              <a:gd name="T1" fmla="*/ 3876 h 8534"/>
              <a:gd name="T2" fmla="*/ 5973 w 8106"/>
              <a:gd name="T3" fmla="*/ 3840 h 8534"/>
              <a:gd name="T4" fmla="*/ 5973 w 8106"/>
              <a:gd name="T5" fmla="*/ 640 h 8534"/>
              <a:gd name="T6" fmla="*/ 5760 w 8106"/>
              <a:gd name="T7" fmla="*/ 427 h 8534"/>
              <a:gd name="T8" fmla="*/ 640 w 8106"/>
              <a:gd name="T9" fmla="*/ 427 h 8534"/>
              <a:gd name="T10" fmla="*/ 426 w 8106"/>
              <a:gd name="T11" fmla="*/ 640 h 8534"/>
              <a:gd name="T12" fmla="*/ 426 w 8106"/>
              <a:gd name="T13" fmla="*/ 7040 h 8534"/>
              <a:gd name="T14" fmla="*/ 640 w 8106"/>
              <a:gd name="T15" fmla="*/ 7254 h 8534"/>
              <a:gd name="T16" fmla="*/ 3559 w 8106"/>
              <a:gd name="T17" fmla="*/ 7254 h 8534"/>
              <a:gd name="T18" fmla="*/ 3755 w 8106"/>
              <a:gd name="T19" fmla="*/ 7680 h 8534"/>
              <a:gd name="T20" fmla="*/ 426 w 8106"/>
              <a:gd name="T21" fmla="*/ 7680 h 8534"/>
              <a:gd name="T22" fmla="*/ 0 w 8106"/>
              <a:gd name="T23" fmla="*/ 7254 h 8534"/>
              <a:gd name="T24" fmla="*/ 0 w 8106"/>
              <a:gd name="T25" fmla="*/ 427 h 8534"/>
              <a:gd name="T26" fmla="*/ 426 w 8106"/>
              <a:gd name="T27" fmla="*/ 0 h 8534"/>
              <a:gd name="T28" fmla="*/ 5973 w 8106"/>
              <a:gd name="T29" fmla="*/ 0 h 8534"/>
              <a:gd name="T30" fmla="*/ 6400 w 8106"/>
              <a:gd name="T31" fmla="*/ 427 h 8534"/>
              <a:gd name="T32" fmla="*/ 6400 w 8106"/>
              <a:gd name="T33" fmla="*/ 3876 h 8534"/>
              <a:gd name="T34" fmla="*/ 1493 w 8106"/>
              <a:gd name="T35" fmla="*/ 1707 h 8534"/>
              <a:gd name="T36" fmla="*/ 4906 w 8106"/>
              <a:gd name="T37" fmla="*/ 1707 h 8534"/>
              <a:gd name="T38" fmla="*/ 5120 w 8106"/>
              <a:gd name="T39" fmla="*/ 1920 h 8534"/>
              <a:gd name="T40" fmla="*/ 4906 w 8106"/>
              <a:gd name="T41" fmla="*/ 2134 h 8534"/>
              <a:gd name="T42" fmla="*/ 1493 w 8106"/>
              <a:gd name="T43" fmla="*/ 2134 h 8534"/>
              <a:gd name="T44" fmla="*/ 1280 w 8106"/>
              <a:gd name="T45" fmla="*/ 1920 h 8534"/>
              <a:gd name="T46" fmla="*/ 1493 w 8106"/>
              <a:gd name="T47" fmla="*/ 1707 h 8534"/>
              <a:gd name="T48" fmla="*/ 1493 w 8106"/>
              <a:gd name="T49" fmla="*/ 2987 h 8534"/>
              <a:gd name="T50" fmla="*/ 4906 w 8106"/>
              <a:gd name="T51" fmla="*/ 2987 h 8534"/>
              <a:gd name="T52" fmla="*/ 5120 w 8106"/>
              <a:gd name="T53" fmla="*/ 3200 h 8534"/>
              <a:gd name="T54" fmla="*/ 4906 w 8106"/>
              <a:gd name="T55" fmla="*/ 3414 h 8534"/>
              <a:gd name="T56" fmla="*/ 1493 w 8106"/>
              <a:gd name="T57" fmla="*/ 3414 h 8534"/>
              <a:gd name="T58" fmla="*/ 1280 w 8106"/>
              <a:gd name="T59" fmla="*/ 3200 h 8534"/>
              <a:gd name="T60" fmla="*/ 1493 w 8106"/>
              <a:gd name="T61" fmla="*/ 2987 h 8534"/>
              <a:gd name="T62" fmla="*/ 1493 w 8106"/>
              <a:gd name="T63" fmla="*/ 4480 h 8534"/>
              <a:gd name="T64" fmla="*/ 3413 w 8106"/>
              <a:gd name="T65" fmla="*/ 4480 h 8534"/>
              <a:gd name="T66" fmla="*/ 3626 w 8106"/>
              <a:gd name="T67" fmla="*/ 4694 h 8534"/>
              <a:gd name="T68" fmla="*/ 3413 w 8106"/>
              <a:gd name="T69" fmla="*/ 4907 h 8534"/>
              <a:gd name="T70" fmla="*/ 1493 w 8106"/>
              <a:gd name="T71" fmla="*/ 4907 h 8534"/>
              <a:gd name="T72" fmla="*/ 1280 w 8106"/>
              <a:gd name="T73" fmla="*/ 4694 h 8534"/>
              <a:gd name="T74" fmla="*/ 1493 w 8106"/>
              <a:gd name="T75" fmla="*/ 4480 h 8534"/>
              <a:gd name="T76" fmla="*/ 1493 w 8106"/>
              <a:gd name="T77" fmla="*/ 5547 h 8534"/>
              <a:gd name="T78" fmla="*/ 2773 w 8106"/>
              <a:gd name="T79" fmla="*/ 5547 h 8534"/>
              <a:gd name="T80" fmla="*/ 2986 w 8106"/>
              <a:gd name="T81" fmla="*/ 5760 h 8534"/>
              <a:gd name="T82" fmla="*/ 2773 w 8106"/>
              <a:gd name="T83" fmla="*/ 5974 h 8534"/>
              <a:gd name="T84" fmla="*/ 1493 w 8106"/>
              <a:gd name="T85" fmla="*/ 5974 h 8534"/>
              <a:gd name="T86" fmla="*/ 1280 w 8106"/>
              <a:gd name="T87" fmla="*/ 5760 h 8534"/>
              <a:gd name="T88" fmla="*/ 1493 w 8106"/>
              <a:gd name="T89" fmla="*/ 5547 h 8534"/>
              <a:gd name="T90" fmla="*/ 5973 w 8106"/>
              <a:gd name="T91" fmla="*/ 8534 h 8534"/>
              <a:gd name="T92" fmla="*/ 3840 w 8106"/>
              <a:gd name="T93" fmla="*/ 6400 h 8534"/>
              <a:gd name="T94" fmla="*/ 5973 w 8106"/>
              <a:gd name="T95" fmla="*/ 4267 h 8534"/>
              <a:gd name="T96" fmla="*/ 8106 w 8106"/>
              <a:gd name="T97" fmla="*/ 6400 h 8534"/>
              <a:gd name="T98" fmla="*/ 5973 w 8106"/>
              <a:gd name="T99" fmla="*/ 8534 h 8534"/>
              <a:gd name="T100" fmla="*/ 5973 w 8106"/>
              <a:gd name="T101" fmla="*/ 8107 h 8534"/>
              <a:gd name="T102" fmla="*/ 7680 w 8106"/>
              <a:gd name="T103" fmla="*/ 6400 h 8534"/>
              <a:gd name="T104" fmla="*/ 5973 w 8106"/>
              <a:gd name="T105" fmla="*/ 4694 h 8534"/>
              <a:gd name="T106" fmla="*/ 4266 w 8106"/>
              <a:gd name="T107" fmla="*/ 6400 h 8534"/>
              <a:gd name="T108" fmla="*/ 5973 w 8106"/>
              <a:gd name="T109" fmla="*/ 8107 h 8534"/>
              <a:gd name="T110" fmla="*/ 7040 w 8106"/>
              <a:gd name="T111" fmla="*/ 6400 h 8534"/>
              <a:gd name="T112" fmla="*/ 5333 w 8106"/>
              <a:gd name="T113" fmla="*/ 7254 h 8534"/>
              <a:gd name="T114" fmla="*/ 5333 w 8106"/>
              <a:gd name="T115" fmla="*/ 5547 h 8534"/>
              <a:gd name="T116" fmla="*/ 7040 w 8106"/>
              <a:gd name="T117" fmla="*/ 6400 h 8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106" h="8534">
                <a:moveTo>
                  <a:pt x="6400" y="3876"/>
                </a:moveTo>
                <a:cubicBezTo>
                  <a:pt x="6261" y="3852"/>
                  <a:pt x="6118" y="3840"/>
                  <a:pt x="5973" y="3840"/>
                </a:cubicBezTo>
                <a:lnTo>
                  <a:pt x="5973" y="640"/>
                </a:lnTo>
                <a:cubicBezTo>
                  <a:pt x="5973" y="523"/>
                  <a:pt x="5877" y="427"/>
                  <a:pt x="5760" y="427"/>
                </a:cubicBezTo>
                <a:lnTo>
                  <a:pt x="640" y="427"/>
                </a:lnTo>
                <a:cubicBezTo>
                  <a:pt x="522" y="427"/>
                  <a:pt x="426" y="523"/>
                  <a:pt x="426" y="640"/>
                </a:cubicBezTo>
                <a:lnTo>
                  <a:pt x="426" y="7040"/>
                </a:lnTo>
                <a:cubicBezTo>
                  <a:pt x="426" y="7158"/>
                  <a:pt x="522" y="7254"/>
                  <a:pt x="640" y="7254"/>
                </a:cubicBezTo>
                <a:lnTo>
                  <a:pt x="3559" y="7254"/>
                </a:lnTo>
                <a:cubicBezTo>
                  <a:pt x="3611" y="7403"/>
                  <a:pt x="3678" y="7546"/>
                  <a:pt x="3755" y="7680"/>
                </a:cubicBezTo>
                <a:lnTo>
                  <a:pt x="426" y="7680"/>
                </a:lnTo>
                <a:cubicBezTo>
                  <a:pt x="191" y="7680"/>
                  <a:pt x="0" y="7489"/>
                  <a:pt x="0" y="7254"/>
                </a:cubicBezTo>
                <a:lnTo>
                  <a:pt x="0" y="427"/>
                </a:lnTo>
                <a:cubicBezTo>
                  <a:pt x="0" y="191"/>
                  <a:pt x="191" y="0"/>
                  <a:pt x="426" y="0"/>
                </a:cubicBezTo>
                <a:lnTo>
                  <a:pt x="5973" y="0"/>
                </a:lnTo>
                <a:cubicBezTo>
                  <a:pt x="6209" y="0"/>
                  <a:pt x="6400" y="191"/>
                  <a:pt x="6400" y="427"/>
                </a:cubicBezTo>
                <a:lnTo>
                  <a:pt x="6400" y="3876"/>
                </a:lnTo>
                <a:close/>
                <a:moveTo>
                  <a:pt x="1493" y="1707"/>
                </a:moveTo>
                <a:lnTo>
                  <a:pt x="4906" y="1707"/>
                </a:lnTo>
                <a:cubicBezTo>
                  <a:pt x="5024" y="1707"/>
                  <a:pt x="5120" y="1803"/>
                  <a:pt x="5120" y="1920"/>
                </a:cubicBezTo>
                <a:cubicBezTo>
                  <a:pt x="5120" y="2038"/>
                  <a:pt x="5024" y="2134"/>
                  <a:pt x="4906" y="2134"/>
                </a:cubicBezTo>
                <a:lnTo>
                  <a:pt x="1493" y="2134"/>
                </a:lnTo>
                <a:cubicBezTo>
                  <a:pt x="1375" y="2134"/>
                  <a:pt x="1280" y="2038"/>
                  <a:pt x="1280" y="1920"/>
                </a:cubicBezTo>
                <a:cubicBezTo>
                  <a:pt x="1280" y="1802"/>
                  <a:pt x="1375" y="1707"/>
                  <a:pt x="1493" y="1707"/>
                </a:cubicBezTo>
                <a:close/>
                <a:moveTo>
                  <a:pt x="1493" y="2987"/>
                </a:moveTo>
                <a:lnTo>
                  <a:pt x="4906" y="2987"/>
                </a:lnTo>
                <a:cubicBezTo>
                  <a:pt x="5024" y="2987"/>
                  <a:pt x="5120" y="3083"/>
                  <a:pt x="5120" y="3200"/>
                </a:cubicBezTo>
                <a:cubicBezTo>
                  <a:pt x="5120" y="3318"/>
                  <a:pt x="5024" y="3414"/>
                  <a:pt x="4906" y="3414"/>
                </a:cubicBezTo>
                <a:lnTo>
                  <a:pt x="1493" y="3414"/>
                </a:lnTo>
                <a:cubicBezTo>
                  <a:pt x="1375" y="3414"/>
                  <a:pt x="1280" y="3318"/>
                  <a:pt x="1280" y="3200"/>
                </a:cubicBezTo>
                <a:cubicBezTo>
                  <a:pt x="1280" y="3083"/>
                  <a:pt x="1375" y="2987"/>
                  <a:pt x="1493" y="2987"/>
                </a:cubicBezTo>
                <a:close/>
                <a:moveTo>
                  <a:pt x="1493" y="4480"/>
                </a:moveTo>
                <a:lnTo>
                  <a:pt x="3413" y="4480"/>
                </a:lnTo>
                <a:cubicBezTo>
                  <a:pt x="3531" y="4480"/>
                  <a:pt x="3626" y="4576"/>
                  <a:pt x="3626" y="4694"/>
                </a:cubicBezTo>
                <a:cubicBezTo>
                  <a:pt x="3626" y="4811"/>
                  <a:pt x="3531" y="4907"/>
                  <a:pt x="3413" y="4907"/>
                </a:cubicBezTo>
                <a:lnTo>
                  <a:pt x="1493" y="4907"/>
                </a:lnTo>
                <a:cubicBezTo>
                  <a:pt x="1375" y="4907"/>
                  <a:pt x="1280" y="4811"/>
                  <a:pt x="1280" y="4694"/>
                </a:cubicBezTo>
                <a:cubicBezTo>
                  <a:pt x="1280" y="4576"/>
                  <a:pt x="1375" y="4480"/>
                  <a:pt x="1493" y="4480"/>
                </a:cubicBezTo>
                <a:close/>
                <a:moveTo>
                  <a:pt x="1493" y="5547"/>
                </a:moveTo>
                <a:lnTo>
                  <a:pt x="2773" y="5547"/>
                </a:lnTo>
                <a:cubicBezTo>
                  <a:pt x="2891" y="5547"/>
                  <a:pt x="2986" y="5643"/>
                  <a:pt x="2986" y="5760"/>
                </a:cubicBezTo>
                <a:cubicBezTo>
                  <a:pt x="2986" y="5878"/>
                  <a:pt x="2891" y="5974"/>
                  <a:pt x="2773" y="5974"/>
                </a:cubicBezTo>
                <a:lnTo>
                  <a:pt x="1493" y="5974"/>
                </a:lnTo>
                <a:cubicBezTo>
                  <a:pt x="1375" y="5974"/>
                  <a:pt x="1280" y="5878"/>
                  <a:pt x="1280" y="5760"/>
                </a:cubicBezTo>
                <a:cubicBezTo>
                  <a:pt x="1280" y="5643"/>
                  <a:pt x="1375" y="5547"/>
                  <a:pt x="1493" y="5547"/>
                </a:cubicBezTo>
                <a:close/>
                <a:moveTo>
                  <a:pt x="5973" y="8534"/>
                </a:moveTo>
                <a:cubicBezTo>
                  <a:pt x="4795" y="8534"/>
                  <a:pt x="3840" y="7579"/>
                  <a:pt x="3840" y="6400"/>
                </a:cubicBezTo>
                <a:cubicBezTo>
                  <a:pt x="3840" y="5222"/>
                  <a:pt x="4795" y="4267"/>
                  <a:pt x="5973" y="4267"/>
                </a:cubicBezTo>
                <a:cubicBezTo>
                  <a:pt x="7151" y="4267"/>
                  <a:pt x="8106" y="5222"/>
                  <a:pt x="8106" y="6400"/>
                </a:cubicBezTo>
                <a:cubicBezTo>
                  <a:pt x="8106" y="7579"/>
                  <a:pt x="7151" y="8534"/>
                  <a:pt x="5973" y="8534"/>
                </a:cubicBezTo>
                <a:close/>
                <a:moveTo>
                  <a:pt x="5973" y="8107"/>
                </a:moveTo>
                <a:cubicBezTo>
                  <a:pt x="6916" y="8107"/>
                  <a:pt x="7680" y="7343"/>
                  <a:pt x="7680" y="6400"/>
                </a:cubicBezTo>
                <a:cubicBezTo>
                  <a:pt x="7680" y="5458"/>
                  <a:pt x="6916" y="4694"/>
                  <a:pt x="5973" y="4694"/>
                </a:cubicBezTo>
                <a:cubicBezTo>
                  <a:pt x="5030" y="4694"/>
                  <a:pt x="4266" y="5458"/>
                  <a:pt x="4266" y="6400"/>
                </a:cubicBezTo>
                <a:cubicBezTo>
                  <a:pt x="4266" y="7343"/>
                  <a:pt x="5030" y="8107"/>
                  <a:pt x="5973" y="8107"/>
                </a:cubicBezTo>
                <a:close/>
                <a:moveTo>
                  <a:pt x="7040" y="6400"/>
                </a:moveTo>
                <a:lnTo>
                  <a:pt x="5333" y="7254"/>
                </a:lnTo>
                <a:lnTo>
                  <a:pt x="5333" y="5547"/>
                </a:lnTo>
                <a:lnTo>
                  <a:pt x="7040" y="6400"/>
                </a:lnTo>
                <a:close/>
              </a:path>
            </a:pathLst>
          </a:custGeom>
          <a:solidFill>
            <a:schemeClr val="bg1"/>
          </a:solidFill>
          <a:ln>
            <a:noFill/>
          </a:ln>
        </p:spPr>
      </p:sp>
      <p:sp>
        <p:nvSpPr>
          <p:cNvPr id="49" name="logout_166463"/>
          <p:cNvSpPr>
            <a:spLocks/>
          </p:cNvSpPr>
          <p:nvPr/>
        </p:nvSpPr>
        <p:spPr bwMode="gray">
          <a:xfrm>
            <a:off x="572828" y="3630554"/>
            <a:ext cx="159024" cy="193920"/>
          </a:xfrm>
          <a:custGeom>
            <a:avLst/>
            <a:gdLst>
              <a:gd name="T0" fmla="*/ 325000 h 606722"/>
              <a:gd name="T1" fmla="*/ 325000 h 606722"/>
              <a:gd name="T2" fmla="*/ 325000 h 606722"/>
              <a:gd name="T3" fmla="*/ 325000 h 606722"/>
              <a:gd name="T4" fmla="*/ 325000 h 606722"/>
              <a:gd name="T5" fmla="*/ 325000 h 606722"/>
              <a:gd name="T6" fmla="*/ 325000 h 606722"/>
              <a:gd name="T7" fmla="*/ 325000 h 606722"/>
              <a:gd name="T8" fmla="*/ 325000 h 606722"/>
              <a:gd name="T9" fmla="*/ 325000 h 606722"/>
              <a:gd name="T10" fmla="*/ 325000 h 606722"/>
              <a:gd name="T11" fmla="*/ 325000 h 606722"/>
              <a:gd name="T12" fmla="*/ 325000 h 606722"/>
              <a:gd name="T13" fmla="*/ 325000 h 606722"/>
              <a:gd name="T14" fmla="*/ 325000 h 606722"/>
              <a:gd name="T15" fmla="*/ 325000 h 606722"/>
              <a:gd name="T16" fmla="*/ 325000 h 606722"/>
              <a:gd name="T17" fmla="*/ 325000 h 606722"/>
              <a:gd name="T18" fmla="*/ 325000 h 606722"/>
              <a:gd name="T19" fmla="*/ 325000 h 606722"/>
              <a:gd name="T20" fmla="*/ 325000 h 606722"/>
              <a:gd name="T21" fmla="*/ 325000 h 606722"/>
              <a:gd name="T22" fmla="*/ 325000 h 606722"/>
              <a:gd name="T23" fmla="*/ 325000 h 606722"/>
              <a:gd name="T24" fmla="*/ 325000 h 606722"/>
              <a:gd name="T25" fmla="*/ 325000 h 606722"/>
              <a:gd name="T26" fmla="*/ 325000 h 606722"/>
              <a:gd name="T27" fmla="*/ 325000 h 606722"/>
              <a:gd name="T28" fmla="*/ 325000 h 606722"/>
              <a:gd name="T29" fmla="*/ 325000 h 606722"/>
              <a:gd name="T30" fmla="*/ 325000 h 606722"/>
              <a:gd name="T31" fmla="*/ 325000 h 606722"/>
              <a:gd name="T32" fmla="*/ 325000 h 606722"/>
              <a:gd name="T33" fmla="*/ 325000 h 606722"/>
              <a:gd name="T34" fmla="*/ 325000 h 606722"/>
              <a:gd name="T35" fmla="*/ 325000 h 606722"/>
              <a:gd name="T36" fmla="*/ 325000 h 606722"/>
              <a:gd name="T37" fmla="*/ 325000 h 606722"/>
              <a:gd name="T38" fmla="*/ 325000 h 606722"/>
              <a:gd name="T39" fmla="*/ 325000 h 606722"/>
              <a:gd name="T40" fmla="*/ 325000 h 606722"/>
              <a:gd name="T41" fmla="*/ 325000 h 606722"/>
              <a:gd name="T42" fmla="*/ 325000 h 606722"/>
              <a:gd name="T43" fmla="*/ 325000 h 606722"/>
              <a:gd name="T44" fmla="*/ 325000 h 606722"/>
              <a:gd name="T45" fmla="*/ 325000 h 606722"/>
              <a:gd name="T46" fmla="*/ 325000 h 606722"/>
              <a:gd name="T47" fmla="*/ 325000 h 606722"/>
              <a:gd name="T48" fmla="*/ 325000 h 606722"/>
              <a:gd name="T49" fmla="*/ 325000 h 606722"/>
              <a:gd name="T50" fmla="*/ 325000 h 606722"/>
              <a:gd name="T51" fmla="*/ 325000 h 606722"/>
              <a:gd name="T52" fmla="*/ 325000 h 606722"/>
              <a:gd name="T53" fmla="*/ 325000 h 606722"/>
              <a:gd name="T54" fmla="*/ 325000 h 606722"/>
              <a:gd name="T55" fmla="*/ 325000 h 606722"/>
              <a:gd name="T56" fmla="*/ 325000 h 606722"/>
              <a:gd name="T57" fmla="*/ 325000 h 606722"/>
              <a:gd name="T58" fmla="*/ 325000 h 606722"/>
              <a:gd name="T59" fmla="*/ 325000 h 606722"/>
              <a:gd name="T60" fmla="*/ 325000 h 606722"/>
              <a:gd name="T61" fmla="*/ 325000 h 606722"/>
              <a:gd name="T62" fmla="*/ 325000 h 606722"/>
              <a:gd name="T63" fmla="*/ 325000 h 606722"/>
              <a:gd name="T64" fmla="*/ 325000 h 606722"/>
              <a:gd name="T65" fmla="*/ 325000 h 606722"/>
              <a:gd name="T66" fmla="*/ 325000 h 606722"/>
              <a:gd name="T67" fmla="*/ 325000 h 606722"/>
              <a:gd name="T68" fmla="*/ 325000 h 606722"/>
              <a:gd name="T69" fmla="*/ 325000 h 606722"/>
              <a:gd name="T70" fmla="*/ 325000 h 606722"/>
              <a:gd name="T71" fmla="*/ 325000 h 606722"/>
              <a:gd name="T72" fmla="*/ 325000 h 606722"/>
              <a:gd name="T73" fmla="*/ 325000 h 606722"/>
              <a:gd name="T74" fmla="*/ 325000 h 606722"/>
              <a:gd name="T75" fmla="*/ 325000 h 606722"/>
              <a:gd name="T76" fmla="*/ 325000 h 606722"/>
              <a:gd name="T77" fmla="*/ 325000 h 606722"/>
              <a:gd name="T78" fmla="*/ 325000 h 606722"/>
              <a:gd name="T79" fmla="*/ 325000 h 606722"/>
              <a:gd name="T80" fmla="*/ 325000 h 606722"/>
              <a:gd name="T81" fmla="*/ 325000 h 606722"/>
              <a:gd name="T82" fmla="*/ 325000 h 606722"/>
              <a:gd name="T83" fmla="*/ 325000 h 606722"/>
              <a:gd name="T84" fmla="*/ 325000 h 606722"/>
              <a:gd name="T85" fmla="*/ 325000 h 606722"/>
              <a:gd name="T86" fmla="*/ 325000 h 606722"/>
              <a:gd name="T87" fmla="*/ 325000 h 606722"/>
              <a:gd name="T88" fmla="*/ 325000 h 606722"/>
              <a:gd name="T89" fmla="*/ 325000 h 606722"/>
              <a:gd name="T90" fmla="*/ 325000 h 606722"/>
              <a:gd name="T91" fmla="*/ 325000 h 606722"/>
              <a:gd name="T92" fmla="*/ 325000 h 606722"/>
              <a:gd name="T93" fmla="*/ 325000 h 606722"/>
              <a:gd name="T94" fmla="*/ 325000 h 606722"/>
              <a:gd name="T95" fmla="*/ 325000 h 606722"/>
              <a:gd name="T96" fmla="*/ 325000 h 606722"/>
              <a:gd name="T97" fmla="*/ 325000 h 606722"/>
              <a:gd name="T98" fmla="*/ 325000 h 606722"/>
              <a:gd name="T99" fmla="*/ 325000 h 606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794" h="3960">
                <a:moveTo>
                  <a:pt x="3661" y="0"/>
                </a:moveTo>
                <a:lnTo>
                  <a:pt x="1681" y="0"/>
                </a:lnTo>
                <a:cubicBezTo>
                  <a:pt x="1607" y="0"/>
                  <a:pt x="1548" y="60"/>
                  <a:pt x="1548" y="133"/>
                </a:cubicBezTo>
                <a:lnTo>
                  <a:pt x="1548" y="1627"/>
                </a:lnTo>
                <a:lnTo>
                  <a:pt x="1123" y="1627"/>
                </a:lnTo>
                <a:lnTo>
                  <a:pt x="1279" y="1394"/>
                </a:lnTo>
                <a:cubicBezTo>
                  <a:pt x="1306" y="1353"/>
                  <a:pt x="1308" y="1300"/>
                  <a:pt x="1285" y="1257"/>
                </a:cubicBezTo>
                <a:cubicBezTo>
                  <a:pt x="1262" y="1214"/>
                  <a:pt x="1217" y="1187"/>
                  <a:pt x="1168" y="1187"/>
                </a:cubicBezTo>
                <a:lnTo>
                  <a:pt x="581" y="1187"/>
                </a:lnTo>
                <a:cubicBezTo>
                  <a:pt x="536" y="1187"/>
                  <a:pt x="495" y="1209"/>
                  <a:pt x="470" y="1246"/>
                </a:cubicBezTo>
                <a:lnTo>
                  <a:pt x="30" y="1906"/>
                </a:lnTo>
                <a:cubicBezTo>
                  <a:pt x="0" y="1951"/>
                  <a:pt x="0" y="2009"/>
                  <a:pt x="30" y="2054"/>
                </a:cubicBezTo>
                <a:lnTo>
                  <a:pt x="470" y="2714"/>
                </a:lnTo>
                <a:cubicBezTo>
                  <a:pt x="495" y="2751"/>
                  <a:pt x="536" y="2773"/>
                  <a:pt x="581" y="2773"/>
                </a:cubicBezTo>
                <a:lnTo>
                  <a:pt x="1168" y="2773"/>
                </a:lnTo>
                <a:cubicBezTo>
                  <a:pt x="1217" y="2773"/>
                  <a:pt x="1262" y="2746"/>
                  <a:pt x="1285" y="2703"/>
                </a:cubicBezTo>
                <a:cubicBezTo>
                  <a:pt x="1308" y="2660"/>
                  <a:pt x="1306" y="2607"/>
                  <a:pt x="1279" y="2566"/>
                </a:cubicBezTo>
                <a:lnTo>
                  <a:pt x="1123" y="2333"/>
                </a:lnTo>
                <a:lnTo>
                  <a:pt x="1548" y="2333"/>
                </a:lnTo>
                <a:lnTo>
                  <a:pt x="1548" y="3827"/>
                </a:lnTo>
                <a:cubicBezTo>
                  <a:pt x="1548" y="3900"/>
                  <a:pt x="1607" y="3960"/>
                  <a:pt x="1681" y="3960"/>
                </a:cubicBezTo>
                <a:lnTo>
                  <a:pt x="3661" y="3960"/>
                </a:lnTo>
                <a:cubicBezTo>
                  <a:pt x="3735" y="3960"/>
                  <a:pt x="3794" y="3900"/>
                  <a:pt x="3794" y="3827"/>
                </a:cubicBezTo>
                <a:lnTo>
                  <a:pt x="3794" y="133"/>
                </a:lnTo>
                <a:cubicBezTo>
                  <a:pt x="3794" y="60"/>
                  <a:pt x="3735" y="0"/>
                  <a:pt x="3661" y="0"/>
                </a:cubicBezTo>
                <a:close/>
                <a:moveTo>
                  <a:pt x="874" y="2067"/>
                </a:moveTo>
                <a:cubicBezTo>
                  <a:pt x="825" y="2067"/>
                  <a:pt x="780" y="2094"/>
                  <a:pt x="757" y="2137"/>
                </a:cubicBezTo>
                <a:cubicBezTo>
                  <a:pt x="734" y="2180"/>
                  <a:pt x="736" y="2233"/>
                  <a:pt x="763" y="2274"/>
                </a:cubicBezTo>
                <a:lnTo>
                  <a:pt x="919" y="2507"/>
                </a:lnTo>
                <a:lnTo>
                  <a:pt x="652" y="2507"/>
                </a:lnTo>
                <a:lnTo>
                  <a:pt x="301" y="1980"/>
                </a:lnTo>
                <a:lnTo>
                  <a:pt x="652" y="1453"/>
                </a:lnTo>
                <a:lnTo>
                  <a:pt x="919" y="1453"/>
                </a:lnTo>
                <a:lnTo>
                  <a:pt x="763" y="1686"/>
                </a:lnTo>
                <a:cubicBezTo>
                  <a:pt x="736" y="1727"/>
                  <a:pt x="734" y="1780"/>
                  <a:pt x="757" y="1823"/>
                </a:cubicBezTo>
                <a:cubicBezTo>
                  <a:pt x="780" y="1866"/>
                  <a:pt x="825" y="1893"/>
                  <a:pt x="874" y="1893"/>
                </a:cubicBezTo>
                <a:lnTo>
                  <a:pt x="2268" y="1893"/>
                </a:lnTo>
                <a:cubicBezTo>
                  <a:pt x="2315" y="1893"/>
                  <a:pt x="2354" y="1932"/>
                  <a:pt x="2354" y="1980"/>
                </a:cubicBezTo>
                <a:cubicBezTo>
                  <a:pt x="2354" y="2028"/>
                  <a:pt x="2315" y="2067"/>
                  <a:pt x="2268" y="2067"/>
                </a:cubicBezTo>
                <a:lnTo>
                  <a:pt x="874" y="2067"/>
                </a:lnTo>
                <a:close/>
                <a:moveTo>
                  <a:pt x="3528" y="3693"/>
                </a:moveTo>
                <a:lnTo>
                  <a:pt x="1814" y="3693"/>
                </a:lnTo>
                <a:lnTo>
                  <a:pt x="1814" y="2333"/>
                </a:lnTo>
                <a:lnTo>
                  <a:pt x="2268" y="2333"/>
                </a:lnTo>
                <a:cubicBezTo>
                  <a:pt x="2462" y="2333"/>
                  <a:pt x="2621" y="2175"/>
                  <a:pt x="2621" y="1980"/>
                </a:cubicBezTo>
                <a:cubicBezTo>
                  <a:pt x="2621" y="1785"/>
                  <a:pt x="2462" y="1627"/>
                  <a:pt x="2268" y="1627"/>
                </a:cubicBezTo>
                <a:lnTo>
                  <a:pt x="1814" y="1627"/>
                </a:lnTo>
                <a:lnTo>
                  <a:pt x="1814" y="267"/>
                </a:lnTo>
                <a:lnTo>
                  <a:pt x="3528" y="267"/>
                </a:lnTo>
                <a:lnTo>
                  <a:pt x="3528" y="3693"/>
                </a:lnTo>
                <a:close/>
              </a:path>
            </a:pathLst>
          </a:custGeom>
          <a:solidFill>
            <a:schemeClr val="bg1"/>
          </a:solidFill>
          <a:ln>
            <a:noFill/>
          </a:ln>
        </p:spPr>
      </p:sp>
      <p:sp>
        <p:nvSpPr>
          <p:cNvPr id="50" name="monitoring-test-card-on-computer_31936"/>
          <p:cNvSpPr>
            <a:spLocks/>
          </p:cNvSpPr>
          <p:nvPr/>
        </p:nvSpPr>
        <p:spPr bwMode="gray">
          <a:xfrm>
            <a:off x="585550" y="4605193"/>
            <a:ext cx="159431" cy="134008"/>
          </a:xfrm>
          <a:custGeom>
            <a:avLst/>
            <a:gdLst>
              <a:gd name="T0" fmla="*/ 4898 w 4898"/>
              <a:gd name="T1" fmla="*/ 3128 h 3654"/>
              <a:gd name="T2" fmla="*/ 4898 w 4898"/>
              <a:gd name="T3" fmla="*/ 0 h 3654"/>
              <a:gd name="T4" fmla="*/ 0 w 4898"/>
              <a:gd name="T5" fmla="*/ 0 h 3654"/>
              <a:gd name="T6" fmla="*/ 0 w 4898"/>
              <a:gd name="T7" fmla="*/ 3128 h 3654"/>
              <a:gd name="T8" fmla="*/ 1859 w 4898"/>
              <a:gd name="T9" fmla="*/ 3128 h 3654"/>
              <a:gd name="T10" fmla="*/ 1859 w 4898"/>
              <a:gd name="T11" fmla="*/ 3361 h 3654"/>
              <a:gd name="T12" fmla="*/ 972 w 4898"/>
              <a:gd name="T13" fmla="*/ 3499 h 3654"/>
              <a:gd name="T14" fmla="*/ 2541 w 4898"/>
              <a:gd name="T15" fmla="*/ 3654 h 3654"/>
              <a:gd name="T16" fmla="*/ 4110 w 4898"/>
              <a:gd name="T17" fmla="*/ 3499 h 3654"/>
              <a:gd name="T18" fmla="*/ 3039 w 4898"/>
              <a:gd name="T19" fmla="*/ 3354 h 3654"/>
              <a:gd name="T20" fmla="*/ 3039 w 4898"/>
              <a:gd name="T21" fmla="*/ 3128 h 3654"/>
              <a:gd name="T22" fmla="*/ 4898 w 4898"/>
              <a:gd name="T23" fmla="*/ 3128 h 3654"/>
              <a:gd name="T24" fmla="*/ 322 w 4898"/>
              <a:gd name="T25" fmla="*/ 2860 h 3654"/>
              <a:gd name="T26" fmla="*/ 322 w 4898"/>
              <a:gd name="T27" fmla="*/ 241 h 3654"/>
              <a:gd name="T28" fmla="*/ 4576 w 4898"/>
              <a:gd name="T29" fmla="*/ 241 h 3654"/>
              <a:gd name="T30" fmla="*/ 4576 w 4898"/>
              <a:gd name="T31" fmla="*/ 2860 h 3654"/>
              <a:gd name="T32" fmla="*/ 322 w 4898"/>
              <a:gd name="T33" fmla="*/ 2860 h 3654"/>
              <a:gd name="T34" fmla="*/ 1546 w 4898"/>
              <a:gd name="T35" fmla="*/ 1081 h 3654"/>
              <a:gd name="T36" fmla="*/ 1413 w 4898"/>
              <a:gd name="T37" fmla="*/ 1081 h 3654"/>
              <a:gd name="T38" fmla="*/ 2271 w 4898"/>
              <a:gd name="T39" fmla="*/ 416 h 3654"/>
              <a:gd name="T40" fmla="*/ 2436 w 4898"/>
              <a:gd name="T41" fmla="*/ 404 h 3654"/>
              <a:gd name="T42" fmla="*/ 3459 w 4898"/>
              <a:gd name="T43" fmla="*/ 1081 h 3654"/>
              <a:gd name="T44" fmla="*/ 3327 w 4898"/>
              <a:gd name="T45" fmla="*/ 1081 h 3654"/>
              <a:gd name="T46" fmla="*/ 2920 w 4898"/>
              <a:gd name="T47" fmla="*/ 650 h 3654"/>
              <a:gd name="T48" fmla="*/ 2934 w 4898"/>
              <a:gd name="T49" fmla="*/ 664 h 3654"/>
              <a:gd name="T50" fmla="*/ 3052 w 4898"/>
              <a:gd name="T51" fmla="*/ 1081 h 3654"/>
              <a:gd name="T52" fmla="*/ 2101 w 4898"/>
              <a:gd name="T53" fmla="*/ 1081 h 3654"/>
              <a:gd name="T54" fmla="*/ 1936 w 4898"/>
              <a:gd name="T55" fmla="*/ 660 h 3654"/>
              <a:gd name="T56" fmla="*/ 1546 w 4898"/>
              <a:gd name="T57" fmla="*/ 1081 h 3654"/>
              <a:gd name="T58" fmla="*/ 2962 w 4898"/>
              <a:gd name="T59" fmla="*/ 1814 h 3654"/>
              <a:gd name="T60" fmla="*/ 3506 w 4898"/>
              <a:gd name="T61" fmla="*/ 1814 h 3654"/>
              <a:gd name="T62" fmla="*/ 2436 w 4898"/>
              <a:gd name="T63" fmla="*/ 2626 h 3654"/>
              <a:gd name="T64" fmla="*/ 1366 w 4898"/>
              <a:gd name="T65" fmla="*/ 1814 h 3654"/>
              <a:gd name="T66" fmla="*/ 1691 w 4898"/>
              <a:gd name="T67" fmla="*/ 1814 h 3654"/>
              <a:gd name="T68" fmla="*/ 1824 w 4898"/>
              <a:gd name="T69" fmla="*/ 2039 h 3654"/>
              <a:gd name="T70" fmla="*/ 1651 w 4898"/>
              <a:gd name="T71" fmla="*/ 2118 h 3654"/>
              <a:gd name="T72" fmla="*/ 2008 w 4898"/>
              <a:gd name="T73" fmla="*/ 2409 h 3654"/>
              <a:gd name="T74" fmla="*/ 1981 w 4898"/>
              <a:gd name="T75" fmla="*/ 2118 h 3654"/>
              <a:gd name="T76" fmla="*/ 2210 w 4898"/>
              <a:gd name="T77" fmla="*/ 1938 h 3654"/>
              <a:gd name="T78" fmla="*/ 2324 w 4898"/>
              <a:gd name="T79" fmla="*/ 2002 h 3654"/>
              <a:gd name="T80" fmla="*/ 2467 w 4898"/>
              <a:gd name="T81" fmla="*/ 2009 h 3654"/>
              <a:gd name="T82" fmla="*/ 2608 w 4898"/>
              <a:gd name="T83" fmla="*/ 2224 h 3654"/>
              <a:gd name="T84" fmla="*/ 2657 w 4898"/>
              <a:gd name="T85" fmla="*/ 2411 h 3654"/>
              <a:gd name="T86" fmla="*/ 2609 w 4898"/>
              <a:gd name="T87" fmla="*/ 2491 h 3654"/>
              <a:gd name="T88" fmla="*/ 3086 w 4898"/>
              <a:gd name="T89" fmla="*/ 2263 h 3654"/>
              <a:gd name="T90" fmla="*/ 2919 w 4898"/>
              <a:gd name="T91" fmla="*/ 1925 h 3654"/>
              <a:gd name="T92" fmla="*/ 2962 w 4898"/>
              <a:gd name="T93" fmla="*/ 1814 h 3654"/>
              <a:gd name="T94" fmla="*/ 1066 w 4898"/>
              <a:gd name="T95" fmla="*/ 1768 h 3654"/>
              <a:gd name="T96" fmla="*/ 3832 w 4898"/>
              <a:gd name="T97" fmla="*/ 1768 h 3654"/>
              <a:gd name="T98" fmla="*/ 3832 w 4898"/>
              <a:gd name="T99" fmla="*/ 1187 h 3654"/>
              <a:gd name="T100" fmla="*/ 1066 w 4898"/>
              <a:gd name="T101" fmla="*/ 1187 h 3654"/>
              <a:gd name="T102" fmla="*/ 1066 w 4898"/>
              <a:gd name="T103" fmla="*/ 1768 h 3654"/>
              <a:gd name="T104" fmla="*/ 1167 w 4898"/>
              <a:gd name="T105" fmla="*/ 1288 h 3654"/>
              <a:gd name="T106" fmla="*/ 3731 w 4898"/>
              <a:gd name="T107" fmla="*/ 1288 h 3654"/>
              <a:gd name="T108" fmla="*/ 3731 w 4898"/>
              <a:gd name="T109" fmla="*/ 1667 h 3654"/>
              <a:gd name="T110" fmla="*/ 1167 w 4898"/>
              <a:gd name="T111" fmla="*/ 1667 h 3654"/>
              <a:gd name="T112" fmla="*/ 1167 w 4898"/>
              <a:gd name="T113" fmla="*/ 1288 h 3654"/>
              <a:gd name="T114" fmla="*/ 1298 w 4898"/>
              <a:gd name="T115" fmla="*/ 1380 h 3654"/>
              <a:gd name="T116" fmla="*/ 2035 w 4898"/>
              <a:gd name="T117" fmla="*/ 1380 h 3654"/>
              <a:gd name="T118" fmla="*/ 2035 w 4898"/>
              <a:gd name="T119" fmla="*/ 1583 h 3654"/>
              <a:gd name="T120" fmla="*/ 1298 w 4898"/>
              <a:gd name="T121" fmla="*/ 1583 h 3654"/>
              <a:gd name="T122" fmla="*/ 1298 w 4898"/>
              <a:gd name="T123" fmla="*/ 1380 h 3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98" h="3654">
                <a:moveTo>
                  <a:pt x="4898" y="3128"/>
                </a:moveTo>
                <a:lnTo>
                  <a:pt x="4898" y="0"/>
                </a:lnTo>
                <a:lnTo>
                  <a:pt x="0" y="0"/>
                </a:lnTo>
                <a:lnTo>
                  <a:pt x="0" y="3128"/>
                </a:lnTo>
                <a:lnTo>
                  <a:pt x="1859" y="3128"/>
                </a:lnTo>
                <a:lnTo>
                  <a:pt x="1859" y="3361"/>
                </a:lnTo>
                <a:cubicBezTo>
                  <a:pt x="1335" y="3386"/>
                  <a:pt x="972" y="3438"/>
                  <a:pt x="972" y="3499"/>
                </a:cubicBezTo>
                <a:cubicBezTo>
                  <a:pt x="972" y="3585"/>
                  <a:pt x="1675" y="3654"/>
                  <a:pt x="2541" y="3654"/>
                </a:cubicBezTo>
                <a:cubicBezTo>
                  <a:pt x="3407" y="3654"/>
                  <a:pt x="4110" y="3585"/>
                  <a:pt x="4110" y="3499"/>
                </a:cubicBezTo>
                <a:cubicBezTo>
                  <a:pt x="4110" y="3431"/>
                  <a:pt x="3661" y="3374"/>
                  <a:pt x="3039" y="3354"/>
                </a:cubicBezTo>
                <a:lnTo>
                  <a:pt x="3039" y="3128"/>
                </a:lnTo>
                <a:lnTo>
                  <a:pt x="4898" y="3128"/>
                </a:lnTo>
                <a:close/>
                <a:moveTo>
                  <a:pt x="322" y="2860"/>
                </a:moveTo>
                <a:lnTo>
                  <a:pt x="322" y="241"/>
                </a:lnTo>
                <a:lnTo>
                  <a:pt x="4576" y="241"/>
                </a:lnTo>
                <a:lnTo>
                  <a:pt x="4576" y="2860"/>
                </a:lnTo>
                <a:lnTo>
                  <a:pt x="322" y="2860"/>
                </a:lnTo>
                <a:close/>
                <a:moveTo>
                  <a:pt x="1546" y="1081"/>
                </a:moveTo>
                <a:lnTo>
                  <a:pt x="1413" y="1081"/>
                </a:lnTo>
                <a:cubicBezTo>
                  <a:pt x="1562" y="732"/>
                  <a:pt x="1884" y="474"/>
                  <a:pt x="2271" y="416"/>
                </a:cubicBezTo>
                <a:cubicBezTo>
                  <a:pt x="2325" y="408"/>
                  <a:pt x="2380" y="404"/>
                  <a:pt x="2436" y="404"/>
                </a:cubicBezTo>
                <a:cubicBezTo>
                  <a:pt x="2895" y="404"/>
                  <a:pt x="3290" y="683"/>
                  <a:pt x="3459" y="1081"/>
                </a:cubicBezTo>
                <a:lnTo>
                  <a:pt x="3327" y="1081"/>
                </a:lnTo>
                <a:cubicBezTo>
                  <a:pt x="3238" y="900"/>
                  <a:pt x="3095" y="749"/>
                  <a:pt x="2920" y="650"/>
                </a:cubicBezTo>
                <a:cubicBezTo>
                  <a:pt x="2925" y="655"/>
                  <a:pt x="2930" y="659"/>
                  <a:pt x="2934" y="664"/>
                </a:cubicBezTo>
                <a:cubicBezTo>
                  <a:pt x="3124" y="854"/>
                  <a:pt x="3030" y="874"/>
                  <a:pt x="3052" y="1081"/>
                </a:cubicBezTo>
                <a:lnTo>
                  <a:pt x="2101" y="1081"/>
                </a:lnTo>
                <a:cubicBezTo>
                  <a:pt x="2095" y="921"/>
                  <a:pt x="2075" y="760"/>
                  <a:pt x="1936" y="660"/>
                </a:cubicBezTo>
                <a:cubicBezTo>
                  <a:pt x="1768" y="758"/>
                  <a:pt x="1632" y="905"/>
                  <a:pt x="1546" y="1081"/>
                </a:cubicBezTo>
                <a:close/>
                <a:moveTo>
                  <a:pt x="2962" y="1814"/>
                </a:moveTo>
                <a:lnTo>
                  <a:pt x="3506" y="1814"/>
                </a:lnTo>
                <a:cubicBezTo>
                  <a:pt x="3375" y="2282"/>
                  <a:pt x="2945" y="2626"/>
                  <a:pt x="2436" y="2626"/>
                </a:cubicBezTo>
                <a:cubicBezTo>
                  <a:pt x="1927" y="2626"/>
                  <a:pt x="1497" y="2282"/>
                  <a:pt x="1366" y="1814"/>
                </a:cubicBezTo>
                <a:lnTo>
                  <a:pt x="1691" y="1814"/>
                </a:lnTo>
                <a:cubicBezTo>
                  <a:pt x="1756" y="1888"/>
                  <a:pt x="1830" y="1961"/>
                  <a:pt x="1824" y="2039"/>
                </a:cubicBezTo>
                <a:cubicBezTo>
                  <a:pt x="1816" y="2150"/>
                  <a:pt x="1733" y="2156"/>
                  <a:pt x="1651" y="2118"/>
                </a:cubicBezTo>
                <a:cubicBezTo>
                  <a:pt x="1745" y="2241"/>
                  <a:pt x="1867" y="2341"/>
                  <a:pt x="2008" y="2409"/>
                </a:cubicBezTo>
                <a:cubicBezTo>
                  <a:pt x="1985" y="2315"/>
                  <a:pt x="1952" y="2210"/>
                  <a:pt x="1981" y="2118"/>
                </a:cubicBezTo>
                <a:cubicBezTo>
                  <a:pt x="2011" y="2023"/>
                  <a:pt x="2100" y="1923"/>
                  <a:pt x="2210" y="1938"/>
                </a:cubicBezTo>
                <a:cubicBezTo>
                  <a:pt x="2257" y="1945"/>
                  <a:pt x="2288" y="1973"/>
                  <a:pt x="2324" y="2002"/>
                </a:cubicBezTo>
                <a:cubicBezTo>
                  <a:pt x="2362" y="2032"/>
                  <a:pt x="2422" y="2007"/>
                  <a:pt x="2467" y="2009"/>
                </a:cubicBezTo>
                <a:cubicBezTo>
                  <a:pt x="2581" y="2012"/>
                  <a:pt x="2600" y="2135"/>
                  <a:pt x="2608" y="2224"/>
                </a:cubicBezTo>
                <a:cubicBezTo>
                  <a:pt x="2614" y="2289"/>
                  <a:pt x="2674" y="2343"/>
                  <a:pt x="2657" y="2411"/>
                </a:cubicBezTo>
                <a:cubicBezTo>
                  <a:pt x="2650" y="2442"/>
                  <a:pt x="2634" y="2472"/>
                  <a:pt x="2609" y="2491"/>
                </a:cubicBezTo>
                <a:cubicBezTo>
                  <a:pt x="2789" y="2459"/>
                  <a:pt x="2953" y="2378"/>
                  <a:pt x="3086" y="2263"/>
                </a:cubicBezTo>
                <a:cubicBezTo>
                  <a:pt x="3040" y="2147"/>
                  <a:pt x="2908" y="2077"/>
                  <a:pt x="2919" y="1925"/>
                </a:cubicBezTo>
                <a:cubicBezTo>
                  <a:pt x="2924" y="1876"/>
                  <a:pt x="2940" y="1840"/>
                  <a:pt x="2962" y="1814"/>
                </a:cubicBezTo>
                <a:close/>
                <a:moveTo>
                  <a:pt x="1066" y="1768"/>
                </a:moveTo>
                <a:lnTo>
                  <a:pt x="3832" y="1768"/>
                </a:lnTo>
                <a:lnTo>
                  <a:pt x="3832" y="1187"/>
                </a:lnTo>
                <a:lnTo>
                  <a:pt x="1066" y="1187"/>
                </a:lnTo>
                <a:lnTo>
                  <a:pt x="1066" y="1768"/>
                </a:lnTo>
                <a:close/>
                <a:moveTo>
                  <a:pt x="1167" y="1288"/>
                </a:moveTo>
                <a:lnTo>
                  <a:pt x="3731" y="1288"/>
                </a:lnTo>
                <a:lnTo>
                  <a:pt x="3731" y="1667"/>
                </a:lnTo>
                <a:lnTo>
                  <a:pt x="1167" y="1667"/>
                </a:lnTo>
                <a:lnTo>
                  <a:pt x="1167" y="1288"/>
                </a:lnTo>
                <a:close/>
                <a:moveTo>
                  <a:pt x="1298" y="1380"/>
                </a:moveTo>
                <a:lnTo>
                  <a:pt x="2035" y="1380"/>
                </a:lnTo>
                <a:lnTo>
                  <a:pt x="2035" y="1583"/>
                </a:lnTo>
                <a:lnTo>
                  <a:pt x="1298" y="1583"/>
                </a:lnTo>
                <a:lnTo>
                  <a:pt x="1298" y="1380"/>
                </a:lnTo>
                <a:close/>
              </a:path>
            </a:pathLst>
          </a:custGeom>
          <a:solidFill>
            <a:schemeClr val="bg1"/>
          </a:solidFill>
          <a:ln>
            <a:noFill/>
          </a:ln>
        </p:spPr>
      </p:sp>
      <p:sp>
        <p:nvSpPr>
          <p:cNvPr id="39" name="RelativeShape3">
            <a:extLst>
              <a:ext uri="{FF2B5EF4-FFF2-40B4-BE49-F238E27FC236}">
                <a16:creationId xmlns:a16="http://schemas.microsoft.com/office/drawing/2014/main" id="{9F9661EA-EFD4-4AF2-8BF8-5E8F098598AD}"/>
              </a:ext>
            </a:extLst>
          </p:cNvPr>
          <p:cNvSpPr>
            <a:spLocks/>
          </p:cNvSpPr>
          <p:nvPr/>
        </p:nvSpPr>
        <p:spPr bwMode="gray">
          <a:xfrm>
            <a:off x="3473458" y="4624846"/>
            <a:ext cx="4527592" cy="218388"/>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sz="1599" kern="0">
              <a:solidFill>
                <a:srgbClr val="1D1D1A"/>
              </a:solidFill>
              <a:latin typeface="Huawei Sans" panose="020C0503030203020204" pitchFamily="34" charset="0"/>
              <a:ea typeface="方正兰亭黑简体" panose="02000000000000000000" pitchFamily="2" charset="-122"/>
            </a:endParaRPr>
          </a:p>
        </p:txBody>
      </p:sp>
      <p:sp>
        <p:nvSpPr>
          <p:cNvPr id="40" name="RelativeShape3">
            <a:extLst>
              <a:ext uri="{FF2B5EF4-FFF2-40B4-BE49-F238E27FC236}">
                <a16:creationId xmlns:a16="http://schemas.microsoft.com/office/drawing/2014/main" id="{9F9661EA-EFD4-4AF2-8BF8-5E8F098598AD}"/>
              </a:ext>
            </a:extLst>
          </p:cNvPr>
          <p:cNvSpPr>
            <a:spLocks/>
          </p:cNvSpPr>
          <p:nvPr/>
        </p:nvSpPr>
        <p:spPr bwMode="gray">
          <a:xfrm>
            <a:off x="8007398" y="4624846"/>
            <a:ext cx="1764128" cy="218388"/>
          </a:xfrm>
          <a:prstGeom prst="rect">
            <a:avLst/>
          </a:prstGeom>
          <a:solidFill>
            <a:srgbClr val="D9D9D9"/>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sz="1599" kern="0">
              <a:solidFill>
                <a:srgbClr val="1D1D1A"/>
              </a:solidFill>
              <a:latin typeface="Huawei Sans" panose="020C0503030203020204" pitchFamily="34" charset="0"/>
              <a:ea typeface="方正兰亭黑简体" panose="02000000000000000000" pitchFamily="2" charset="-122"/>
            </a:endParaRPr>
          </a:p>
        </p:txBody>
      </p:sp>
      <p:sp>
        <p:nvSpPr>
          <p:cNvPr id="41" name="SorbShape3">
            <a:extLst>
              <a:ext uri="{FF2B5EF4-FFF2-40B4-BE49-F238E27FC236}">
                <a16:creationId xmlns:a16="http://schemas.microsoft.com/office/drawing/2014/main" id="{A44FC2C8-8653-467A-A1CC-F5D2E257FE39}"/>
              </a:ext>
            </a:extLst>
          </p:cNvPr>
          <p:cNvSpPr>
            <a:spLocks/>
          </p:cNvSpPr>
          <p:nvPr/>
        </p:nvSpPr>
        <p:spPr bwMode="gray">
          <a:xfrm>
            <a:off x="7860836" y="4570249"/>
            <a:ext cx="270917" cy="272985"/>
          </a:xfrm>
          <a:prstGeom prst="ellipse">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sz="1599" kern="0">
              <a:solidFill>
                <a:srgbClr val="FFFFFF"/>
              </a:solidFill>
              <a:latin typeface="Huawei Sans" panose="020C0503030203020204" pitchFamily="34" charset="0"/>
              <a:ea typeface="方正兰亭黑简体" panose="02000000000000000000" pitchFamily="2" charset="-122"/>
            </a:endParaRPr>
          </a:p>
        </p:txBody>
      </p:sp>
      <p:sp>
        <p:nvSpPr>
          <p:cNvPr id="42" name="圆角矩形 41"/>
          <p:cNvSpPr/>
          <p:nvPr/>
        </p:nvSpPr>
        <p:spPr bwMode="gray">
          <a:xfrm>
            <a:off x="4256013" y="3711844"/>
            <a:ext cx="766213" cy="359859"/>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Step 1</a:t>
            </a:r>
            <a:endParaRPr lang="zh-CN" altLang="en-US"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圆角矩形 42"/>
          <p:cNvSpPr/>
          <p:nvPr/>
        </p:nvSpPr>
        <p:spPr bwMode="gray">
          <a:xfrm>
            <a:off x="5934600" y="3711844"/>
            <a:ext cx="766213" cy="359859"/>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Step 2</a:t>
            </a:r>
            <a:endParaRPr lang="zh-CN" altLang="en-US"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圆角矩形 43"/>
          <p:cNvSpPr/>
          <p:nvPr/>
        </p:nvSpPr>
        <p:spPr bwMode="gray">
          <a:xfrm>
            <a:off x="7613187" y="3711844"/>
            <a:ext cx="766213" cy="359859"/>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Step 3</a:t>
            </a:r>
            <a:endParaRPr lang="zh-CN" altLang="en-US"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圆角矩形 44"/>
          <p:cNvSpPr/>
          <p:nvPr/>
        </p:nvSpPr>
        <p:spPr bwMode="gray">
          <a:xfrm>
            <a:off x="9291775" y="3711844"/>
            <a:ext cx="766213" cy="359859"/>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Step 4</a:t>
            </a:r>
            <a:endParaRPr lang="zh-CN" altLang="en-US"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SorbShape3">
            <a:extLst>
              <a:ext uri="{FF2B5EF4-FFF2-40B4-BE49-F238E27FC236}">
                <a16:creationId xmlns:a16="http://schemas.microsoft.com/office/drawing/2014/main" id="{A44FC2C8-8653-467A-A1CC-F5D2E257FE39}"/>
              </a:ext>
            </a:extLst>
          </p:cNvPr>
          <p:cNvSpPr>
            <a:spLocks/>
          </p:cNvSpPr>
          <p:nvPr/>
        </p:nvSpPr>
        <p:spPr bwMode="gray">
          <a:xfrm>
            <a:off x="4503662" y="4570249"/>
            <a:ext cx="270917" cy="272985"/>
          </a:xfrm>
          <a:prstGeom prst="ellipse">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sz="1599" kern="0">
              <a:solidFill>
                <a:srgbClr val="FFFFFF"/>
              </a:solidFill>
              <a:latin typeface="Huawei Sans" panose="020C0503030203020204" pitchFamily="34" charset="0"/>
              <a:ea typeface="方正兰亭黑简体" panose="02000000000000000000" pitchFamily="2" charset="-122"/>
            </a:endParaRPr>
          </a:p>
        </p:txBody>
      </p:sp>
      <p:sp>
        <p:nvSpPr>
          <p:cNvPr id="51" name="SorbShape3">
            <a:extLst>
              <a:ext uri="{FF2B5EF4-FFF2-40B4-BE49-F238E27FC236}">
                <a16:creationId xmlns:a16="http://schemas.microsoft.com/office/drawing/2014/main" id="{A44FC2C8-8653-467A-A1CC-F5D2E257FE39}"/>
              </a:ext>
            </a:extLst>
          </p:cNvPr>
          <p:cNvSpPr>
            <a:spLocks/>
          </p:cNvSpPr>
          <p:nvPr/>
        </p:nvSpPr>
        <p:spPr bwMode="gray">
          <a:xfrm>
            <a:off x="6182249" y="4570249"/>
            <a:ext cx="270917" cy="272985"/>
          </a:xfrm>
          <a:prstGeom prst="ellipse">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sz="1599" kern="0">
              <a:solidFill>
                <a:srgbClr val="FFFFFF"/>
              </a:solidFill>
              <a:latin typeface="Huawei Sans" panose="020C0503030203020204" pitchFamily="34" charset="0"/>
              <a:ea typeface="方正兰亭黑简体" panose="02000000000000000000" pitchFamily="2" charset="-122"/>
            </a:endParaRPr>
          </a:p>
        </p:txBody>
      </p:sp>
      <p:cxnSp>
        <p:nvCxnSpPr>
          <p:cNvPr id="52" name="直接连接符 51"/>
          <p:cNvCxnSpPr>
            <a:stCxn id="42" idx="2"/>
            <a:endCxn id="46" idx="0"/>
          </p:cNvCxnSpPr>
          <p:nvPr/>
        </p:nvCxnSpPr>
        <p:spPr bwMode="gray">
          <a:xfrm>
            <a:off x="4639120" y="4071704"/>
            <a:ext cx="1" cy="498546"/>
          </a:xfrm>
          <a:prstGeom prst="line">
            <a:avLst/>
          </a:prstGeom>
          <a:ln w="19050">
            <a:solidFill>
              <a:srgbClr val="56C4D2"/>
            </a:solidFill>
            <a:prstDash val="sysDot"/>
          </a:ln>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43" idx="2"/>
            <a:endCxn id="51" idx="0"/>
          </p:cNvCxnSpPr>
          <p:nvPr/>
        </p:nvCxnSpPr>
        <p:spPr bwMode="gray">
          <a:xfrm>
            <a:off x="6317707" y="4071704"/>
            <a:ext cx="1" cy="498546"/>
          </a:xfrm>
          <a:prstGeom prst="line">
            <a:avLst/>
          </a:prstGeom>
          <a:ln w="19050">
            <a:solidFill>
              <a:srgbClr val="56C4D2"/>
            </a:solidFill>
            <a:prstDash val="sysDot"/>
          </a:ln>
        </p:spPr>
        <p:style>
          <a:lnRef idx="1">
            <a:schemeClr val="accent1"/>
          </a:lnRef>
          <a:fillRef idx="0">
            <a:schemeClr val="accent1"/>
          </a:fillRef>
          <a:effectRef idx="0">
            <a:schemeClr val="accent1"/>
          </a:effectRef>
          <a:fontRef idx="minor">
            <a:schemeClr val="tx1"/>
          </a:fontRef>
        </p:style>
      </p:cxnSp>
      <p:cxnSp>
        <p:nvCxnSpPr>
          <p:cNvPr id="55" name="直接连接符 54"/>
          <p:cNvCxnSpPr>
            <a:stCxn id="44" idx="2"/>
            <a:endCxn id="41" idx="0"/>
          </p:cNvCxnSpPr>
          <p:nvPr/>
        </p:nvCxnSpPr>
        <p:spPr bwMode="gray">
          <a:xfrm>
            <a:off x="7996294" y="4071704"/>
            <a:ext cx="1" cy="498546"/>
          </a:xfrm>
          <a:prstGeom prst="line">
            <a:avLst/>
          </a:prstGeom>
          <a:ln w="19050">
            <a:solidFill>
              <a:srgbClr val="56C4D2"/>
            </a:solidFill>
            <a:prstDash val="sysDot"/>
          </a:ln>
        </p:spPr>
        <p:style>
          <a:lnRef idx="1">
            <a:schemeClr val="accent1"/>
          </a:lnRef>
          <a:fillRef idx="0">
            <a:schemeClr val="accent1"/>
          </a:fillRef>
          <a:effectRef idx="0">
            <a:schemeClr val="accent1"/>
          </a:effectRef>
          <a:fontRef idx="minor">
            <a:schemeClr val="tx1"/>
          </a:fontRef>
        </p:style>
      </p:cxnSp>
      <p:sp>
        <p:nvSpPr>
          <p:cNvPr id="56" name="SorbShape3">
            <a:extLst>
              <a:ext uri="{FF2B5EF4-FFF2-40B4-BE49-F238E27FC236}">
                <a16:creationId xmlns:a16="http://schemas.microsoft.com/office/drawing/2014/main" id="{A44FC2C8-8653-467A-A1CC-F5D2E257FE39}"/>
              </a:ext>
            </a:extLst>
          </p:cNvPr>
          <p:cNvSpPr>
            <a:spLocks/>
          </p:cNvSpPr>
          <p:nvPr/>
        </p:nvSpPr>
        <p:spPr bwMode="gray">
          <a:xfrm>
            <a:off x="9539424" y="4570249"/>
            <a:ext cx="270917" cy="272985"/>
          </a:xfrm>
          <a:prstGeom prst="ellipse">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sz="1599" kern="0">
              <a:solidFill>
                <a:srgbClr val="FFFFFF"/>
              </a:solidFill>
              <a:latin typeface="Huawei Sans" panose="020C0503030203020204" pitchFamily="34" charset="0"/>
              <a:ea typeface="方正兰亭黑简体" panose="02000000000000000000" pitchFamily="2" charset="-122"/>
            </a:endParaRPr>
          </a:p>
        </p:txBody>
      </p:sp>
      <p:cxnSp>
        <p:nvCxnSpPr>
          <p:cNvPr id="57" name="直接连接符 56"/>
          <p:cNvCxnSpPr>
            <a:stCxn id="45" idx="2"/>
            <a:endCxn id="56" idx="0"/>
          </p:cNvCxnSpPr>
          <p:nvPr/>
        </p:nvCxnSpPr>
        <p:spPr bwMode="gray">
          <a:xfrm>
            <a:off x="9674882" y="4071704"/>
            <a:ext cx="1" cy="498546"/>
          </a:xfrm>
          <a:prstGeom prst="line">
            <a:avLst/>
          </a:prstGeom>
          <a:ln w="19050">
            <a:solidFill>
              <a:srgbClr val="56C4D2"/>
            </a:solidFill>
            <a:prstDash val="sysDot"/>
          </a:ln>
        </p:spPr>
        <p:style>
          <a:lnRef idx="1">
            <a:schemeClr val="accent1"/>
          </a:lnRef>
          <a:fillRef idx="0">
            <a:schemeClr val="accent1"/>
          </a:fillRef>
          <a:effectRef idx="0">
            <a:schemeClr val="accent1"/>
          </a:effectRef>
          <a:fontRef idx="minor">
            <a:schemeClr val="tx1"/>
          </a:fontRef>
        </p:style>
      </p:cxnSp>
      <p:sp>
        <p:nvSpPr>
          <p:cNvPr id="58" name="îş1iḍê">
            <a:extLst>
              <a:ext uri="{FF2B5EF4-FFF2-40B4-BE49-F238E27FC236}">
                <a16:creationId xmlns:a16="http://schemas.microsoft.com/office/drawing/2014/main" id="{F0B068A5-560A-4DB9-9ABC-E179FB4B53B1}"/>
              </a:ext>
            </a:extLst>
          </p:cNvPr>
          <p:cNvSpPr txBox="1"/>
          <p:nvPr/>
        </p:nvSpPr>
        <p:spPr bwMode="gray">
          <a:xfrm>
            <a:off x="9945799" y="4460104"/>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00000"/>
              </a:lnSpc>
              <a:spcBef>
                <a:spcPct val="0"/>
              </a:spcBef>
            </a:pPr>
            <a:r>
              <a:rPr lang="zh-CN" altLang="en-US" sz="1599" b="1" dirty="0">
                <a:solidFill>
                  <a:schemeClr val="bg1">
                    <a:lumMod val="50000"/>
                  </a:schemeClr>
                </a:solidFill>
              </a:rPr>
              <a:t>已完成</a:t>
            </a:r>
            <a:r>
              <a:rPr lang="en-US" altLang="zh-CN" sz="1599" b="1" dirty="0">
                <a:solidFill>
                  <a:schemeClr val="bg1">
                    <a:lumMod val="50000"/>
                  </a:schemeClr>
                </a:solidFill>
              </a:rPr>
              <a:t>75%</a:t>
            </a:r>
          </a:p>
        </p:txBody>
      </p:sp>
      <p:cxnSp>
        <p:nvCxnSpPr>
          <p:cNvPr id="59" name="直接箭头连接符 58"/>
          <p:cNvCxnSpPr/>
          <p:nvPr/>
        </p:nvCxnSpPr>
        <p:spPr bwMode="gray">
          <a:xfrm>
            <a:off x="8175475" y="5246406"/>
            <a:ext cx="1166621"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61" name="î$ľíḋè">
            <a:extLst>
              <a:ext uri="{FF2B5EF4-FFF2-40B4-BE49-F238E27FC236}">
                <a16:creationId xmlns:a16="http://schemas.microsoft.com/office/drawing/2014/main" id="{FF03A8AB-74FB-41EF-AA3B-A0797476D1E2}"/>
              </a:ext>
            </a:extLst>
          </p:cNvPr>
          <p:cNvSpPr/>
          <p:nvPr/>
        </p:nvSpPr>
        <p:spPr bwMode="gray">
          <a:xfrm>
            <a:off x="3847059" y="4847949"/>
            <a:ext cx="1584123" cy="296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4" tIns="45702" rIns="91404" bIns="45702"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lang="en-US" altLang="zh-CN" sz="1399" dirty="0"/>
              <a:t>0:00</a:t>
            </a:r>
          </a:p>
        </p:txBody>
      </p:sp>
      <p:sp>
        <p:nvSpPr>
          <p:cNvPr id="62" name="î$ľíḋè">
            <a:extLst>
              <a:ext uri="{FF2B5EF4-FFF2-40B4-BE49-F238E27FC236}">
                <a16:creationId xmlns:a16="http://schemas.microsoft.com/office/drawing/2014/main" id="{FF03A8AB-74FB-41EF-AA3B-A0797476D1E2}"/>
              </a:ext>
            </a:extLst>
          </p:cNvPr>
          <p:cNvSpPr/>
          <p:nvPr/>
        </p:nvSpPr>
        <p:spPr bwMode="gray">
          <a:xfrm>
            <a:off x="5525645" y="4847949"/>
            <a:ext cx="1584123" cy="296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4" tIns="45702" rIns="91404" bIns="45702"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lang="en-US" altLang="zh-CN" sz="1399" dirty="0"/>
              <a:t>1:30</a:t>
            </a:r>
          </a:p>
        </p:txBody>
      </p:sp>
      <p:sp>
        <p:nvSpPr>
          <p:cNvPr id="63" name="î$ľíḋè">
            <a:extLst>
              <a:ext uri="{FF2B5EF4-FFF2-40B4-BE49-F238E27FC236}">
                <a16:creationId xmlns:a16="http://schemas.microsoft.com/office/drawing/2014/main" id="{FF03A8AB-74FB-41EF-AA3B-A0797476D1E2}"/>
              </a:ext>
            </a:extLst>
          </p:cNvPr>
          <p:cNvSpPr/>
          <p:nvPr/>
        </p:nvSpPr>
        <p:spPr bwMode="gray">
          <a:xfrm>
            <a:off x="7208988" y="4847949"/>
            <a:ext cx="1584123" cy="296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4" tIns="45702" rIns="91404" bIns="45702"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lang="en-US" altLang="zh-CN" sz="1399"/>
              <a:t>2:00</a:t>
            </a:r>
            <a:endParaRPr lang="en-US" altLang="zh-CN" sz="1399" dirty="0"/>
          </a:p>
        </p:txBody>
      </p:sp>
      <p:sp>
        <p:nvSpPr>
          <p:cNvPr id="64" name="î$ľíḋè">
            <a:extLst>
              <a:ext uri="{FF2B5EF4-FFF2-40B4-BE49-F238E27FC236}">
                <a16:creationId xmlns:a16="http://schemas.microsoft.com/office/drawing/2014/main" id="{FF03A8AB-74FB-41EF-AA3B-A0797476D1E2}"/>
              </a:ext>
            </a:extLst>
          </p:cNvPr>
          <p:cNvSpPr/>
          <p:nvPr/>
        </p:nvSpPr>
        <p:spPr bwMode="gray">
          <a:xfrm>
            <a:off x="8904393" y="4847949"/>
            <a:ext cx="1584123" cy="296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4" tIns="45702" rIns="91404" bIns="45702"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lang="en-US" altLang="zh-CN" sz="1399" dirty="0"/>
              <a:t>3:00</a:t>
            </a:r>
          </a:p>
        </p:txBody>
      </p:sp>
      <p:sp>
        <p:nvSpPr>
          <p:cNvPr id="60" name="五边形 153"/>
          <p:cNvSpPr/>
          <p:nvPr/>
        </p:nvSpPr>
        <p:spPr bwMode="gray">
          <a:xfrm>
            <a:off x="8150785" y="113221"/>
            <a:ext cx="1259508"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准备阶段</a:t>
            </a:r>
          </a:p>
        </p:txBody>
      </p:sp>
      <p:sp>
        <p:nvSpPr>
          <p:cNvPr id="65" name="燕尾形 154"/>
          <p:cNvSpPr/>
          <p:nvPr/>
        </p:nvSpPr>
        <p:spPr bwMode="gray">
          <a:xfrm>
            <a:off x="9320182" y="113221"/>
            <a:ext cx="1259508"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实施阶段</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燕尾形 155"/>
          <p:cNvSpPr/>
          <p:nvPr/>
        </p:nvSpPr>
        <p:spPr bwMode="gray">
          <a:xfrm>
            <a:off x="10489579"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收尾阶段</a:t>
            </a:r>
          </a:p>
        </p:txBody>
      </p:sp>
    </p:spTree>
    <p:custDataLst>
      <p:tags r:id="rId1"/>
    </p:custDataLst>
    <p:extLst>
      <p:ext uri="{BB962C8B-B14F-4D97-AF65-F5344CB8AC3E}">
        <p14:creationId xmlns:p14="http://schemas.microsoft.com/office/powerpoint/2010/main" val="5123015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割接回退</a:t>
            </a:r>
          </a:p>
        </p:txBody>
      </p:sp>
      <p:sp>
        <p:nvSpPr>
          <p:cNvPr id="53" name="文本占位符 3"/>
          <p:cNvSpPr>
            <a:spLocks noGrp="1"/>
          </p:cNvSpPr>
          <p:nvPr>
            <p:ph type="body" sz="quarter" idx="10"/>
          </p:nvPr>
        </p:nvSpPr>
        <p:spPr bwMode="gray">
          <a:xfrm>
            <a:off x="2172929" y="1047750"/>
            <a:ext cx="9576158" cy="4879805"/>
          </a:xfrm>
        </p:spPr>
        <p:txBody>
          <a:bodyPr/>
          <a:lstStyle/>
          <a:p>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如果在指定的时间前未完成割接，需按照提前准备的回退方案一步步进行回退，将网络恢复。</a:t>
            </a:r>
            <a:endParaRPr lang="en-US" altLang="zh-CN" sz="1799"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具体回退范围可根据实际情况，与客户协商部分回退或全部倒回退。</a:t>
            </a:r>
            <a:endParaRPr lang="zh-CN" altLang="en-US" sz="15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ïšļïďe">
            <a:extLst>
              <a:ext uri="{FF2B5EF4-FFF2-40B4-BE49-F238E27FC236}">
                <a16:creationId xmlns:a16="http://schemas.microsoft.com/office/drawing/2014/main" id="{FB41FAD4-0BA5-4580-B72E-A6BFF22F8784}"/>
              </a:ext>
            </a:extLst>
          </p:cNvPr>
          <p:cNvSpPr txBox="1"/>
          <p:nvPr/>
        </p:nvSpPr>
        <p:spPr bwMode="gray">
          <a:xfrm>
            <a:off x="836816" y="1587787"/>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pPr algn="l"/>
            <a:r>
              <a:rPr lang="zh-CN" altLang="en-US" sz="1399" dirty="0"/>
              <a:t>割接前快照</a:t>
            </a:r>
            <a:endParaRPr lang="en-US" altLang="zh-CN" sz="1399" dirty="0"/>
          </a:p>
        </p:txBody>
      </p:sp>
      <p:sp>
        <p:nvSpPr>
          <p:cNvPr id="113" name="ïṧļíḍê">
            <a:extLst>
              <a:ext uri="{FF2B5EF4-FFF2-40B4-BE49-F238E27FC236}">
                <a16:creationId xmlns:a16="http://schemas.microsoft.com/office/drawing/2014/main" id="{D1BCCD92-D45A-41F7-960F-30FC35568CBF}"/>
              </a:ext>
            </a:extLst>
          </p:cNvPr>
          <p:cNvSpPr txBox="1"/>
          <p:nvPr/>
        </p:nvSpPr>
        <p:spPr bwMode="gray">
          <a:xfrm>
            <a:off x="836816" y="2542318"/>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1399" dirty="0">
                <a:solidFill>
                  <a:schemeClr val="bg1">
                    <a:lumMod val="65000"/>
                  </a:schemeClr>
                </a:solidFill>
              </a:rPr>
              <a:t>割接执行</a:t>
            </a:r>
            <a:endParaRPr lang="en-US" altLang="zh-CN" sz="1399" dirty="0">
              <a:solidFill>
                <a:schemeClr val="bg1">
                  <a:lumMod val="65000"/>
                </a:schemeClr>
              </a:solidFill>
            </a:endParaRPr>
          </a:p>
        </p:txBody>
      </p:sp>
      <p:sp>
        <p:nvSpPr>
          <p:cNvPr id="114" name="îş1iḍê">
            <a:extLst>
              <a:ext uri="{FF2B5EF4-FFF2-40B4-BE49-F238E27FC236}">
                <a16:creationId xmlns:a16="http://schemas.microsoft.com/office/drawing/2014/main" id="{F0B068A5-560A-4DB9-9ABC-E179FB4B53B1}"/>
              </a:ext>
            </a:extLst>
          </p:cNvPr>
          <p:cNvSpPr txBox="1"/>
          <p:nvPr/>
        </p:nvSpPr>
        <p:spPr bwMode="gray">
          <a:xfrm>
            <a:off x="836816" y="3496849"/>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00000"/>
              </a:lnSpc>
              <a:spcBef>
                <a:spcPct val="0"/>
              </a:spcBef>
            </a:pPr>
            <a:r>
              <a:rPr lang="zh-CN" altLang="en-US" sz="1399" b="1" dirty="0"/>
              <a:t>割接回退</a:t>
            </a:r>
            <a:endParaRPr lang="en-US" altLang="zh-CN" sz="1399" b="1" dirty="0"/>
          </a:p>
        </p:txBody>
      </p:sp>
      <p:sp>
        <p:nvSpPr>
          <p:cNvPr id="115" name="íşḻïďe">
            <a:extLst>
              <a:ext uri="{FF2B5EF4-FFF2-40B4-BE49-F238E27FC236}">
                <a16:creationId xmlns:a16="http://schemas.microsoft.com/office/drawing/2014/main" id="{05246D82-A4F5-42F2-854D-C3D348D160CE}"/>
              </a:ext>
            </a:extLst>
          </p:cNvPr>
          <p:cNvSpPr txBox="1"/>
          <p:nvPr/>
        </p:nvSpPr>
        <p:spPr bwMode="gray">
          <a:xfrm>
            <a:off x="836816" y="4451380"/>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1399" dirty="0">
                <a:solidFill>
                  <a:schemeClr val="bg1">
                    <a:lumMod val="65000"/>
                  </a:schemeClr>
                </a:solidFill>
              </a:rPr>
              <a:t>割接测试、检查</a:t>
            </a:r>
            <a:endParaRPr lang="en-US" altLang="zh-CN" sz="1399" dirty="0">
              <a:solidFill>
                <a:schemeClr val="bg1">
                  <a:lumMod val="65000"/>
                </a:schemeClr>
              </a:solidFill>
            </a:endParaRPr>
          </a:p>
        </p:txBody>
      </p:sp>
      <p:cxnSp>
        <p:nvCxnSpPr>
          <p:cNvPr id="117" name="直接连接符 116">
            <a:extLst>
              <a:ext uri="{FF2B5EF4-FFF2-40B4-BE49-F238E27FC236}">
                <a16:creationId xmlns:a16="http://schemas.microsoft.com/office/drawing/2014/main" id="{4AA622A8-8183-4782-A4A5-6DF01B92BB53}"/>
              </a:ext>
            </a:extLst>
          </p:cNvPr>
          <p:cNvCxnSpPr/>
          <p:nvPr/>
        </p:nvCxnSpPr>
        <p:spPr bwMode="gray">
          <a:xfrm>
            <a:off x="665266" y="1470290"/>
            <a:ext cx="0" cy="4689414"/>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34" name="íṡ1íḋê">
            <a:extLst>
              <a:ext uri="{FF2B5EF4-FFF2-40B4-BE49-F238E27FC236}">
                <a16:creationId xmlns:a16="http://schemas.microsoft.com/office/drawing/2014/main" id="{87A1502E-FF5A-402F-AE9A-604F51135206}"/>
              </a:ext>
            </a:extLst>
          </p:cNvPr>
          <p:cNvSpPr/>
          <p:nvPr/>
        </p:nvSpPr>
        <p:spPr bwMode="gray">
          <a:xfrm rot="10800000" flipV="1">
            <a:off x="485337" y="4492267"/>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43" name="iṡ1ïdé">
            <a:extLst>
              <a:ext uri="{FF2B5EF4-FFF2-40B4-BE49-F238E27FC236}">
                <a16:creationId xmlns:a16="http://schemas.microsoft.com/office/drawing/2014/main" id="{3FC487D0-A815-4107-8A36-7C156E98B5FA}"/>
              </a:ext>
            </a:extLst>
          </p:cNvPr>
          <p:cNvSpPr/>
          <p:nvPr/>
        </p:nvSpPr>
        <p:spPr bwMode="gray">
          <a:xfrm rot="10800000" flipV="1">
            <a:off x="485337" y="1626739"/>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26" name="iṩ1îdè">
            <a:extLst>
              <a:ext uri="{FF2B5EF4-FFF2-40B4-BE49-F238E27FC236}">
                <a16:creationId xmlns:a16="http://schemas.microsoft.com/office/drawing/2014/main" id="{7F2033B8-3D85-4EBC-B06A-35DC8DC5989D}"/>
              </a:ext>
            </a:extLst>
          </p:cNvPr>
          <p:cNvSpPr/>
          <p:nvPr/>
        </p:nvSpPr>
        <p:spPr bwMode="gray">
          <a:xfrm rot="10800000" flipV="1">
            <a:off x="485337" y="2581916"/>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31" name="íŝlíďé">
            <a:extLst>
              <a:ext uri="{FF2B5EF4-FFF2-40B4-BE49-F238E27FC236}">
                <a16:creationId xmlns:a16="http://schemas.microsoft.com/office/drawing/2014/main" id="{E7C05249-EC6B-4A31-B592-1B7DA1FC1C4D}"/>
              </a:ext>
            </a:extLst>
          </p:cNvPr>
          <p:cNvSpPr/>
          <p:nvPr/>
        </p:nvSpPr>
        <p:spPr bwMode="gray">
          <a:xfrm rot="10800000" flipV="1">
            <a:off x="485337" y="3537093"/>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rgbClr val="56C4D2"/>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799"/>
          </a:p>
        </p:txBody>
      </p:sp>
      <p:sp>
        <p:nvSpPr>
          <p:cNvPr id="47" name="backup_115800"/>
          <p:cNvSpPr>
            <a:spLocks/>
          </p:cNvSpPr>
          <p:nvPr/>
        </p:nvSpPr>
        <p:spPr bwMode="gray">
          <a:xfrm>
            <a:off x="572829" y="1722235"/>
            <a:ext cx="184875" cy="168866"/>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 name="connsiteX44" fmla="*/ 325000 h 606722"/>
              <a:gd name="connsiteY44" fmla="*/ 325000 h 606722"/>
              <a:gd name="connsiteX45" fmla="*/ 325000 h 606722"/>
              <a:gd name="connsiteY45" fmla="*/ 325000 h 606722"/>
              <a:gd name="connsiteX46" fmla="*/ 325000 h 606722"/>
              <a:gd name="connsiteY46" fmla="*/ 325000 h 606722"/>
              <a:gd name="connsiteX47" fmla="*/ 325000 h 606722"/>
              <a:gd name="connsiteY47" fmla="*/ 325000 h 606722"/>
              <a:gd name="connsiteX48" fmla="*/ 325000 h 606722"/>
              <a:gd name="connsiteY48" fmla="*/ 325000 h 606722"/>
              <a:gd name="connsiteX49" fmla="*/ 325000 h 606722"/>
              <a:gd name="connsiteY49" fmla="*/ 325000 h 606722"/>
              <a:gd name="connsiteX50" fmla="*/ 325000 h 606722"/>
              <a:gd name="connsiteY50" fmla="*/ 325000 h 606722"/>
              <a:gd name="connsiteX51" fmla="*/ 325000 h 606722"/>
              <a:gd name="connsiteY51" fmla="*/ 325000 h 606722"/>
              <a:gd name="connsiteX52" fmla="*/ 325000 h 606722"/>
              <a:gd name="connsiteY52" fmla="*/ 325000 h 606722"/>
              <a:gd name="connsiteX53" fmla="*/ 325000 h 606722"/>
              <a:gd name="connsiteY53" fmla="*/ 325000 h 606722"/>
              <a:gd name="connsiteX54" fmla="*/ 325000 h 606722"/>
              <a:gd name="connsiteY54" fmla="*/ 325000 h 606722"/>
              <a:gd name="connsiteX55" fmla="*/ 325000 h 606722"/>
              <a:gd name="connsiteY55" fmla="*/ 325000 h 606722"/>
              <a:gd name="connsiteX56" fmla="*/ 325000 h 606722"/>
              <a:gd name="connsiteY56" fmla="*/ 325000 h 606722"/>
              <a:gd name="connsiteX57" fmla="*/ 325000 h 606722"/>
              <a:gd name="connsiteY57" fmla="*/ 325000 h 606722"/>
              <a:gd name="connsiteX58" fmla="*/ 325000 h 606722"/>
              <a:gd name="connsiteY58" fmla="*/ 325000 h 606722"/>
              <a:gd name="connsiteX59" fmla="*/ 325000 h 606722"/>
              <a:gd name="connsiteY59" fmla="*/ 325000 h 606722"/>
              <a:gd name="connsiteX60" fmla="*/ 325000 h 606722"/>
              <a:gd name="connsiteY60" fmla="*/ 325000 h 606722"/>
              <a:gd name="connsiteX61" fmla="*/ 325000 h 606722"/>
              <a:gd name="connsiteY61" fmla="*/ 325000 h 606722"/>
              <a:gd name="connsiteX62" fmla="*/ 325000 h 606722"/>
              <a:gd name="connsiteY62" fmla="*/ 325000 h 606722"/>
              <a:gd name="connsiteX63" fmla="*/ 325000 h 606722"/>
              <a:gd name="connsiteY63" fmla="*/ 325000 h 606722"/>
              <a:gd name="connsiteX64" fmla="*/ 325000 h 606722"/>
              <a:gd name="connsiteY64" fmla="*/ 325000 h 606722"/>
              <a:gd name="connsiteX65" fmla="*/ 325000 h 606722"/>
              <a:gd name="connsiteY65" fmla="*/ 325000 h 606722"/>
              <a:gd name="connsiteX66" fmla="*/ 325000 h 606722"/>
              <a:gd name="connsiteY66" fmla="*/ 325000 h 606722"/>
              <a:gd name="connsiteX67" fmla="*/ 325000 h 606722"/>
              <a:gd name="connsiteY67" fmla="*/ 325000 h 606722"/>
              <a:gd name="connsiteX68" fmla="*/ 325000 h 606722"/>
              <a:gd name="connsiteY68" fmla="*/ 325000 h 606722"/>
              <a:gd name="connsiteX69" fmla="*/ 325000 h 606722"/>
              <a:gd name="connsiteY69" fmla="*/ 325000 h 606722"/>
              <a:gd name="connsiteX70" fmla="*/ 325000 h 606722"/>
              <a:gd name="connsiteY70" fmla="*/ 325000 h 606722"/>
              <a:gd name="connsiteX71" fmla="*/ 325000 h 606722"/>
              <a:gd name="connsiteY71" fmla="*/ 325000 h 606722"/>
              <a:gd name="connsiteX72" fmla="*/ 325000 h 606722"/>
              <a:gd name="connsiteY72" fmla="*/ 325000 h 606722"/>
              <a:gd name="connsiteX73" fmla="*/ 325000 h 606722"/>
              <a:gd name="connsiteY73" fmla="*/ 325000 h 606722"/>
              <a:gd name="connsiteX74" fmla="*/ 325000 h 606722"/>
              <a:gd name="connsiteY74" fmla="*/ 325000 h 606722"/>
              <a:gd name="connsiteX75" fmla="*/ 325000 h 606722"/>
              <a:gd name="connsiteY75" fmla="*/ 325000 h 606722"/>
              <a:gd name="connsiteX76" fmla="*/ 325000 h 606722"/>
              <a:gd name="connsiteY76" fmla="*/ 325000 h 606722"/>
              <a:gd name="connsiteX77" fmla="*/ 325000 h 606722"/>
              <a:gd name="connsiteY77" fmla="*/ 325000 h 606722"/>
              <a:gd name="connsiteX78" fmla="*/ 325000 h 606722"/>
              <a:gd name="connsiteY78" fmla="*/ 325000 h 606722"/>
              <a:gd name="connsiteX79" fmla="*/ 325000 h 606722"/>
              <a:gd name="connsiteY79" fmla="*/ 325000 h 606722"/>
              <a:gd name="connsiteX80" fmla="*/ 325000 h 606722"/>
              <a:gd name="connsiteY80" fmla="*/ 325000 h 606722"/>
              <a:gd name="connsiteX81" fmla="*/ 325000 h 606722"/>
              <a:gd name="connsiteY81" fmla="*/ 325000 h 606722"/>
              <a:gd name="connsiteX82" fmla="*/ 325000 h 606722"/>
              <a:gd name="connsiteY82" fmla="*/ 325000 h 606722"/>
              <a:gd name="connsiteX83" fmla="*/ 325000 h 606722"/>
              <a:gd name="connsiteY83" fmla="*/ 325000 h 606722"/>
              <a:gd name="connsiteX84" fmla="*/ 325000 h 606722"/>
              <a:gd name="connsiteY84" fmla="*/ 325000 h 606722"/>
              <a:gd name="connsiteX85" fmla="*/ 325000 h 606722"/>
              <a:gd name="connsiteY85" fmla="*/ 325000 h 606722"/>
              <a:gd name="connsiteX86" fmla="*/ 325000 h 606722"/>
              <a:gd name="connsiteY86" fmla="*/ 325000 h 606722"/>
              <a:gd name="connsiteX87" fmla="*/ 325000 h 606722"/>
              <a:gd name="connsiteY87" fmla="*/ 325000 h 606722"/>
              <a:gd name="connsiteX88" fmla="*/ 325000 h 606722"/>
              <a:gd name="connsiteY88" fmla="*/ 325000 h 606722"/>
              <a:gd name="connsiteX89" fmla="*/ 325000 h 606722"/>
              <a:gd name="connsiteY89" fmla="*/ 325000 h 606722"/>
              <a:gd name="connsiteX90" fmla="*/ 325000 h 606722"/>
              <a:gd name="connsiteY90" fmla="*/ 325000 h 606722"/>
              <a:gd name="connsiteX91" fmla="*/ 325000 h 606722"/>
              <a:gd name="connsiteY91"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466931" h="607216">
                <a:moveTo>
                  <a:pt x="146525" y="485632"/>
                </a:moveTo>
                <a:cubicBezTo>
                  <a:pt x="151958" y="485632"/>
                  <a:pt x="156226" y="489992"/>
                  <a:pt x="156226" y="495320"/>
                </a:cubicBezTo>
                <a:lnTo>
                  <a:pt x="156226" y="551413"/>
                </a:lnTo>
                <a:lnTo>
                  <a:pt x="233452" y="586871"/>
                </a:lnTo>
                <a:lnTo>
                  <a:pt x="310678" y="551413"/>
                </a:lnTo>
                <a:lnTo>
                  <a:pt x="310678" y="495320"/>
                </a:lnTo>
                <a:cubicBezTo>
                  <a:pt x="310678" y="489992"/>
                  <a:pt x="315044" y="485632"/>
                  <a:pt x="320380" y="485632"/>
                </a:cubicBezTo>
                <a:cubicBezTo>
                  <a:pt x="325715" y="485632"/>
                  <a:pt x="330081" y="489992"/>
                  <a:pt x="330081" y="495320"/>
                </a:cubicBezTo>
                <a:lnTo>
                  <a:pt x="330081" y="542500"/>
                </a:lnTo>
                <a:lnTo>
                  <a:pt x="347641" y="534459"/>
                </a:lnTo>
                <a:cubicBezTo>
                  <a:pt x="352492" y="532231"/>
                  <a:pt x="358313" y="534362"/>
                  <a:pt x="360545" y="539206"/>
                </a:cubicBezTo>
                <a:cubicBezTo>
                  <a:pt x="362776" y="544050"/>
                  <a:pt x="360642" y="549766"/>
                  <a:pt x="355791" y="552091"/>
                </a:cubicBezTo>
                <a:lnTo>
                  <a:pt x="237527" y="606344"/>
                </a:lnTo>
                <a:cubicBezTo>
                  <a:pt x="236266" y="606925"/>
                  <a:pt x="234907" y="607216"/>
                  <a:pt x="233452" y="607216"/>
                </a:cubicBezTo>
                <a:cubicBezTo>
                  <a:pt x="232094" y="607216"/>
                  <a:pt x="230736" y="606925"/>
                  <a:pt x="229474" y="606344"/>
                </a:cubicBezTo>
                <a:lnTo>
                  <a:pt x="111210" y="552091"/>
                </a:lnTo>
                <a:cubicBezTo>
                  <a:pt x="106359" y="549766"/>
                  <a:pt x="104225" y="544050"/>
                  <a:pt x="106456" y="539206"/>
                </a:cubicBezTo>
                <a:cubicBezTo>
                  <a:pt x="108688" y="534362"/>
                  <a:pt x="114412" y="532231"/>
                  <a:pt x="119360" y="534459"/>
                </a:cubicBezTo>
                <a:lnTo>
                  <a:pt x="136823" y="542500"/>
                </a:lnTo>
                <a:lnTo>
                  <a:pt x="136823" y="495320"/>
                </a:lnTo>
                <a:cubicBezTo>
                  <a:pt x="136823" y="489992"/>
                  <a:pt x="141189" y="485632"/>
                  <a:pt x="146525" y="485632"/>
                </a:cubicBezTo>
                <a:close/>
                <a:moveTo>
                  <a:pt x="108637" y="369340"/>
                </a:moveTo>
                <a:lnTo>
                  <a:pt x="358224" y="369340"/>
                </a:lnTo>
                <a:cubicBezTo>
                  <a:pt x="363561" y="369340"/>
                  <a:pt x="367928" y="373706"/>
                  <a:pt x="367928" y="379043"/>
                </a:cubicBezTo>
                <a:cubicBezTo>
                  <a:pt x="367928" y="384380"/>
                  <a:pt x="363561" y="388746"/>
                  <a:pt x="358224" y="388746"/>
                </a:cubicBezTo>
                <a:lnTo>
                  <a:pt x="108637" y="388746"/>
                </a:lnTo>
                <a:cubicBezTo>
                  <a:pt x="103300" y="388746"/>
                  <a:pt x="98933" y="384380"/>
                  <a:pt x="98933" y="379043"/>
                </a:cubicBezTo>
                <a:cubicBezTo>
                  <a:pt x="98933" y="373706"/>
                  <a:pt x="103300" y="369340"/>
                  <a:pt x="108637" y="369340"/>
                </a:cubicBezTo>
                <a:close/>
                <a:moveTo>
                  <a:pt x="108637" y="330599"/>
                </a:moveTo>
                <a:lnTo>
                  <a:pt x="358224" y="330599"/>
                </a:lnTo>
                <a:cubicBezTo>
                  <a:pt x="363561" y="330599"/>
                  <a:pt x="367928" y="334965"/>
                  <a:pt x="367928" y="340302"/>
                </a:cubicBezTo>
                <a:cubicBezTo>
                  <a:pt x="367928" y="345639"/>
                  <a:pt x="363561" y="350005"/>
                  <a:pt x="358224" y="350005"/>
                </a:cubicBezTo>
                <a:lnTo>
                  <a:pt x="108637" y="350005"/>
                </a:lnTo>
                <a:cubicBezTo>
                  <a:pt x="103300" y="350005"/>
                  <a:pt x="98933" y="345639"/>
                  <a:pt x="98933" y="340302"/>
                </a:cubicBezTo>
                <a:cubicBezTo>
                  <a:pt x="98933" y="334965"/>
                  <a:pt x="103300" y="330599"/>
                  <a:pt x="108637" y="330599"/>
                </a:cubicBezTo>
                <a:close/>
                <a:moveTo>
                  <a:pt x="147448" y="254600"/>
                </a:moveTo>
                <a:lnTo>
                  <a:pt x="397035" y="254600"/>
                </a:lnTo>
                <a:cubicBezTo>
                  <a:pt x="402372" y="254600"/>
                  <a:pt x="406739" y="258864"/>
                  <a:pt x="406739" y="264291"/>
                </a:cubicBezTo>
                <a:lnTo>
                  <a:pt x="406739" y="417794"/>
                </a:lnTo>
                <a:cubicBezTo>
                  <a:pt x="406739" y="423124"/>
                  <a:pt x="402372" y="427485"/>
                  <a:pt x="397035" y="427485"/>
                </a:cubicBezTo>
                <a:cubicBezTo>
                  <a:pt x="391698" y="427485"/>
                  <a:pt x="387331" y="423124"/>
                  <a:pt x="387331" y="417794"/>
                </a:cubicBezTo>
                <a:lnTo>
                  <a:pt x="387331" y="273982"/>
                </a:lnTo>
                <a:lnTo>
                  <a:pt x="147448" y="273982"/>
                </a:lnTo>
                <a:cubicBezTo>
                  <a:pt x="142111" y="273982"/>
                  <a:pt x="137744" y="269621"/>
                  <a:pt x="137744" y="264291"/>
                </a:cubicBezTo>
                <a:cubicBezTo>
                  <a:pt x="137744" y="258864"/>
                  <a:pt x="142111" y="254600"/>
                  <a:pt x="147448" y="254600"/>
                </a:cubicBezTo>
                <a:close/>
                <a:moveTo>
                  <a:pt x="69825" y="254600"/>
                </a:moveTo>
                <a:lnTo>
                  <a:pt x="108635" y="254600"/>
                </a:lnTo>
                <a:cubicBezTo>
                  <a:pt x="114069" y="254600"/>
                  <a:pt x="118338" y="258864"/>
                  <a:pt x="118338" y="264291"/>
                </a:cubicBezTo>
                <a:cubicBezTo>
                  <a:pt x="118338" y="269621"/>
                  <a:pt x="114069" y="273982"/>
                  <a:pt x="108635" y="273982"/>
                </a:cubicBezTo>
                <a:lnTo>
                  <a:pt x="79527" y="273982"/>
                </a:lnTo>
                <a:lnTo>
                  <a:pt x="79527" y="417794"/>
                </a:lnTo>
                <a:cubicBezTo>
                  <a:pt x="79527" y="423124"/>
                  <a:pt x="75258" y="427485"/>
                  <a:pt x="69825" y="427485"/>
                </a:cubicBezTo>
                <a:cubicBezTo>
                  <a:pt x="64488" y="427485"/>
                  <a:pt x="60122" y="423124"/>
                  <a:pt x="60122" y="417794"/>
                </a:cubicBezTo>
                <a:lnTo>
                  <a:pt x="60122" y="264291"/>
                </a:lnTo>
                <a:cubicBezTo>
                  <a:pt x="60122" y="258864"/>
                  <a:pt x="64488" y="254600"/>
                  <a:pt x="69825" y="254600"/>
                </a:cubicBezTo>
                <a:close/>
                <a:moveTo>
                  <a:pt x="130900" y="19378"/>
                </a:moveTo>
                <a:lnTo>
                  <a:pt x="130900" y="183700"/>
                </a:lnTo>
                <a:lnTo>
                  <a:pt x="336128" y="183700"/>
                </a:lnTo>
                <a:lnTo>
                  <a:pt x="336128" y="19378"/>
                </a:lnTo>
                <a:lnTo>
                  <a:pt x="243169" y="19378"/>
                </a:lnTo>
                <a:lnTo>
                  <a:pt x="243169" y="143976"/>
                </a:lnTo>
                <a:lnTo>
                  <a:pt x="297314" y="143976"/>
                </a:lnTo>
                <a:lnTo>
                  <a:pt x="297314" y="48444"/>
                </a:lnTo>
                <a:cubicBezTo>
                  <a:pt x="297314" y="43115"/>
                  <a:pt x="301681" y="38755"/>
                  <a:pt x="307018" y="38755"/>
                </a:cubicBezTo>
                <a:cubicBezTo>
                  <a:pt x="312355" y="38755"/>
                  <a:pt x="316721" y="43115"/>
                  <a:pt x="316721" y="48444"/>
                </a:cubicBezTo>
                <a:lnTo>
                  <a:pt x="316721" y="153665"/>
                </a:lnTo>
                <a:cubicBezTo>
                  <a:pt x="316721" y="158994"/>
                  <a:pt x="312355" y="163353"/>
                  <a:pt x="307018" y="163353"/>
                </a:cubicBezTo>
                <a:lnTo>
                  <a:pt x="233466" y="163353"/>
                </a:lnTo>
                <a:cubicBezTo>
                  <a:pt x="228129" y="163353"/>
                  <a:pt x="223762" y="158994"/>
                  <a:pt x="223762" y="153665"/>
                </a:cubicBezTo>
                <a:lnTo>
                  <a:pt x="223762" y="19378"/>
                </a:lnTo>
                <a:close/>
                <a:moveTo>
                  <a:pt x="19407" y="19378"/>
                </a:moveTo>
                <a:lnTo>
                  <a:pt x="19407" y="446848"/>
                </a:lnTo>
                <a:lnTo>
                  <a:pt x="447524" y="446848"/>
                </a:lnTo>
                <a:lnTo>
                  <a:pt x="447524" y="73247"/>
                </a:lnTo>
                <a:lnTo>
                  <a:pt x="393573" y="19378"/>
                </a:lnTo>
                <a:lnTo>
                  <a:pt x="355535" y="19378"/>
                </a:lnTo>
                <a:lnTo>
                  <a:pt x="355535" y="193389"/>
                </a:lnTo>
                <a:cubicBezTo>
                  <a:pt x="355535" y="198718"/>
                  <a:pt x="351169" y="203078"/>
                  <a:pt x="345832" y="203078"/>
                </a:cubicBezTo>
                <a:lnTo>
                  <a:pt x="121196" y="203078"/>
                </a:lnTo>
                <a:cubicBezTo>
                  <a:pt x="115762" y="203078"/>
                  <a:pt x="111493" y="198718"/>
                  <a:pt x="111493" y="193389"/>
                </a:cubicBezTo>
                <a:lnTo>
                  <a:pt x="111493" y="19378"/>
                </a:lnTo>
                <a:close/>
                <a:moveTo>
                  <a:pt x="9703" y="0"/>
                </a:moveTo>
                <a:lnTo>
                  <a:pt x="397551" y="0"/>
                </a:lnTo>
                <a:cubicBezTo>
                  <a:pt x="400171" y="0"/>
                  <a:pt x="402597" y="1066"/>
                  <a:pt x="404441" y="2810"/>
                </a:cubicBezTo>
                <a:lnTo>
                  <a:pt x="464117" y="62396"/>
                </a:lnTo>
                <a:cubicBezTo>
                  <a:pt x="465961" y="64237"/>
                  <a:pt x="466931" y="66659"/>
                  <a:pt x="466931" y="69275"/>
                </a:cubicBezTo>
                <a:lnTo>
                  <a:pt x="466931" y="456537"/>
                </a:lnTo>
                <a:cubicBezTo>
                  <a:pt x="466931" y="461866"/>
                  <a:pt x="462662" y="466226"/>
                  <a:pt x="457228" y="466226"/>
                </a:cubicBezTo>
                <a:lnTo>
                  <a:pt x="9703" y="466226"/>
                </a:lnTo>
                <a:cubicBezTo>
                  <a:pt x="4366" y="466226"/>
                  <a:pt x="0" y="461866"/>
                  <a:pt x="0" y="456537"/>
                </a:cubicBezTo>
                <a:lnTo>
                  <a:pt x="0" y="9689"/>
                </a:lnTo>
                <a:cubicBezTo>
                  <a:pt x="0" y="4360"/>
                  <a:pt x="4366" y="0"/>
                  <a:pt x="9703" y="0"/>
                </a:cubicBezTo>
                <a:close/>
              </a:path>
            </a:pathLst>
          </a:custGeom>
          <a:solidFill>
            <a:schemeClr val="bg1"/>
          </a:solidFill>
          <a:ln>
            <a:solidFill>
              <a:schemeClr val="bg1"/>
            </a:solidFill>
          </a:ln>
        </p:spPr>
      </p:sp>
      <p:sp>
        <p:nvSpPr>
          <p:cNvPr id="48" name="iconfont-10123-4910640"/>
          <p:cNvSpPr>
            <a:spLocks/>
          </p:cNvSpPr>
          <p:nvPr/>
        </p:nvSpPr>
        <p:spPr bwMode="gray">
          <a:xfrm>
            <a:off x="585551" y="2672903"/>
            <a:ext cx="202967" cy="202673"/>
          </a:xfrm>
          <a:custGeom>
            <a:avLst/>
            <a:gdLst>
              <a:gd name="T0" fmla="*/ 6400 w 8106"/>
              <a:gd name="T1" fmla="*/ 3876 h 8534"/>
              <a:gd name="T2" fmla="*/ 5973 w 8106"/>
              <a:gd name="T3" fmla="*/ 3840 h 8534"/>
              <a:gd name="T4" fmla="*/ 5973 w 8106"/>
              <a:gd name="T5" fmla="*/ 640 h 8534"/>
              <a:gd name="T6" fmla="*/ 5760 w 8106"/>
              <a:gd name="T7" fmla="*/ 427 h 8534"/>
              <a:gd name="T8" fmla="*/ 640 w 8106"/>
              <a:gd name="T9" fmla="*/ 427 h 8534"/>
              <a:gd name="T10" fmla="*/ 426 w 8106"/>
              <a:gd name="T11" fmla="*/ 640 h 8534"/>
              <a:gd name="T12" fmla="*/ 426 w 8106"/>
              <a:gd name="T13" fmla="*/ 7040 h 8534"/>
              <a:gd name="T14" fmla="*/ 640 w 8106"/>
              <a:gd name="T15" fmla="*/ 7254 h 8534"/>
              <a:gd name="T16" fmla="*/ 3559 w 8106"/>
              <a:gd name="T17" fmla="*/ 7254 h 8534"/>
              <a:gd name="T18" fmla="*/ 3755 w 8106"/>
              <a:gd name="T19" fmla="*/ 7680 h 8534"/>
              <a:gd name="T20" fmla="*/ 426 w 8106"/>
              <a:gd name="T21" fmla="*/ 7680 h 8534"/>
              <a:gd name="T22" fmla="*/ 0 w 8106"/>
              <a:gd name="T23" fmla="*/ 7254 h 8534"/>
              <a:gd name="T24" fmla="*/ 0 w 8106"/>
              <a:gd name="T25" fmla="*/ 427 h 8534"/>
              <a:gd name="T26" fmla="*/ 426 w 8106"/>
              <a:gd name="T27" fmla="*/ 0 h 8534"/>
              <a:gd name="T28" fmla="*/ 5973 w 8106"/>
              <a:gd name="T29" fmla="*/ 0 h 8534"/>
              <a:gd name="T30" fmla="*/ 6400 w 8106"/>
              <a:gd name="T31" fmla="*/ 427 h 8534"/>
              <a:gd name="T32" fmla="*/ 6400 w 8106"/>
              <a:gd name="T33" fmla="*/ 3876 h 8534"/>
              <a:gd name="T34" fmla="*/ 1493 w 8106"/>
              <a:gd name="T35" fmla="*/ 1707 h 8534"/>
              <a:gd name="T36" fmla="*/ 4906 w 8106"/>
              <a:gd name="T37" fmla="*/ 1707 h 8534"/>
              <a:gd name="T38" fmla="*/ 5120 w 8106"/>
              <a:gd name="T39" fmla="*/ 1920 h 8534"/>
              <a:gd name="T40" fmla="*/ 4906 w 8106"/>
              <a:gd name="T41" fmla="*/ 2134 h 8534"/>
              <a:gd name="T42" fmla="*/ 1493 w 8106"/>
              <a:gd name="T43" fmla="*/ 2134 h 8534"/>
              <a:gd name="T44" fmla="*/ 1280 w 8106"/>
              <a:gd name="T45" fmla="*/ 1920 h 8534"/>
              <a:gd name="T46" fmla="*/ 1493 w 8106"/>
              <a:gd name="T47" fmla="*/ 1707 h 8534"/>
              <a:gd name="T48" fmla="*/ 1493 w 8106"/>
              <a:gd name="T49" fmla="*/ 2987 h 8534"/>
              <a:gd name="T50" fmla="*/ 4906 w 8106"/>
              <a:gd name="T51" fmla="*/ 2987 h 8534"/>
              <a:gd name="T52" fmla="*/ 5120 w 8106"/>
              <a:gd name="T53" fmla="*/ 3200 h 8534"/>
              <a:gd name="T54" fmla="*/ 4906 w 8106"/>
              <a:gd name="T55" fmla="*/ 3414 h 8534"/>
              <a:gd name="T56" fmla="*/ 1493 w 8106"/>
              <a:gd name="T57" fmla="*/ 3414 h 8534"/>
              <a:gd name="T58" fmla="*/ 1280 w 8106"/>
              <a:gd name="T59" fmla="*/ 3200 h 8534"/>
              <a:gd name="T60" fmla="*/ 1493 w 8106"/>
              <a:gd name="T61" fmla="*/ 2987 h 8534"/>
              <a:gd name="T62" fmla="*/ 1493 w 8106"/>
              <a:gd name="T63" fmla="*/ 4480 h 8534"/>
              <a:gd name="T64" fmla="*/ 3413 w 8106"/>
              <a:gd name="T65" fmla="*/ 4480 h 8534"/>
              <a:gd name="T66" fmla="*/ 3626 w 8106"/>
              <a:gd name="T67" fmla="*/ 4694 h 8534"/>
              <a:gd name="T68" fmla="*/ 3413 w 8106"/>
              <a:gd name="T69" fmla="*/ 4907 h 8534"/>
              <a:gd name="T70" fmla="*/ 1493 w 8106"/>
              <a:gd name="T71" fmla="*/ 4907 h 8534"/>
              <a:gd name="T72" fmla="*/ 1280 w 8106"/>
              <a:gd name="T73" fmla="*/ 4694 h 8534"/>
              <a:gd name="T74" fmla="*/ 1493 w 8106"/>
              <a:gd name="T75" fmla="*/ 4480 h 8534"/>
              <a:gd name="T76" fmla="*/ 1493 w 8106"/>
              <a:gd name="T77" fmla="*/ 5547 h 8534"/>
              <a:gd name="T78" fmla="*/ 2773 w 8106"/>
              <a:gd name="T79" fmla="*/ 5547 h 8534"/>
              <a:gd name="T80" fmla="*/ 2986 w 8106"/>
              <a:gd name="T81" fmla="*/ 5760 h 8534"/>
              <a:gd name="T82" fmla="*/ 2773 w 8106"/>
              <a:gd name="T83" fmla="*/ 5974 h 8534"/>
              <a:gd name="T84" fmla="*/ 1493 w 8106"/>
              <a:gd name="T85" fmla="*/ 5974 h 8534"/>
              <a:gd name="T86" fmla="*/ 1280 w 8106"/>
              <a:gd name="T87" fmla="*/ 5760 h 8534"/>
              <a:gd name="T88" fmla="*/ 1493 w 8106"/>
              <a:gd name="T89" fmla="*/ 5547 h 8534"/>
              <a:gd name="T90" fmla="*/ 5973 w 8106"/>
              <a:gd name="T91" fmla="*/ 8534 h 8534"/>
              <a:gd name="T92" fmla="*/ 3840 w 8106"/>
              <a:gd name="T93" fmla="*/ 6400 h 8534"/>
              <a:gd name="T94" fmla="*/ 5973 w 8106"/>
              <a:gd name="T95" fmla="*/ 4267 h 8534"/>
              <a:gd name="T96" fmla="*/ 8106 w 8106"/>
              <a:gd name="T97" fmla="*/ 6400 h 8534"/>
              <a:gd name="T98" fmla="*/ 5973 w 8106"/>
              <a:gd name="T99" fmla="*/ 8534 h 8534"/>
              <a:gd name="T100" fmla="*/ 5973 w 8106"/>
              <a:gd name="T101" fmla="*/ 8107 h 8534"/>
              <a:gd name="T102" fmla="*/ 7680 w 8106"/>
              <a:gd name="T103" fmla="*/ 6400 h 8534"/>
              <a:gd name="T104" fmla="*/ 5973 w 8106"/>
              <a:gd name="T105" fmla="*/ 4694 h 8534"/>
              <a:gd name="T106" fmla="*/ 4266 w 8106"/>
              <a:gd name="T107" fmla="*/ 6400 h 8534"/>
              <a:gd name="T108" fmla="*/ 5973 w 8106"/>
              <a:gd name="T109" fmla="*/ 8107 h 8534"/>
              <a:gd name="T110" fmla="*/ 7040 w 8106"/>
              <a:gd name="T111" fmla="*/ 6400 h 8534"/>
              <a:gd name="T112" fmla="*/ 5333 w 8106"/>
              <a:gd name="T113" fmla="*/ 7254 h 8534"/>
              <a:gd name="T114" fmla="*/ 5333 w 8106"/>
              <a:gd name="T115" fmla="*/ 5547 h 8534"/>
              <a:gd name="T116" fmla="*/ 7040 w 8106"/>
              <a:gd name="T117" fmla="*/ 6400 h 8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106" h="8534">
                <a:moveTo>
                  <a:pt x="6400" y="3876"/>
                </a:moveTo>
                <a:cubicBezTo>
                  <a:pt x="6261" y="3852"/>
                  <a:pt x="6118" y="3840"/>
                  <a:pt x="5973" y="3840"/>
                </a:cubicBezTo>
                <a:lnTo>
                  <a:pt x="5973" y="640"/>
                </a:lnTo>
                <a:cubicBezTo>
                  <a:pt x="5973" y="523"/>
                  <a:pt x="5877" y="427"/>
                  <a:pt x="5760" y="427"/>
                </a:cubicBezTo>
                <a:lnTo>
                  <a:pt x="640" y="427"/>
                </a:lnTo>
                <a:cubicBezTo>
                  <a:pt x="522" y="427"/>
                  <a:pt x="426" y="523"/>
                  <a:pt x="426" y="640"/>
                </a:cubicBezTo>
                <a:lnTo>
                  <a:pt x="426" y="7040"/>
                </a:lnTo>
                <a:cubicBezTo>
                  <a:pt x="426" y="7158"/>
                  <a:pt x="522" y="7254"/>
                  <a:pt x="640" y="7254"/>
                </a:cubicBezTo>
                <a:lnTo>
                  <a:pt x="3559" y="7254"/>
                </a:lnTo>
                <a:cubicBezTo>
                  <a:pt x="3611" y="7403"/>
                  <a:pt x="3678" y="7546"/>
                  <a:pt x="3755" y="7680"/>
                </a:cubicBezTo>
                <a:lnTo>
                  <a:pt x="426" y="7680"/>
                </a:lnTo>
                <a:cubicBezTo>
                  <a:pt x="191" y="7680"/>
                  <a:pt x="0" y="7489"/>
                  <a:pt x="0" y="7254"/>
                </a:cubicBezTo>
                <a:lnTo>
                  <a:pt x="0" y="427"/>
                </a:lnTo>
                <a:cubicBezTo>
                  <a:pt x="0" y="191"/>
                  <a:pt x="191" y="0"/>
                  <a:pt x="426" y="0"/>
                </a:cubicBezTo>
                <a:lnTo>
                  <a:pt x="5973" y="0"/>
                </a:lnTo>
                <a:cubicBezTo>
                  <a:pt x="6209" y="0"/>
                  <a:pt x="6400" y="191"/>
                  <a:pt x="6400" y="427"/>
                </a:cubicBezTo>
                <a:lnTo>
                  <a:pt x="6400" y="3876"/>
                </a:lnTo>
                <a:close/>
                <a:moveTo>
                  <a:pt x="1493" y="1707"/>
                </a:moveTo>
                <a:lnTo>
                  <a:pt x="4906" y="1707"/>
                </a:lnTo>
                <a:cubicBezTo>
                  <a:pt x="5024" y="1707"/>
                  <a:pt x="5120" y="1803"/>
                  <a:pt x="5120" y="1920"/>
                </a:cubicBezTo>
                <a:cubicBezTo>
                  <a:pt x="5120" y="2038"/>
                  <a:pt x="5024" y="2134"/>
                  <a:pt x="4906" y="2134"/>
                </a:cubicBezTo>
                <a:lnTo>
                  <a:pt x="1493" y="2134"/>
                </a:lnTo>
                <a:cubicBezTo>
                  <a:pt x="1375" y="2134"/>
                  <a:pt x="1280" y="2038"/>
                  <a:pt x="1280" y="1920"/>
                </a:cubicBezTo>
                <a:cubicBezTo>
                  <a:pt x="1280" y="1802"/>
                  <a:pt x="1375" y="1707"/>
                  <a:pt x="1493" y="1707"/>
                </a:cubicBezTo>
                <a:close/>
                <a:moveTo>
                  <a:pt x="1493" y="2987"/>
                </a:moveTo>
                <a:lnTo>
                  <a:pt x="4906" y="2987"/>
                </a:lnTo>
                <a:cubicBezTo>
                  <a:pt x="5024" y="2987"/>
                  <a:pt x="5120" y="3083"/>
                  <a:pt x="5120" y="3200"/>
                </a:cubicBezTo>
                <a:cubicBezTo>
                  <a:pt x="5120" y="3318"/>
                  <a:pt x="5024" y="3414"/>
                  <a:pt x="4906" y="3414"/>
                </a:cubicBezTo>
                <a:lnTo>
                  <a:pt x="1493" y="3414"/>
                </a:lnTo>
                <a:cubicBezTo>
                  <a:pt x="1375" y="3414"/>
                  <a:pt x="1280" y="3318"/>
                  <a:pt x="1280" y="3200"/>
                </a:cubicBezTo>
                <a:cubicBezTo>
                  <a:pt x="1280" y="3083"/>
                  <a:pt x="1375" y="2987"/>
                  <a:pt x="1493" y="2987"/>
                </a:cubicBezTo>
                <a:close/>
                <a:moveTo>
                  <a:pt x="1493" y="4480"/>
                </a:moveTo>
                <a:lnTo>
                  <a:pt x="3413" y="4480"/>
                </a:lnTo>
                <a:cubicBezTo>
                  <a:pt x="3531" y="4480"/>
                  <a:pt x="3626" y="4576"/>
                  <a:pt x="3626" y="4694"/>
                </a:cubicBezTo>
                <a:cubicBezTo>
                  <a:pt x="3626" y="4811"/>
                  <a:pt x="3531" y="4907"/>
                  <a:pt x="3413" y="4907"/>
                </a:cubicBezTo>
                <a:lnTo>
                  <a:pt x="1493" y="4907"/>
                </a:lnTo>
                <a:cubicBezTo>
                  <a:pt x="1375" y="4907"/>
                  <a:pt x="1280" y="4811"/>
                  <a:pt x="1280" y="4694"/>
                </a:cubicBezTo>
                <a:cubicBezTo>
                  <a:pt x="1280" y="4576"/>
                  <a:pt x="1375" y="4480"/>
                  <a:pt x="1493" y="4480"/>
                </a:cubicBezTo>
                <a:close/>
                <a:moveTo>
                  <a:pt x="1493" y="5547"/>
                </a:moveTo>
                <a:lnTo>
                  <a:pt x="2773" y="5547"/>
                </a:lnTo>
                <a:cubicBezTo>
                  <a:pt x="2891" y="5547"/>
                  <a:pt x="2986" y="5643"/>
                  <a:pt x="2986" y="5760"/>
                </a:cubicBezTo>
                <a:cubicBezTo>
                  <a:pt x="2986" y="5878"/>
                  <a:pt x="2891" y="5974"/>
                  <a:pt x="2773" y="5974"/>
                </a:cubicBezTo>
                <a:lnTo>
                  <a:pt x="1493" y="5974"/>
                </a:lnTo>
                <a:cubicBezTo>
                  <a:pt x="1375" y="5974"/>
                  <a:pt x="1280" y="5878"/>
                  <a:pt x="1280" y="5760"/>
                </a:cubicBezTo>
                <a:cubicBezTo>
                  <a:pt x="1280" y="5643"/>
                  <a:pt x="1375" y="5547"/>
                  <a:pt x="1493" y="5547"/>
                </a:cubicBezTo>
                <a:close/>
                <a:moveTo>
                  <a:pt x="5973" y="8534"/>
                </a:moveTo>
                <a:cubicBezTo>
                  <a:pt x="4795" y="8534"/>
                  <a:pt x="3840" y="7579"/>
                  <a:pt x="3840" y="6400"/>
                </a:cubicBezTo>
                <a:cubicBezTo>
                  <a:pt x="3840" y="5222"/>
                  <a:pt x="4795" y="4267"/>
                  <a:pt x="5973" y="4267"/>
                </a:cubicBezTo>
                <a:cubicBezTo>
                  <a:pt x="7151" y="4267"/>
                  <a:pt x="8106" y="5222"/>
                  <a:pt x="8106" y="6400"/>
                </a:cubicBezTo>
                <a:cubicBezTo>
                  <a:pt x="8106" y="7579"/>
                  <a:pt x="7151" y="8534"/>
                  <a:pt x="5973" y="8534"/>
                </a:cubicBezTo>
                <a:close/>
                <a:moveTo>
                  <a:pt x="5973" y="8107"/>
                </a:moveTo>
                <a:cubicBezTo>
                  <a:pt x="6916" y="8107"/>
                  <a:pt x="7680" y="7343"/>
                  <a:pt x="7680" y="6400"/>
                </a:cubicBezTo>
                <a:cubicBezTo>
                  <a:pt x="7680" y="5458"/>
                  <a:pt x="6916" y="4694"/>
                  <a:pt x="5973" y="4694"/>
                </a:cubicBezTo>
                <a:cubicBezTo>
                  <a:pt x="5030" y="4694"/>
                  <a:pt x="4266" y="5458"/>
                  <a:pt x="4266" y="6400"/>
                </a:cubicBezTo>
                <a:cubicBezTo>
                  <a:pt x="4266" y="7343"/>
                  <a:pt x="5030" y="8107"/>
                  <a:pt x="5973" y="8107"/>
                </a:cubicBezTo>
                <a:close/>
                <a:moveTo>
                  <a:pt x="7040" y="6400"/>
                </a:moveTo>
                <a:lnTo>
                  <a:pt x="5333" y="7254"/>
                </a:lnTo>
                <a:lnTo>
                  <a:pt x="5333" y="5547"/>
                </a:lnTo>
                <a:lnTo>
                  <a:pt x="7040" y="6400"/>
                </a:lnTo>
                <a:close/>
              </a:path>
            </a:pathLst>
          </a:custGeom>
          <a:solidFill>
            <a:schemeClr val="bg1"/>
          </a:solidFill>
          <a:ln>
            <a:noFill/>
          </a:ln>
        </p:spPr>
      </p:sp>
      <p:sp>
        <p:nvSpPr>
          <p:cNvPr id="49" name="logout_166463"/>
          <p:cNvSpPr>
            <a:spLocks/>
          </p:cNvSpPr>
          <p:nvPr/>
        </p:nvSpPr>
        <p:spPr bwMode="gray">
          <a:xfrm>
            <a:off x="572828" y="3630552"/>
            <a:ext cx="159024" cy="193920"/>
          </a:xfrm>
          <a:custGeom>
            <a:avLst/>
            <a:gdLst>
              <a:gd name="T0" fmla="*/ 325000 h 606722"/>
              <a:gd name="T1" fmla="*/ 325000 h 606722"/>
              <a:gd name="T2" fmla="*/ 325000 h 606722"/>
              <a:gd name="T3" fmla="*/ 325000 h 606722"/>
              <a:gd name="T4" fmla="*/ 325000 h 606722"/>
              <a:gd name="T5" fmla="*/ 325000 h 606722"/>
              <a:gd name="T6" fmla="*/ 325000 h 606722"/>
              <a:gd name="T7" fmla="*/ 325000 h 606722"/>
              <a:gd name="T8" fmla="*/ 325000 h 606722"/>
              <a:gd name="T9" fmla="*/ 325000 h 606722"/>
              <a:gd name="T10" fmla="*/ 325000 h 606722"/>
              <a:gd name="T11" fmla="*/ 325000 h 606722"/>
              <a:gd name="T12" fmla="*/ 325000 h 606722"/>
              <a:gd name="T13" fmla="*/ 325000 h 606722"/>
              <a:gd name="T14" fmla="*/ 325000 h 606722"/>
              <a:gd name="T15" fmla="*/ 325000 h 606722"/>
              <a:gd name="T16" fmla="*/ 325000 h 606722"/>
              <a:gd name="T17" fmla="*/ 325000 h 606722"/>
              <a:gd name="T18" fmla="*/ 325000 h 606722"/>
              <a:gd name="T19" fmla="*/ 325000 h 606722"/>
              <a:gd name="T20" fmla="*/ 325000 h 606722"/>
              <a:gd name="T21" fmla="*/ 325000 h 606722"/>
              <a:gd name="T22" fmla="*/ 325000 h 606722"/>
              <a:gd name="T23" fmla="*/ 325000 h 606722"/>
              <a:gd name="T24" fmla="*/ 325000 h 606722"/>
              <a:gd name="T25" fmla="*/ 325000 h 606722"/>
              <a:gd name="T26" fmla="*/ 325000 h 606722"/>
              <a:gd name="T27" fmla="*/ 325000 h 606722"/>
              <a:gd name="T28" fmla="*/ 325000 h 606722"/>
              <a:gd name="T29" fmla="*/ 325000 h 606722"/>
              <a:gd name="T30" fmla="*/ 325000 h 606722"/>
              <a:gd name="T31" fmla="*/ 325000 h 606722"/>
              <a:gd name="T32" fmla="*/ 325000 h 606722"/>
              <a:gd name="T33" fmla="*/ 325000 h 606722"/>
              <a:gd name="T34" fmla="*/ 325000 h 606722"/>
              <a:gd name="T35" fmla="*/ 325000 h 606722"/>
              <a:gd name="T36" fmla="*/ 325000 h 606722"/>
              <a:gd name="T37" fmla="*/ 325000 h 606722"/>
              <a:gd name="T38" fmla="*/ 325000 h 606722"/>
              <a:gd name="T39" fmla="*/ 325000 h 606722"/>
              <a:gd name="T40" fmla="*/ 325000 h 606722"/>
              <a:gd name="T41" fmla="*/ 325000 h 606722"/>
              <a:gd name="T42" fmla="*/ 325000 h 606722"/>
              <a:gd name="T43" fmla="*/ 325000 h 606722"/>
              <a:gd name="T44" fmla="*/ 325000 h 606722"/>
              <a:gd name="T45" fmla="*/ 325000 h 606722"/>
              <a:gd name="T46" fmla="*/ 325000 h 606722"/>
              <a:gd name="T47" fmla="*/ 325000 h 606722"/>
              <a:gd name="T48" fmla="*/ 325000 h 606722"/>
              <a:gd name="T49" fmla="*/ 325000 h 606722"/>
              <a:gd name="T50" fmla="*/ 325000 h 606722"/>
              <a:gd name="T51" fmla="*/ 325000 h 606722"/>
              <a:gd name="T52" fmla="*/ 325000 h 606722"/>
              <a:gd name="T53" fmla="*/ 325000 h 606722"/>
              <a:gd name="T54" fmla="*/ 325000 h 606722"/>
              <a:gd name="T55" fmla="*/ 325000 h 606722"/>
              <a:gd name="T56" fmla="*/ 325000 h 606722"/>
              <a:gd name="T57" fmla="*/ 325000 h 606722"/>
              <a:gd name="T58" fmla="*/ 325000 h 606722"/>
              <a:gd name="T59" fmla="*/ 325000 h 606722"/>
              <a:gd name="T60" fmla="*/ 325000 h 606722"/>
              <a:gd name="T61" fmla="*/ 325000 h 606722"/>
              <a:gd name="T62" fmla="*/ 325000 h 606722"/>
              <a:gd name="T63" fmla="*/ 325000 h 606722"/>
              <a:gd name="T64" fmla="*/ 325000 h 606722"/>
              <a:gd name="T65" fmla="*/ 325000 h 606722"/>
              <a:gd name="T66" fmla="*/ 325000 h 606722"/>
              <a:gd name="T67" fmla="*/ 325000 h 606722"/>
              <a:gd name="T68" fmla="*/ 325000 h 606722"/>
              <a:gd name="T69" fmla="*/ 325000 h 606722"/>
              <a:gd name="T70" fmla="*/ 325000 h 606722"/>
              <a:gd name="T71" fmla="*/ 325000 h 606722"/>
              <a:gd name="T72" fmla="*/ 325000 h 606722"/>
              <a:gd name="T73" fmla="*/ 325000 h 606722"/>
              <a:gd name="T74" fmla="*/ 325000 h 606722"/>
              <a:gd name="T75" fmla="*/ 325000 h 606722"/>
              <a:gd name="T76" fmla="*/ 325000 h 606722"/>
              <a:gd name="T77" fmla="*/ 325000 h 606722"/>
              <a:gd name="T78" fmla="*/ 325000 h 606722"/>
              <a:gd name="T79" fmla="*/ 325000 h 606722"/>
              <a:gd name="T80" fmla="*/ 325000 h 606722"/>
              <a:gd name="T81" fmla="*/ 325000 h 606722"/>
              <a:gd name="T82" fmla="*/ 325000 h 606722"/>
              <a:gd name="T83" fmla="*/ 325000 h 606722"/>
              <a:gd name="T84" fmla="*/ 325000 h 606722"/>
              <a:gd name="T85" fmla="*/ 325000 h 606722"/>
              <a:gd name="T86" fmla="*/ 325000 h 606722"/>
              <a:gd name="T87" fmla="*/ 325000 h 606722"/>
              <a:gd name="T88" fmla="*/ 325000 h 606722"/>
              <a:gd name="T89" fmla="*/ 325000 h 606722"/>
              <a:gd name="T90" fmla="*/ 325000 h 606722"/>
              <a:gd name="T91" fmla="*/ 325000 h 606722"/>
              <a:gd name="T92" fmla="*/ 325000 h 606722"/>
              <a:gd name="T93" fmla="*/ 325000 h 606722"/>
              <a:gd name="T94" fmla="*/ 325000 h 606722"/>
              <a:gd name="T95" fmla="*/ 325000 h 606722"/>
              <a:gd name="T96" fmla="*/ 325000 h 606722"/>
              <a:gd name="T97" fmla="*/ 325000 h 606722"/>
              <a:gd name="T98" fmla="*/ 325000 h 606722"/>
              <a:gd name="T99" fmla="*/ 325000 h 606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794" h="3960">
                <a:moveTo>
                  <a:pt x="3661" y="0"/>
                </a:moveTo>
                <a:lnTo>
                  <a:pt x="1681" y="0"/>
                </a:lnTo>
                <a:cubicBezTo>
                  <a:pt x="1607" y="0"/>
                  <a:pt x="1548" y="60"/>
                  <a:pt x="1548" y="133"/>
                </a:cubicBezTo>
                <a:lnTo>
                  <a:pt x="1548" y="1627"/>
                </a:lnTo>
                <a:lnTo>
                  <a:pt x="1123" y="1627"/>
                </a:lnTo>
                <a:lnTo>
                  <a:pt x="1279" y="1394"/>
                </a:lnTo>
                <a:cubicBezTo>
                  <a:pt x="1306" y="1353"/>
                  <a:pt x="1308" y="1300"/>
                  <a:pt x="1285" y="1257"/>
                </a:cubicBezTo>
                <a:cubicBezTo>
                  <a:pt x="1262" y="1214"/>
                  <a:pt x="1217" y="1187"/>
                  <a:pt x="1168" y="1187"/>
                </a:cubicBezTo>
                <a:lnTo>
                  <a:pt x="581" y="1187"/>
                </a:lnTo>
                <a:cubicBezTo>
                  <a:pt x="536" y="1187"/>
                  <a:pt x="495" y="1209"/>
                  <a:pt x="470" y="1246"/>
                </a:cubicBezTo>
                <a:lnTo>
                  <a:pt x="30" y="1906"/>
                </a:lnTo>
                <a:cubicBezTo>
                  <a:pt x="0" y="1951"/>
                  <a:pt x="0" y="2009"/>
                  <a:pt x="30" y="2054"/>
                </a:cubicBezTo>
                <a:lnTo>
                  <a:pt x="470" y="2714"/>
                </a:lnTo>
                <a:cubicBezTo>
                  <a:pt x="495" y="2751"/>
                  <a:pt x="536" y="2773"/>
                  <a:pt x="581" y="2773"/>
                </a:cubicBezTo>
                <a:lnTo>
                  <a:pt x="1168" y="2773"/>
                </a:lnTo>
                <a:cubicBezTo>
                  <a:pt x="1217" y="2773"/>
                  <a:pt x="1262" y="2746"/>
                  <a:pt x="1285" y="2703"/>
                </a:cubicBezTo>
                <a:cubicBezTo>
                  <a:pt x="1308" y="2660"/>
                  <a:pt x="1306" y="2607"/>
                  <a:pt x="1279" y="2566"/>
                </a:cubicBezTo>
                <a:lnTo>
                  <a:pt x="1123" y="2333"/>
                </a:lnTo>
                <a:lnTo>
                  <a:pt x="1548" y="2333"/>
                </a:lnTo>
                <a:lnTo>
                  <a:pt x="1548" y="3827"/>
                </a:lnTo>
                <a:cubicBezTo>
                  <a:pt x="1548" y="3900"/>
                  <a:pt x="1607" y="3960"/>
                  <a:pt x="1681" y="3960"/>
                </a:cubicBezTo>
                <a:lnTo>
                  <a:pt x="3661" y="3960"/>
                </a:lnTo>
                <a:cubicBezTo>
                  <a:pt x="3735" y="3960"/>
                  <a:pt x="3794" y="3900"/>
                  <a:pt x="3794" y="3827"/>
                </a:cubicBezTo>
                <a:lnTo>
                  <a:pt x="3794" y="133"/>
                </a:lnTo>
                <a:cubicBezTo>
                  <a:pt x="3794" y="60"/>
                  <a:pt x="3735" y="0"/>
                  <a:pt x="3661" y="0"/>
                </a:cubicBezTo>
                <a:close/>
                <a:moveTo>
                  <a:pt x="874" y="2067"/>
                </a:moveTo>
                <a:cubicBezTo>
                  <a:pt x="825" y="2067"/>
                  <a:pt x="780" y="2094"/>
                  <a:pt x="757" y="2137"/>
                </a:cubicBezTo>
                <a:cubicBezTo>
                  <a:pt x="734" y="2180"/>
                  <a:pt x="736" y="2233"/>
                  <a:pt x="763" y="2274"/>
                </a:cubicBezTo>
                <a:lnTo>
                  <a:pt x="919" y="2507"/>
                </a:lnTo>
                <a:lnTo>
                  <a:pt x="652" y="2507"/>
                </a:lnTo>
                <a:lnTo>
                  <a:pt x="301" y="1980"/>
                </a:lnTo>
                <a:lnTo>
                  <a:pt x="652" y="1453"/>
                </a:lnTo>
                <a:lnTo>
                  <a:pt x="919" y="1453"/>
                </a:lnTo>
                <a:lnTo>
                  <a:pt x="763" y="1686"/>
                </a:lnTo>
                <a:cubicBezTo>
                  <a:pt x="736" y="1727"/>
                  <a:pt x="734" y="1780"/>
                  <a:pt x="757" y="1823"/>
                </a:cubicBezTo>
                <a:cubicBezTo>
                  <a:pt x="780" y="1866"/>
                  <a:pt x="825" y="1893"/>
                  <a:pt x="874" y="1893"/>
                </a:cubicBezTo>
                <a:lnTo>
                  <a:pt x="2268" y="1893"/>
                </a:lnTo>
                <a:cubicBezTo>
                  <a:pt x="2315" y="1893"/>
                  <a:pt x="2354" y="1932"/>
                  <a:pt x="2354" y="1980"/>
                </a:cubicBezTo>
                <a:cubicBezTo>
                  <a:pt x="2354" y="2028"/>
                  <a:pt x="2315" y="2067"/>
                  <a:pt x="2268" y="2067"/>
                </a:cubicBezTo>
                <a:lnTo>
                  <a:pt x="874" y="2067"/>
                </a:lnTo>
                <a:close/>
                <a:moveTo>
                  <a:pt x="3528" y="3693"/>
                </a:moveTo>
                <a:lnTo>
                  <a:pt x="1814" y="3693"/>
                </a:lnTo>
                <a:lnTo>
                  <a:pt x="1814" y="2333"/>
                </a:lnTo>
                <a:lnTo>
                  <a:pt x="2268" y="2333"/>
                </a:lnTo>
                <a:cubicBezTo>
                  <a:pt x="2462" y="2333"/>
                  <a:pt x="2621" y="2175"/>
                  <a:pt x="2621" y="1980"/>
                </a:cubicBezTo>
                <a:cubicBezTo>
                  <a:pt x="2621" y="1785"/>
                  <a:pt x="2462" y="1627"/>
                  <a:pt x="2268" y="1627"/>
                </a:cubicBezTo>
                <a:lnTo>
                  <a:pt x="1814" y="1627"/>
                </a:lnTo>
                <a:lnTo>
                  <a:pt x="1814" y="267"/>
                </a:lnTo>
                <a:lnTo>
                  <a:pt x="3528" y="267"/>
                </a:lnTo>
                <a:lnTo>
                  <a:pt x="3528" y="3693"/>
                </a:lnTo>
                <a:close/>
              </a:path>
            </a:pathLst>
          </a:custGeom>
          <a:solidFill>
            <a:schemeClr val="bg1"/>
          </a:solidFill>
          <a:ln>
            <a:noFill/>
          </a:ln>
        </p:spPr>
      </p:sp>
      <p:sp>
        <p:nvSpPr>
          <p:cNvPr id="50" name="monitoring-test-card-on-computer_31936"/>
          <p:cNvSpPr>
            <a:spLocks/>
          </p:cNvSpPr>
          <p:nvPr/>
        </p:nvSpPr>
        <p:spPr bwMode="gray">
          <a:xfrm>
            <a:off x="585550" y="4605191"/>
            <a:ext cx="159431" cy="134008"/>
          </a:xfrm>
          <a:custGeom>
            <a:avLst/>
            <a:gdLst>
              <a:gd name="T0" fmla="*/ 4898 w 4898"/>
              <a:gd name="T1" fmla="*/ 3128 h 3654"/>
              <a:gd name="T2" fmla="*/ 4898 w 4898"/>
              <a:gd name="T3" fmla="*/ 0 h 3654"/>
              <a:gd name="T4" fmla="*/ 0 w 4898"/>
              <a:gd name="T5" fmla="*/ 0 h 3654"/>
              <a:gd name="T6" fmla="*/ 0 w 4898"/>
              <a:gd name="T7" fmla="*/ 3128 h 3654"/>
              <a:gd name="T8" fmla="*/ 1859 w 4898"/>
              <a:gd name="T9" fmla="*/ 3128 h 3654"/>
              <a:gd name="T10" fmla="*/ 1859 w 4898"/>
              <a:gd name="T11" fmla="*/ 3361 h 3654"/>
              <a:gd name="T12" fmla="*/ 972 w 4898"/>
              <a:gd name="T13" fmla="*/ 3499 h 3654"/>
              <a:gd name="T14" fmla="*/ 2541 w 4898"/>
              <a:gd name="T15" fmla="*/ 3654 h 3654"/>
              <a:gd name="T16" fmla="*/ 4110 w 4898"/>
              <a:gd name="T17" fmla="*/ 3499 h 3654"/>
              <a:gd name="T18" fmla="*/ 3039 w 4898"/>
              <a:gd name="T19" fmla="*/ 3354 h 3654"/>
              <a:gd name="T20" fmla="*/ 3039 w 4898"/>
              <a:gd name="T21" fmla="*/ 3128 h 3654"/>
              <a:gd name="T22" fmla="*/ 4898 w 4898"/>
              <a:gd name="T23" fmla="*/ 3128 h 3654"/>
              <a:gd name="T24" fmla="*/ 322 w 4898"/>
              <a:gd name="T25" fmla="*/ 2860 h 3654"/>
              <a:gd name="T26" fmla="*/ 322 w 4898"/>
              <a:gd name="T27" fmla="*/ 241 h 3654"/>
              <a:gd name="T28" fmla="*/ 4576 w 4898"/>
              <a:gd name="T29" fmla="*/ 241 h 3654"/>
              <a:gd name="T30" fmla="*/ 4576 w 4898"/>
              <a:gd name="T31" fmla="*/ 2860 h 3654"/>
              <a:gd name="T32" fmla="*/ 322 w 4898"/>
              <a:gd name="T33" fmla="*/ 2860 h 3654"/>
              <a:gd name="T34" fmla="*/ 1546 w 4898"/>
              <a:gd name="T35" fmla="*/ 1081 h 3654"/>
              <a:gd name="T36" fmla="*/ 1413 w 4898"/>
              <a:gd name="T37" fmla="*/ 1081 h 3654"/>
              <a:gd name="T38" fmla="*/ 2271 w 4898"/>
              <a:gd name="T39" fmla="*/ 416 h 3654"/>
              <a:gd name="T40" fmla="*/ 2436 w 4898"/>
              <a:gd name="T41" fmla="*/ 404 h 3654"/>
              <a:gd name="T42" fmla="*/ 3459 w 4898"/>
              <a:gd name="T43" fmla="*/ 1081 h 3654"/>
              <a:gd name="T44" fmla="*/ 3327 w 4898"/>
              <a:gd name="T45" fmla="*/ 1081 h 3654"/>
              <a:gd name="T46" fmla="*/ 2920 w 4898"/>
              <a:gd name="T47" fmla="*/ 650 h 3654"/>
              <a:gd name="T48" fmla="*/ 2934 w 4898"/>
              <a:gd name="T49" fmla="*/ 664 h 3654"/>
              <a:gd name="T50" fmla="*/ 3052 w 4898"/>
              <a:gd name="T51" fmla="*/ 1081 h 3654"/>
              <a:gd name="T52" fmla="*/ 2101 w 4898"/>
              <a:gd name="T53" fmla="*/ 1081 h 3654"/>
              <a:gd name="T54" fmla="*/ 1936 w 4898"/>
              <a:gd name="T55" fmla="*/ 660 h 3654"/>
              <a:gd name="T56" fmla="*/ 1546 w 4898"/>
              <a:gd name="T57" fmla="*/ 1081 h 3654"/>
              <a:gd name="T58" fmla="*/ 2962 w 4898"/>
              <a:gd name="T59" fmla="*/ 1814 h 3654"/>
              <a:gd name="T60" fmla="*/ 3506 w 4898"/>
              <a:gd name="T61" fmla="*/ 1814 h 3654"/>
              <a:gd name="T62" fmla="*/ 2436 w 4898"/>
              <a:gd name="T63" fmla="*/ 2626 h 3654"/>
              <a:gd name="T64" fmla="*/ 1366 w 4898"/>
              <a:gd name="T65" fmla="*/ 1814 h 3654"/>
              <a:gd name="T66" fmla="*/ 1691 w 4898"/>
              <a:gd name="T67" fmla="*/ 1814 h 3654"/>
              <a:gd name="T68" fmla="*/ 1824 w 4898"/>
              <a:gd name="T69" fmla="*/ 2039 h 3654"/>
              <a:gd name="T70" fmla="*/ 1651 w 4898"/>
              <a:gd name="T71" fmla="*/ 2118 h 3654"/>
              <a:gd name="T72" fmla="*/ 2008 w 4898"/>
              <a:gd name="T73" fmla="*/ 2409 h 3654"/>
              <a:gd name="T74" fmla="*/ 1981 w 4898"/>
              <a:gd name="T75" fmla="*/ 2118 h 3654"/>
              <a:gd name="T76" fmla="*/ 2210 w 4898"/>
              <a:gd name="T77" fmla="*/ 1938 h 3654"/>
              <a:gd name="T78" fmla="*/ 2324 w 4898"/>
              <a:gd name="T79" fmla="*/ 2002 h 3654"/>
              <a:gd name="T80" fmla="*/ 2467 w 4898"/>
              <a:gd name="T81" fmla="*/ 2009 h 3654"/>
              <a:gd name="T82" fmla="*/ 2608 w 4898"/>
              <a:gd name="T83" fmla="*/ 2224 h 3654"/>
              <a:gd name="T84" fmla="*/ 2657 w 4898"/>
              <a:gd name="T85" fmla="*/ 2411 h 3654"/>
              <a:gd name="T86" fmla="*/ 2609 w 4898"/>
              <a:gd name="T87" fmla="*/ 2491 h 3654"/>
              <a:gd name="T88" fmla="*/ 3086 w 4898"/>
              <a:gd name="T89" fmla="*/ 2263 h 3654"/>
              <a:gd name="T90" fmla="*/ 2919 w 4898"/>
              <a:gd name="T91" fmla="*/ 1925 h 3654"/>
              <a:gd name="T92" fmla="*/ 2962 w 4898"/>
              <a:gd name="T93" fmla="*/ 1814 h 3654"/>
              <a:gd name="T94" fmla="*/ 1066 w 4898"/>
              <a:gd name="T95" fmla="*/ 1768 h 3654"/>
              <a:gd name="T96" fmla="*/ 3832 w 4898"/>
              <a:gd name="T97" fmla="*/ 1768 h 3654"/>
              <a:gd name="T98" fmla="*/ 3832 w 4898"/>
              <a:gd name="T99" fmla="*/ 1187 h 3654"/>
              <a:gd name="T100" fmla="*/ 1066 w 4898"/>
              <a:gd name="T101" fmla="*/ 1187 h 3654"/>
              <a:gd name="T102" fmla="*/ 1066 w 4898"/>
              <a:gd name="T103" fmla="*/ 1768 h 3654"/>
              <a:gd name="T104" fmla="*/ 1167 w 4898"/>
              <a:gd name="T105" fmla="*/ 1288 h 3654"/>
              <a:gd name="T106" fmla="*/ 3731 w 4898"/>
              <a:gd name="T107" fmla="*/ 1288 h 3654"/>
              <a:gd name="T108" fmla="*/ 3731 w 4898"/>
              <a:gd name="T109" fmla="*/ 1667 h 3654"/>
              <a:gd name="T110" fmla="*/ 1167 w 4898"/>
              <a:gd name="T111" fmla="*/ 1667 h 3654"/>
              <a:gd name="T112" fmla="*/ 1167 w 4898"/>
              <a:gd name="T113" fmla="*/ 1288 h 3654"/>
              <a:gd name="T114" fmla="*/ 1298 w 4898"/>
              <a:gd name="T115" fmla="*/ 1380 h 3654"/>
              <a:gd name="T116" fmla="*/ 2035 w 4898"/>
              <a:gd name="T117" fmla="*/ 1380 h 3654"/>
              <a:gd name="T118" fmla="*/ 2035 w 4898"/>
              <a:gd name="T119" fmla="*/ 1583 h 3654"/>
              <a:gd name="T120" fmla="*/ 1298 w 4898"/>
              <a:gd name="T121" fmla="*/ 1583 h 3654"/>
              <a:gd name="T122" fmla="*/ 1298 w 4898"/>
              <a:gd name="T123" fmla="*/ 1380 h 3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98" h="3654">
                <a:moveTo>
                  <a:pt x="4898" y="3128"/>
                </a:moveTo>
                <a:lnTo>
                  <a:pt x="4898" y="0"/>
                </a:lnTo>
                <a:lnTo>
                  <a:pt x="0" y="0"/>
                </a:lnTo>
                <a:lnTo>
                  <a:pt x="0" y="3128"/>
                </a:lnTo>
                <a:lnTo>
                  <a:pt x="1859" y="3128"/>
                </a:lnTo>
                <a:lnTo>
                  <a:pt x="1859" y="3361"/>
                </a:lnTo>
                <a:cubicBezTo>
                  <a:pt x="1335" y="3386"/>
                  <a:pt x="972" y="3438"/>
                  <a:pt x="972" y="3499"/>
                </a:cubicBezTo>
                <a:cubicBezTo>
                  <a:pt x="972" y="3585"/>
                  <a:pt x="1675" y="3654"/>
                  <a:pt x="2541" y="3654"/>
                </a:cubicBezTo>
                <a:cubicBezTo>
                  <a:pt x="3407" y="3654"/>
                  <a:pt x="4110" y="3585"/>
                  <a:pt x="4110" y="3499"/>
                </a:cubicBezTo>
                <a:cubicBezTo>
                  <a:pt x="4110" y="3431"/>
                  <a:pt x="3661" y="3374"/>
                  <a:pt x="3039" y="3354"/>
                </a:cubicBezTo>
                <a:lnTo>
                  <a:pt x="3039" y="3128"/>
                </a:lnTo>
                <a:lnTo>
                  <a:pt x="4898" y="3128"/>
                </a:lnTo>
                <a:close/>
                <a:moveTo>
                  <a:pt x="322" y="2860"/>
                </a:moveTo>
                <a:lnTo>
                  <a:pt x="322" y="241"/>
                </a:lnTo>
                <a:lnTo>
                  <a:pt x="4576" y="241"/>
                </a:lnTo>
                <a:lnTo>
                  <a:pt x="4576" y="2860"/>
                </a:lnTo>
                <a:lnTo>
                  <a:pt x="322" y="2860"/>
                </a:lnTo>
                <a:close/>
                <a:moveTo>
                  <a:pt x="1546" y="1081"/>
                </a:moveTo>
                <a:lnTo>
                  <a:pt x="1413" y="1081"/>
                </a:lnTo>
                <a:cubicBezTo>
                  <a:pt x="1562" y="732"/>
                  <a:pt x="1884" y="474"/>
                  <a:pt x="2271" y="416"/>
                </a:cubicBezTo>
                <a:cubicBezTo>
                  <a:pt x="2325" y="408"/>
                  <a:pt x="2380" y="404"/>
                  <a:pt x="2436" y="404"/>
                </a:cubicBezTo>
                <a:cubicBezTo>
                  <a:pt x="2895" y="404"/>
                  <a:pt x="3290" y="683"/>
                  <a:pt x="3459" y="1081"/>
                </a:cubicBezTo>
                <a:lnTo>
                  <a:pt x="3327" y="1081"/>
                </a:lnTo>
                <a:cubicBezTo>
                  <a:pt x="3238" y="900"/>
                  <a:pt x="3095" y="749"/>
                  <a:pt x="2920" y="650"/>
                </a:cubicBezTo>
                <a:cubicBezTo>
                  <a:pt x="2925" y="655"/>
                  <a:pt x="2930" y="659"/>
                  <a:pt x="2934" y="664"/>
                </a:cubicBezTo>
                <a:cubicBezTo>
                  <a:pt x="3124" y="854"/>
                  <a:pt x="3030" y="874"/>
                  <a:pt x="3052" y="1081"/>
                </a:cubicBezTo>
                <a:lnTo>
                  <a:pt x="2101" y="1081"/>
                </a:lnTo>
                <a:cubicBezTo>
                  <a:pt x="2095" y="921"/>
                  <a:pt x="2075" y="760"/>
                  <a:pt x="1936" y="660"/>
                </a:cubicBezTo>
                <a:cubicBezTo>
                  <a:pt x="1768" y="758"/>
                  <a:pt x="1632" y="905"/>
                  <a:pt x="1546" y="1081"/>
                </a:cubicBezTo>
                <a:close/>
                <a:moveTo>
                  <a:pt x="2962" y="1814"/>
                </a:moveTo>
                <a:lnTo>
                  <a:pt x="3506" y="1814"/>
                </a:lnTo>
                <a:cubicBezTo>
                  <a:pt x="3375" y="2282"/>
                  <a:pt x="2945" y="2626"/>
                  <a:pt x="2436" y="2626"/>
                </a:cubicBezTo>
                <a:cubicBezTo>
                  <a:pt x="1927" y="2626"/>
                  <a:pt x="1497" y="2282"/>
                  <a:pt x="1366" y="1814"/>
                </a:cubicBezTo>
                <a:lnTo>
                  <a:pt x="1691" y="1814"/>
                </a:lnTo>
                <a:cubicBezTo>
                  <a:pt x="1756" y="1888"/>
                  <a:pt x="1830" y="1961"/>
                  <a:pt x="1824" y="2039"/>
                </a:cubicBezTo>
                <a:cubicBezTo>
                  <a:pt x="1816" y="2150"/>
                  <a:pt x="1733" y="2156"/>
                  <a:pt x="1651" y="2118"/>
                </a:cubicBezTo>
                <a:cubicBezTo>
                  <a:pt x="1745" y="2241"/>
                  <a:pt x="1867" y="2341"/>
                  <a:pt x="2008" y="2409"/>
                </a:cubicBezTo>
                <a:cubicBezTo>
                  <a:pt x="1985" y="2315"/>
                  <a:pt x="1952" y="2210"/>
                  <a:pt x="1981" y="2118"/>
                </a:cubicBezTo>
                <a:cubicBezTo>
                  <a:pt x="2011" y="2023"/>
                  <a:pt x="2100" y="1923"/>
                  <a:pt x="2210" y="1938"/>
                </a:cubicBezTo>
                <a:cubicBezTo>
                  <a:pt x="2257" y="1945"/>
                  <a:pt x="2288" y="1973"/>
                  <a:pt x="2324" y="2002"/>
                </a:cubicBezTo>
                <a:cubicBezTo>
                  <a:pt x="2362" y="2032"/>
                  <a:pt x="2422" y="2007"/>
                  <a:pt x="2467" y="2009"/>
                </a:cubicBezTo>
                <a:cubicBezTo>
                  <a:pt x="2581" y="2012"/>
                  <a:pt x="2600" y="2135"/>
                  <a:pt x="2608" y="2224"/>
                </a:cubicBezTo>
                <a:cubicBezTo>
                  <a:pt x="2614" y="2289"/>
                  <a:pt x="2674" y="2343"/>
                  <a:pt x="2657" y="2411"/>
                </a:cubicBezTo>
                <a:cubicBezTo>
                  <a:pt x="2650" y="2442"/>
                  <a:pt x="2634" y="2472"/>
                  <a:pt x="2609" y="2491"/>
                </a:cubicBezTo>
                <a:cubicBezTo>
                  <a:pt x="2789" y="2459"/>
                  <a:pt x="2953" y="2378"/>
                  <a:pt x="3086" y="2263"/>
                </a:cubicBezTo>
                <a:cubicBezTo>
                  <a:pt x="3040" y="2147"/>
                  <a:pt x="2908" y="2077"/>
                  <a:pt x="2919" y="1925"/>
                </a:cubicBezTo>
                <a:cubicBezTo>
                  <a:pt x="2924" y="1876"/>
                  <a:pt x="2940" y="1840"/>
                  <a:pt x="2962" y="1814"/>
                </a:cubicBezTo>
                <a:close/>
                <a:moveTo>
                  <a:pt x="1066" y="1768"/>
                </a:moveTo>
                <a:lnTo>
                  <a:pt x="3832" y="1768"/>
                </a:lnTo>
                <a:lnTo>
                  <a:pt x="3832" y="1187"/>
                </a:lnTo>
                <a:lnTo>
                  <a:pt x="1066" y="1187"/>
                </a:lnTo>
                <a:lnTo>
                  <a:pt x="1066" y="1768"/>
                </a:lnTo>
                <a:close/>
                <a:moveTo>
                  <a:pt x="1167" y="1288"/>
                </a:moveTo>
                <a:lnTo>
                  <a:pt x="3731" y="1288"/>
                </a:lnTo>
                <a:lnTo>
                  <a:pt x="3731" y="1667"/>
                </a:lnTo>
                <a:lnTo>
                  <a:pt x="1167" y="1667"/>
                </a:lnTo>
                <a:lnTo>
                  <a:pt x="1167" y="1288"/>
                </a:lnTo>
                <a:close/>
                <a:moveTo>
                  <a:pt x="1298" y="1380"/>
                </a:moveTo>
                <a:lnTo>
                  <a:pt x="2035" y="1380"/>
                </a:lnTo>
                <a:lnTo>
                  <a:pt x="2035" y="1583"/>
                </a:lnTo>
                <a:lnTo>
                  <a:pt x="1298" y="1583"/>
                </a:lnTo>
                <a:lnTo>
                  <a:pt x="1298" y="1380"/>
                </a:lnTo>
                <a:close/>
              </a:path>
            </a:pathLst>
          </a:custGeom>
          <a:solidFill>
            <a:schemeClr val="bg1"/>
          </a:solidFill>
          <a:ln>
            <a:noFill/>
          </a:ln>
        </p:spPr>
      </p:sp>
      <p:sp>
        <p:nvSpPr>
          <p:cNvPr id="21" name="RelativeShape3">
            <a:extLst>
              <a:ext uri="{FF2B5EF4-FFF2-40B4-BE49-F238E27FC236}">
                <a16:creationId xmlns:a16="http://schemas.microsoft.com/office/drawing/2014/main" id="{9F9661EA-EFD4-4AF2-8BF8-5E8F098598AD}"/>
              </a:ext>
            </a:extLst>
          </p:cNvPr>
          <p:cNvSpPr>
            <a:spLocks/>
          </p:cNvSpPr>
          <p:nvPr/>
        </p:nvSpPr>
        <p:spPr bwMode="gray">
          <a:xfrm>
            <a:off x="3473458" y="4624846"/>
            <a:ext cx="4527592" cy="218388"/>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sz="1599" kern="0">
              <a:solidFill>
                <a:srgbClr val="1D1D1A"/>
              </a:solidFill>
              <a:latin typeface="Huawei Sans" panose="020C0503030203020204" pitchFamily="34" charset="0"/>
              <a:ea typeface="方正兰亭黑简体" panose="02000000000000000000" pitchFamily="2" charset="-122"/>
            </a:endParaRPr>
          </a:p>
        </p:txBody>
      </p:sp>
      <p:sp>
        <p:nvSpPr>
          <p:cNvPr id="22" name="RelativeShape3">
            <a:extLst>
              <a:ext uri="{FF2B5EF4-FFF2-40B4-BE49-F238E27FC236}">
                <a16:creationId xmlns:a16="http://schemas.microsoft.com/office/drawing/2014/main" id="{9F9661EA-EFD4-4AF2-8BF8-5E8F098598AD}"/>
              </a:ext>
            </a:extLst>
          </p:cNvPr>
          <p:cNvSpPr>
            <a:spLocks/>
          </p:cNvSpPr>
          <p:nvPr/>
        </p:nvSpPr>
        <p:spPr bwMode="gray">
          <a:xfrm>
            <a:off x="8007398" y="4624846"/>
            <a:ext cx="1764128" cy="218388"/>
          </a:xfrm>
          <a:prstGeom prst="rect">
            <a:avLst/>
          </a:prstGeom>
          <a:solidFill>
            <a:srgbClr val="D9D9D9"/>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sz="1599" kern="0">
              <a:solidFill>
                <a:srgbClr val="1D1D1A"/>
              </a:solidFill>
              <a:latin typeface="Huawei Sans" panose="020C0503030203020204" pitchFamily="34" charset="0"/>
              <a:ea typeface="方正兰亭黑简体" panose="02000000000000000000" pitchFamily="2" charset="-122"/>
            </a:endParaRPr>
          </a:p>
        </p:txBody>
      </p:sp>
      <p:sp>
        <p:nvSpPr>
          <p:cNvPr id="23" name="SorbShape3">
            <a:extLst>
              <a:ext uri="{FF2B5EF4-FFF2-40B4-BE49-F238E27FC236}">
                <a16:creationId xmlns:a16="http://schemas.microsoft.com/office/drawing/2014/main" id="{A44FC2C8-8653-467A-A1CC-F5D2E257FE39}"/>
              </a:ext>
            </a:extLst>
          </p:cNvPr>
          <p:cNvSpPr>
            <a:spLocks/>
          </p:cNvSpPr>
          <p:nvPr/>
        </p:nvSpPr>
        <p:spPr bwMode="gray">
          <a:xfrm>
            <a:off x="7860836" y="4570249"/>
            <a:ext cx="270917" cy="272985"/>
          </a:xfrm>
          <a:prstGeom prst="ellipse">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sz="1599" kern="0">
              <a:solidFill>
                <a:srgbClr val="FFFFFF"/>
              </a:solidFill>
              <a:latin typeface="Huawei Sans" panose="020C0503030203020204" pitchFamily="34" charset="0"/>
              <a:ea typeface="方正兰亭黑简体" panose="02000000000000000000" pitchFamily="2" charset="-122"/>
            </a:endParaRPr>
          </a:p>
        </p:txBody>
      </p:sp>
      <p:sp>
        <p:nvSpPr>
          <p:cNvPr id="25" name="圆角矩形 24"/>
          <p:cNvSpPr/>
          <p:nvPr/>
        </p:nvSpPr>
        <p:spPr bwMode="gray">
          <a:xfrm>
            <a:off x="4256013" y="3711844"/>
            <a:ext cx="766213" cy="359859"/>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Step 1</a:t>
            </a:r>
            <a:endParaRPr lang="zh-CN" altLang="en-US"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圆角矩形 25"/>
          <p:cNvSpPr/>
          <p:nvPr/>
        </p:nvSpPr>
        <p:spPr bwMode="gray">
          <a:xfrm>
            <a:off x="5934600" y="3711844"/>
            <a:ext cx="766213" cy="359859"/>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Step 2</a:t>
            </a:r>
            <a:endParaRPr lang="zh-CN" altLang="en-US"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圆角矩形 26"/>
          <p:cNvSpPr/>
          <p:nvPr/>
        </p:nvSpPr>
        <p:spPr bwMode="gray">
          <a:xfrm>
            <a:off x="7613187" y="3711844"/>
            <a:ext cx="766213" cy="359859"/>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Step 3</a:t>
            </a:r>
            <a:endParaRPr lang="zh-CN" altLang="en-US"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圆角矩形 27"/>
          <p:cNvSpPr/>
          <p:nvPr/>
        </p:nvSpPr>
        <p:spPr bwMode="gray">
          <a:xfrm>
            <a:off x="9291775" y="3711844"/>
            <a:ext cx="766213" cy="359859"/>
          </a:xfrm>
          <a:prstGeom prst="roundRect">
            <a:avLst>
              <a:gd name="adj" fmla="val 15000"/>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Step 4</a:t>
            </a:r>
            <a:endParaRPr lang="zh-CN" altLang="en-US"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SorbShape3">
            <a:extLst>
              <a:ext uri="{FF2B5EF4-FFF2-40B4-BE49-F238E27FC236}">
                <a16:creationId xmlns:a16="http://schemas.microsoft.com/office/drawing/2014/main" id="{A44FC2C8-8653-467A-A1CC-F5D2E257FE39}"/>
              </a:ext>
            </a:extLst>
          </p:cNvPr>
          <p:cNvSpPr>
            <a:spLocks/>
          </p:cNvSpPr>
          <p:nvPr/>
        </p:nvSpPr>
        <p:spPr bwMode="gray">
          <a:xfrm>
            <a:off x="4503662" y="4570249"/>
            <a:ext cx="270917" cy="272985"/>
          </a:xfrm>
          <a:prstGeom prst="ellipse">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sz="1599" kern="0">
              <a:solidFill>
                <a:srgbClr val="FFFFFF"/>
              </a:solidFill>
              <a:latin typeface="Huawei Sans" panose="020C0503030203020204" pitchFamily="34" charset="0"/>
              <a:ea typeface="方正兰亭黑简体" panose="02000000000000000000" pitchFamily="2" charset="-122"/>
            </a:endParaRPr>
          </a:p>
        </p:txBody>
      </p:sp>
      <p:sp>
        <p:nvSpPr>
          <p:cNvPr id="30" name="SorbShape3">
            <a:extLst>
              <a:ext uri="{FF2B5EF4-FFF2-40B4-BE49-F238E27FC236}">
                <a16:creationId xmlns:a16="http://schemas.microsoft.com/office/drawing/2014/main" id="{A44FC2C8-8653-467A-A1CC-F5D2E257FE39}"/>
              </a:ext>
            </a:extLst>
          </p:cNvPr>
          <p:cNvSpPr>
            <a:spLocks/>
          </p:cNvSpPr>
          <p:nvPr/>
        </p:nvSpPr>
        <p:spPr bwMode="gray">
          <a:xfrm>
            <a:off x="6182249" y="4570249"/>
            <a:ext cx="270917" cy="272985"/>
          </a:xfrm>
          <a:prstGeom prst="ellipse">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sz="1599" kern="0">
              <a:solidFill>
                <a:srgbClr val="FFFFFF"/>
              </a:solidFill>
              <a:latin typeface="Huawei Sans" panose="020C0503030203020204" pitchFamily="34" charset="0"/>
              <a:ea typeface="方正兰亭黑简体" panose="02000000000000000000" pitchFamily="2" charset="-122"/>
            </a:endParaRPr>
          </a:p>
        </p:txBody>
      </p:sp>
      <p:cxnSp>
        <p:nvCxnSpPr>
          <p:cNvPr id="31" name="直接连接符 30"/>
          <p:cNvCxnSpPr>
            <a:stCxn id="25" idx="2"/>
            <a:endCxn id="29" idx="0"/>
          </p:cNvCxnSpPr>
          <p:nvPr/>
        </p:nvCxnSpPr>
        <p:spPr bwMode="gray">
          <a:xfrm>
            <a:off x="4639120" y="4071704"/>
            <a:ext cx="1" cy="498546"/>
          </a:xfrm>
          <a:prstGeom prst="line">
            <a:avLst/>
          </a:prstGeom>
          <a:ln w="19050">
            <a:solidFill>
              <a:srgbClr val="56C4D2"/>
            </a:solidFill>
            <a:prstDash val="sysDot"/>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26" idx="2"/>
            <a:endCxn id="30" idx="0"/>
          </p:cNvCxnSpPr>
          <p:nvPr/>
        </p:nvCxnSpPr>
        <p:spPr bwMode="gray">
          <a:xfrm>
            <a:off x="6317707" y="4071704"/>
            <a:ext cx="1" cy="498546"/>
          </a:xfrm>
          <a:prstGeom prst="line">
            <a:avLst/>
          </a:prstGeom>
          <a:ln w="19050">
            <a:solidFill>
              <a:srgbClr val="56C4D2"/>
            </a:solidFill>
            <a:prstDash val="sysDot"/>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27" idx="2"/>
            <a:endCxn id="23" idx="0"/>
          </p:cNvCxnSpPr>
          <p:nvPr/>
        </p:nvCxnSpPr>
        <p:spPr bwMode="gray">
          <a:xfrm>
            <a:off x="7996294" y="4071704"/>
            <a:ext cx="1" cy="498546"/>
          </a:xfrm>
          <a:prstGeom prst="line">
            <a:avLst/>
          </a:prstGeom>
          <a:ln w="19050">
            <a:solidFill>
              <a:srgbClr val="56C4D2"/>
            </a:solidFill>
            <a:prstDash val="sysDot"/>
          </a:ln>
        </p:spPr>
        <p:style>
          <a:lnRef idx="1">
            <a:schemeClr val="accent1"/>
          </a:lnRef>
          <a:fillRef idx="0">
            <a:schemeClr val="accent1"/>
          </a:fillRef>
          <a:effectRef idx="0">
            <a:schemeClr val="accent1"/>
          </a:effectRef>
          <a:fontRef idx="minor">
            <a:schemeClr val="tx1"/>
          </a:fontRef>
        </p:style>
      </p:cxnSp>
      <p:sp>
        <p:nvSpPr>
          <p:cNvPr id="34" name="SorbShape3">
            <a:extLst>
              <a:ext uri="{FF2B5EF4-FFF2-40B4-BE49-F238E27FC236}">
                <a16:creationId xmlns:a16="http://schemas.microsoft.com/office/drawing/2014/main" id="{A44FC2C8-8653-467A-A1CC-F5D2E257FE39}"/>
              </a:ext>
            </a:extLst>
          </p:cNvPr>
          <p:cNvSpPr>
            <a:spLocks/>
          </p:cNvSpPr>
          <p:nvPr/>
        </p:nvSpPr>
        <p:spPr bwMode="gray">
          <a:xfrm>
            <a:off x="9539424" y="4570249"/>
            <a:ext cx="270917" cy="272985"/>
          </a:xfrm>
          <a:prstGeom prst="ellipse">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sz="1599" kern="0">
              <a:solidFill>
                <a:srgbClr val="FFFFFF"/>
              </a:solidFill>
              <a:latin typeface="Huawei Sans" panose="020C0503030203020204" pitchFamily="34" charset="0"/>
              <a:ea typeface="方正兰亭黑简体" panose="02000000000000000000" pitchFamily="2" charset="-122"/>
            </a:endParaRPr>
          </a:p>
        </p:txBody>
      </p:sp>
      <p:cxnSp>
        <p:nvCxnSpPr>
          <p:cNvPr id="35" name="直接连接符 34"/>
          <p:cNvCxnSpPr>
            <a:stCxn id="28" idx="2"/>
            <a:endCxn id="34" idx="0"/>
          </p:cNvCxnSpPr>
          <p:nvPr/>
        </p:nvCxnSpPr>
        <p:spPr bwMode="gray">
          <a:xfrm>
            <a:off x="9674882" y="4071704"/>
            <a:ext cx="1" cy="498546"/>
          </a:xfrm>
          <a:prstGeom prst="line">
            <a:avLst/>
          </a:prstGeom>
          <a:ln w="19050">
            <a:solidFill>
              <a:srgbClr val="56C4D2"/>
            </a:solidFill>
            <a:prstDash val="sysDot"/>
          </a:ln>
        </p:spPr>
        <p:style>
          <a:lnRef idx="1">
            <a:schemeClr val="accent1"/>
          </a:lnRef>
          <a:fillRef idx="0">
            <a:schemeClr val="accent1"/>
          </a:fillRef>
          <a:effectRef idx="0">
            <a:schemeClr val="accent1"/>
          </a:effectRef>
          <a:fontRef idx="minor">
            <a:schemeClr val="tx1"/>
          </a:fontRef>
        </p:style>
      </p:cxnSp>
      <p:sp>
        <p:nvSpPr>
          <p:cNvPr id="36" name="îş1iḍê">
            <a:extLst>
              <a:ext uri="{FF2B5EF4-FFF2-40B4-BE49-F238E27FC236}">
                <a16:creationId xmlns:a16="http://schemas.microsoft.com/office/drawing/2014/main" id="{F0B068A5-560A-4DB9-9ABC-E179FB4B53B1}"/>
              </a:ext>
            </a:extLst>
          </p:cNvPr>
          <p:cNvSpPr txBox="1"/>
          <p:nvPr/>
        </p:nvSpPr>
        <p:spPr bwMode="gray">
          <a:xfrm>
            <a:off x="9945799" y="4460104"/>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00000"/>
              </a:lnSpc>
              <a:spcBef>
                <a:spcPct val="0"/>
              </a:spcBef>
            </a:pPr>
            <a:r>
              <a:rPr lang="zh-CN" altLang="en-US" sz="1599" b="1" dirty="0">
                <a:solidFill>
                  <a:schemeClr val="bg1">
                    <a:lumMod val="50000"/>
                  </a:schemeClr>
                </a:solidFill>
              </a:rPr>
              <a:t>已完成</a:t>
            </a:r>
            <a:r>
              <a:rPr lang="en-US" altLang="zh-CN" sz="1599" b="1" dirty="0">
                <a:solidFill>
                  <a:schemeClr val="bg1">
                    <a:lumMod val="50000"/>
                  </a:schemeClr>
                </a:solidFill>
              </a:rPr>
              <a:t>75%</a:t>
            </a:r>
          </a:p>
        </p:txBody>
      </p:sp>
      <p:cxnSp>
        <p:nvCxnSpPr>
          <p:cNvPr id="37" name="直接箭头连接符 36"/>
          <p:cNvCxnSpPr/>
          <p:nvPr/>
        </p:nvCxnSpPr>
        <p:spPr bwMode="gray">
          <a:xfrm flipH="1">
            <a:off x="6609438" y="5246406"/>
            <a:ext cx="1251398"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8" name="íşḻïďe">
            <a:extLst>
              <a:ext uri="{FF2B5EF4-FFF2-40B4-BE49-F238E27FC236}">
                <a16:creationId xmlns:a16="http://schemas.microsoft.com/office/drawing/2014/main" id="{05246D82-A4F5-42F2-854D-C3D348D160CE}"/>
              </a:ext>
            </a:extLst>
          </p:cNvPr>
          <p:cNvSpPr txBox="1"/>
          <p:nvPr/>
        </p:nvSpPr>
        <p:spPr bwMode="gray">
          <a:xfrm>
            <a:off x="5440040" y="5385322"/>
            <a:ext cx="3902057"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zh-CN" altLang="en-US" sz="1399" dirty="0"/>
              <a:t>割接失败，按照回退方案将网络</a:t>
            </a:r>
            <a:endParaRPr lang="en-US" altLang="zh-CN" sz="1399" dirty="0"/>
          </a:p>
          <a:p>
            <a:pPr algn="ctr" eaLnBrk="1" hangingPunct="1">
              <a:lnSpc>
                <a:spcPct val="100000"/>
              </a:lnSpc>
              <a:spcBef>
                <a:spcPct val="0"/>
              </a:spcBef>
            </a:pPr>
            <a:r>
              <a:rPr lang="zh-CN" altLang="en-US" sz="1399" dirty="0"/>
              <a:t>回退到</a:t>
            </a:r>
            <a:r>
              <a:rPr lang="en-US" altLang="zh-CN" sz="1399" dirty="0"/>
              <a:t>step 2</a:t>
            </a:r>
            <a:r>
              <a:rPr lang="zh-CN" altLang="en-US" sz="1399" dirty="0"/>
              <a:t>执行前</a:t>
            </a:r>
            <a:endParaRPr lang="en-US" altLang="zh-CN" sz="1399" dirty="0"/>
          </a:p>
        </p:txBody>
      </p:sp>
      <p:sp>
        <p:nvSpPr>
          <p:cNvPr id="39" name="五边形 153"/>
          <p:cNvSpPr/>
          <p:nvPr/>
        </p:nvSpPr>
        <p:spPr bwMode="gray">
          <a:xfrm>
            <a:off x="8150785" y="113221"/>
            <a:ext cx="1259508"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准备阶段</a:t>
            </a:r>
          </a:p>
        </p:txBody>
      </p:sp>
      <p:sp>
        <p:nvSpPr>
          <p:cNvPr id="40" name="燕尾形 154"/>
          <p:cNvSpPr/>
          <p:nvPr/>
        </p:nvSpPr>
        <p:spPr bwMode="gray">
          <a:xfrm>
            <a:off x="9320182" y="113221"/>
            <a:ext cx="1259508"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实施阶段</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燕尾形 155"/>
          <p:cNvSpPr/>
          <p:nvPr/>
        </p:nvSpPr>
        <p:spPr bwMode="gray">
          <a:xfrm>
            <a:off x="10489579"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收尾阶段</a:t>
            </a:r>
          </a:p>
        </p:txBody>
      </p:sp>
    </p:spTree>
    <p:custDataLst>
      <p:tags r:id="rId1"/>
    </p:custDataLst>
    <p:extLst>
      <p:ext uri="{BB962C8B-B14F-4D97-AF65-F5344CB8AC3E}">
        <p14:creationId xmlns:p14="http://schemas.microsoft.com/office/powerpoint/2010/main" val="39662046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割接测试</a:t>
            </a:r>
          </a:p>
        </p:txBody>
      </p:sp>
      <p:sp>
        <p:nvSpPr>
          <p:cNvPr id="53" name="文本占位符 3"/>
          <p:cNvSpPr>
            <a:spLocks noGrp="1"/>
          </p:cNvSpPr>
          <p:nvPr>
            <p:ph type="body" sz="quarter" idx="10"/>
          </p:nvPr>
        </p:nvSpPr>
        <p:spPr bwMode="gray">
          <a:xfrm>
            <a:off x="2153265" y="1047750"/>
            <a:ext cx="9595822" cy="4879805"/>
          </a:xfrm>
        </p:spPr>
        <p:txBody>
          <a:bodyPr/>
          <a:lstStyle/>
          <a:p>
            <a:r>
              <a:rPr lang="zh-CN" altLang="en-US" sz="1599" dirty="0">
                <a:latin typeface="Huawei Sans" panose="020C0503030203020204" pitchFamily="34" charset="0"/>
                <a:ea typeface="方正兰亭黑简体" panose="02000000000000000000" pitchFamily="2" charset="-122"/>
                <a:sym typeface="Huawei Sans" panose="020C0503030203020204" pitchFamily="34" charset="0"/>
              </a:rPr>
              <a:t>割接实施完成后为测试割接是否成功，需要从以下几个方面对网络、业务进行测试：</a:t>
            </a:r>
            <a:endParaRPr lang="en-US" altLang="zh-CN" sz="1599"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399" dirty="0">
                <a:sym typeface="Huawei Sans" panose="020C0503030203020204" pitchFamily="34" charset="0"/>
              </a:rPr>
              <a:t>网络运行状态测试：对现网的动态数据在进行一次采集，与割接前进行对比。</a:t>
            </a:r>
            <a:endParaRPr lang="en-US" altLang="zh-CN" sz="1399" dirty="0">
              <a:sym typeface="Huawei Sans" panose="020C0503030203020204" pitchFamily="34" charset="0"/>
            </a:endParaRPr>
          </a:p>
          <a:p>
            <a:pPr lvl="1"/>
            <a:r>
              <a:rPr lang="zh-CN" altLang="en-US" sz="1399" dirty="0">
                <a:sym typeface="Huawei Sans" panose="020C0503030203020204" pitchFamily="34" charset="0"/>
              </a:rPr>
              <a:t>业务测试：通过</a:t>
            </a:r>
            <a:r>
              <a:rPr lang="en-US" altLang="zh-CN" sz="1399" dirty="0">
                <a:sym typeface="Huawei Sans" panose="020C0503030203020204" pitchFamily="34" charset="0"/>
              </a:rPr>
              <a:t>ping</a:t>
            </a:r>
            <a:r>
              <a:rPr lang="zh-CN" altLang="en-US" sz="1399" dirty="0">
                <a:sym typeface="Huawei Sans" panose="020C0503030203020204" pitchFamily="34" charset="0"/>
              </a:rPr>
              <a:t>、</a:t>
            </a:r>
            <a:r>
              <a:rPr lang="en-US" altLang="zh-CN" sz="1399" dirty="0" err="1">
                <a:sym typeface="Huawei Sans" panose="020C0503030203020204" pitchFamily="34" charset="0"/>
              </a:rPr>
              <a:t>tracert</a:t>
            </a:r>
            <a:r>
              <a:rPr lang="zh-CN" altLang="en-US" sz="1399" dirty="0">
                <a:sym typeface="Huawei Sans" panose="020C0503030203020204" pitchFamily="34" charset="0"/>
              </a:rPr>
              <a:t>或者客户侧的第三方软件测试网络连通性、延迟、抖动等指标是否到达业务要求</a:t>
            </a:r>
            <a:endParaRPr lang="en-US" altLang="zh-CN" sz="1399" dirty="0">
              <a:sym typeface="Huawei Sans" panose="020C0503030203020204" pitchFamily="34" charset="0"/>
            </a:endParaRPr>
          </a:p>
          <a:p>
            <a:pPr lvl="1"/>
            <a:r>
              <a:rPr lang="zh-CN" altLang="en-US" sz="1399" dirty="0">
                <a:sym typeface="Huawei Sans" panose="020C0503030203020204" pitchFamily="34" charset="0"/>
              </a:rPr>
              <a:t>客户应用测试：测试由网络承载的客户应用，检查是否正常。</a:t>
            </a:r>
            <a:endParaRPr lang="en-US" altLang="zh-CN" sz="1399" dirty="0">
              <a:sym typeface="Huawei Sans" panose="020C0503030203020204" pitchFamily="34" charset="0"/>
            </a:endParaRPr>
          </a:p>
        </p:txBody>
      </p:sp>
      <p:sp>
        <p:nvSpPr>
          <p:cNvPr id="112" name="ïšļïďe">
            <a:extLst>
              <a:ext uri="{FF2B5EF4-FFF2-40B4-BE49-F238E27FC236}">
                <a16:creationId xmlns:a16="http://schemas.microsoft.com/office/drawing/2014/main" id="{FB41FAD4-0BA5-4580-B72E-A6BFF22F8784}"/>
              </a:ext>
            </a:extLst>
          </p:cNvPr>
          <p:cNvSpPr txBox="1"/>
          <p:nvPr/>
        </p:nvSpPr>
        <p:spPr bwMode="gray">
          <a:xfrm>
            <a:off x="836816" y="1587788"/>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en-US"/>
            </a:defPPr>
            <a:lvl1pPr algn="ctr" defTabSz="914377">
              <a:lnSpc>
                <a:spcPct val="100000"/>
              </a:lnSpc>
              <a:spcBef>
                <a:spcPct val="0"/>
              </a:spcBef>
              <a:defRPr sz="1400">
                <a:solidFill>
                  <a:schemeClr val="bg1">
                    <a:lumMod val="65000"/>
                  </a:schemeClr>
                </a:solidFill>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pPr algn="l"/>
            <a:r>
              <a:rPr lang="zh-CN" altLang="en-US" sz="1399" dirty="0"/>
              <a:t>割接前快照</a:t>
            </a:r>
            <a:endParaRPr lang="en-US" altLang="zh-CN" sz="1399" dirty="0"/>
          </a:p>
        </p:txBody>
      </p:sp>
      <p:sp>
        <p:nvSpPr>
          <p:cNvPr id="113" name="ïṧļíḍê">
            <a:extLst>
              <a:ext uri="{FF2B5EF4-FFF2-40B4-BE49-F238E27FC236}">
                <a16:creationId xmlns:a16="http://schemas.microsoft.com/office/drawing/2014/main" id="{D1BCCD92-D45A-41F7-960F-30FC35568CBF}"/>
              </a:ext>
            </a:extLst>
          </p:cNvPr>
          <p:cNvSpPr txBox="1"/>
          <p:nvPr/>
        </p:nvSpPr>
        <p:spPr bwMode="gray">
          <a:xfrm>
            <a:off x="836816" y="2542319"/>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1399" dirty="0">
                <a:solidFill>
                  <a:schemeClr val="bg1">
                    <a:lumMod val="65000"/>
                  </a:schemeClr>
                </a:solidFill>
              </a:rPr>
              <a:t>割接执行</a:t>
            </a:r>
            <a:endParaRPr lang="en-US" altLang="zh-CN" sz="1399" dirty="0">
              <a:solidFill>
                <a:schemeClr val="bg1">
                  <a:lumMod val="65000"/>
                </a:schemeClr>
              </a:solidFill>
            </a:endParaRPr>
          </a:p>
        </p:txBody>
      </p:sp>
      <p:sp>
        <p:nvSpPr>
          <p:cNvPr id="114" name="îş1iḍê">
            <a:extLst>
              <a:ext uri="{FF2B5EF4-FFF2-40B4-BE49-F238E27FC236}">
                <a16:creationId xmlns:a16="http://schemas.microsoft.com/office/drawing/2014/main" id="{F0B068A5-560A-4DB9-9ABC-E179FB4B53B1}"/>
              </a:ext>
            </a:extLst>
          </p:cNvPr>
          <p:cNvSpPr txBox="1"/>
          <p:nvPr/>
        </p:nvSpPr>
        <p:spPr bwMode="gray">
          <a:xfrm>
            <a:off x="836816" y="3496850"/>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00000"/>
              </a:lnSpc>
              <a:spcBef>
                <a:spcPct val="0"/>
              </a:spcBef>
            </a:pPr>
            <a:r>
              <a:rPr lang="zh-CN" altLang="en-US" sz="1399" dirty="0">
                <a:solidFill>
                  <a:schemeClr val="bg1">
                    <a:lumMod val="65000"/>
                  </a:schemeClr>
                </a:solidFill>
              </a:rPr>
              <a:t>割接回退</a:t>
            </a:r>
            <a:endParaRPr lang="en-US" altLang="zh-CN" sz="1399" dirty="0">
              <a:solidFill>
                <a:schemeClr val="bg1">
                  <a:lumMod val="65000"/>
                </a:schemeClr>
              </a:solidFill>
            </a:endParaRPr>
          </a:p>
        </p:txBody>
      </p:sp>
      <p:sp>
        <p:nvSpPr>
          <p:cNvPr id="115" name="íşḻïďe">
            <a:extLst>
              <a:ext uri="{FF2B5EF4-FFF2-40B4-BE49-F238E27FC236}">
                <a16:creationId xmlns:a16="http://schemas.microsoft.com/office/drawing/2014/main" id="{05246D82-A4F5-42F2-854D-C3D348D160CE}"/>
              </a:ext>
            </a:extLst>
          </p:cNvPr>
          <p:cNvSpPr txBox="1"/>
          <p:nvPr/>
        </p:nvSpPr>
        <p:spPr bwMode="gray">
          <a:xfrm>
            <a:off x="836816" y="4451381"/>
            <a:ext cx="1579775" cy="4416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1399" b="1" dirty="0"/>
              <a:t>割接测试、检查</a:t>
            </a:r>
            <a:endParaRPr lang="en-US" altLang="zh-CN" sz="1399" b="1" dirty="0"/>
          </a:p>
        </p:txBody>
      </p:sp>
      <p:cxnSp>
        <p:nvCxnSpPr>
          <p:cNvPr id="117" name="直接连接符 116">
            <a:extLst>
              <a:ext uri="{FF2B5EF4-FFF2-40B4-BE49-F238E27FC236}">
                <a16:creationId xmlns:a16="http://schemas.microsoft.com/office/drawing/2014/main" id="{4AA622A8-8183-4782-A4A5-6DF01B92BB53}"/>
              </a:ext>
            </a:extLst>
          </p:cNvPr>
          <p:cNvCxnSpPr/>
          <p:nvPr/>
        </p:nvCxnSpPr>
        <p:spPr bwMode="gray">
          <a:xfrm>
            <a:off x="665266" y="1470291"/>
            <a:ext cx="0" cy="4689414"/>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34" name="íṡ1íḋê">
            <a:extLst>
              <a:ext uri="{FF2B5EF4-FFF2-40B4-BE49-F238E27FC236}">
                <a16:creationId xmlns:a16="http://schemas.microsoft.com/office/drawing/2014/main" id="{87A1502E-FF5A-402F-AE9A-604F51135206}"/>
              </a:ext>
            </a:extLst>
          </p:cNvPr>
          <p:cNvSpPr/>
          <p:nvPr/>
        </p:nvSpPr>
        <p:spPr bwMode="gray">
          <a:xfrm rot="10800000" flipV="1">
            <a:off x="485337" y="4492268"/>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rgbClr val="56C4D2"/>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799"/>
          </a:p>
        </p:txBody>
      </p:sp>
      <p:sp>
        <p:nvSpPr>
          <p:cNvPr id="143" name="iṡ1ïdé">
            <a:extLst>
              <a:ext uri="{FF2B5EF4-FFF2-40B4-BE49-F238E27FC236}">
                <a16:creationId xmlns:a16="http://schemas.microsoft.com/office/drawing/2014/main" id="{3FC487D0-A815-4107-8A36-7C156E98B5FA}"/>
              </a:ext>
            </a:extLst>
          </p:cNvPr>
          <p:cNvSpPr/>
          <p:nvPr/>
        </p:nvSpPr>
        <p:spPr bwMode="gray">
          <a:xfrm rot="10800000" flipV="1">
            <a:off x="485337" y="1626740"/>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26" name="iṩ1îdè">
            <a:extLst>
              <a:ext uri="{FF2B5EF4-FFF2-40B4-BE49-F238E27FC236}">
                <a16:creationId xmlns:a16="http://schemas.microsoft.com/office/drawing/2014/main" id="{7F2033B8-3D85-4EBC-B06A-35DC8DC5989D}"/>
              </a:ext>
            </a:extLst>
          </p:cNvPr>
          <p:cNvSpPr/>
          <p:nvPr/>
        </p:nvSpPr>
        <p:spPr bwMode="gray">
          <a:xfrm rot="10800000" flipV="1">
            <a:off x="485337" y="2581917"/>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131" name="íŝlíďé">
            <a:extLst>
              <a:ext uri="{FF2B5EF4-FFF2-40B4-BE49-F238E27FC236}">
                <a16:creationId xmlns:a16="http://schemas.microsoft.com/office/drawing/2014/main" id="{E7C05249-EC6B-4A31-B592-1B7DA1FC1C4D}"/>
              </a:ext>
            </a:extLst>
          </p:cNvPr>
          <p:cNvSpPr/>
          <p:nvPr/>
        </p:nvSpPr>
        <p:spPr bwMode="gray">
          <a:xfrm rot="10800000" flipV="1">
            <a:off x="485337" y="3537094"/>
            <a:ext cx="359859" cy="35985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tx1">
              <a:lumMod val="50000"/>
              <a:lumOff val="50000"/>
            </a:schemeClr>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011"/>
            <a:endParaRPr sz="1799"/>
          </a:p>
        </p:txBody>
      </p:sp>
      <p:sp>
        <p:nvSpPr>
          <p:cNvPr id="47" name="backup_115800"/>
          <p:cNvSpPr>
            <a:spLocks/>
          </p:cNvSpPr>
          <p:nvPr/>
        </p:nvSpPr>
        <p:spPr bwMode="gray">
          <a:xfrm>
            <a:off x="572829" y="1722236"/>
            <a:ext cx="184875" cy="168866"/>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 name="connsiteX44" fmla="*/ 325000 h 606722"/>
              <a:gd name="connsiteY44" fmla="*/ 325000 h 606722"/>
              <a:gd name="connsiteX45" fmla="*/ 325000 h 606722"/>
              <a:gd name="connsiteY45" fmla="*/ 325000 h 606722"/>
              <a:gd name="connsiteX46" fmla="*/ 325000 h 606722"/>
              <a:gd name="connsiteY46" fmla="*/ 325000 h 606722"/>
              <a:gd name="connsiteX47" fmla="*/ 325000 h 606722"/>
              <a:gd name="connsiteY47" fmla="*/ 325000 h 606722"/>
              <a:gd name="connsiteX48" fmla="*/ 325000 h 606722"/>
              <a:gd name="connsiteY48" fmla="*/ 325000 h 606722"/>
              <a:gd name="connsiteX49" fmla="*/ 325000 h 606722"/>
              <a:gd name="connsiteY49" fmla="*/ 325000 h 606722"/>
              <a:gd name="connsiteX50" fmla="*/ 325000 h 606722"/>
              <a:gd name="connsiteY50" fmla="*/ 325000 h 606722"/>
              <a:gd name="connsiteX51" fmla="*/ 325000 h 606722"/>
              <a:gd name="connsiteY51" fmla="*/ 325000 h 606722"/>
              <a:gd name="connsiteX52" fmla="*/ 325000 h 606722"/>
              <a:gd name="connsiteY52" fmla="*/ 325000 h 606722"/>
              <a:gd name="connsiteX53" fmla="*/ 325000 h 606722"/>
              <a:gd name="connsiteY53" fmla="*/ 325000 h 606722"/>
              <a:gd name="connsiteX54" fmla="*/ 325000 h 606722"/>
              <a:gd name="connsiteY54" fmla="*/ 325000 h 606722"/>
              <a:gd name="connsiteX55" fmla="*/ 325000 h 606722"/>
              <a:gd name="connsiteY55" fmla="*/ 325000 h 606722"/>
              <a:gd name="connsiteX56" fmla="*/ 325000 h 606722"/>
              <a:gd name="connsiteY56" fmla="*/ 325000 h 606722"/>
              <a:gd name="connsiteX57" fmla="*/ 325000 h 606722"/>
              <a:gd name="connsiteY57" fmla="*/ 325000 h 606722"/>
              <a:gd name="connsiteX58" fmla="*/ 325000 h 606722"/>
              <a:gd name="connsiteY58" fmla="*/ 325000 h 606722"/>
              <a:gd name="connsiteX59" fmla="*/ 325000 h 606722"/>
              <a:gd name="connsiteY59" fmla="*/ 325000 h 606722"/>
              <a:gd name="connsiteX60" fmla="*/ 325000 h 606722"/>
              <a:gd name="connsiteY60" fmla="*/ 325000 h 606722"/>
              <a:gd name="connsiteX61" fmla="*/ 325000 h 606722"/>
              <a:gd name="connsiteY61" fmla="*/ 325000 h 606722"/>
              <a:gd name="connsiteX62" fmla="*/ 325000 h 606722"/>
              <a:gd name="connsiteY62" fmla="*/ 325000 h 606722"/>
              <a:gd name="connsiteX63" fmla="*/ 325000 h 606722"/>
              <a:gd name="connsiteY63" fmla="*/ 325000 h 606722"/>
              <a:gd name="connsiteX64" fmla="*/ 325000 h 606722"/>
              <a:gd name="connsiteY64" fmla="*/ 325000 h 606722"/>
              <a:gd name="connsiteX65" fmla="*/ 325000 h 606722"/>
              <a:gd name="connsiteY65" fmla="*/ 325000 h 606722"/>
              <a:gd name="connsiteX66" fmla="*/ 325000 h 606722"/>
              <a:gd name="connsiteY66" fmla="*/ 325000 h 606722"/>
              <a:gd name="connsiteX67" fmla="*/ 325000 h 606722"/>
              <a:gd name="connsiteY67" fmla="*/ 325000 h 606722"/>
              <a:gd name="connsiteX68" fmla="*/ 325000 h 606722"/>
              <a:gd name="connsiteY68" fmla="*/ 325000 h 606722"/>
              <a:gd name="connsiteX69" fmla="*/ 325000 h 606722"/>
              <a:gd name="connsiteY69" fmla="*/ 325000 h 606722"/>
              <a:gd name="connsiteX70" fmla="*/ 325000 h 606722"/>
              <a:gd name="connsiteY70" fmla="*/ 325000 h 606722"/>
              <a:gd name="connsiteX71" fmla="*/ 325000 h 606722"/>
              <a:gd name="connsiteY71" fmla="*/ 325000 h 606722"/>
              <a:gd name="connsiteX72" fmla="*/ 325000 h 606722"/>
              <a:gd name="connsiteY72" fmla="*/ 325000 h 606722"/>
              <a:gd name="connsiteX73" fmla="*/ 325000 h 606722"/>
              <a:gd name="connsiteY73" fmla="*/ 325000 h 606722"/>
              <a:gd name="connsiteX74" fmla="*/ 325000 h 606722"/>
              <a:gd name="connsiteY74" fmla="*/ 325000 h 606722"/>
              <a:gd name="connsiteX75" fmla="*/ 325000 h 606722"/>
              <a:gd name="connsiteY75" fmla="*/ 325000 h 606722"/>
              <a:gd name="connsiteX76" fmla="*/ 325000 h 606722"/>
              <a:gd name="connsiteY76" fmla="*/ 325000 h 606722"/>
              <a:gd name="connsiteX77" fmla="*/ 325000 h 606722"/>
              <a:gd name="connsiteY77" fmla="*/ 325000 h 606722"/>
              <a:gd name="connsiteX78" fmla="*/ 325000 h 606722"/>
              <a:gd name="connsiteY78" fmla="*/ 325000 h 606722"/>
              <a:gd name="connsiteX79" fmla="*/ 325000 h 606722"/>
              <a:gd name="connsiteY79" fmla="*/ 325000 h 606722"/>
              <a:gd name="connsiteX80" fmla="*/ 325000 h 606722"/>
              <a:gd name="connsiteY80" fmla="*/ 325000 h 606722"/>
              <a:gd name="connsiteX81" fmla="*/ 325000 h 606722"/>
              <a:gd name="connsiteY81" fmla="*/ 325000 h 606722"/>
              <a:gd name="connsiteX82" fmla="*/ 325000 h 606722"/>
              <a:gd name="connsiteY82" fmla="*/ 325000 h 606722"/>
              <a:gd name="connsiteX83" fmla="*/ 325000 h 606722"/>
              <a:gd name="connsiteY83" fmla="*/ 325000 h 606722"/>
              <a:gd name="connsiteX84" fmla="*/ 325000 h 606722"/>
              <a:gd name="connsiteY84" fmla="*/ 325000 h 606722"/>
              <a:gd name="connsiteX85" fmla="*/ 325000 h 606722"/>
              <a:gd name="connsiteY85" fmla="*/ 325000 h 606722"/>
              <a:gd name="connsiteX86" fmla="*/ 325000 h 606722"/>
              <a:gd name="connsiteY86" fmla="*/ 325000 h 606722"/>
              <a:gd name="connsiteX87" fmla="*/ 325000 h 606722"/>
              <a:gd name="connsiteY87" fmla="*/ 325000 h 606722"/>
              <a:gd name="connsiteX88" fmla="*/ 325000 h 606722"/>
              <a:gd name="connsiteY88" fmla="*/ 325000 h 606722"/>
              <a:gd name="connsiteX89" fmla="*/ 325000 h 606722"/>
              <a:gd name="connsiteY89" fmla="*/ 325000 h 606722"/>
              <a:gd name="connsiteX90" fmla="*/ 325000 h 606722"/>
              <a:gd name="connsiteY90" fmla="*/ 325000 h 606722"/>
              <a:gd name="connsiteX91" fmla="*/ 325000 h 606722"/>
              <a:gd name="connsiteY91"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466931" h="607216">
                <a:moveTo>
                  <a:pt x="146525" y="485632"/>
                </a:moveTo>
                <a:cubicBezTo>
                  <a:pt x="151958" y="485632"/>
                  <a:pt x="156226" y="489992"/>
                  <a:pt x="156226" y="495320"/>
                </a:cubicBezTo>
                <a:lnTo>
                  <a:pt x="156226" y="551413"/>
                </a:lnTo>
                <a:lnTo>
                  <a:pt x="233452" y="586871"/>
                </a:lnTo>
                <a:lnTo>
                  <a:pt x="310678" y="551413"/>
                </a:lnTo>
                <a:lnTo>
                  <a:pt x="310678" y="495320"/>
                </a:lnTo>
                <a:cubicBezTo>
                  <a:pt x="310678" y="489992"/>
                  <a:pt x="315044" y="485632"/>
                  <a:pt x="320380" y="485632"/>
                </a:cubicBezTo>
                <a:cubicBezTo>
                  <a:pt x="325715" y="485632"/>
                  <a:pt x="330081" y="489992"/>
                  <a:pt x="330081" y="495320"/>
                </a:cubicBezTo>
                <a:lnTo>
                  <a:pt x="330081" y="542500"/>
                </a:lnTo>
                <a:lnTo>
                  <a:pt x="347641" y="534459"/>
                </a:lnTo>
                <a:cubicBezTo>
                  <a:pt x="352492" y="532231"/>
                  <a:pt x="358313" y="534362"/>
                  <a:pt x="360545" y="539206"/>
                </a:cubicBezTo>
                <a:cubicBezTo>
                  <a:pt x="362776" y="544050"/>
                  <a:pt x="360642" y="549766"/>
                  <a:pt x="355791" y="552091"/>
                </a:cubicBezTo>
                <a:lnTo>
                  <a:pt x="237527" y="606344"/>
                </a:lnTo>
                <a:cubicBezTo>
                  <a:pt x="236266" y="606925"/>
                  <a:pt x="234907" y="607216"/>
                  <a:pt x="233452" y="607216"/>
                </a:cubicBezTo>
                <a:cubicBezTo>
                  <a:pt x="232094" y="607216"/>
                  <a:pt x="230736" y="606925"/>
                  <a:pt x="229474" y="606344"/>
                </a:cubicBezTo>
                <a:lnTo>
                  <a:pt x="111210" y="552091"/>
                </a:lnTo>
                <a:cubicBezTo>
                  <a:pt x="106359" y="549766"/>
                  <a:pt x="104225" y="544050"/>
                  <a:pt x="106456" y="539206"/>
                </a:cubicBezTo>
                <a:cubicBezTo>
                  <a:pt x="108688" y="534362"/>
                  <a:pt x="114412" y="532231"/>
                  <a:pt x="119360" y="534459"/>
                </a:cubicBezTo>
                <a:lnTo>
                  <a:pt x="136823" y="542500"/>
                </a:lnTo>
                <a:lnTo>
                  <a:pt x="136823" y="495320"/>
                </a:lnTo>
                <a:cubicBezTo>
                  <a:pt x="136823" y="489992"/>
                  <a:pt x="141189" y="485632"/>
                  <a:pt x="146525" y="485632"/>
                </a:cubicBezTo>
                <a:close/>
                <a:moveTo>
                  <a:pt x="108637" y="369340"/>
                </a:moveTo>
                <a:lnTo>
                  <a:pt x="358224" y="369340"/>
                </a:lnTo>
                <a:cubicBezTo>
                  <a:pt x="363561" y="369340"/>
                  <a:pt x="367928" y="373706"/>
                  <a:pt x="367928" y="379043"/>
                </a:cubicBezTo>
                <a:cubicBezTo>
                  <a:pt x="367928" y="384380"/>
                  <a:pt x="363561" y="388746"/>
                  <a:pt x="358224" y="388746"/>
                </a:cubicBezTo>
                <a:lnTo>
                  <a:pt x="108637" y="388746"/>
                </a:lnTo>
                <a:cubicBezTo>
                  <a:pt x="103300" y="388746"/>
                  <a:pt x="98933" y="384380"/>
                  <a:pt x="98933" y="379043"/>
                </a:cubicBezTo>
                <a:cubicBezTo>
                  <a:pt x="98933" y="373706"/>
                  <a:pt x="103300" y="369340"/>
                  <a:pt x="108637" y="369340"/>
                </a:cubicBezTo>
                <a:close/>
                <a:moveTo>
                  <a:pt x="108637" y="330599"/>
                </a:moveTo>
                <a:lnTo>
                  <a:pt x="358224" y="330599"/>
                </a:lnTo>
                <a:cubicBezTo>
                  <a:pt x="363561" y="330599"/>
                  <a:pt x="367928" y="334965"/>
                  <a:pt x="367928" y="340302"/>
                </a:cubicBezTo>
                <a:cubicBezTo>
                  <a:pt x="367928" y="345639"/>
                  <a:pt x="363561" y="350005"/>
                  <a:pt x="358224" y="350005"/>
                </a:cubicBezTo>
                <a:lnTo>
                  <a:pt x="108637" y="350005"/>
                </a:lnTo>
                <a:cubicBezTo>
                  <a:pt x="103300" y="350005"/>
                  <a:pt x="98933" y="345639"/>
                  <a:pt x="98933" y="340302"/>
                </a:cubicBezTo>
                <a:cubicBezTo>
                  <a:pt x="98933" y="334965"/>
                  <a:pt x="103300" y="330599"/>
                  <a:pt x="108637" y="330599"/>
                </a:cubicBezTo>
                <a:close/>
                <a:moveTo>
                  <a:pt x="147448" y="254600"/>
                </a:moveTo>
                <a:lnTo>
                  <a:pt x="397035" y="254600"/>
                </a:lnTo>
                <a:cubicBezTo>
                  <a:pt x="402372" y="254600"/>
                  <a:pt x="406739" y="258864"/>
                  <a:pt x="406739" y="264291"/>
                </a:cubicBezTo>
                <a:lnTo>
                  <a:pt x="406739" y="417794"/>
                </a:lnTo>
                <a:cubicBezTo>
                  <a:pt x="406739" y="423124"/>
                  <a:pt x="402372" y="427485"/>
                  <a:pt x="397035" y="427485"/>
                </a:cubicBezTo>
                <a:cubicBezTo>
                  <a:pt x="391698" y="427485"/>
                  <a:pt x="387331" y="423124"/>
                  <a:pt x="387331" y="417794"/>
                </a:cubicBezTo>
                <a:lnTo>
                  <a:pt x="387331" y="273982"/>
                </a:lnTo>
                <a:lnTo>
                  <a:pt x="147448" y="273982"/>
                </a:lnTo>
                <a:cubicBezTo>
                  <a:pt x="142111" y="273982"/>
                  <a:pt x="137744" y="269621"/>
                  <a:pt x="137744" y="264291"/>
                </a:cubicBezTo>
                <a:cubicBezTo>
                  <a:pt x="137744" y="258864"/>
                  <a:pt x="142111" y="254600"/>
                  <a:pt x="147448" y="254600"/>
                </a:cubicBezTo>
                <a:close/>
                <a:moveTo>
                  <a:pt x="69825" y="254600"/>
                </a:moveTo>
                <a:lnTo>
                  <a:pt x="108635" y="254600"/>
                </a:lnTo>
                <a:cubicBezTo>
                  <a:pt x="114069" y="254600"/>
                  <a:pt x="118338" y="258864"/>
                  <a:pt x="118338" y="264291"/>
                </a:cubicBezTo>
                <a:cubicBezTo>
                  <a:pt x="118338" y="269621"/>
                  <a:pt x="114069" y="273982"/>
                  <a:pt x="108635" y="273982"/>
                </a:cubicBezTo>
                <a:lnTo>
                  <a:pt x="79527" y="273982"/>
                </a:lnTo>
                <a:lnTo>
                  <a:pt x="79527" y="417794"/>
                </a:lnTo>
                <a:cubicBezTo>
                  <a:pt x="79527" y="423124"/>
                  <a:pt x="75258" y="427485"/>
                  <a:pt x="69825" y="427485"/>
                </a:cubicBezTo>
                <a:cubicBezTo>
                  <a:pt x="64488" y="427485"/>
                  <a:pt x="60122" y="423124"/>
                  <a:pt x="60122" y="417794"/>
                </a:cubicBezTo>
                <a:lnTo>
                  <a:pt x="60122" y="264291"/>
                </a:lnTo>
                <a:cubicBezTo>
                  <a:pt x="60122" y="258864"/>
                  <a:pt x="64488" y="254600"/>
                  <a:pt x="69825" y="254600"/>
                </a:cubicBezTo>
                <a:close/>
                <a:moveTo>
                  <a:pt x="130900" y="19378"/>
                </a:moveTo>
                <a:lnTo>
                  <a:pt x="130900" y="183700"/>
                </a:lnTo>
                <a:lnTo>
                  <a:pt x="336128" y="183700"/>
                </a:lnTo>
                <a:lnTo>
                  <a:pt x="336128" y="19378"/>
                </a:lnTo>
                <a:lnTo>
                  <a:pt x="243169" y="19378"/>
                </a:lnTo>
                <a:lnTo>
                  <a:pt x="243169" y="143976"/>
                </a:lnTo>
                <a:lnTo>
                  <a:pt x="297314" y="143976"/>
                </a:lnTo>
                <a:lnTo>
                  <a:pt x="297314" y="48444"/>
                </a:lnTo>
                <a:cubicBezTo>
                  <a:pt x="297314" y="43115"/>
                  <a:pt x="301681" y="38755"/>
                  <a:pt x="307018" y="38755"/>
                </a:cubicBezTo>
                <a:cubicBezTo>
                  <a:pt x="312355" y="38755"/>
                  <a:pt x="316721" y="43115"/>
                  <a:pt x="316721" y="48444"/>
                </a:cubicBezTo>
                <a:lnTo>
                  <a:pt x="316721" y="153665"/>
                </a:lnTo>
                <a:cubicBezTo>
                  <a:pt x="316721" y="158994"/>
                  <a:pt x="312355" y="163353"/>
                  <a:pt x="307018" y="163353"/>
                </a:cubicBezTo>
                <a:lnTo>
                  <a:pt x="233466" y="163353"/>
                </a:lnTo>
                <a:cubicBezTo>
                  <a:pt x="228129" y="163353"/>
                  <a:pt x="223762" y="158994"/>
                  <a:pt x="223762" y="153665"/>
                </a:cubicBezTo>
                <a:lnTo>
                  <a:pt x="223762" y="19378"/>
                </a:lnTo>
                <a:close/>
                <a:moveTo>
                  <a:pt x="19407" y="19378"/>
                </a:moveTo>
                <a:lnTo>
                  <a:pt x="19407" y="446848"/>
                </a:lnTo>
                <a:lnTo>
                  <a:pt x="447524" y="446848"/>
                </a:lnTo>
                <a:lnTo>
                  <a:pt x="447524" y="73247"/>
                </a:lnTo>
                <a:lnTo>
                  <a:pt x="393573" y="19378"/>
                </a:lnTo>
                <a:lnTo>
                  <a:pt x="355535" y="19378"/>
                </a:lnTo>
                <a:lnTo>
                  <a:pt x="355535" y="193389"/>
                </a:lnTo>
                <a:cubicBezTo>
                  <a:pt x="355535" y="198718"/>
                  <a:pt x="351169" y="203078"/>
                  <a:pt x="345832" y="203078"/>
                </a:cubicBezTo>
                <a:lnTo>
                  <a:pt x="121196" y="203078"/>
                </a:lnTo>
                <a:cubicBezTo>
                  <a:pt x="115762" y="203078"/>
                  <a:pt x="111493" y="198718"/>
                  <a:pt x="111493" y="193389"/>
                </a:cubicBezTo>
                <a:lnTo>
                  <a:pt x="111493" y="19378"/>
                </a:lnTo>
                <a:close/>
                <a:moveTo>
                  <a:pt x="9703" y="0"/>
                </a:moveTo>
                <a:lnTo>
                  <a:pt x="397551" y="0"/>
                </a:lnTo>
                <a:cubicBezTo>
                  <a:pt x="400171" y="0"/>
                  <a:pt x="402597" y="1066"/>
                  <a:pt x="404441" y="2810"/>
                </a:cubicBezTo>
                <a:lnTo>
                  <a:pt x="464117" y="62396"/>
                </a:lnTo>
                <a:cubicBezTo>
                  <a:pt x="465961" y="64237"/>
                  <a:pt x="466931" y="66659"/>
                  <a:pt x="466931" y="69275"/>
                </a:cubicBezTo>
                <a:lnTo>
                  <a:pt x="466931" y="456537"/>
                </a:lnTo>
                <a:cubicBezTo>
                  <a:pt x="466931" y="461866"/>
                  <a:pt x="462662" y="466226"/>
                  <a:pt x="457228" y="466226"/>
                </a:cubicBezTo>
                <a:lnTo>
                  <a:pt x="9703" y="466226"/>
                </a:lnTo>
                <a:cubicBezTo>
                  <a:pt x="4366" y="466226"/>
                  <a:pt x="0" y="461866"/>
                  <a:pt x="0" y="456537"/>
                </a:cubicBezTo>
                <a:lnTo>
                  <a:pt x="0" y="9689"/>
                </a:lnTo>
                <a:cubicBezTo>
                  <a:pt x="0" y="4360"/>
                  <a:pt x="4366" y="0"/>
                  <a:pt x="9703" y="0"/>
                </a:cubicBezTo>
                <a:close/>
              </a:path>
            </a:pathLst>
          </a:custGeom>
          <a:solidFill>
            <a:schemeClr val="bg1"/>
          </a:solidFill>
          <a:ln>
            <a:solidFill>
              <a:schemeClr val="bg1"/>
            </a:solidFill>
          </a:ln>
        </p:spPr>
      </p:sp>
      <p:sp>
        <p:nvSpPr>
          <p:cNvPr id="48" name="iconfont-10123-4910640"/>
          <p:cNvSpPr>
            <a:spLocks/>
          </p:cNvSpPr>
          <p:nvPr/>
        </p:nvSpPr>
        <p:spPr bwMode="gray">
          <a:xfrm>
            <a:off x="585551" y="2672904"/>
            <a:ext cx="202967" cy="202673"/>
          </a:xfrm>
          <a:custGeom>
            <a:avLst/>
            <a:gdLst>
              <a:gd name="T0" fmla="*/ 6400 w 8106"/>
              <a:gd name="T1" fmla="*/ 3876 h 8534"/>
              <a:gd name="T2" fmla="*/ 5973 w 8106"/>
              <a:gd name="T3" fmla="*/ 3840 h 8534"/>
              <a:gd name="T4" fmla="*/ 5973 w 8106"/>
              <a:gd name="T5" fmla="*/ 640 h 8534"/>
              <a:gd name="T6" fmla="*/ 5760 w 8106"/>
              <a:gd name="T7" fmla="*/ 427 h 8534"/>
              <a:gd name="T8" fmla="*/ 640 w 8106"/>
              <a:gd name="T9" fmla="*/ 427 h 8534"/>
              <a:gd name="T10" fmla="*/ 426 w 8106"/>
              <a:gd name="T11" fmla="*/ 640 h 8534"/>
              <a:gd name="T12" fmla="*/ 426 w 8106"/>
              <a:gd name="T13" fmla="*/ 7040 h 8534"/>
              <a:gd name="T14" fmla="*/ 640 w 8106"/>
              <a:gd name="T15" fmla="*/ 7254 h 8534"/>
              <a:gd name="T16" fmla="*/ 3559 w 8106"/>
              <a:gd name="T17" fmla="*/ 7254 h 8534"/>
              <a:gd name="T18" fmla="*/ 3755 w 8106"/>
              <a:gd name="T19" fmla="*/ 7680 h 8534"/>
              <a:gd name="T20" fmla="*/ 426 w 8106"/>
              <a:gd name="T21" fmla="*/ 7680 h 8534"/>
              <a:gd name="T22" fmla="*/ 0 w 8106"/>
              <a:gd name="T23" fmla="*/ 7254 h 8534"/>
              <a:gd name="T24" fmla="*/ 0 w 8106"/>
              <a:gd name="T25" fmla="*/ 427 h 8534"/>
              <a:gd name="T26" fmla="*/ 426 w 8106"/>
              <a:gd name="T27" fmla="*/ 0 h 8534"/>
              <a:gd name="T28" fmla="*/ 5973 w 8106"/>
              <a:gd name="T29" fmla="*/ 0 h 8534"/>
              <a:gd name="T30" fmla="*/ 6400 w 8106"/>
              <a:gd name="T31" fmla="*/ 427 h 8534"/>
              <a:gd name="T32" fmla="*/ 6400 w 8106"/>
              <a:gd name="T33" fmla="*/ 3876 h 8534"/>
              <a:gd name="T34" fmla="*/ 1493 w 8106"/>
              <a:gd name="T35" fmla="*/ 1707 h 8534"/>
              <a:gd name="T36" fmla="*/ 4906 w 8106"/>
              <a:gd name="T37" fmla="*/ 1707 h 8534"/>
              <a:gd name="T38" fmla="*/ 5120 w 8106"/>
              <a:gd name="T39" fmla="*/ 1920 h 8534"/>
              <a:gd name="T40" fmla="*/ 4906 w 8106"/>
              <a:gd name="T41" fmla="*/ 2134 h 8534"/>
              <a:gd name="T42" fmla="*/ 1493 w 8106"/>
              <a:gd name="T43" fmla="*/ 2134 h 8534"/>
              <a:gd name="T44" fmla="*/ 1280 w 8106"/>
              <a:gd name="T45" fmla="*/ 1920 h 8534"/>
              <a:gd name="T46" fmla="*/ 1493 w 8106"/>
              <a:gd name="T47" fmla="*/ 1707 h 8534"/>
              <a:gd name="T48" fmla="*/ 1493 w 8106"/>
              <a:gd name="T49" fmla="*/ 2987 h 8534"/>
              <a:gd name="T50" fmla="*/ 4906 w 8106"/>
              <a:gd name="T51" fmla="*/ 2987 h 8534"/>
              <a:gd name="T52" fmla="*/ 5120 w 8106"/>
              <a:gd name="T53" fmla="*/ 3200 h 8534"/>
              <a:gd name="T54" fmla="*/ 4906 w 8106"/>
              <a:gd name="T55" fmla="*/ 3414 h 8534"/>
              <a:gd name="T56" fmla="*/ 1493 w 8106"/>
              <a:gd name="T57" fmla="*/ 3414 h 8534"/>
              <a:gd name="T58" fmla="*/ 1280 w 8106"/>
              <a:gd name="T59" fmla="*/ 3200 h 8534"/>
              <a:gd name="T60" fmla="*/ 1493 w 8106"/>
              <a:gd name="T61" fmla="*/ 2987 h 8534"/>
              <a:gd name="T62" fmla="*/ 1493 w 8106"/>
              <a:gd name="T63" fmla="*/ 4480 h 8534"/>
              <a:gd name="T64" fmla="*/ 3413 w 8106"/>
              <a:gd name="T65" fmla="*/ 4480 h 8534"/>
              <a:gd name="T66" fmla="*/ 3626 w 8106"/>
              <a:gd name="T67" fmla="*/ 4694 h 8534"/>
              <a:gd name="T68" fmla="*/ 3413 w 8106"/>
              <a:gd name="T69" fmla="*/ 4907 h 8534"/>
              <a:gd name="T70" fmla="*/ 1493 w 8106"/>
              <a:gd name="T71" fmla="*/ 4907 h 8534"/>
              <a:gd name="T72" fmla="*/ 1280 w 8106"/>
              <a:gd name="T73" fmla="*/ 4694 h 8534"/>
              <a:gd name="T74" fmla="*/ 1493 w 8106"/>
              <a:gd name="T75" fmla="*/ 4480 h 8534"/>
              <a:gd name="T76" fmla="*/ 1493 w 8106"/>
              <a:gd name="T77" fmla="*/ 5547 h 8534"/>
              <a:gd name="T78" fmla="*/ 2773 w 8106"/>
              <a:gd name="T79" fmla="*/ 5547 h 8534"/>
              <a:gd name="T80" fmla="*/ 2986 w 8106"/>
              <a:gd name="T81" fmla="*/ 5760 h 8534"/>
              <a:gd name="T82" fmla="*/ 2773 w 8106"/>
              <a:gd name="T83" fmla="*/ 5974 h 8534"/>
              <a:gd name="T84" fmla="*/ 1493 w 8106"/>
              <a:gd name="T85" fmla="*/ 5974 h 8534"/>
              <a:gd name="T86" fmla="*/ 1280 w 8106"/>
              <a:gd name="T87" fmla="*/ 5760 h 8534"/>
              <a:gd name="T88" fmla="*/ 1493 w 8106"/>
              <a:gd name="T89" fmla="*/ 5547 h 8534"/>
              <a:gd name="T90" fmla="*/ 5973 w 8106"/>
              <a:gd name="T91" fmla="*/ 8534 h 8534"/>
              <a:gd name="T92" fmla="*/ 3840 w 8106"/>
              <a:gd name="T93" fmla="*/ 6400 h 8534"/>
              <a:gd name="T94" fmla="*/ 5973 w 8106"/>
              <a:gd name="T95" fmla="*/ 4267 h 8534"/>
              <a:gd name="T96" fmla="*/ 8106 w 8106"/>
              <a:gd name="T97" fmla="*/ 6400 h 8534"/>
              <a:gd name="T98" fmla="*/ 5973 w 8106"/>
              <a:gd name="T99" fmla="*/ 8534 h 8534"/>
              <a:gd name="T100" fmla="*/ 5973 w 8106"/>
              <a:gd name="T101" fmla="*/ 8107 h 8534"/>
              <a:gd name="T102" fmla="*/ 7680 w 8106"/>
              <a:gd name="T103" fmla="*/ 6400 h 8534"/>
              <a:gd name="T104" fmla="*/ 5973 w 8106"/>
              <a:gd name="T105" fmla="*/ 4694 h 8534"/>
              <a:gd name="T106" fmla="*/ 4266 w 8106"/>
              <a:gd name="T107" fmla="*/ 6400 h 8534"/>
              <a:gd name="T108" fmla="*/ 5973 w 8106"/>
              <a:gd name="T109" fmla="*/ 8107 h 8534"/>
              <a:gd name="T110" fmla="*/ 7040 w 8106"/>
              <a:gd name="T111" fmla="*/ 6400 h 8534"/>
              <a:gd name="T112" fmla="*/ 5333 w 8106"/>
              <a:gd name="T113" fmla="*/ 7254 h 8534"/>
              <a:gd name="T114" fmla="*/ 5333 w 8106"/>
              <a:gd name="T115" fmla="*/ 5547 h 8534"/>
              <a:gd name="T116" fmla="*/ 7040 w 8106"/>
              <a:gd name="T117" fmla="*/ 6400 h 8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106" h="8534">
                <a:moveTo>
                  <a:pt x="6400" y="3876"/>
                </a:moveTo>
                <a:cubicBezTo>
                  <a:pt x="6261" y="3852"/>
                  <a:pt x="6118" y="3840"/>
                  <a:pt x="5973" y="3840"/>
                </a:cubicBezTo>
                <a:lnTo>
                  <a:pt x="5973" y="640"/>
                </a:lnTo>
                <a:cubicBezTo>
                  <a:pt x="5973" y="523"/>
                  <a:pt x="5877" y="427"/>
                  <a:pt x="5760" y="427"/>
                </a:cubicBezTo>
                <a:lnTo>
                  <a:pt x="640" y="427"/>
                </a:lnTo>
                <a:cubicBezTo>
                  <a:pt x="522" y="427"/>
                  <a:pt x="426" y="523"/>
                  <a:pt x="426" y="640"/>
                </a:cubicBezTo>
                <a:lnTo>
                  <a:pt x="426" y="7040"/>
                </a:lnTo>
                <a:cubicBezTo>
                  <a:pt x="426" y="7158"/>
                  <a:pt x="522" y="7254"/>
                  <a:pt x="640" y="7254"/>
                </a:cubicBezTo>
                <a:lnTo>
                  <a:pt x="3559" y="7254"/>
                </a:lnTo>
                <a:cubicBezTo>
                  <a:pt x="3611" y="7403"/>
                  <a:pt x="3678" y="7546"/>
                  <a:pt x="3755" y="7680"/>
                </a:cubicBezTo>
                <a:lnTo>
                  <a:pt x="426" y="7680"/>
                </a:lnTo>
                <a:cubicBezTo>
                  <a:pt x="191" y="7680"/>
                  <a:pt x="0" y="7489"/>
                  <a:pt x="0" y="7254"/>
                </a:cubicBezTo>
                <a:lnTo>
                  <a:pt x="0" y="427"/>
                </a:lnTo>
                <a:cubicBezTo>
                  <a:pt x="0" y="191"/>
                  <a:pt x="191" y="0"/>
                  <a:pt x="426" y="0"/>
                </a:cubicBezTo>
                <a:lnTo>
                  <a:pt x="5973" y="0"/>
                </a:lnTo>
                <a:cubicBezTo>
                  <a:pt x="6209" y="0"/>
                  <a:pt x="6400" y="191"/>
                  <a:pt x="6400" y="427"/>
                </a:cubicBezTo>
                <a:lnTo>
                  <a:pt x="6400" y="3876"/>
                </a:lnTo>
                <a:close/>
                <a:moveTo>
                  <a:pt x="1493" y="1707"/>
                </a:moveTo>
                <a:lnTo>
                  <a:pt x="4906" y="1707"/>
                </a:lnTo>
                <a:cubicBezTo>
                  <a:pt x="5024" y="1707"/>
                  <a:pt x="5120" y="1803"/>
                  <a:pt x="5120" y="1920"/>
                </a:cubicBezTo>
                <a:cubicBezTo>
                  <a:pt x="5120" y="2038"/>
                  <a:pt x="5024" y="2134"/>
                  <a:pt x="4906" y="2134"/>
                </a:cubicBezTo>
                <a:lnTo>
                  <a:pt x="1493" y="2134"/>
                </a:lnTo>
                <a:cubicBezTo>
                  <a:pt x="1375" y="2134"/>
                  <a:pt x="1280" y="2038"/>
                  <a:pt x="1280" y="1920"/>
                </a:cubicBezTo>
                <a:cubicBezTo>
                  <a:pt x="1280" y="1802"/>
                  <a:pt x="1375" y="1707"/>
                  <a:pt x="1493" y="1707"/>
                </a:cubicBezTo>
                <a:close/>
                <a:moveTo>
                  <a:pt x="1493" y="2987"/>
                </a:moveTo>
                <a:lnTo>
                  <a:pt x="4906" y="2987"/>
                </a:lnTo>
                <a:cubicBezTo>
                  <a:pt x="5024" y="2987"/>
                  <a:pt x="5120" y="3083"/>
                  <a:pt x="5120" y="3200"/>
                </a:cubicBezTo>
                <a:cubicBezTo>
                  <a:pt x="5120" y="3318"/>
                  <a:pt x="5024" y="3414"/>
                  <a:pt x="4906" y="3414"/>
                </a:cubicBezTo>
                <a:lnTo>
                  <a:pt x="1493" y="3414"/>
                </a:lnTo>
                <a:cubicBezTo>
                  <a:pt x="1375" y="3414"/>
                  <a:pt x="1280" y="3318"/>
                  <a:pt x="1280" y="3200"/>
                </a:cubicBezTo>
                <a:cubicBezTo>
                  <a:pt x="1280" y="3083"/>
                  <a:pt x="1375" y="2987"/>
                  <a:pt x="1493" y="2987"/>
                </a:cubicBezTo>
                <a:close/>
                <a:moveTo>
                  <a:pt x="1493" y="4480"/>
                </a:moveTo>
                <a:lnTo>
                  <a:pt x="3413" y="4480"/>
                </a:lnTo>
                <a:cubicBezTo>
                  <a:pt x="3531" y="4480"/>
                  <a:pt x="3626" y="4576"/>
                  <a:pt x="3626" y="4694"/>
                </a:cubicBezTo>
                <a:cubicBezTo>
                  <a:pt x="3626" y="4811"/>
                  <a:pt x="3531" y="4907"/>
                  <a:pt x="3413" y="4907"/>
                </a:cubicBezTo>
                <a:lnTo>
                  <a:pt x="1493" y="4907"/>
                </a:lnTo>
                <a:cubicBezTo>
                  <a:pt x="1375" y="4907"/>
                  <a:pt x="1280" y="4811"/>
                  <a:pt x="1280" y="4694"/>
                </a:cubicBezTo>
                <a:cubicBezTo>
                  <a:pt x="1280" y="4576"/>
                  <a:pt x="1375" y="4480"/>
                  <a:pt x="1493" y="4480"/>
                </a:cubicBezTo>
                <a:close/>
                <a:moveTo>
                  <a:pt x="1493" y="5547"/>
                </a:moveTo>
                <a:lnTo>
                  <a:pt x="2773" y="5547"/>
                </a:lnTo>
                <a:cubicBezTo>
                  <a:pt x="2891" y="5547"/>
                  <a:pt x="2986" y="5643"/>
                  <a:pt x="2986" y="5760"/>
                </a:cubicBezTo>
                <a:cubicBezTo>
                  <a:pt x="2986" y="5878"/>
                  <a:pt x="2891" y="5974"/>
                  <a:pt x="2773" y="5974"/>
                </a:cubicBezTo>
                <a:lnTo>
                  <a:pt x="1493" y="5974"/>
                </a:lnTo>
                <a:cubicBezTo>
                  <a:pt x="1375" y="5974"/>
                  <a:pt x="1280" y="5878"/>
                  <a:pt x="1280" y="5760"/>
                </a:cubicBezTo>
                <a:cubicBezTo>
                  <a:pt x="1280" y="5643"/>
                  <a:pt x="1375" y="5547"/>
                  <a:pt x="1493" y="5547"/>
                </a:cubicBezTo>
                <a:close/>
                <a:moveTo>
                  <a:pt x="5973" y="8534"/>
                </a:moveTo>
                <a:cubicBezTo>
                  <a:pt x="4795" y="8534"/>
                  <a:pt x="3840" y="7579"/>
                  <a:pt x="3840" y="6400"/>
                </a:cubicBezTo>
                <a:cubicBezTo>
                  <a:pt x="3840" y="5222"/>
                  <a:pt x="4795" y="4267"/>
                  <a:pt x="5973" y="4267"/>
                </a:cubicBezTo>
                <a:cubicBezTo>
                  <a:pt x="7151" y="4267"/>
                  <a:pt x="8106" y="5222"/>
                  <a:pt x="8106" y="6400"/>
                </a:cubicBezTo>
                <a:cubicBezTo>
                  <a:pt x="8106" y="7579"/>
                  <a:pt x="7151" y="8534"/>
                  <a:pt x="5973" y="8534"/>
                </a:cubicBezTo>
                <a:close/>
                <a:moveTo>
                  <a:pt x="5973" y="8107"/>
                </a:moveTo>
                <a:cubicBezTo>
                  <a:pt x="6916" y="8107"/>
                  <a:pt x="7680" y="7343"/>
                  <a:pt x="7680" y="6400"/>
                </a:cubicBezTo>
                <a:cubicBezTo>
                  <a:pt x="7680" y="5458"/>
                  <a:pt x="6916" y="4694"/>
                  <a:pt x="5973" y="4694"/>
                </a:cubicBezTo>
                <a:cubicBezTo>
                  <a:pt x="5030" y="4694"/>
                  <a:pt x="4266" y="5458"/>
                  <a:pt x="4266" y="6400"/>
                </a:cubicBezTo>
                <a:cubicBezTo>
                  <a:pt x="4266" y="7343"/>
                  <a:pt x="5030" y="8107"/>
                  <a:pt x="5973" y="8107"/>
                </a:cubicBezTo>
                <a:close/>
                <a:moveTo>
                  <a:pt x="7040" y="6400"/>
                </a:moveTo>
                <a:lnTo>
                  <a:pt x="5333" y="7254"/>
                </a:lnTo>
                <a:lnTo>
                  <a:pt x="5333" y="5547"/>
                </a:lnTo>
                <a:lnTo>
                  <a:pt x="7040" y="6400"/>
                </a:lnTo>
                <a:close/>
              </a:path>
            </a:pathLst>
          </a:custGeom>
          <a:solidFill>
            <a:schemeClr val="bg1"/>
          </a:solidFill>
          <a:ln>
            <a:noFill/>
          </a:ln>
        </p:spPr>
      </p:sp>
      <p:sp>
        <p:nvSpPr>
          <p:cNvPr id="49" name="logout_166463"/>
          <p:cNvSpPr>
            <a:spLocks/>
          </p:cNvSpPr>
          <p:nvPr/>
        </p:nvSpPr>
        <p:spPr bwMode="gray">
          <a:xfrm>
            <a:off x="572828" y="3630553"/>
            <a:ext cx="159024" cy="193920"/>
          </a:xfrm>
          <a:custGeom>
            <a:avLst/>
            <a:gdLst>
              <a:gd name="T0" fmla="*/ 325000 h 606722"/>
              <a:gd name="T1" fmla="*/ 325000 h 606722"/>
              <a:gd name="T2" fmla="*/ 325000 h 606722"/>
              <a:gd name="T3" fmla="*/ 325000 h 606722"/>
              <a:gd name="T4" fmla="*/ 325000 h 606722"/>
              <a:gd name="T5" fmla="*/ 325000 h 606722"/>
              <a:gd name="T6" fmla="*/ 325000 h 606722"/>
              <a:gd name="T7" fmla="*/ 325000 h 606722"/>
              <a:gd name="T8" fmla="*/ 325000 h 606722"/>
              <a:gd name="T9" fmla="*/ 325000 h 606722"/>
              <a:gd name="T10" fmla="*/ 325000 h 606722"/>
              <a:gd name="T11" fmla="*/ 325000 h 606722"/>
              <a:gd name="T12" fmla="*/ 325000 h 606722"/>
              <a:gd name="T13" fmla="*/ 325000 h 606722"/>
              <a:gd name="T14" fmla="*/ 325000 h 606722"/>
              <a:gd name="T15" fmla="*/ 325000 h 606722"/>
              <a:gd name="T16" fmla="*/ 325000 h 606722"/>
              <a:gd name="T17" fmla="*/ 325000 h 606722"/>
              <a:gd name="T18" fmla="*/ 325000 h 606722"/>
              <a:gd name="T19" fmla="*/ 325000 h 606722"/>
              <a:gd name="T20" fmla="*/ 325000 h 606722"/>
              <a:gd name="T21" fmla="*/ 325000 h 606722"/>
              <a:gd name="T22" fmla="*/ 325000 h 606722"/>
              <a:gd name="T23" fmla="*/ 325000 h 606722"/>
              <a:gd name="T24" fmla="*/ 325000 h 606722"/>
              <a:gd name="T25" fmla="*/ 325000 h 606722"/>
              <a:gd name="T26" fmla="*/ 325000 h 606722"/>
              <a:gd name="T27" fmla="*/ 325000 h 606722"/>
              <a:gd name="T28" fmla="*/ 325000 h 606722"/>
              <a:gd name="T29" fmla="*/ 325000 h 606722"/>
              <a:gd name="T30" fmla="*/ 325000 h 606722"/>
              <a:gd name="T31" fmla="*/ 325000 h 606722"/>
              <a:gd name="T32" fmla="*/ 325000 h 606722"/>
              <a:gd name="T33" fmla="*/ 325000 h 606722"/>
              <a:gd name="T34" fmla="*/ 325000 h 606722"/>
              <a:gd name="T35" fmla="*/ 325000 h 606722"/>
              <a:gd name="T36" fmla="*/ 325000 h 606722"/>
              <a:gd name="T37" fmla="*/ 325000 h 606722"/>
              <a:gd name="T38" fmla="*/ 325000 h 606722"/>
              <a:gd name="T39" fmla="*/ 325000 h 606722"/>
              <a:gd name="T40" fmla="*/ 325000 h 606722"/>
              <a:gd name="T41" fmla="*/ 325000 h 606722"/>
              <a:gd name="T42" fmla="*/ 325000 h 606722"/>
              <a:gd name="T43" fmla="*/ 325000 h 606722"/>
              <a:gd name="T44" fmla="*/ 325000 h 606722"/>
              <a:gd name="T45" fmla="*/ 325000 h 606722"/>
              <a:gd name="T46" fmla="*/ 325000 h 606722"/>
              <a:gd name="T47" fmla="*/ 325000 h 606722"/>
              <a:gd name="T48" fmla="*/ 325000 h 606722"/>
              <a:gd name="T49" fmla="*/ 325000 h 606722"/>
              <a:gd name="T50" fmla="*/ 325000 h 606722"/>
              <a:gd name="T51" fmla="*/ 325000 h 606722"/>
              <a:gd name="T52" fmla="*/ 325000 h 606722"/>
              <a:gd name="T53" fmla="*/ 325000 h 606722"/>
              <a:gd name="T54" fmla="*/ 325000 h 606722"/>
              <a:gd name="T55" fmla="*/ 325000 h 606722"/>
              <a:gd name="T56" fmla="*/ 325000 h 606722"/>
              <a:gd name="T57" fmla="*/ 325000 h 606722"/>
              <a:gd name="T58" fmla="*/ 325000 h 606722"/>
              <a:gd name="T59" fmla="*/ 325000 h 606722"/>
              <a:gd name="T60" fmla="*/ 325000 h 606722"/>
              <a:gd name="T61" fmla="*/ 325000 h 606722"/>
              <a:gd name="T62" fmla="*/ 325000 h 606722"/>
              <a:gd name="T63" fmla="*/ 325000 h 606722"/>
              <a:gd name="T64" fmla="*/ 325000 h 606722"/>
              <a:gd name="T65" fmla="*/ 325000 h 606722"/>
              <a:gd name="T66" fmla="*/ 325000 h 606722"/>
              <a:gd name="T67" fmla="*/ 325000 h 606722"/>
              <a:gd name="T68" fmla="*/ 325000 h 606722"/>
              <a:gd name="T69" fmla="*/ 325000 h 606722"/>
              <a:gd name="T70" fmla="*/ 325000 h 606722"/>
              <a:gd name="T71" fmla="*/ 325000 h 606722"/>
              <a:gd name="T72" fmla="*/ 325000 h 606722"/>
              <a:gd name="T73" fmla="*/ 325000 h 606722"/>
              <a:gd name="T74" fmla="*/ 325000 h 606722"/>
              <a:gd name="T75" fmla="*/ 325000 h 606722"/>
              <a:gd name="T76" fmla="*/ 325000 h 606722"/>
              <a:gd name="T77" fmla="*/ 325000 h 606722"/>
              <a:gd name="T78" fmla="*/ 325000 h 606722"/>
              <a:gd name="T79" fmla="*/ 325000 h 606722"/>
              <a:gd name="T80" fmla="*/ 325000 h 606722"/>
              <a:gd name="T81" fmla="*/ 325000 h 606722"/>
              <a:gd name="T82" fmla="*/ 325000 h 606722"/>
              <a:gd name="T83" fmla="*/ 325000 h 606722"/>
              <a:gd name="T84" fmla="*/ 325000 h 606722"/>
              <a:gd name="T85" fmla="*/ 325000 h 606722"/>
              <a:gd name="T86" fmla="*/ 325000 h 606722"/>
              <a:gd name="T87" fmla="*/ 325000 h 606722"/>
              <a:gd name="T88" fmla="*/ 325000 h 606722"/>
              <a:gd name="T89" fmla="*/ 325000 h 606722"/>
              <a:gd name="T90" fmla="*/ 325000 h 606722"/>
              <a:gd name="T91" fmla="*/ 325000 h 606722"/>
              <a:gd name="T92" fmla="*/ 325000 h 606722"/>
              <a:gd name="T93" fmla="*/ 325000 h 606722"/>
              <a:gd name="T94" fmla="*/ 325000 h 606722"/>
              <a:gd name="T95" fmla="*/ 325000 h 606722"/>
              <a:gd name="T96" fmla="*/ 325000 h 606722"/>
              <a:gd name="T97" fmla="*/ 325000 h 606722"/>
              <a:gd name="T98" fmla="*/ 325000 h 606722"/>
              <a:gd name="T99" fmla="*/ 325000 h 606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794" h="3960">
                <a:moveTo>
                  <a:pt x="3661" y="0"/>
                </a:moveTo>
                <a:lnTo>
                  <a:pt x="1681" y="0"/>
                </a:lnTo>
                <a:cubicBezTo>
                  <a:pt x="1607" y="0"/>
                  <a:pt x="1548" y="60"/>
                  <a:pt x="1548" y="133"/>
                </a:cubicBezTo>
                <a:lnTo>
                  <a:pt x="1548" y="1627"/>
                </a:lnTo>
                <a:lnTo>
                  <a:pt x="1123" y="1627"/>
                </a:lnTo>
                <a:lnTo>
                  <a:pt x="1279" y="1394"/>
                </a:lnTo>
                <a:cubicBezTo>
                  <a:pt x="1306" y="1353"/>
                  <a:pt x="1308" y="1300"/>
                  <a:pt x="1285" y="1257"/>
                </a:cubicBezTo>
                <a:cubicBezTo>
                  <a:pt x="1262" y="1214"/>
                  <a:pt x="1217" y="1187"/>
                  <a:pt x="1168" y="1187"/>
                </a:cubicBezTo>
                <a:lnTo>
                  <a:pt x="581" y="1187"/>
                </a:lnTo>
                <a:cubicBezTo>
                  <a:pt x="536" y="1187"/>
                  <a:pt x="495" y="1209"/>
                  <a:pt x="470" y="1246"/>
                </a:cubicBezTo>
                <a:lnTo>
                  <a:pt x="30" y="1906"/>
                </a:lnTo>
                <a:cubicBezTo>
                  <a:pt x="0" y="1951"/>
                  <a:pt x="0" y="2009"/>
                  <a:pt x="30" y="2054"/>
                </a:cubicBezTo>
                <a:lnTo>
                  <a:pt x="470" y="2714"/>
                </a:lnTo>
                <a:cubicBezTo>
                  <a:pt x="495" y="2751"/>
                  <a:pt x="536" y="2773"/>
                  <a:pt x="581" y="2773"/>
                </a:cubicBezTo>
                <a:lnTo>
                  <a:pt x="1168" y="2773"/>
                </a:lnTo>
                <a:cubicBezTo>
                  <a:pt x="1217" y="2773"/>
                  <a:pt x="1262" y="2746"/>
                  <a:pt x="1285" y="2703"/>
                </a:cubicBezTo>
                <a:cubicBezTo>
                  <a:pt x="1308" y="2660"/>
                  <a:pt x="1306" y="2607"/>
                  <a:pt x="1279" y="2566"/>
                </a:cubicBezTo>
                <a:lnTo>
                  <a:pt x="1123" y="2333"/>
                </a:lnTo>
                <a:lnTo>
                  <a:pt x="1548" y="2333"/>
                </a:lnTo>
                <a:lnTo>
                  <a:pt x="1548" y="3827"/>
                </a:lnTo>
                <a:cubicBezTo>
                  <a:pt x="1548" y="3900"/>
                  <a:pt x="1607" y="3960"/>
                  <a:pt x="1681" y="3960"/>
                </a:cubicBezTo>
                <a:lnTo>
                  <a:pt x="3661" y="3960"/>
                </a:lnTo>
                <a:cubicBezTo>
                  <a:pt x="3735" y="3960"/>
                  <a:pt x="3794" y="3900"/>
                  <a:pt x="3794" y="3827"/>
                </a:cubicBezTo>
                <a:lnTo>
                  <a:pt x="3794" y="133"/>
                </a:lnTo>
                <a:cubicBezTo>
                  <a:pt x="3794" y="60"/>
                  <a:pt x="3735" y="0"/>
                  <a:pt x="3661" y="0"/>
                </a:cubicBezTo>
                <a:close/>
                <a:moveTo>
                  <a:pt x="874" y="2067"/>
                </a:moveTo>
                <a:cubicBezTo>
                  <a:pt x="825" y="2067"/>
                  <a:pt x="780" y="2094"/>
                  <a:pt x="757" y="2137"/>
                </a:cubicBezTo>
                <a:cubicBezTo>
                  <a:pt x="734" y="2180"/>
                  <a:pt x="736" y="2233"/>
                  <a:pt x="763" y="2274"/>
                </a:cubicBezTo>
                <a:lnTo>
                  <a:pt x="919" y="2507"/>
                </a:lnTo>
                <a:lnTo>
                  <a:pt x="652" y="2507"/>
                </a:lnTo>
                <a:lnTo>
                  <a:pt x="301" y="1980"/>
                </a:lnTo>
                <a:lnTo>
                  <a:pt x="652" y="1453"/>
                </a:lnTo>
                <a:lnTo>
                  <a:pt x="919" y="1453"/>
                </a:lnTo>
                <a:lnTo>
                  <a:pt x="763" y="1686"/>
                </a:lnTo>
                <a:cubicBezTo>
                  <a:pt x="736" y="1727"/>
                  <a:pt x="734" y="1780"/>
                  <a:pt x="757" y="1823"/>
                </a:cubicBezTo>
                <a:cubicBezTo>
                  <a:pt x="780" y="1866"/>
                  <a:pt x="825" y="1893"/>
                  <a:pt x="874" y="1893"/>
                </a:cubicBezTo>
                <a:lnTo>
                  <a:pt x="2268" y="1893"/>
                </a:lnTo>
                <a:cubicBezTo>
                  <a:pt x="2315" y="1893"/>
                  <a:pt x="2354" y="1932"/>
                  <a:pt x="2354" y="1980"/>
                </a:cubicBezTo>
                <a:cubicBezTo>
                  <a:pt x="2354" y="2028"/>
                  <a:pt x="2315" y="2067"/>
                  <a:pt x="2268" y="2067"/>
                </a:cubicBezTo>
                <a:lnTo>
                  <a:pt x="874" y="2067"/>
                </a:lnTo>
                <a:close/>
                <a:moveTo>
                  <a:pt x="3528" y="3693"/>
                </a:moveTo>
                <a:lnTo>
                  <a:pt x="1814" y="3693"/>
                </a:lnTo>
                <a:lnTo>
                  <a:pt x="1814" y="2333"/>
                </a:lnTo>
                <a:lnTo>
                  <a:pt x="2268" y="2333"/>
                </a:lnTo>
                <a:cubicBezTo>
                  <a:pt x="2462" y="2333"/>
                  <a:pt x="2621" y="2175"/>
                  <a:pt x="2621" y="1980"/>
                </a:cubicBezTo>
                <a:cubicBezTo>
                  <a:pt x="2621" y="1785"/>
                  <a:pt x="2462" y="1627"/>
                  <a:pt x="2268" y="1627"/>
                </a:cubicBezTo>
                <a:lnTo>
                  <a:pt x="1814" y="1627"/>
                </a:lnTo>
                <a:lnTo>
                  <a:pt x="1814" y="267"/>
                </a:lnTo>
                <a:lnTo>
                  <a:pt x="3528" y="267"/>
                </a:lnTo>
                <a:lnTo>
                  <a:pt x="3528" y="3693"/>
                </a:lnTo>
                <a:close/>
              </a:path>
            </a:pathLst>
          </a:custGeom>
          <a:solidFill>
            <a:schemeClr val="bg1"/>
          </a:solidFill>
          <a:ln>
            <a:noFill/>
          </a:ln>
        </p:spPr>
      </p:sp>
      <p:sp>
        <p:nvSpPr>
          <p:cNvPr id="50" name="monitoring-test-card-on-computer_31936"/>
          <p:cNvSpPr>
            <a:spLocks/>
          </p:cNvSpPr>
          <p:nvPr/>
        </p:nvSpPr>
        <p:spPr bwMode="gray">
          <a:xfrm>
            <a:off x="585550" y="4605192"/>
            <a:ext cx="159431" cy="134008"/>
          </a:xfrm>
          <a:custGeom>
            <a:avLst/>
            <a:gdLst>
              <a:gd name="T0" fmla="*/ 4898 w 4898"/>
              <a:gd name="T1" fmla="*/ 3128 h 3654"/>
              <a:gd name="T2" fmla="*/ 4898 w 4898"/>
              <a:gd name="T3" fmla="*/ 0 h 3654"/>
              <a:gd name="T4" fmla="*/ 0 w 4898"/>
              <a:gd name="T5" fmla="*/ 0 h 3654"/>
              <a:gd name="T6" fmla="*/ 0 w 4898"/>
              <a:gd name="T7" fmla="*/ 3128 h 3654"/>
              <a:gd name="T8" fmla="*/ 1859 w 4898"/>
              <a:gd name="T9" fmla="*/ 3128 h 3654"/>
              <a:gd name="T10" fmla="*/ 1859 w 4898"/>
              <a:gd name="T11" fmla="*/ 3361 h 3654"/>
              <a:gd name="T12" fmla="*/ 972 w 4898"/>
              <a:gd name="T13" fmla="*/ 3499 h 3654"/>
              <a:gd name="T14" fmla="*/ 2541 w 4898"/>
              <a:gd name="T15" fmla="*/ 3654 h 3654"/>
              <a:gd name="T16" fmla="*/ 4110 w 4898"/>
              <a:gd name="T17" fmla="*/ 3499 h 3654"/>
              <a:gd name="T18" fmla="*/ 3039 w 4898"/>
              <a:gd name="T19" fmla="*/ 3354 h 3654"/>
              <a:gd name="T20" fmla="*/ 3039 w 4898"/>
              <a:gd name="T21" fmla="*/ 3128 h 3654"/>
              <a:gd name="T22" fmla="*/ 4898 w 4898"/>
              <a:gd name="T23" fmla="*/ 3128 h 3654"/>
              <a:gd name="T24" fmla="*/ 322 w 4898"/>
              <a:gd name="T25" fmla="*/ 2860 h 3654"/>
              <a:gd name="T26" fmla="*/ 322 w 4898"/>
              <a:gd name="T27" fmla="*/ 241 h 3654"/>
              <a:gd name="T28" fmla="*/ 4576 w 4898"/>
              <a:gd name="T29" fmla="*/ 241 h 3654"/>
              <a:gd name="T30" fmla="*/ 4576 w 4898"/>
              <a:gd name="T31" fmla="*/ 2860 h 3654"/>
              <a:gd name="T32" fmla="*/ 322 w 4898"/>
              <a:gd name="T33" fmla="*/ 2860 h 3654"/>
              <a:gd name="T34" fmla="*/ 1546 w 4898"/>
              <a:gd name="T35" fmla="*/ 1081 h 3654"/>
              <a:gd name="T36" fmla="*/ 1413 w 4898"/>
              <a:gd name="T37" fmla="*/ 1081 h 3654"/>
              <a:gd name="T38" fmla="*/ 2271 w 4898"/>
              <a:gd name="T39" fmla="*/ 416 h 3654"/>
              <a:gd name="T40" fmla="*/ 2436 w 4898"/>
              <a:gd name="T41" fmla="*/ 404 h 3654"/>
              <a:gd name="T42" fmla="*/ 3459 w 4898"/>
              <a:gd name="T43" fmla="*/ 1081 h 3654"/>
              <a:gd name="T44" fmla="*/ 3327 w 4898"/>
              <a:gd name="T45" fmla="*/ 1081 h 3654"/>
              <a:gd name="T46" fmla="*/ 2920 w 4898"/>
              <a:gd name="T47" fmla="*/ 650 h 3654"/>
              <a:gd name="T48" fmla="*/ 2934 w 4898"/>
              <a:gd name="T49" fmla="*/ 664 h 3654"/>
              <a:gd name="T50" fmla="*/ 3052 w 4898"/>
              <a:gd name="T51" fmla="*/ 1081 h 3654"/>
              <a:gd name="T52" fmla="*/ 2101 w 4898"/>
              <a:gd name="T53" fmla="*/ 1081 h 3654"/>
              <a:gd name="T54" fmla="*/ 1936 w 4898"/>
              <a:gd name="T55" fmla="*/ 660 h 3654"/>
              <a:gd name="T56" fmla="*/ 1546 w 4898"/>
              <a:gd name="T57" fmla="*/ 1081 h 3654"/>
              <a:gd name="T58" fmla="*/ 2962 w 4898"/>
              <a:gd name="T59" fmla="*/ 1814 h 3654"/>
              <a:gd name="T60" fmla="*/ 3506 w 4898"/>
              <a:gd name="T61" fmla="*/ 1814 h 3654"/>
              <a:gd name="T62" fmla="*/ 2436 w 4898"/>
              <a:gd name="T63" fmla="*/ 2626 h 3654"/>
              <a:gd name="T64" fmla="*/ 1366 w 4898"/>
              <a:gd name="T65" fmla="*/ 1814 h 3654"/>
              <a:gd name="T66" fmla="*/ 1691 w 4898"/>
              <a:gd name="T67" fmla="*/ 1814 h 3654"/>
              <a:gd name="T68" fmla="*/ 1824 w 4898"/>
              <a:gd name="T69" fmla="*/ 2039 h 3654"/>
              <a:gd name="T70" fmla="*/ 1651 w 4898"/>
              <a:gd name="T71" fmla="*/ 2118 h 3654"/>
              <a:gd name="T72" fmla="*/ 2008 w 4898"/>
              <a:gd name="T73" fmla="*/ 2409 h 3654"/>
              <a:gd name="T74" fmla="*/ 1981 w 4898"/>
              <a:gd name="T75" fmla="*/ 2118 h 3654"/>
              <a:gd name="T76" fmla="*/ 2210 w 4898"/>
              <a:gd name="T77" fmla="*/ 1938 h 3654"/>
              <a:gd name="T78" fmla="*/ 2324 w 4898"/>
              <a:gd name="T79" fmla="*/ 2002 h 3654"/>
              <a:gd name="T80" fmla="*/ 2467 w 4898"/>
              <a:gd name="T81" fmla="*/ 2009 h 3654"/>
              <a:gd name="T82" fmla="*/ 2608 w 4898"/>
              <a:gd name="T83" fmla="*/ 2224 h 3654"/>
              <a:gd name="T84" fmla="*/ 2657 w 4898"/>
              <a:gd name="T85" fmla="*/ 2411 h 3654"/>
              <a:gd name="T86" fmla="*/ 2609 w 4898"/>
              <a:gd name="T87" fmla="*/ 2491 h 3654"/>
              <a:gd name="T88" fmla="*/ 3086 w 4898"/>
              <a:gd name="T89" fmla="*/ 2263 h 3654"/>
              <a:gd name="T90" fmla="*/ 2919 w 4898"/>
              <a:gd name="T91" fmla="*/ 1925 h 3654"/>
              <a:gd name="T92" fmla="*/ 2962 w 4898"/>
              <a:gd name="T93" fmla="*/ 1814 h 3654"/>
              <a:gd name="T94" fmla="*/ 1066 w 4898"/>
              <a:gd name="T95" fmla="*/ 1768 h 3654"/>
              <a:gd name="T96" fmla="*/ 3832 w 4898"/>
              <a:gd name="T97" fmla="*/ 1768 h 3654"/>
              <a:gd name="T98" fmla="*/ 3832 w 4898"/>
              <a:gd name="T99" fmla="*/ 1187 h 3654"/>
              <a:gd name="T100" fmla="*/ 1066 w 4898"/>
              <a:gd name="T101" fmla="*/ 1187 h 3654"/>
              <a:gd name="T102" fmla="*/ 1066 w 4898"/>
              <a:gd name="T103" fmla="*/ 1768 h 3654"/>
              <a:gd name="T104" fmla="*/ 1167 w 4898"/>
              <a:gd name="T105" fmla="*/ 1288 h 3654"/>
              <a:gd name="T106" fmla="*/ 3731 w 4898"/>
              <a:gd name="T107" fmla="*/ 1288 h 3654"/>
              <a:gd name="T108" fmla="*/ 3731 w 4898"/>
              <a:gd name="T109" fmla="*/ 1667 h 3654"/>
              <a:gd name="T110" fmla="*/ 1167 w 4898"/>
              <a:gd name="T111" fmla="*/ 1667 h 3654"/>
              <a:gd name="T112" fmla="*/ 1167 w 4898"/>
              <a:gd name="T113" fmla="*/ 1288 h 3654"/>
              <a:gd name="T114" fmla="*/ 1298 w 4898"/>
              <a:gd name="T115" fmla="*/ 1380 h 3654"/>
              <a:gd name="T116" fmla="*/ 2035 w 4898"/>
              <a:gd name="T117" fmla="*/ 1380 h 3654"/>
              <a:gd name="T118" fmla="*/ 2035 w 4898"/>
              <a:gd name="T119" fmla="*/ 1583 h 3654"/>
              <a:gd name="T120" fmla="*/ 1298 w 4898"/>
              <a:gd name="T121" fmla="*/ 1583 h 3654"/>
              <a:gd name="T122" fmla="*/ 1298 w 4898"/>
              <a:gd name="T123" fmla="*/ 1380 h 3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98" h="3654">
                <a:moveTo>
                  <a:pt x="4898" y="3128"/>
                </a:moveTo>
                <a:lnTo>
                  <a:pt x="4898" y="0"/>
                </a:lnTo>
                <a:lnTo>
                  <a:pt x="0" y="0"/>
                </a:lnTo>
                <a:lnTo>
                  <a:pt x="0" y="3128"/>
                </a:lnTo>
                <a:lnTo>
                  <a:pt x="1859" y="3128"/>
                </a:lnTo>
                <a:lnTo>
                  <a:pt x="1859" y="3361"/>
                </a:lnTo>
                <a:cubicBezTo>
                  <a:pt x="1335" y="3386"/>
                  <a:pt x="972" y="3438"/>
                  <a:pt x="972" y="3499"/>
                </a:cubicBezTo>
                <a:cubicBezTo>
                  <a:pt x="972" y="3585"/>
                  <a:pt x="1675" y="3654"/>
                  <a:pt x="2541" y="3654"/>
                </a:cubicBezTo>
                <a:cubicBezTo>
                  <a:pt x="3407" y="3654"/>
                  <a:pt x="4110" y="3585"/>
                  <a:pt x="4110" y="3499"/>
                </a:cubicBezTo>
                <a:cubicBezTo>
                  <a:pt x="4110" y="3431"/>
                  <a:pt x="3661" y="3374"/>
                  <a:pt x="3039" y="3354"/>
                </a:cubicBezTo>
                <a:lnTo>
                  <a:pt x="3039" y="3128"/>
                </a:lnTo>
                <a:lnTo>
                  <a:pt x="4898" y="3128"/>
                </a:lnTo>
                <a:close/>
                <a:moveTo>
                  <a:pt x="322" y="2860"/>
                </a:moveTo>
                <a:lnTo>
                  <a:pt x="322" y="241"/>
                </a:lnTo>
                <a:lnTo>
                  <a:pt x="4576" y="241"/>
                </a:lnTo>
                <a:lnTo>
                  <a:pt x="4576" y="2860"/>
                </a:lnTo>
                <a:lnTo>
                  <a:pt x="322" y="2860"/>
                </a:lnTo>
                <a:close/>
                <a:moveTo>
                  <a:pt x="1546" y="1081"/>
                </a:moveTo>
                <a:lnTo>
                  <a:pt x="1413" y="1081"/>
                </a:lnTo>
                <a:cubicBezTo>
                  <a:pt x="1562" y="732"/>
                  <a:pt x="1884" y="474"/>
                  <a:pt x="2271" y="416"/>
                </a:cubicBezTo>
                <a:cubicBezTo>
                  <a:pt x="2325" y="408"/>
                  <a:pt x="2380" y="404"/>
                  <a:pt x="2436" y="404"/>
                </a:cubicBezTo>
                <a:cubicBezTo>
                  <a:pt x="2895" y="404"/>
                  <a:pt x="3290" y="683"/>
                  <a:pt x="3459" y="1081"/>
                </a:cubicBezTo>
                <a:lnTo>
                  <a:pt x="3327" y="1081"/>
                </a:lnTo>
                <a:cubicBezTo>
                  <a:pt x="3238" y="900"/>
                  <a:pt x="3095" y="749"/>
                  <a:pt x="2920" y="650"/>
                </a:cubicBezTo>
                <a:cubicBezTo>
                  <a:pt x="2925" y="655"/>
                  <a:pt x="2930" y="659"/>
                  <a:pt x="2934" y="664"/>
                </a:cubicBezTo>
                <a:cubicBezTo>
                  <a:pt x="3124" y="854"/>
                  <a:pt x="3030" y="874"/>
                  <a:pt x="3052" y="1081"/>
                </a:cubicBezTo>
                <a:lnTo>
                  <a:pt x="2101" y="1081"/>
                </a:lnTo>
                <a:cubicBezTo>
                  <a:pt x="2095" y="921"/>
                  <a:pt x="2075" y="760"/>
                  <a:pt x="1936" y="660"/>
                </a:cubicBezTo>
                <a:cubicBezTo>
                  <a:pt x="1768" y="758"/>
                  <a:pt x="1632" y="905"/>
                  <a:pt x="1546" y="1081"/>
                </a:cubicBezTo>
                <a:close/>
                <a:moveTo>
                  <a:pt x="2962" y="1814"/>
                </a:moveTo>
                <a:lnTo>
                  <a:pt x="3506" y="1814"/>
                </a:lnTo>
                <a:cubicBezTo>
                  <a:pt x="3375" y="2282"/>
                  <a:pt x="2945" y="2626"/>
                  <a:pt x="2436" y="2626"/>
                </a:cubicBezTo>
                <a:cubicBezTo>
                  <a:pt x="1927" y="2626"/>
                  <a:pt x="1497" y="2282"/>
                  <a:pt x="1366" y="1814"/>
                </a:cubicBezTo>
                <a:lnTo>
                  <a:pt x="1691" y="1814"/>
                </a:lnTo>
                <a:cubicBezTo>
                  <a:pt x="1756" y="1888"/>
                  <a:pt x="1830" y="1961"/>
                  <a:pt x="1824" y="2039"/>
                </a:cubicBezTo>
                <a:cubicBezTo>
                  <a:pt x="1816" y="2150"/>
                  <a:pt x="1733" y="2156"/>
                  <a:pt x="1651" y="2118"/>
                </a:cubicBezTo>
                <a:cubicBezTo>
                  <a:pt x="1745" y="2241"/>
                  <a:pt x="1867" y="2341"/>
                  <a:pt x="2008" y="2409"/>
                </a:cubicBezTo>
                <a:cubicBezTo>
                  <a:pt x="1985" y="2315"/>
                  <a:pt x="1952" y="2210"/>
                  <a:pt x="1981" y="2118"/>
                </a:cubicBezTo>
                <a:cubicBezTo>
                  <a:pt x="2011" y="2023"/>
                  <a:pt x="2100" y="1923"/>
                  <a:pt x="2210" y="1938"/>
                </a:cubicBezTo>
                <a:cubicBezTo>
                  <a:pt x="2257" y="1945"/>
                  <a:pt x="2288" y="1973"/>
                  <a:pt x="2324" y="2002"/>
                </a:cubicBezTo>
                <a:cubicBezTo>
                  <a:pt x="2362" y="2032"/>
                  <a:pt x="2422" y="2007"/>
                  <a:pt x="2467" y="2009"/>
                </a:cubicBezTo>
                <a:cubicBezTo>
                  <a:pt x="2581" y="2012"/>
                  <a:pt x="2600" y="2135"/>
                  <a:pt x="2608" y="2224"/>
                </a:cubicBezTo>
                <a:cubicBezTo>
                  <a:pt x="2614" y="2289"/>
                  <a:pt x="2674" y="2343"/>
                  <a:pt x="2657" y="2411"/>
                </a:cubicBezTo>
                <a:cubicBezTo>
                  <a:pt x="2650" y="2442"/>
                  <a:pt x="2634" y="2472"/>
                  <a:pt x="2609" y="2491"/>
                </a:cubicBezTo>
                <a:cubicBezTo>
                  <a:pt x="2789" y="2459"/>
                  <a:pt x="2953" y="2378"/>
                  <a:pt x="3086" y="2263"/>
                </a:cubicBezTo>
                <a:cubicBezTo>
                  <a:pt x="3040" y="2147"/>
                  <a:pt x="2908" y="2077"/>
                  <a:pt x="2919" y="1925"/>
                </a:cubicBezTo>
                <a:cubicBezTo>
                  <a:pt x="2924" y="1876"/>
                  <a:pt x="2940" y="1840"/>
                  <a:pt x="2962" y="1814"/>
                </a:cubicBezTo>
                <a:close/>
                <a:moveTo>
                  <a:pt x="1066" y="1768"/>
                </a:moveTo>
                <a:lnTo>
                  <a:pt x="3832" y="1768"/>
                </a:lnTo>
                <a:lnTo>
                  <a:pt x="3832" y="1187"/>
                </a:lnTo>
                <a:lnTo>
                  <a:pt x="1066" y="1187"/>
                </a:lnTo>
                <a:lnTo>
                  <a:pt x="1066" y="1768"/>
                </a:lnTo>
                <a:close/>
                <a:moveTo>
                  <a:pt x="1167" y="1288"/>
                </a:moveTo>
                <a:lnTo>
                  <a:pt x="3731" y="1288"/>
                </a:lnTo>
                <a:lnTo>
                  <a:pt x="3731" y="1667"/>
                </a:lnTo>
                <a:lnTo>
                  <a:pt x="1167" y="1667"/>
                </a:lnTo>
                <a:lnTo>
                  <a:pt x="1167" y="1288"/>
                </a:lnTo>
                <a:close/>
                <a:moveTo>
                  <a:pt x="1298" y="1380"/>
                </a:moveTo>
                <a:lnTo>
                  <a:pt x="2035" y="1380"/>
                </a:lnTo>
                <a:lnTo>
                  <a:pt x="2035" y="1583"/>
                </a:lnTo>
                <a:lnTo>
                  <a:pt x="1298" y="1583"/>
                </a:lnTo>
                <a:lnTo>
                  <a:pt x="1298" y="1380"/>
                </a:lnTo>
                <a:close/>
              </a:path>
            </a:pathLst>
          </a:custGeom>
          <a:solidFill>
            <a:schemeClr val="bg1"/>
          </a:solidFill>
          <a:ln>
            <a:noFill/>
          </a:ln>
        </p:spPr>
      </p:sp>
      <p:sp>
        <p:nvSpPr>
          <p:cNvPr id="21" name="矩形 20"/>
          <p:cNvSpPr/>
          <p:nvPr/>
        </p:nvSpPr>
        <p:spPr bwMode="gray">
          <a:xfrm>
            <a:off x="5658914" y="3249683"/>
            <a:ext cx="2469690" cy="1331587"/>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2" name="直接连接符 21"/>
          <p:cNvCxnSpPr>
            <a:stCxn id="25" idx="3"/>
          </p:cNvCxnSpPr>
          <p:nvPr/>
        </p:nvCxnSpPr>
        <p:spPr bwMode="gray">
          <a:xfrm>
            <a:off x="6280899" y="4271360"/>
            <a:ext cx="1209944" cy="0"/>
          </a:xfrm>
          <a:prstGeom prst="lin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pic>
        <p:nvPicPr>
          <p:cNvPr id="23" name="图片 86" descr="核心交换机.png"/>
          <p:cNvPicPr>
            <a:picLocks noChangeAspect="1"/>
          </p:cNvPicPr>
          <p:nvPr/>
        </p:nvPicPr>
        <p:blipFill>
          <a:blip r:embed="rId4" cstate="print"/>
          <a:stretch>
            <a:fillRect/>
          </a:stretch>
        </p:blipFill>
        <p:spPr bwMode="gray">
          <a:xfrm>
            <a:off x="6649261" y="4089907"/>
            <a:ext cx="449514" cy="360977"/>
          </a:xfrm>
          <a:prstGeom prst="rect">
            <a:avLst/>
          </a:prstGeom>
        </p:spPr>
      </p:pic>
      <p:pic>
        <p:nvPicPr>
          <p:cNvPr id="25" name="Picture 2" descr="G:\做的项目\公共\扁平图标切换\更新2015_01_21\oss扁平图标库2015_01_21更新-04.png"/>
          <p:cNvPicPr>
            <a:picLocks noChangeAspect="1" noChangeArrowheads="1"/>
          </p:cNvPicPr>
          <p:nvPr/>
        </p:nvPicPr>
        <p:blipFill>
          <a:blip r:embed="rId5" cstate="print"/>
          <a:stretch>
            <a:fillRect/>
          </a:stretch>
        </p:blipFill>
        <p:spPr bwMode="gray">
          <a:xfrm>
            <a:off x="5828980" y="4089907"/>
            <a:ext cx="451919" cy="362906"/>
          </a:xfrm>
          <a:prstGeom prst="rect">
            <a:avLst/>
          </a:prstGeom>
          <a:noFill/>
        </p:spPr>
      </p:pic>
      <p:pic>
        <p:nvPicPr>
          <p:cNvPr id="26"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6648059" y="3379127"/>
            <a:ext cx="451919" cy="362906"/>
          </a:xfrm>
          <a:prstGeom prst="rect">
            <a:avLst/>
          </a:prstGeom>
        </p:spPr>
      </p:pic>
      <p:pic>
        <p:nvPicPr>
          <p:cNvPr id="27" name="图片 102" descr="AC-蓝.png"/>
          <p:cNvPicPr>
            <a:picLocks noChangeAspect="1"/>
          </p:cNvPicPr>
          <p:nvPr/>
        </p:nvPicPr>
        <p:blipFill>
          <a:blip r:embed="rId7" cstate="print"/>
          <a:stretch>
            <a:fillRect/>
          </a:stretch>
        </p:blipFill>
        <p:spPr bwMode="gray">
          <a:xfrm>
            <a:off x="7490844" y="4087977"/>
            <a:ext cx="451919" cy="362907"/>
          </a:xfrm>
          <a:prstGeom prst="rect">
            <a:avLst/>
          </a:prstGeom>
        </p:spPr>
      </p:pic>
      <p:cxnSp>
        <p:nvCxnSpPr>
          <p:cNvPr id="28" name="直接连接符 27"/>
          <p:cNvCxnSpPr>
            <a:stCxn id="26" idx="2"/>
            <a:endCxn id="23" idx="0"/>
          </p:cNvCxnSpPr>
          <p:nvPr/>
        </p:nvCxnSpPr>
        <p:spPr bwMode="gray">
          <a:xfrm>
            <a:off x="6874018" y="3742033"/>
            <a:ext cx="0" cy="347874"/>
          </a:xfrm>
          <a:prstGeom prst="lin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bwMode="gray">
          <a:xfrm>
            <a:off x="3416141" y="5412590"/>
            <a:ext cx="2015213" cy="412839"/>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indent="-173087" algn="ctr"/>
            <a:r>
              <a:rPr lang="zh-CN" altLang="en-US" sz="1599" dirty="0">
                <a:latin typeface="+mn-ea"/>
              </a:rPr>
              <a:t>网络运行状态测试</a:t>
            </a:r>
            <a:endParaRPr lang="en-US" altLang="zh-CN" sz="1599" dirty="0">
              <a:latin typeface="+mn-ea"/>
            </a:endParaRPr>
          </a:p>
        </p:txBody>
      </p:sp>
      <p:sp>
        <p:nvSpPr>
          <p:cNvPr id="32" name="矩形 31"/>
          <p:cNvSpPr/>
          <p:nvPr/>
        </p:nvSpPr>
        <p:spPr bwMode="gray">
          <a:xfrm>
            <a:off x="5869189" y="5412590"/>
            <a:ext cx="2015213" cy="412839"/>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indent="-173087" algn="ctr"/>
            <a:r>
              <a:rPr lang="zh-CN" altLang="en-US" sz="1599" dirty="0">
                <a:latin typeface="+mn-ea"/>
              </a:rPr>
              <a:t>业务测试</a:t>
            </a:r>
            <a:endParaRPr lang="en-US" altLang="zh-CN" sz="1599" dirty="0">
              <a:latin typeface="+mn-ea"/>
            </a:endParaRPr>
          </a:p>
        </p:txBody>
      </p:sp>
      <p:sp>
        <p:nvSpPr>
          <p:cNvPr id="33" name="矩形 32"/>
          <p:cNvSpPr/>
          <p:nvPr/>
        </p:nvSpPr>
        <p:spPr bwMode="gray">
          <a:xfrm>
            <a:off x="8322236" y="5408583"/>
            <a:ext cx="2015213" cy="412839"/>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034">
              <a:defRPr/>
            </a:pPr>
            <a:r>
              <a:rPr lang="zh-CN" altLang="en-US" sz="1599" kern="0" dirty="0">
                <a:solidFill>
                  <a:srgbClr val="1D1D1A"/>
                </a:solidFill>
                <a:sym typeface="Huawei Sans" panose="020C0503030203020204" pitchFamily="34" charset="0"/>
              </a:rPr>
              <a:t>应用测试</a:t>
            </a:r>
          </a:p>
        </p:txBody>
      </p:sp>
      <p:cxnSp>
        <p:nvCxnSpPr>
          <p:cNvPr id="34" name="直接箭头连接符 33">
            <a:extLst>
              <a:ext uri="{FF2B5EF4-FFF2-40B4-BE49-F238E27FC236}">
                <a16:creationId xmlns:a16="http://schemas.microsoft.com/office/drawing/2014/main" id="{25FFCF9E-B77D-4002-8CAE-8C36C256A152}"/>
              </a:ext>
            </a:extLst>
          </p:cNvPr>
          <p:cNvCxnSpPr>
            <a:cxnSpLocks/>
            <a:stCxn id="21" idx="2"/>
            <a:endCxn id="31" idx="0"/>
          </p:cNvCxnSpPr>
          <p:nvPr/>
        </p:nvCxnSpPr>
        <p:spPr bwMode="gray">
          <a:xfrm flipH="1">
            <a:off x="4423748" y="4581271"/>
            <a:ext cx="2470012" cy="831320"/>
          </a:xfrm>
          <a:prstGeom prst="straightConnector1">
            <a:avLst/>
          </a:prstGeom>
          <a:noFill/>
          <a:ln w="25400" cap="flat" cmpd="sng" algn="ctr">
            <a:solidFill>
              <a:srgbClr val="56C4D2"/>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37" name="直接箭头连接符 36">
            <a:extLst>
              <a:ext uri="{FF2B5EF4-FFF2-40B4-BE49-F238E27FC236}">
                <a16:creationId xmlns:a16="http://schemas.microsoft.com/office/drawing/2014/main" id="{25FFCF9E-B77D-4002-8CAE-8C36C256A152}"/>
              </a:ext>
            </a:extLst>
          </p:cNvPr>
          <p:cNvCxnSpPr>
            <a:cxnSpLocks/>
            <a:stCxn id="21" idx="2"/>
            <a:endCxn id="32" idx="0"/>
          </p:cNvCxnSpPr>
          <p:nvPr/>
        </p:nvCxnSpPr>
        <p:spPr bwMode="gray">
          <a:xfrm flipH="1">
            <a:off x="6876796" y="4581271"/>
            <a:ext cx="16964" cy="831320"/>
          </a:xfrm>
          <a:prstGeom prst="straightConnector1">
            <a:avLst/>
          </a:prstGeom>
          <a:noFill/>
          <a:ln w="25400" cap="flat" cmpd="sng" algn="ctr">
            <a:solidFill>
              <a:srgbClr val="56C4D2"/>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40" name="直接箭头连接符 39">
            <a:extLst>
              <a:ext uri="{FF2B5EF4-FFF2-40B4-BE49-F238E27FC236}">
                <a16:creationId xmlns:a16="http://schemas.microsoft.com/office/drawing/2014/main" id="{25FFCF9E-B77D-4002-8CAE-8C36C256A152}"/>
              </a:ext>
            </a:extLst>
          </p:cNvPr>
          <p:cNvCxnSpPr>
            <a:cxnSpLocks/>
            <a:stCxn id="21" idx="2"/>
            <a:endCxn id="33" idx="0"/>
          </p:cNvCxnSpPr>
          <p:nvPr/>
        </p:nvCxnSpPr>
        <p:spPr bwMode="gray">
          <a:xfrm>
            <a:off x="6893760" y="4581270"/>
            <a:ext cx="2436083" cy="827313"/>
          </a:xfrm>
          <a:prstGeom prst="straightConnector1">
            <a:avLst/>
          </a:prstGeom>
          <a:noFill/>
          <a:ln w="25400" cap="flat" cmpd="sng" algn="ctr">
            <a:solidFill>
              <a:srgbClr val="56C4D2"/>
            </a:solidFill>
            <a:prstDash val="solid"/>
            <a:headEnd type="none" w="med" len="med"/>
            <a:tailEnd type="triangle" w="med" len="med"/>
          </a:ln>
          <a:effectLst>
            <a:outerShdw blurRad="152400" dist="38100" dir="5400000" algn="t" rotWithShape="0">
              <a:prstClr val="black">
                <a:alpha val="12000"/>
              </a:prstClr>
            </a:outerShdw>
          </a:effectLst>
        </p:spPr>
      </p:cxnSp>
      <p:sp>
        <p:nvSpPr>
          <p:cNvPr id="43" name="íşḻïďe">
            <a:extLst>
              <a:ext uri="{FF2B5EF4-FFF2-40B4-BE49-F238E27FC236}">
                <a16:creationId xmlns:a16="http://schemas.microsoft.com/office/drawing/2014/main" id="{05246D82-A4F5-42F2-854D-C3D348D160CE}"/>
              </a:ext>
            </a:extLst>
          </p:cNvPr>
          <p:cNvSpPr txBox="1"/>
          <p:nvPr/>
        </p:nvSpPr>
        <p:spPr bwMode="gray">
          <a:xfrm>
            <a:off x="5701535" y="4766770"/>
            <a:ext cx="2367486" cy="289427"/>
          </a:xfrm>
          <a:prstGeom prst="rect">
            <a:avLst/>
          </a:prstGeom>
          <a:solidFill>
            <a:schemeClr val="bg1"/>
          </a:solidFill>
          <a:ln>
            <a:noFill/>
          </a:ln>
        </p:spPr>
        <p:txBody>
          <a:bodyPr wrap="none" lIns="89965" tIns="46782" rIns="89965" bIns="46782"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zh-CN" altLang="en-US" sz="1599" dirty="0"/>
              <a:t>割接之后检查项</a:t>
            </a:r>
            <a:endParaRPr lang="en-US" altLang="zh-CN" sz="1599" dirty="0"/>
          </a:p>
        </p:txBody>
      </p:sp>
      <p:sp>
        <p:nvSpPr>
          <p:cNvPr id="35" name="五边形 153"/>
          <p:cNvSpPr/>
          <p:nvPr/>
        </p:nvSpPr>
        <p:spPr bwMode="gray">
          <a:xfrm>
            <a:off x="8150785" y="113221"/>
            <a:ext cx="1259508"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准备阶段</a:t>
            </a:r>
          </a:p>
        </p:txBody>
      </p:sp>
      <p:sp>
        <p:nvSpPr>
          <p:cNvPr id="36" name="燕尾形 154"/>
          <p:cNvSpPr/>
          <p:nvPr/>
        </p:nvSpPr>
        <p:spPr bwMode="gray">
          <a:xfrm>
            <a:off x="9320182" y="113221"/>
            <a:ext cx="1259508"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实施阶段</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燕尾形 155"/>
          <p:cNvSpPr/>
          <p:nvPr/>
        </p:nvSpPr>
        <p:spPr bwMode="gray">
          <a:xfrm>
            <a:off x="10489579"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收尾阶段</a:t>
            </a:r>
          </a:p>
        </p:txBody>
      </p:sp>
    </p:spTree>
    <p:custDataLst>
      <p:tags r:id="rId1"/>
    </p:custDataLst>
    <p:extLst>
      <p:ext uri="{BB962C8B-B14F-4D97-AF65-F5344CB8AC3E}">
        <p14:creationId xmlns:p14="http://schemas.microsoft.com/office/powerpoint/2010/main" val="19845956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守局</a:t>
            </a:r>
          </a:p>
        </p:txBody>
      </p:sp>
      <p:sp>
        <p:nvSpPr>
          <p:cNvPr id="3" name="文本占位符 2"/>
          <p:cNvSpPr>
            <a:spLocks noGrp="1"/>
          </p:cNvSpPr>
          <p:nvPr>
            <p:ph type="body" sz="quarter" idx="10"/>
          </p:nvPr>
        </p:nvSpPr>
        <p:spPr bwMode="gray"/>
        <p:txBody>
          <a:bodyPr/>
          <a:lstStyle/>
          <a:p>
            <a:r>
              <a:rPr lang="zh-CN" altLang="en-US" sz="1999" dirty="0"/>
              <a:t>割接操作完成且通过客户应用业务测试后，网络需进入一个特殊的观察期，在此期间工程师一般驻守在客户局点，观察网络运行状态，防止出现意外故障。</a:t>
            </a:r>
          </a:p>
          <a:p>
            <a:endParaRPr lang="zh-CN" altLang="en-US" sz="1799" dirty="0"/>
          </a:p>
        </p:txBody>
      </p:sp>
      <p:sp>
        <p:nvSpPr>
          <p:cNvPr id="8" name="矩形 7"/>
          <p:cNvSpPr/>
          <p:nvPr/>
        </p:nvSpPr>
        <p:spPr bwMode="gray">
          <a:xfrm>
            <a:off x="2807204" y="3249684"/>
            <a:ext cx="2038889" cy="416156"/>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24H</a:t>
            </a:r>
          </a:p>
        </p:txBody>
      </p:sp>
      <p:sp>
        <p:nvSpPr>
          <p:cNvPr id="9" name="矩形 8"/>
          <p:cNvSpPr/>
          <p:nvPr/>
        </p:nvSpPr>
        <p:spPr bwMode="gray">
          <a:xfrm>
            <a:off x="5010150" y="3249684"/>
            <a:ext cx="2038889" cy="416156"/>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周</a:t>
            </a:r>
            <a:endParaRPr lang="en-US" altLang="zh-CN"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9"/>
          <p:cNvSpPr/>
          <p:nvPr/>
        </p:nvSpPr>
        <p:spPr bwMode="gray">
          <a:xfrm>
            <a:off x="7213097" y="3249684"/>
            <a:ext cx="2038889" cy="416156"/>
          </a:xfrm>
          <a:prstGeom prst="rect">
            <a:avLst/>
          </a:prstGeom>
          <a:solidFill>
            <a:srgbClr val="BEE9EE"/>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月</a:t>
            </a:r>
            <a:endParaRPr lang="en-US" altLang="zh-CN"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 name="直接连接符 10"/>
          <p:cNvCxnSpPr/>
          <p:nvPr/>
        </p:nvCxnSpPr>
        <p:spPr bwMode="gray">
          <a:xfrm>
            <a:off x="2807204" y="3789557"/>
            <a:ext cx="0" cy="359859"/>
          </a:xfrm>
          <a:prstGeom prst="line">
            <a:avLst/>
          </a:prstGeom>
          <a:ln w="19050">
            <a:solidFill>
              <a:srgbClr val="EC706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gray">
          <a:xfrm>
            <a:off x="9251985" y="3789557"/>
            <a:ext cx="0" cy="359859"/>
          </a:xfrm>
          <a:prstGeom prst="line">
            <a:avLst/>
          </a:prstGeom>
          <a:ln w="19050">
            <a:solidFill>
              <a:srgbClr val="EC7061"/>
            </a:solidFill>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endCxn id="14" idx="1"/>
          </p:cNvCxnSpPr>
          <p:nvPr/>
        </p:nvCxnSpPr>
        <p:spPr bwMode="gray">
          <a:xfrm>
            <a:off x="2807204" y="3972367"/>
            <a:ext cx="1601138" cy="0"/>
          </a:xfrm>
          <a:prstGeom prst="straightConnector1">
            <a:avLst/>
          </a:prstGeom>
          <a:ln w="19050">
            <a:solidFill>
              <a:srgbClr val="EC7061"/>
            </a:solidFill>
          </a:ln>
        </p:spPr>
        <p:style>
          <a:lnRef idx="1">
            <a:schemeClr val="accent1"/>
          </a:lnRef>
          <a:fillRef idx="0">
            <a:schemeClr val="accent1"/>
          </a:fillRef>
          <a:effectRef idx="0">
            <a:schemeClr val="accent1"/>
          </a:effectRef>
          <a:fontRef idx="minor">
            <a:schemeClr val="tx1"/>
          </a:fontRef>
        </p:style>
      </p:cxnSp>
      <p:sp>
        <p:nvSpPr>
          <p:cNvPr id="14" name="TextBox 120">
            <a:extLst>
              <a:ext uri="{FF2B5EF4-FFF2-40B4-BE49-F238E27FC236}">
                <a16:creationId xmlns:a16="http://schemas.microsoft.com/office/drawing/2014/main" id="{020D7A1D-EFAD-4C8C-B9DE-D0FAD269B77A}"/>
              </a:ext>
            </a:extLst>
          </p:cNvPr>
          <p:cNvSpPr txBox="1"/>
          <p:nvPr/>
        </p:nvSpPr>
        <p:spPr bwMode="gray">
          <a:xfrm>
            <a:off x="4408342" y="3824668"/>
            <a:ext cx="3396136" cy="307657"/>
          </a:xfrm>
          <a:prstGeom prst="rect">
            <a:avLst/>
          </a:prstGeom>
          <a:noFill/>
          <a:ln>
            <a:noFill/>
          </a:ln>
        </p:spPr>
        <p:txBody>
          <a:bodyPr wrap="square" rtlCol="0">
            <a:spAutoFit/>
          </a:bodyPr>
          <a:lstStyle/>
          <a:p>
            <a:r>
              <a:rPr lang="zh-CN" altLang="en-US" sz="1399" dirty="0">
                <a:latin typeface="Huawei Sans" panose="020C0503030203020204" pitchFamily="34" charset="0"/>
                <a:ea typeface="方正兰亭黑简体" panose="02000000000000000000" pitchFamily="2" charset="-122"/>
                <a:sym typeface="Huawei Sans" panose="020C0503030203020204" pitchFamily="34" charset="0"/>
              </a:rPr>
              <a:t>具体守局时间需要与客户进行协商确认</a:t>
            </a:r>
          </a:p>
        </p:txBody>
      </p:sp>
      <p:cxnSp>
        <p:nvCxnSpPr>
          <p:cNvPr id="20" name="直接箭头连接符 19"/>
          <p:cNvCxnSpPr/>
          <p:nvPr/>
        </p:nvCxnSpPr>
        <p:spPr bwMode="gray">
          <a:xfrm>
            <a:off x="7650848" y="3972367"/>
            <a:ext cx="1601138" cy="0"/>
          </a:xfrm>
          <a:prstGeom prst="straightConnector1">
            <a:avLst/>
          </a:prstGeom>
          <a:ln w="19050">
            <a:solidFill>
              <a:srgbClr val="EC7061"/>
            </a:solidFill>
          </a:ln>
        </p:spPr>
        <p:style>
          <a:lnRef idx="1">
            <a:schemeClr val="accent1"/>
          </a:lnRef>
          <a:fillRef idx="0">
            <a:schemeClr val="accent1"/>
          </a:fillRef>
          <a:effectRef idx="0">
            <a:schemeClr val="accent1"/>
          </a:effectRef>
          <a:fontRef idx="minor">
            <a:schemeClr val="tx1"/>
          </a:fontRef>
        </p:style>
      </p:cxnSp>
      <p:sp>
        <p:nvSpPr>
          <p:cNvPr id="15" name="五边形 153"/>
          <p:cNvSpPr/>
          <p:nvPr/>
        </p:nvSpPr>
        <p:spPr bwMode="gray">
          <a:xfrm>
            <a:off x="8150785" y="113221"/>
            <a:ext cx="1259508"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准备阶段</a:t>
            </a:r>
          </a:p>
        </p:txBody>
      </p:sp>
      <p:sp>
        <p:nvSpPr>
          <p:cNvPr id="16" name="燕尾形 154"/>
          <p:cNvSpPr/>
          <p:nvPr/>
        </p:nvSpPr>
        <p:spPr bwMode="gray">
          <a:xfrm>
            <a:off x="9320182"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实施阶段</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燕尾形 155"/>
          <p:cNvSpPr/>
          <p:nvPr/>
        </p:nvSpPr>
        <p:spPr bwMode="gray">
          <a:xfrm>
            <a:off x="10489579" y="113221"/>
            <a:ext cx="1259508"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收尾阶段</a:t>
            </a:r>
          </a:p>
        </p:txBody>
      </p:sp>
    </p:spTree>
    <p:extLst>
      <p:ext uri="{BB962C8B-B14F-4D97-AF65-F5344CB8AC3E}">
        <p14:creationId xmlns:p14="http://schemas.microsoft.com/office/powerpoint/2010/main" val="34915210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2"/>
          <p:cNvSpPr>
            <a:spLocks noGrp="1"/>
          </p:cNvSpPr>
          <p:nvPr>
            <p:ph type="body" sz="quarter" idx="10"/>
          </p:nvPr>
        </p:nvSpPr>
        <p:spPr bwMode="gray"/>
        <p:txBody>
          <a:bodyPr/>
          <a:lstStyle/>
          <a:p>
            <a:r>
              <a:rPr lang="zh-CN" altLang="en-US" sz="1799" dirty="0"/>
              <a:t>割接顺利完成并在守局观察无异常之后还需要对客户进行维护培训以及资料移交。</a:t>
            </a:r>
          </a:p>
        </p:txBody>
      </p:sp>
      <p:sp>
        <p:nvSpPr>
          <p:cNvPr id="2" name="标题 1"/>
          <p:cNvSpPr>
            <a:spLocks noGrp="1"/>
          </p:cNvSpPr>
          <p:nvPr>
            <p:ph type="title"/>
          </p:nvPr>
        </p:nvSpPr>
        <p:spPr bwMode="gray"/>
        <p:txBody>
          <a:bodyPr/>
          <a:lstStyle/>
          <a:p>
            <a:r>
              <a:rPr lang="zh-CN" altLang="en-US" dirty="0"/>
              <a:t>割接验收</a:t>
            </a:r>
          </a:p>
        </p:txBody>
      </p:sp>
      <p:sp>
        <p:nvSpPr>
          <p:cNvPr id="8" name="圆角矩形 75"/>
          <p:cNvSpPr/>
          <p:nvPr/>
        </p:nvSpPr>
        <p:spPr bwMode="gray">
          <a:xfrm>
            <a:off x="492605" y="1738121"/>
            <a:ext cx="5571790"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转维护培训</a:t>
            </a:r>
          </a:p>
        </p:txBody>
      </p:sp>
      <p:sp>
        <p:nvSpPr>
          <p:cNvPr id="9" name="圆角矩形 75"/>
          <p:cNvSpPr/>
          <p:nvPr/>
        </p:nvSpPr>
        <p:spPr bwMode="gray">
          <a:xfrm>
            <a:off x="492605" y="2169457"/>
            <a:ext cx="5571790" cy="3600780"/>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b" anchorCtr="0">
            <a:noAutofit/>
          </a:bodyPr>
          <a:lstStyle/>
          <a:p>
            <a:pPr marL="285750" indent="-285750" algn="just">
              <a:lnSpc>
                <a:spcPts val="2599"/>
              </a:lnSpc>
              <a:spcAft>
                <a:spcPts val="600"/>
              </a:spcAft>
              <a:buFont typeface="Arial" panose="020B0604020202020204" pitchFamily="34" charset="0"/>
              <a:buChar char="•"/>
            </a:pPr>
            <a:r>
              <a:rPr lang="zh-CN" altLang="en-US" sz="1599" dirty="0">
                <a:solidFill>
                  <a:schemeClr val="tx1"/>
                </a:solidFill>
              </a:rPr>
              <a:t>割接项目涉及新的设备、新的配置等需要对客户进行培训赋能的，在割接完成之后还需组织培训对客户进行赋能。</a:t>
            </a:r>
          </a:p>
        </p:txBody>
      </p:sp>
      <p:sp>
        <p:nvSpPr>
          <p:cNvPr id="10" name="圆角矩形 75"/>
          <p:cNvSpPr/>
          <p:nvPr/>
        </p:nvSpPr>
        <p:spPr bwMode="gray">
          <a:xfrm>
            <a:off x="6140041" y="1738121"/>
            <a:ext cx="5571790"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资料移交</a:t>
            </a:r>
          </a:p>
        </p:txBody>
      </p:sp>
      <p:sp>
        <p:nvSpPr>
          <p:cNvPr id="11" name="圆角矩形 75"/>
          <p:cNvSpPr/>
          <p:nvPr/>
        </p:nvSpPr>
        <p:spPr bwMode="gray">
          <a:xfrm>
            <a:off x="6140041" y="2169457"/>
            <a:ext cx="5571790" cy="3600780"/>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b" anchorCtr="0">
            <a:noAutofit/>
          </a:bodyPr>
          <a:lstStyle/>
          <a:p>
            <a:pPr marL="285750" indent="-285750" algn="just">
              <a:lnSpc>
                <a:spcPts val="2599"/>
              </a:lnSpc>
              <a:spcAft>
                <a:spcPts val="600"/>
              </a:spcAft>
              <a:buFont typeface="Arial" panose="020B0604020202020204" pitchFamily="34" charset="0"/>
              <a:buChar char="•"/>
            </a:pPr>
            <a:r>
              <a:rPr lang="zh-CN" altLang="en-US" sz="1599" dirty="0">
                <a:solidFill>
                  <a:schemeClr val="tx1"/>
                </a:solidFill>
              </a:rPr>
              <a:t>为便于客户后期维护，割接完成后将割接涉及的文档转交给客户。</a:t>
            </a:r>
            <a:endParaRPr lang="en-US" altLang="zh-CN" sz="1599" dirty="0">
              <a:solidFill>
                <a:prstClr val="black"/>
              </a:solidFill>
            </a:endParaRPr>
          </a:p>
        </p:txBody>
      </p:sp>
      <p:sp>
        <p:nvSpPr>
          <p:cNvPr id="14" name="ExtraShape">
            <a:extLst>
              <a:ext uri="{FF2B5EF4-FFF2-40B4-BE49-F238E27FC236}">
                <a16:creationId xmlns:a16="http://schemas.microsoft.com/office/drawing/2014/main" id="{1A0BB8A2-6877-4889-87BF-EFCDE746784A}"/>
              </a:ext>
            </a:extLst>
          </p:cNvPr>
          <p:cNvSpPr/>
          <p:nvPr/>
        </p:nvSpPr>
        <p:spPr bwMode="gray">
          <a:xfrm>
            <a:off x="2837104" y="3614331"/>
            <a:ext cx="1277015" cy="1227203"/>
          </a:xfrm>
          <a:custGeom>
            <a:avLst/>
            <a:gdLst>
              <a:gd name="T0" fmla="*/ 1178 w 1178"/>
              <a:gd name="T1" fmla="*/ 31 h 1134"/>
              <a:gd name="T2" fmla="*/ 837 w 1178"/>
              <a:gd name="T3" fmla="*/ 31 h 1134"/>
              <a:gd name="T4" fmla="*/ 836 w 1178"/>
              <a:gd name="T5" fmla="*/ 27 h 1134"/>
              <a:gd name="T6" fmla="*/ 796 w 1178"/>
              <a:gd name="T7" fmla="*/ 6 h 1134"/>
              <a:gd name="T8" fmla="*/ 774 w 1178"/>
              <a:gd name="T9" fmla="*/ 31 h 1134"/>
              <a:gd name="T10" fmla="*/ 389 w 1178"/>
              <a:gd name="T11" fmla="*/ 31 h 1134"/>
              <a:gd name="T12" fmla="*/ 367 w 1178"/>
              <a:gd name="T13" fmla="*/ 6 h 1134"/>
              <a:gd name="T14" fmla="*/ 327 w 1178"/>
              <a:gd name="T15" fmla="*/ 27 h 1134"/>
              <a:gd name="T16" fmla="*/ 326 w 1178"/>
              <a:gd name="T17" fmla="*/ 31 h 1134"/>
              <a:gd name="T18" fmla="*/ 107 w 1178"/>
              <a:gd name="T19" fmla="*/ 31 h 1134"/>
              <a:gd name="T20" fmla="*/ 107 w 1178"/>
              <a:gd name="T21" fmla="*/ 252 h 1134"/>
              <a:gd name="T22" fmla="*/ 259 w 1178"/>
              <a:gd name="T23" fmla="*/ 252 h 1134"/>
              <a:gd name="T24" fmla="*/ 5 w 1178"/>
              <a:gd name="T25" fmla="*/ 1093 h 1134"/>
              <a:gd name="T26" fmla="*/ 26 w 1178"/>
              <a:gd name="T27" fmla="*/ 1133 h 1134"/>
              <a:gd name="T28" fmla="*/ 36 w 1178"/>
              <a:gd name="T29" fmla="*/ 1134 h 1134"/>
              <a:gd name="T30" fmla="*/ 66 w 1178"/>
              <a:gd name="T31" fmla="*/ 1111 h 1134"/>
              <a:gd name="T32" fmla="*/ 326 w 1178"/>
              <a:gd name="T33" fmla="*/ 252 h 1134"/>
              <a:gd name="T34" fmla="*/ 837 w 1178"/>
              <a:gd name="T35" fmla="*/ 252 h 1134"/>
              <a:gd name="T36" fmla="*/ 1097 w 1178"/>
              <a:gd name="T37" fmla="*/ 1111 h 1134"/>
              <a:gd name="T38" fmla="*/ 1127 w 1178"/>
              <a:gd name="T39" fmla="*/ 1134 h 1134"/>
              <a:gd name="T40" fmla="*/ 1137 w 1178"/>
              <a:gd name="T41" fmla="*/ 1133 h 1134"/>
              <a:gd name="T42" fmla="*/ 1158 w 1178"/>
              <a:gd name="T43" fmla="*/ 1093 h 1134"/>
              <a:gd name="T44" fmla="*/ 904 w 1178"/>
              <a:gd name="T45" fmla="*/ 252 h 1134"/>
              <a:gd name="T46" fmla="*/ 1178 w 1178"/>
              <a:gd name="T47" fmla="*/ 252 h 1134"/>
              <a:gd name="T48" fmla="*/ 1178 w 1178"/>
              <a:gd name="T49" fmla="*/ 31 h 1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178" h="1134">
                <a:moveTo>
                  <a:pt x="1178" y="31"/>
                </a:moveTo>
                <a:cubicBezTo>
                  <a:pt x="837" y="31"/>
                  <a:pt x="837" y="31"/>
                  <a:pt x="837" y="31"/>
                </a:cubicBezTo>
                <a:cubicBezTo>
                  <a:pt x="836" y="27"/>
                  <a:pt x="836" y="27"/>
                  <a:pt x="836" y="27"/>
                </a:cubicBezTo>
                <a:cubicBezTo>
                  <a:pt x="831" y="10"/>
                  <a:pt x="813" y="0"/>
                  <a:pt x="796" y="6"/>
                </a:cubicBezTo>
                <a:cubicBezTo>
                  <a:pt x="784" y="9"/>
                  <a:pt x="776" y="20"/>
                  <a:pt x="774" y="31"/>
                </a:cubicBezTo>
                <a:cubicBezTo>
                  <a:pt x="389" y="31"/>
                  <a:pt x="389" y="31"/>
                  <a:pt x="389" y="31"/>
                </a:cubicBezTo>
                <a:cubicBezTo>
                  <a:pt x="387" y="20"/>
                  <a:pt x="379" y="9"/>
                  <a:pt x="367" y="6"/>
                </a:cubicBezTo>
                <a:cubicBezTo>
                  <a:pt x="350" y="0"/>
                  <a:pt x="332" y="10"/>
                  <a:pt x="327" y="27"/>
                </a:cubicBezTo>
                <a:cubicBezTo>
                  <a:pt x="326" y="31"/>
                  <a:pt x="326" y="31"/>
                  <a:pt x="326" y="31"/>
                </a:cubicBezTo>
                <a:cubicBezTo>
                  <a:pt x="107" y="31"/>
                  <a:pt x="107" y="31"/>
                  <a:pt x="107" y="31"/>
                </a:cubicBezTo>
                <a:cubicBezTo>
                  <a:pt x="107" y="252"/>
                  <a:pt x="107" y="252"/>
                  <a:pt x="107" y="252"/>
                </a:cubicBezTo>
                <a:cubicBezTo>
                  <a:pt x="259" y="252"/>
                  <a:pt x="259" y="252"/>
                  <a:pt x="259" y="252"/>
                </a:cubicBezTo>
                <a:cubicBezTo>
                  <a:pt x="5" y="1093"/>
                  <a:pt x="5" y="1093"/>
                  <a:pt x="5" y="1093"/>
                </a:cubicBezTo>
                <a:cubicBezTo>
                  <a:pt x="0" y="1110"/>
                  <a:pt x="10" y="1127"/>
                  <a:pt x="26" y="1133"/>
                </a:cubicBezTo>
                <a:cubicBezTo>
                  <a:pt x="30" y="1133"/>
                  <a:pt x="33" y="1134"/>
                  <a:pt x="36" y="1134"/>
                </a:cubicBezTo>
                <a:cubicBezTo>
                  <a:pt x="49" y="1134"/>
                  <a:pt x="62" y="1125"/>
                  <a:pt x="66" y="1111"/>
                </a:cubicBezTo>
                <a:cubicBezTo>
                  <a:pt x="326" y="252"/>
                  <a:pt x="326" y="252"/>
                  <a:pt x="326" y="252"/>
                </a:cubicBezTo>
                <a:cubicBezTo>
                  <a:pt x="837" y="252"/>
                  <a:pt x="837" y="252"/>
                  <a:pt x="837" y="252"/>
                </a:cubicBezTo>
                <a:cubicBezTo>
                  <a:pt x="1097" y="1111"/>
                  <a:pt x="1097" y="1111"/>
                  <a:pt x="1097" y="1111"/>
                </a:cubicBezTo>
                <a:cubicBezTo>
                  <a:pt x="1101" y="1125"/>
                  <a:pt x="1114" y="1134"/>
                  <a:pt x="1127" y="1134"/>
                </a:cubicBezTo>
                <a:cubicBezTo>
                  <a:pt x="1130" y="1134"/>
                  <a:pt x="1134" y="1133"/>
                  <a:pt x="1137" y="1133"/>
                </a:cubicBezTo>
                <a:cubicBezTo>
                  <a:pt x="1154" y="1127"/>
                  <a:pt x="1163" y="1110"/>
                  <a:pt x="1158" y="1093"/>
                </a:cubicBezTo>
                <a:cubicBezTo>
                  <a:pt x="904" y="252"/>
                  <a:pt x="904" y="252"/>
                  <a:pt x="904" y="252"/>
                </a:cubicBezTo>
                <a:cubicBezTo>
                  <a:pt x="1178" y="252"/>
                  <a:pt x="1178" y="252"/>
                  <a:pt x="1178" y="252"/>
                </a:cubicBezTo>
                <a:lnTo>
                  <a:pt x="1178" y="31"/>
                </a:lnTo>
                <a:close/>
              </a:path>
            </a:pathLst>
          </a:custGeom>
          <a:solidFill>
            <a:srgbClr val="778495">
              <a:lumMod val="75000"/>
            </a:srgbClr>
          </a:solidFill>
          <a:ln>
            <a:noFill/>
          </a:ln>
        </p:spPr>
        <p:txBody>
          <a:bodyPr vert="horz" wrap="square" lIns="91404" tIns="45702" rIns="91404" bIns="45702" numCol="1" anchor="t" anchorCtr="0" compatLnSpc="1">
            <a:prstTxWarp prst="textNoShape">
              <a:avLst/>
            </a:prstTxWarp>
          </a:bodyPr>
          <a:lstStyle/>
          <a:p>
            <a:pPr defTabSz="914034">
              <a:defRPr/>
            </a:pPr>
            <a:endParaRPr lang="zh-CN" altLang="en-US" sz="1799" kern="0">
              <a:solidFill>
                <a:srgbClr val="000000"/>
              </a:solidFill>
              <a:latin typeface="Verdana"/>
              <a:ea typeface="微软雅黑" panose="020B0503020204020204" pitchFamily="34" charset="-122"/>
            </a:endParaRPr>
          </a:p>
        </p:txBody>
      </p:sp>
      <p:sp>
        <p:nvSpPr>
          <p:cNvPr id="15" name="ExtraShape1">
            <a:extLst>
              <a:ext uri="{FF2B5EF4-FFF2-40B4-BE49-F238E27FC236}">
                <a16:creationId xmlns:a16="http://schemas.microsoft.com/office/drawing/2014/main" id="{51578853-00F2-4B4D-B20A-EFF9C3A371ED}"/>
              </a:ext>
            </a:extLst>
          </p:cNvPr>
          <p:cNvSpPr/>
          <p:nvPr/>
        </p:nvSpPr>
        <p:spPr bwMode="gray">
          <a:xfrm>
            <a:off x="3438817" y="2280712"/>
            <a:ext cx="73587" cy="1303054"/>
          </a:xfrm>
          <a:custGeom>
            <a:avLst/>
            <a:gdLst>
              <a:gd name="T0" fmla="*/ 32 w 68"/>
              <a:gd name="T1" fmla="*/ 1204 h 1204"/>
              <a:gd name="T2" fmla="*/ 0 w 68"/>
              <a:gd name="T3" fmla="*/ 1172 h 1204"/>
              <a:gd name="T4" fmla="*/ 0 w 68"/>
              <a:gd name="T5" fmla="*/ 32 h 1204"/>
              <a:gd name="T6" fmla="*/ 32 w 68"/>
              <a:gd name="T7" fmla="*/ 0 h 1204"/>
              <a:gd name="T8" fmla="*/ 36 w 68"/>
              <a:gd name="T9" fmla="*/ 0 h 1204"/>
              <a:gd name="T10" fmla="*/ 68 w 68"/>
              <a:gd name="T11" fmla="*/ 32 h 1204"/>
              <a:gd name="T12" fmla="*/ 68 w 68"/>
              <a:gd name="T13" fmla="*/ 1172 h 1204"/>
              <a:gd name="T14" fmla="*/ 36 w 68"/>
              <a:gd name="T15" fmla="*/ 1204 h 1204"/>
              <a:gd name="T16" fmla="*/ 32 w 68"/>
              <a:gd name="T17" fmla="*/ 1204 h 1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1204">
                <a:moveTo>
                  <a:pt x="32" y="1204"/>
                </a:moveTo>
                <a:cubicBezTo>
                  <a:pt x="14" y="1204"/>
                  <a:pt x="0" y="1189"/>
                  <a:pt x="0" y="1172"/>
                </a:cubicBezTo>
                <a:cubicBezTo>
                  <a:pt x="0" y="32"/>
                  <a:pt x="0" y="32"/>
                  <a:pt x="0" y="32"/>
                </a:cubicBezTo>
                <a:cubicBezTo>
                  <a:pt x="0" y="14"/>
                  <a:pt x="14" y="0"/>
                  <a:pt x="32" y="0"/>
                </a:cubicBezTo>
                <a:cubicBezTo>
                  <a:pt x="36" y="0"/>
                  <a:pt x="36" y="0"/>
                  <a:pt x="36" y="0"/>
                </a:cubicBezTo>
                <a:cubicBezTo>
                  <a:pt x="53" y="0"/>
                  <a:pt x="68" y="14"/>
                  <a:pt x="68" y="32"/>
                </a:cubicBezTo>
                <a:cubicBezTo>
                  <a:pt x="68" y="1172"/>
                  <a:pt x="68" y="1172"/>
                  <a:pt x="68" y="1172"/>
                </a:cubicBezTo>
                <a:cubicBezTo>
                  <a:pt x="68" y="1189"/>
                  <a:pt x="53" y="1204"/>
                  <a:pt x="36" y="1204"/>
                </a:cubicBezTo>
                <a:lnTo>
                  <a:pt x="32" y="1204"/>
                </a:lnTo>
                <a:close/>
              </a:path>
            </a:pathLst>
          </a:custGeom>
          <a:solidFill>
            <a:srgbClr val="778495">
              <a:lumMod val="75000"/>
            </a:srgbClr>
          </a:solidFill>
          <a:ln>
            <a:noFill/>
          </a:ln>
        </p:spPr>
        <p:txBody>
          <a:bodyPr vert="horz" wrap="square" lIns="91404" tIns="45702" rIns="91404" bIns="45702" numCol="1" anchor="t" anchorCtr="0" compatLnSpc="1">
            <a:prstTxWarp prst="textNoShape">
              <a:avLst/>
            </a:prstTxWarp>
          </a:bodyPr>
          <a:lstStyle/>
          <a:p>
            <a:pPr defTabSz="914034">
              <a:defRPr/>
            </a:pPr>
            <a:endParaRPr lang="zh-CN" altLang="en-US" sz="1799" kern="0">
              <a:solidFill>
                <a:srgbClr val="000000"/>
              </a:solidFill>
              <a:latin typeface="Verdana"/>
              <a:ea typeface="微软雅黑" panose="020B0503020204020204" pitchFamily="34" charset="-122"/>
            </a:endParaRPr>
          </a:p>
        </p:txBody>
      </p:sp>
      <p:sp>
        <p:nvSpPr>
          <p:cNvPr id="16" name="ExtraShape2">
            <a:extLst>
              <a:ext uri="{FF2B5EF4-FFF2-40B4-BE49-F238E27FC236}">
                <a16:creationId xmlns:a16="http://schemas.microsoft.com/office/drawing/2014/main" id="{7909B941-B3F4-4BED-B8FA-BB2002232B4D}"/>
              </a:ext>
            </a:extLst>
          </p:cNvPr>
          <p:cNvSpPr/>
          <p:nvPr/>
        </p:nvSpPr>
        <p:spPr bwMode="gray">
          <a:xfrm>
            <a:off x="2323729" y="2432413"/>
            <a:ext cx="2303765" cy="1882302"/>
          </a:xfrm>
          <a:prstGeom prst="rect">
            <a:avLst/>
          </a:prstGeom>
          <a:solidFill>
            <a:srgbClr val="778495">
              <a:lumMod val="40000"/>
              <a:lumOff val="60000"/>
            </a:srgbClr>
          </a:solidFill>
          <a:ln>
            <a:noFill/>
          </a:ln>
        </p:spPr>
        <p:txBody>
          <a:bodyPr vert="horz" wrap="square" lIns="91404" tIns="45702" rIns="91404" bIns="45702" numCol="1" anchor="t" anchorCtr="0" compatLnSpc="1">
            <a:prstTxWarp prst="textNoShape">
              <a:avLst/>
            </a:prstTxWarp>
          </a:bodyPr>
          <a:lstStyle/>
          <a:p>
            <a:pPr defTabSz="914034">
              <a:defRPr/>
            </a:pPr>
            <a:endParaRPr lang="zh-CN" altLang="en-US" sz="1799" kern="0">
              <a:solidFill>
                <a:srgbClr val="000000"/>
              </a:solidFill>
              <a:latin typeface="Verdana"/>
              <a:ea typeface="微软雅黑" panose="020B0503020204020204" pitchFamily="34" charset="-122"/>
            </a:endParaRPr>
          </a:p>
        </p:txBody>
      </p:sp>
      <p:sp>
        <p:nvSpPr>
          <p:cNvPr id="17" name="ExtraShape3">
            <a:extLst>
              <a:ext uri="{FF2B5EF4-FFF2-40B4-BE49-F238E27FC236}">
                <a16:creationId xmlns:a16="http://schemas.microsoft.com/office/drawing/2014/main" id="{A03D7D7A-6C92-44BD-8166-C69AEDF15D66}"/>
              </a:ext>
            </a:extLst>
          </p:cNvPr>
          <p:cNvSpPr/>
          <p:nvPr/>
        </p:nvSpPr>
        <p:spPr bwMode="gray">
          <a:xfrm>
            <a:off x="2425596" y="2579587"/>
            <a:ext cx="2100031" cy="1582243"/>
          </a:xfrm>
          <a:custGeom>
            <a:avLst/>
            <a:gdLst>
              <a:gd name="T0" fmla="*/ 1819 w 1819"/>
              <a:gd name="T1" fmla="*/ 1362 h 1373"/>
              <a:gd name="T2" fmla="*/ 1808 w 1819"/>
              <a:gd name="T3" fmla="*/ 1373 h 1373"/>
              <a:gd name="T4" fmla="*/ 11 w 1819"/>
              <a:gd name="T5" fmla="*/ 1373 h 1373"/>
              <a:gd name="T6" fmla="*/ 0 w 1819"/>
              <a:gd name="T7" fmla="*/ 1362 h 1373"/>
              <a:gd name="T8" fmla="*/ 0 w 1819"/>
              <a:gd name="T9" fmla="*/ 10 h 1373"/>
              <a:gd name="T10" fmla="*/ 11 w 1819"/>
              <a:gd name="T11" fmla="*/ 0 h 1373"/>
              <a:gd name="T12" fmla="*/ 1808 w 1819"/>
              <a:gd name="T13" fmla="*/ 0 h 1373"/>
              <a:gd name="T14" fmla="*/ 1819 w 1819"/>
              <a:gd name="T15" fmla="*/ 10 h 1373"/>
              <a:gd name="T16" fmla="*/ 1819 w 1819"/>
              <a:gd name="T17" fmla="*/ 1362 h 1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19" h="1373">
                <a:moveTo>
                  <a:pt x="1819" y="1362"/>
                </a:moveTo>
                <a:cubicBezTo>
                  <a:pt x="1819" y="1368"/>
                  <a:pt x="1814" y="1373"/>
                  <a:pt x="1808" y="1373"/>
                </a:cubicBezTo>
                <a:cubicBezTo>
                  <a:pt x="11" y="1373"/>
                  <a:pt x="11" y="1373"/>
                  <a:pt x="11" y="1373"/>
                </a:cubicBezTo>
                <a:cubicBezTo>
                  <a:pt x="5" y="1373"/>
                  <a:pt x="0" y="1368"/>
                  <a:pt x="0" y="1362"/>
                </a:cubicBezTo>
                <a:cubicBezTo>
                  <a:pt x="0" y="10"/>
                  <a:pt x="0" y="10"/>
                  <a:pt x="0" y="10"/>
                </a:cubicBezTo>
                <a:cubicBezTo>
                  <a:pt x="0" y="4"/>
                  <a:pt x="5" y="0"/>
                  <a:pt x="11" y="0"/>
                </a:cubicBezTo>
                <a:cubicBezTo>
                  <a:pt x="1808" y="0"/>
                  <a:pt x="1808" y="0"/>
                  <a:pt x="1808" y="0"/>
                </a:cubicBezTo>
                <a:cubicBezTo>
                  <a:pt x="1814" y="0"/>
                  <a:pt x="1819" y="4"/>
                  <a:pt x="1819" y="10"/>
                </a:cubicBezTo>
                <a:lnTo>
                  <a:pt x="1819" y="13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pPr defTabSz="914034">
              <a:defRPr/>
            </a:pPr>
            <a:endParaRPr lang="zh-CN" altLang="en-US" sz="1799" kern="0">
              <a:solidFill>
                <a:srgbClr val="000000"/>
              </a:solidFill>
              <a:latin typeface="Verdana"/>
              <a:ea typeface="微软雅黑" panose="020B0503020204020204" pitchFamily="34" charset="-122"/>
            </a:endParaRPr>
          </a:p>
        </p:txBody>
      </p:sp>
      <p:sp>
        <p:nvSpPr>
          <p:cNvPr id="54" name="ExtraShape4">
            <a:extLst>
              <a:ext uri="{FF2B5EF4-FFF2-40B4-BE49-F238E27FC236}">
                <a16:creationId xmlns:a16="http://schemas.microsoft.com/office/drawing/2014/main" id="{2244B12B-FDB8-4CD6-B2B3-F2061DB3FD84}"/>
              </a:ext>
            </a:extLst>
          </p:cNvPr>
          <p:cNvSpPr/>
          <p:nvPr/>
        </p:nvSpPr>
        <p:spPr bwMode="gray">
          <a:xfrm>
            <a:off x="2204269" y="2413913"/>
            <a:ext cx="2542686" cy="107082"/>
          </a:xfrm>
          <a:prstGeom prst="roundRect">
            <a:avLst>
              <a:gd name="adj" fmla="val 50000"/>
            </a:avLst>
          </a:prstGeom>
          <a:solidFill>
            <a:srgbClr val="778495"/>
          </a:solidFill>
          <a:ln>
            <a:noFill/>
          </a:ln>
        </p:spPr>
        <p:txBody>
          <a:bodyPr vert="horz" wrap="square" lIns="91404" tIns="45702" rIns="91404" bIns="45702" numCol="1" rtlCol="0" anchor="t" anchorCtr="0" compatLnSpc="1">
            <a:prstTxWarp prst="textNoShape">
              <a:avLst/>
            </a:prstTxWarp>
          </a:bodyPr>
          <a:lstStyle/>
          <a:p>
            <a:pPr defTabSz="914034">
              <a:defRPr/>
            </a:pPr>
            <a:endParaRPr lang="zh-CN" altLang="en-US" sz="1799" kern="0">
              <a:solidFill>
                <a:srgbClr val="000000"/>
              </a:solidFill>
              <a:latin typeface="Verdana"/>
              <a:ea typeface="微软雅黑" panose="020B0503020204020204" pitchFamily="34" charset="-122"/>
            </a:endParaRPr>
          </a:p>
        </p:txBody>
      </p:sp>
      <p:sp>
        <p:nvSpPr>
          <p:cNvPr id="55" name="ExtraShape">
            <a:extLst>
              <a:ext uri="{FF2B5EF4-FFF2-40B4-BE49-F238E27FC236}">
                <a16:creationId xmlns:a16="http://schemas.microsoft.com/office/drawing/2014/main" id="{0090CE39-AB70-45CB-9BA1-90936C600C86}"/>
              </a:ext>
            </a:extLst>
          </p:cNvPr>
          <p:cNvSpPr/>
          <p:nvPr/>
        </p:nvSpPr>
        <p:spPr bwMode="gray">
          <a:xfrm>
            <a:off x="2204269" y="4242502"/>
            <a:ext cx="2542686" cy="107082"/>
          </a:xfrm>
          <a:prstGeom prst="roundRect">
            <a:avLst>
              <a:gd name="adj" fmla="val 50000"/>
            </a:avLst>
          </a:prstGeom>
          <a:solidFill>
            <a:srgbClr val="778495"/>
          </a:solidFill>
          <a:ln>
            <a:noFill/>
          </a:ln>
        </p:spPr>
        <p:txBody>
          <a:bodyPr vert="horz" wrap="square" lIns="91404" tIns="45702" rIns="91404" bIns="45702" numCol="1" rtlCol="0" anchor="t" anchorCtr="0" compatLnSpc="1">
            <a:prstTxWarp prst="textNoShape">
              <a:avLst/>
            </a:prstTxWarp>
          </a:bodyPr>
          <a:lstStyle/>
          <a:p>
            <a:pPr defTabSz="914034">
              <a:defRPr/>
            </a:pPr>
            <a:endParaRPr lang="zh-CN" altLang="en-US" sz="1799" kern="0">
              <a:solidFill>
                <a:srgbClr val="000000"/>
              </a:solidFill>
              <a:latin typeface="Verdana"/>
              <a:ea typeface="微软雅黑" panose="020B0503020204020204" pitchFamily="34" charset="-122"/>
            </a:endParaRPr>
          </a:p>
        </p:txBody>
      </p:sp>
      <p:sp>
        <p:nvSpPr>
          <p:cNvPr id="56" name="CustomText">
            <a:extLst>
              <a:ext uri="{FF2B5EF4-FFF2-40B4-BE49-F238E27FC236}">
                <a16:creationId xmlns:a16="http://schemas.microsoft.com/office/drawing/2014/main" id="{2F208270-A977-4862-B75B-CF8C7F652E46}"/>
              </a:ext>
            </a:extLst>
          </p:cNvPr>
          <p:cNvSpPr/>
          <p:nvPr/>
        </p:nvSpPr>
        <p:spPr bwMode="gray">
          <a:xfrm>
            <a:off x="2570154" y="2848023"/>
            <a:ext cx="1850527" cy="383298"/>
          </a:xfrm>
          <a:prstGeom prst="rect">
            <a:avLst/>
          </a:prstGeom>
          <a:noFill/>
        </p:spPr>
        <p:txBody>
          <a:bodyPr wrap="square" lIns="89965" tIns="46782" rIns="89965" bIns="46782" anchor="ctr">
            <a:noAutofit/>
          </a:bodyPr>
          <a:lstStyle/>
          <a:p>
            <a:pPr algn="ctr" defTabSz="914034">
              <a:defRPr/>
            </a:pPr>
            <a:r>
              <a:rPr lang="en-US" altLang="zh-CN" sz="1399" b="1" kern="0" dirty="0">
                <a:solidFill>
                  <a:srgbClr val="778495">
                    <a:lumMod val="75000"/>
                  </a:srgbClr>
                </a:solidFill>
                <a:ea typeface="微软雅黑" panose="020B0503020204020204" pitchFamily="34" charset="-122"/>
              </a:rPr>
              <a:t>XX</a:t>
            </a:r>
            <a:r>
              <a:rPr lang="zh-CN" altLang="en-US" sz="1399" b="1" kern="0" dirty="0">
                <a:solidFill>
                  <a:srgbClr val="778495">
                    <a:lumMod val="75000"/>
                  </a:srgbClr>
                </a:solidFill>
                <a:ea typeface="微软雅黑" panose="020B0503020204020204" pitchFamily="34" charset="-122"/>
              </a:rPr>
              <a:t>割接项目转维培训</a:t>
            </a:r>
            <a:endParaRPr lang="en-US" altLang="zh-CN" sz="1399" b="1" kern="0" dirty="0">
              <a:solidFill>
                <a:srgbClr val="778495">
                  <a:lumMod val="75000"/>
                </a:srgbClr>
              </a:solidFill>
              <a:ea typeface="微软雅黑" panose="020B0503020204020204" pitchFamily="34" charset="-122"/>
            </a:endParaRPr>
          </a:p>
        </p:txBody>
      </p:sp>
      <p:sp>
        <p:nvSpPr>
          <p:cNvPr id="103" name="microsoft-word-document-file_32745"/>
          <p:cNvSpPr>
            <a:spLocks noChangeAspect="1"/>
          </p:cNvSpPr>
          <p:nvPr/>
        </p:nvSpPr>
        <p:spPr bwMode="gray">
          <a:xfrm>
            <a:off x="7813922" y="2899763"/>
            <a:ext cx="451195" cy="609446"/>
          </a:xfrm>
          <a:custGeom>
            <a:avLst/>
            <a:gdLst>
              <a:gd name="T0" fmla="*/ 385 w 4638"/>
              <a:gd name="T1" fmla="*/ 0 h 6274"/>
              <a:gd name="T2" fmla="*/ 0 w 4638"/>
              <a:gd name="T3" fmla="*/ 5890 h 6274"/>
              <a:gd name="T4" fmla="*/ 4253 w 4638"/>
              <a:gd name="T5" fmla="*/ 6274 h 6274"/>
              <a:gd name="T6" fmla="*/ 4638 w 4638"/>
              <a:gd name="T7" fmla="*/ 1190 h 6274"/>
              <a:gd name="T8" fmla="*/ 3634 w 4638"/>
              <a:gd name="T9" fmla="*/ 576 h 6274"/>
              <a:gd name="T10" fmla="*/ 3634 w 4638"/>
              <a:gd name="T11" fmla="*/ 1097 h 6274"/>
              <a:gd name="T12" fmla="*/ 4315 w 4638"/>
              <a:gd name="T13" fmla="*/ 5890 h 6274"/>
              <a:gd name="T14" fmla="*/ 385 w 4638"/>
              <a:gd name="T15" fmla="*/ 5951 h 6274"/>
              <a:gd name="T16" fmla="*/ 324 w 4638"/>
              <a:gd name="T17" fmla="*/ 385 h 6274"/>
              <a:gd name="T18" fmla="*/ 3311 w 4638"/>
              <a:gd name="T19" fmla="*/ 323 h 6274"/>
              <a:gd name="T20" fmla="*/ 3472 w 4638"/>
              <a:gd name="T21" fmla="*/ 1420 h 6274"/>
              <a:gd name="T22" fmla="*/ 4315 w 4638"/>
              <a:gd name="T23" fmla="*/ 5890 h 6274"/>
              <a:gd name="T24" fmla="*/ 603 w 4638"/>
              <a:gd name="T25" fmla="*/ 818 h 6274"/>
              <a:gd name="T26" fmla="*/ 1004 w 4638"/>
              <a:gd name="T27" fmla="*/ 1482 h 6274"/>
              <a:gd name="T28" fmla="*/ 1135 w 4638"/>
              <a:gd name="T29" fmla="*/ 1479 h 6274"/>
              <a:gd name="T30" fmla="*/ 1535 w 4638"/>
              <a:gd name="T31" fmla="*/ 818 h 6274"/>
              <a:gd name="T32" fmla="*/ 1753 w 4638"/>
              <a:gd name="T33" fmla="*/ 1747 h 6274"/>
              <a:gd name="T34" fmla="*/ 1819 w 4638"/>
              <a:gd name="T35" fmla="*/ 1480 h 6274"/>
              <a:gd name="T36" fmla="*/ 2232 w 4638"/>
              <a:gd name="T37" fmla="*/ 818 h 6274"/>
              <a:gd name="T38" fmla="*/ 1631 w 4638"/>
              <a:gd name="T39" fmla="*/ 2147 h 6274"/>
              <a:gd name="T40" fmla="*/ 1412 w 4638"/>
              <a:gd name="T41" fmla="*/ 1229 h 6274"/>
              <a:gd name="T42" fmla="*/ 1164 w 4638"/>
              <a:gd name="T43" fmla="*/ 2147 h 6274"/>
              <a:gd name="T44" fmla="*/ 940 w 4638"/>
              <a:gd name="T45" fmla="*/ 2147 h 6274"/>
              <a:gd name="T46" fmla="*/ 3863 w 4638"/>
              <a:gd name="T47" fmla="*/ 1865 h 6274"/>
              <a:gd name="T48" fmla="*/ 3863 w 4638"/>
              <a:gd name="T49" fmla="*/ 2107 h 6274"/>
              <a:gd name="T50" fmla="*/ 2296 w 4638"/>
              <a:gd name="T51" fmla="*/ 1986 h 6274"/>
              <a:gd name="T52" fmla="*/ 3984 w 4638"/>
              <a:gd name="T53" fmla="*/ 2794 h 6274"/>
              <a:gd name="T54" fmla="*/ 853 w 4638"/>
              <a:gd name="T55" fmla="*/ 2915 h 6274"/>
              <a:gd name="T56" fmla="*/ 853 w 4638"/>
              <a:gd name="T57" fmla="*/ 2673 h 6274"/>
              <a:gd name="T58" fmla="*/ 3984 w 4638"/>
              <a:gd name="T59" fmla="*/ 2794 h 6274"/>
              <a:gd name="T60" fmla="*/ 3863 w 4638"/>
              <a:gd name="T61" fmla="*/ 3631 h 6274"/>
              <a:gd name="T62" fmla="*/ 732 w 4638"/>
              <a:gd name="T63" fmla="*/ 3510 h 6274"/>
              <a:gd name="T64" fmla="*/ 3863 w 4638"/>
              <a:gd name="T65" fmla="*/ 3389 h 6274"/>
              <a:gd name="T66" fmla="*/ 3984 w 4638"/>
              <a:gd name="T67" fmla="*/ 4227 h 6274"/>
              <a:gd name="T68" fmla="*/ 853 w 4638"/>
              <a:gd name="T69" fmla="*/ 4348 h 6274"/>
              <a:gd name="T70" fmla="*/ 853 w 4638"/>
              <a:gd name="T71" fmla="*/ 4106 h 6274"/>
              <a:gd name="T72" fmla="*/ 3984 w 4638"/>
              <a:gd name="T73" fmla="*/ 4227 h 6274"/>
              <a:gd name="T74" fmla="*/ 3863 w 4638"/>
              <a:gd name="T75" fmla="*/ 5074 h 6274"/>
              <a:gd name="T76" fmla="*/ 732 w 4638"/>
              <a:gd name="T77" fmla="*/ 4953 h 6274"/>
              <a:gd name="T78" fmla="*/ 3863 w 4638"/>
              <a:gd name="T79" fmla="*/ 4832 h 6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638" h="6274">
                <a:moveTo>
                  <a:pt x="3543" y="0"/>
                </a:moveTo>
                <a:lnTo>
                  <a:pt x="385" y="0"/>
                </a:lnTo>
                <a:cubicBezTo>
                  <a:pt x="173" y="0"/>
                  <a:pt x="0" y="173"/>
                  <a:pt x="0" y="385"/>
                </a:cubicBezTo>
                <a:lnTo>
                  <a:pt x="0" y="5890"/>
                </a:lnTo>
                <a:cubicBezTo>
                  <a:pt x="0" y="6102"/>
                  <a:pt x="173" y="6274"/>
                  <a:pt x="385" y="6274"/>
                </a:cubicBezTo>
                <a:lnTo>
                  <a:pt x="4253" y="6274"/>
                </a:lnTo>
                <a:cubicBezTo>
                  <a:pt x="4466" y="6274"/>
                  <a:pt x="4638" y="6102"/>
                  <a:pt x="4638" y="5890"/>
                </a:cubicBezTo>
                <a:lnTo>
                  <a:pt x="4638" y="1190"/>
                </a:lnTo>
                <a:lnTo>
                  <a:pt x="3543" y="0"/>
                </a:lnTo>
                <a:close/>
                <a:moveTo>
                  <a:pt x="3634" y="576"/>
                </a:moveTo>
                <a:lnTo>
                  <a:pt x="4114" y="1097"/>
                </a:lnTo>
                <a:lnTo>
                  <a:pt x="3634" y="1097"/>
                </a:lnTo>
                <a:lnTo>
                  <a:pt x="3634" y="576"/>
                </a:lnTo>
                <a:close/>
                <a:moveTo>
                  <a:pt x="4315" y="5890"/>
                </a:moveTo>
                <a:cubicBezTo>
                  <a:pt x="4315" y="5924"/>
                  <a:pt x="4287" y="5951"/>
                  <a:pt x="4253" y="5951"/>
                </a:cubicBezTo>
                <a:lnTo>
                  <a:pt x="385" y="5951"/>
                </a:lnTo>
                <a:cubicBezTo>
                  <a:pt x="351" y="5951"/>
                  <a:pt x="324" y="5924"/>
                  <a:pt x="324" y="5890"/>
                </a:cubicBezTo>
                <a:lnTo>
                  <a:pt x="324" y="385"/>
                </a:lnTo>
                <a:cubicBezTo>
                  <a:pt x="324" y="351"/>
                  <a:pt x="351" y="323"/>
                  <a:pt x="385" y="323"/>
                </a:cubicBezTo>
                <a:lnTo>
                  <a:pt x="3311" y="323"/>
                </a:lnTo>
                <a:lnTo>
                  <a:pt x="3311" y="1259"/>
                </a:lnTo>
                <a:cubicBezTo>
                  <a:pt x="3311" y="1348"/>
                  <a:pt x="3383" y="1420"/>
                  <a:pt x="3472" y="1420"/>
                </a:cubicBezTo>
                <a:lnTo>
                  <a:pt x="4315" y="1420"/>
                </a:lnTo>
                <a:lnTo>
                  <a:pt x="4315" y="5890"/>
                </a:lnTo>
                <a:close/>
                <a:moveTo>
                  <a:pt x="940" y="2147"/>
                </a:moveTo>
                <a:lnTo>
                  <a:pt x="603" y="818"/>
                </a:lnTo>
                <a:lnTo>
                  <a:pt x="848" y="818"/>
                </a:lnTo>
                <a:lnTo>
                  <a:pt x="1004" y="1482"/>
                </a:lnTo>
                <a:cubicBezTo>
                  <a:pt x="1026" y="1575"/>
                  <a:pt x="1047" y="1669"/>
                  <a:pt x="1065" y="1756"/>
                </a:cubicBezTo>
                <a:cubicBezTo>
                  <a:pt x="1086" y="1667"/>
                  <a:pt x="1111" y="1572"/>
                  <a:pt x="1135" y="1479"/>
                </a:cubicBezTo>
                <a:lnTo>
                  <a:pt x="1310" y="818"/>
                </a:lnTo>
                <a:lnTo>
                  <a:pt x="1535" y="818"/>
                </a:lnTo>
                <a:lnTo>
                  <a:pt x="1695" y="1484"/>
                </a:lnTo>
                <a:cubicBezTo>
                  <a:pt x="1715" y="1571"/>
                  <a:pt x="1736" y="1661"/>
                  <a:pt x="1753" y="1747"/>
                </a:cubicBezTo>
                <a:cubicBezTo>
                  <a:pt x="1771" y="1670"/>
                  <a:pt x="1791" y="1591"/>
                  <a:pt x="1811" y="1510"/>
                </a:cubicBezTo>
                <a:lnTo>
                  <a:pt x="1819" y="1480"/>
                </a:lnTo>
                <a:lnTo>
                  <a:pt x="1992" y="818"/>
                </a:lnTo>
                <a:lnTo>
                  <a:pt x="2232" y="818"/>
                </a:lnTo>
                <a:lnTo>
                  <a:pt x="1855" y="2147"/>
                </a:lnTo>
                <a:lnTo>
                  <a:pt x="1631" y="2147"/>
                </a:lnTo>
                <a:lnTo>
                  <a:pt x="1465" y="1465"/>
                </a:lnTo>
                <a:cubicBezTo>
                  <a:pt x="1445" y="1381"/>
                  <a:pt x="1427" y="1304"/>
                  <a:pt x="1412" y="1229"/>
                </a:cubicBezTo>
                <a:cubicBezTo>
                  <a:pt x="1395" y="1304"/>
                  <a:pt x="1375" y="1381"/>
                  <a:pt x="1351" y="1466"/>
                </a:cubicBezTo>
                <a:lnTo>
                  <a:pt x="1164" y="2147"/>
                </a:lnTo>
                <a:lnTo>
                  <a:pt x="940" y="2147"/>
                </a:lnTo>
                <a:lnTo>
                  <a:pt x="940" y="2147"/>
                </a:lnTo>
                <a:close/>
                <a:moveTo>
                  <a:pt x="2417" y="1865"/>
                </a:moveTo>
                <a:lnTo>
                  <a:pt x="3863" y="1865"/>
                </a:lnTo>
                <a:cubicBezTo>
                  <a:pt x="3930" y="1865"/>
                  <a:pt x="3984" y="1919"/>
                  <a:pt x="3984" y="1986"/>
                </a:cubicBezTo>
                <a:cubicBezTo>
                  <a:pt x="3984" y="2053"/>
                  <a:pt x="3930" y="2107"/>
                  <a:pt x="3863" y="2107"/>
                </a:cubicBezTo>
                <a:lnTo>
                  <a:pt x="2417" y="2107"/>
                </a:lnTo>
                <a:cubicBezTo>
                  <a:pt x="2350" y="2107"/>
                  <a:pt x="2296" y="2053"/>
                  <a:pt x="2296" y="1986"/>
                </a:cubicBezTo>
                <a:cubicBezTo>
                  <a:pt x="2296" y="1919"/>
                  <a:pt x="2350" y="1865"/>
                  <a:pt x="2417" y="1865"/>
                </a:cubicBezTo>
                <a:close/>
                <a:moveTo>
                  <a:pt x="3984" y="2794"/>
                </a:moveTo>
                <a:cubicBezTo>
                  <a:pt x="3984" y="2861"/>
                  <a:pt x="3930" y="2915"/>
                  <a:pt x="3863" y="2915"/>
                </a:cubicBezTo>
                <a:lnTo>
                  <a:pt x="853" y="2915"/>
                </a:lnTo>
                <a:cubicBezTo>
                  <a:pt x="786" y="2915"/>
                  <a:pt x="732" y="2861"/>
                  <a:pt x="732" y="2794"/>
                </a:cubicBezTo>
                <a:cubicBezTo>
                  <a:pt x="732" y="2727"/>
                  <a:pt x="786" y="2673"/>
                  <a:pt x="853" y="2673"/>
                </a:cubicBezTo>
                <a:lnTo>
                  <a:pt x="3863" y="2673"/>
                </a:lnTo>
                <a:cubicBezTo>
                  <a:pt x="3930" y="2673"/>
                  <a:pt x="3984" y="2727"/>
                  <a:pt x="3984" y="2794"/>
                </a:cubicBezTo>
                <a:close/>
                <a:moveTo>
                  <a:pt x="3984" y="3510"/>
                </a:moveTo>
                <a:cubicBezTo>
                  <a:pt x="3984" y="3577"/>
                  <a:pt x="3930" y="3631"/>
                  <a:pt x="3863" y="3631"/>
                </a:cubicBezTo>
                <a:lnTo>
                  <a:pt x="853" y="3631"/>
                </a:lnTo>
                <a:cubicBezTo>
                  <a:pt x="786" y="3631"/>
                  <a:pt x="732" y="3577"/>
                  <a:pt x="732" y="3510"/>
                </a:cubicBezTo>
                <a:cubicBezTo>
                  <a:pt x="732" y="3444"/>
                  <a:pt x="786" y="3389"/>
                  <a:pt x="853" y="3389"/>
                </a:cubicBezTo>
                <a:lnTo>
                  <a:pt x="3863" y="3389"/>
                </a:lnTo>
                <a:cubicBezTo>
                  <a:pt x="3930" y="3389"/>
                  <a:pt x="3984" y="3444"/>
                  <a:pt x="3984" y="3510"/>
                </a:cubicBezTo>
                <a:close/>
                <a:moveTo>
                  <a:pt x="3984" y="4227"/>
                </a:moveTo>
                <a:cubicBezTo>
                  <a:pt x="3984" y="4294"/>
                  <a:pt x="3930" y="4348"/>
                  <a:pt x="3863" y="4348"/>
                </a:cubicBezTo>
                <a:lnTo>
                  <a:pt x="853" y="4348"/>
                </a:lnTo>
                <a:cubicBezTo>
                  <a:pt x="786" y="4348"/>
                  <a:pt x="732" y="4294"/>
                  <a:pt x="732" y="4227"/>
                </a:cubicBezTo>
                <a:cubicBezTo>
                  <a:pt x="732" y="4160"/>
                  <a:pt x="786" y="4106"/>
                  <a:pt x="853" y="4106"/>
                </a:cubicBezTo>
                <a:lnTo>
                  <a:pt x="3863" y="4106"/>
                </a:lnTo>
                <a:cubicBezTo>
                  <a:pt x="3930" y="4106"/>
                  <a:pt x="3984" y="4160"/>
                  <a:pt x="3984" y="4227"/>
                </a:cubicBezTo>
                <a:close/>
                <a:moveTo>
                  <a:pt x="3984" y="4953"/>
                </a:moveTo>
                <a:cubicBezTo>
                  <a:pt x="3984" y="5020"/>
                  <a:pt x="3930" y="5074"/>
                  <a:pt x="3863" y="5074"/>
                </a:cubicBezTo>
                <a:lnTo>
                  <a:pt x="853" y="5074"/>
                </a:lnTo>
                <a:cubicBezTo>
                  <a:pt x="786" y="5074"/>
                  <a:pt x="732" y="5020"/>
                  <a:pt x="732" y="4953"/>
                </a:cubicBezTo>
                <a:cubicBezTo>
                  <a:pt x="732" y="4886"/>
                  <a:pt x="786" y="4832"/>
                  <a:pt x="853" y="4832"/>
                </a:cubicBezTo>
                <a:lnTo>
                  <a:pt x="3863" y="4832"/>
                </a:lnTo>
                <a:cubicBezTo>
                  <a:pt x="3930" y="4832"/>
                  <a:pt x="3984" y="4886"/>
                  <a:pt x="3984" y="4953"/>
                </a:cubicBezTo>
                <a:close/>
              </a:path>
            </a:pathLst>
          </a:custGeom>
          <a:solidFill>
            <a:srgbClr val="56C4D2"/>
          </a:solidFill>
          <a:ln>
            <a:noFill/>
          </a:ln>
        </p:spPr>
      </p:sp>
      <p:sp>
        <p:nvSpPr>
          <p:cNvPr id="104" name="microsoft-word-document-file_32745"/>
          <p:cNvSpPr>
            <a:spLocks noChangeAspect="1"/>
          </p:cNvSpPr>
          <p:nvPr/>
        </p:nvSpPr>
        <p:spPr bwMode="gray">
          <a:xfrm>
            <a:off x="8338258" y="3314755"/>
            <a:ext cx="451195" cy="609446"/>
          </a:xfrm>
          <a:custGeom>
            <a:avLst/>
            <a:gdLst>
              <a:gd name="T0" fmla="*/ 385 w 4638"/>
              <a:gd name="T1" fmla="*/ 0 h 6274"/>
              <a:gd name="T2" fmla="*/ 0 w 4638"/>
              <a:gd name="T3" fmla="*/ 5890 h 6274"/>
              <a:gd name="T4" fmla="*/ 4253 w 4638"/>
              <a:gd name="T5" fmla="*/ 6274 h 6274"/>
              <a:gd name="T6" fmla="*/ 4638 w 4638"/>
              <a:gd name="T7" fmla="*/ 1190 h 6274"/>
              <a:gd name="T8" fmla="*/ 3634 w 4638"/>
              <a:gd name="T9" fmla="*/ 576 h 6274"/>
              <a:gd name="T10" fmla="*/ 3634 w 4638"/>
              <a:gd name="T11" fmla="*/ 1097 h 6274"/>
              <a:gd name="T12" fmla="*/ 4315 w 4638"/>
              <a:gd name="T13" fmla="*/ 5890 h 6274"/>
              <a:gd name="T14" fmla="*/ 385 w 4638"/>
              <a:gd name="T15" fmla="*/ 5951 h 6274"/>
              <a:gd name="T16" fmla="*/ 324 w 4638"/>
              <a:gd name="T17" fmla="*/ 385 h 6274"/>
              <a:gd name="T18" fmla="*/ 3311 w 4638"/>
              <a:gd name="T19" fmla="*/ 323 h 6274"/>
              <a:gd name="T20" fmla="*/ 3472 w 4638"/>
              <a:gd name="T21" fmla="*/ 1420 h 6274"/>
              <a:gd name="T22" fmla="*/ 4315 w 4638"/>
              <a:gd name="T23" fmla="*/ 5890 h 6274"/>
              <a:gd name="T24" fmla="*/ 603 w 4638"/>
              <a:gd name="T25" fmla="*/ 818 h 6274"/>
              <a:gd name="T26" fmla="*/ 1004 w 4638"/>
              <a:gd name="T27" fmla="*/ 1482 h 6274"/>
              <a:gd name="T28" fmla="*/ 1135 w 4638"/>
              <a:gd name="T29" fmla="*/ 1479 h 6274"/>
              <a:gd name="T30" fmla="*/ 1535 w 4638"/>
              <a:gd name="T31" fmla="*/ 818 h 6274"/>
              <a:gd name="T32" fmla="*/ 1753 w 4638"/>
              <a:gd name="T33" fmla="*/ 1747 h 6274"/>
              <a:gd name="T34" fmla="*/ 1819 w 4638"/>
              <a:gd name="T35" fmla="*/ 1480 h 6274"/>
              <a:gd name="T36" fmla="*/ 2232 w 4638"/>
              <a:gd name="T37" fmla="*/ 818 h 6274"/>
              <a:gd name="T38" fmla="*/ 1631 w 4638"/>
              <a:gd name="T39" fmla="*/ 2147 h 6274"/>
              <a:gd name="T40" fmla="*/ 1412 w 4638"/>
              <a:gd name="T41" fmla="*/ 1229 h 6274"/>
              <a:gd name="T42" fmla="*/ 1164 w 4638"/>
              <a:gd name="T43" fmla="*/ 2147 h 6274"/>
              <a:gd name="T44" fmla="*/ 940 w 4638"/>
              <a:gd name="T45" fmla="*/ 2147 h 6274"/>
              <a:gd name="T46" fmla="*/ 3863 w 4638"/>
              <a:gd name="T47" fmla="*/ 1865 h 6274"/>
              <a:gd name="T48" fmla="*/ 3863 w 4638"/>
              <a:gd name="T49" fmla="*/ 2107 h 6274"/>
              <a:gd name="T50" fmla="*/ 2296 w 4638"/>
              <a:gd name="T51" fmla="*/ 1986 h 6274"/>
              <a:gd name="T52" fmla="*/ 3984 w 4638"/>
              <a:gd name="T53" fmla="*/ 2794 h 6274"/>
              <a:gd name="T54" fmla="*/ 853 w 4638"/>
              <a:gd name="T55" fmla="*/ 2915 h 6274"/>
              <a:gd name="T56" fmla="*/ 853 w 4638"/>
              <a:gd name="T57" fmla="*/ 2673 h 6274"/>
              <a:gd name="T58" fmla="*/ 3984 w 4638"/>
              <a:gd name="T59" fmla="*/ 2794 h 6274"/>
              <a:gd name="T60" fmla="*/ 3863 w 4638"/>
              <a:gd name="T61" fmla="*/ 3631 h 6274"/>
              <a:gd name="T62" fmla="*/ 732 w 4638"/>
              <a:gd name="T63" fmla="*/ 3510 h 6274"/>
              <a:gd name="T64" fmla="*/ 3863 w 4638"/>
              <a:gd name="T65" fmla="*/ 3389 h 6274"/>
              <a:gd name="T66" fmla="*/ 3984 w 4638"/>
              <a:gd name="T67" fmla="*/ 4227 h 6274"/>
              <a:gd name="T68" fmla="*/ 853 w 4638"/>
              <a:gd name="T69" fmla="*/ 4348 h 6274"/>
              <a:gd name="T70" fmla="*/ 853 w 4638"/>
              <a:gd name="T71" fmla="*/ 4106 h 6274"/>
              <a:gd name="T72" fmla="*/ 3984 w 4638"/>
              <a:gd name="T73" fmla="*/ 4227 h 6274"/>
              <a:gd name="T74" fmla="*/ 3863 w 4638"/>
              <a:gd name="T75" fmla="*/ 5074 h 6274"/>
              <a:gd name="T76" fmla="*/ 732 w 4638"/>
              <a:gd name="T77" fmla="*/ 4953 h 6274"/>
              <a:gd name="T78" fmla="*/ 3863 w 4638"/>
              <a:gd name="T79" fmla="*/ 4832 h 6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638" h="6274">
                <a:moveTo>
                  <a:pt x="3543" y="0"/>
                </a:moveTo>
                <a:lnTo>
                  <a:pt x="385" y="0"/>
                </a:lnTo>
                <a:cubicBezTo>
                  <a:pt x="173" y="0"/>
                  <a:pt x="0" y="173"/>
                  <a:pt x="0" y="385"/>
                </a:cubicBezTo>
                <a:lnTo>
                  <a:pt x="0" y="5890"/>
                </a:lnTo>
                <a:cubicBezTo>
                  <a:pt x="0" y="6102"/>
                  <a:pt x="173" y="6274"/>
                  <a:pt x="385" y="6274"/>
                </a:cubicBezTo>
                <a:lnTo>
                  <a:pt x="4253" y="6274"/>
                </a:lnTo>
                <a:cubicBezTo>
                  <a:pt x="4466" y="6274"/>
                  <a:pt x="4638" y="6102"/>
                  <a:pt x="4638" y="5890"/>
                </a:cubicBezTo>
                <a:lnTo>
                  <a:pt x="4638" y="1190"/>
                </a:lnTo>
                <a:lnTo>
                  <a:pt x="3543" y="0"/>
                </a:lnTo>
                <a:close/>
                <a:moveTo>
                  <a:pt x="3634" y="576"/>
                </a:moveTo>
                <a:lnTo>
                  <a:pt x="4114" y="1097"/>
                </a:lnTo>
                <a:lnTo>
                  <a:pt x="3634" y="1097"/>
                </a:lnTo>
                <a:lnTo>
                  <a:pt x="3634" y="576"/>
                </a:lnTo>
                <a:close/>
                <a:moveTo>
                  <a:pt x="4315" y="5890"/>
                </a:moveTo>
                <a:cubicBezTo>
                  <a:pt x="4315" y="5924"/>
                  <a:pt x="4287" y="5951"/>
                  <a:pt x="4253" y="5951"/>
                </a:cubicBezTo>
                <a:lnTo>
                  <a:pt x="385" y="5951"/>
                </a:lnTo>
                <a:cubicBezTo>
                  <a:pt x="351" y="5951"/>
                  <a:pt x="324" y="5924"/>
                  <a:pt x="324" y="5890"/>
                </a:cubicBezTo>
                <a:lnTo>
                  <a:pt x="324" y="385"/>
                </a:lnTo>
                <a:cubicBezTo>
                  <a:pt x="324" y="351"/>
                  <a:pt x="351" y="323"/>
                  <a:pt x="385" y="323"/>
                </a:cubicBezTo>
                <a:lnTo>
                  <a:pt x="3311" y="323"/>
                </a:lnTo>
                <a:lnTo>
                  <a:pt x="3311" y="1259"/>
                </a:lnTo>
                <a:cubicBezTo>
                  <a:pt x="3311" y="1348"/>
                  <a:pt x="3383" y="1420"/>
                  <a:pt x="3472" y="1420"/>
                </a:cubicBezTo>
                <a:lnTo>
                  <a:pt x="4315" y="1420"/>
                </a:lnTo>
                <a:lnTo>
                  <a:pt x="4315" y="5890"/>
                </a:lnTo>
                <a:close/>
                <a:moveTo>
                  <a:pt x="940" y="2147"/>
                </a:moveTo>
                <a:lnTo>
                  <a:pt x="603" y="818"/>
                </a:lnTo>
                <a:lnTo>
                  <a:pt x="848" y="818"/>
                </a:lnTo>
                <a:lnTo>
                  <a:pt x="1004" y="1482"/>
                </a:lnTo>
                <a:cubicBezTo>
                  <a:pt x="1026" y="1575"/>
                  <a:pt x="1047" y="1669"/>
                  <a:pt x="1065" y="1756"/>
                </a:cubicBezTo>
                <a:cubicBezTo>
                  <a:pt x="1086" y="1667"/>
                  <a:pt x="1111" y="1572"/>
                  <a:pt x="1135" y="1479"/>
                </a:cubicBezTo>
                <a:lnTo>
                  <a:pt x="1310" y="818"/>
                </a:lnTo>
                <a:lnTo>
                  <a:pt x="1535" y="818"/>
                </a:lnTo>
                <a:lnTo>
                  <a:pt x="1695" y="1484"/>
                </a:lnTo>
                <a:cubicBezTo>
                  <a:pt x="1715" y="1571"/>
                  <a:pt x="1736" y="1661"/>
                  <a:pt x="1753" y="1747"/>
                </a:cubicBezTo>
                <a:cubicBezTo>
                  <a:pt x="1771" y="1670"/>
                  <a:pt x="1791" y="1591"/>
                  <a:pt x="1811" y="1510"/>
                </a:cubicBezTo>
                <a:lnTo>
                  <a:pt x="1819" y="1480"/>
                </a:lnTo>
                <a:lnTo>
                  <a:pt x="1992" y="818"/>
                </a:lnTo>
                <a:lnTo>
                  <a:pt x="2232" y="818"/>
                </a:lnTo>
                <a:lnTo>
                  <a:pt x="1855" y="2147"/>
                </a:lnTo>
                <a:lnTo>
                  <a:pt x="1631" y="2147"/>
                </a:lnTo>
                <a:lnTo>
                  <a:pt x="1465" y="1465"/>
                </a:lnTo>
                <a:cubicBezTo>
                  <a:pt x="1445" y="1381"/>
                  <a:pt x="1427" y="1304"/>
                  <a:pt x="1412" y="1229"/>
                </a:cubicBezTo>
                <a:cubicBezTo>
                  <a:pt x="1395" y="1304"/>
                  <a:pt x="1375" y="1381"/>
                  <a:pt x="1351" y="1466"/>
                </a:cubicBezTo>
                <a:lnTo>
                  <a:pt x="1164" y="2147"/>
                </a:lnTo>
                <a:lnTo>
                  <a:pt x="940" y="2147"/>
                </a:lnTo>
                <a:lnTo>
                  <a:pt x="940" y="2147"/>
                </a:lnTo>
                <a:close/>
                <a:moveTo>
                  <a:pt x="2417" y="1865"/>
                </a:moveTo>
                <a:lnTo>
                  <a:pt x="3863" y="1865"/>
                </a:lnTo>
                <a:cubicBezTo>
                  <a:pt x="3930" y="1865"/>
                  <a:pt x="3984" y="1919"/>
                  <a:pt x="3984" y="1986"/>
                </a:cubicBezTo>
                <a:cubicBezTo>
                  <a:pt x="3984" y="2053"/>
                  <a:pt x="3930" y="2107"/>
                  <a:pt x="3863" y="2107"/>
                </a:cubicBezTo>
                <a:lnTo>
                  <a:pt x="2417" y="2107"/>
                </a:lnTo>
                <a:cubicBezTo>
                  <a:pt x="2350" y="2107"/>
                  <a:pt x="2296" y="2053"/>
                  <a:pt x="2296" y="1986"/>
                </a:cubicBezTo>
                <a:cubicBezTo>
                  <a:pt x="2296" y="1919"/>
                  <a:pt x="2350" y="1865"/>
                  <a:pt x="2417" y="1865"/>
                </a:cubicBezTo>
                <a:close/>
                <a:moveTo>
                  <a:pt x="3984" y="2794"/>
                </a:moveTo>
                <a:cubicBezTo>
                  <a:pt x="3984" y="2861"/>
                  <a:pt x="3930" y="2915"/>
                  <a:pt x="3863" y="2915"/>
                </a:cubicBezTo>
                <a:lnTo>
                  <a:pt x="853" y="2915"/>
                </a:lnTo>
                <a:cubicBezTo>
                  <a:pt x="786" y="2915"/>
                  <a:pt x="732" y="2861"/>
                  <a:pt x="732" y="2794"/>
                </a:cubicBezTo>
                <a:cubicBezTo>
                  <a:pt x="732" y="2727"/>
                  <a:pt x="786" y="2673"/>
                  <a:pt x="853" y="2673"/>
                </a:cubicBezTo>
                <a:lnTo>
                  <a:pt x="3863" y="2673"/>
                </a:lnTo>
                <a:cubicBezTo>
                  <a:pt x="3930" y="2673"/>
                  <a:pt x="3984" y="2727"/>
                  <a:pt x="3984" y="2794"/>
                </a:cubicBezTo>
                <a:close/>
                <a:moveTo>
                  <a:pt x="3984" y="3510"/>
                </a:moveTo>
                <a:cubicBezTo>
                  <a:pt x="3984" y="3577"/>
                  <a:pt x="3930" y="3631"/>
                  <a:pt x="3863" y="3631"/>
                </a:cubicBezTo>
                <a:lnTo>
                  <a:pt x="853" y="3631"/>
                </a:lnTo>
                <a:cubicBezTo>
                  <a:pt x="786" y="3631"/>
                  <a:pt x="732" y="3577"/>
                  <a:pt x="732" y="3510"/>
                </a:cubicBezTo>
                <a:cubicBezTo>
                  <a:pt x="732" y="3444"/>
                  <a:pt x="786" y="3389"/>
                  <a:pt x="853" y="3389"/>
                </a:cubicBezTo>
                <a:lnTo>
                  <a:pt x="3863" y="3389"/>
                </a:lnTo>
                <a:cubicBezTo>
                  <a:pt x="3930" y="3389"/>
                  <a:pt x="3984" y="3444"/>
                  <a:pt x="3984" y="3510"/>
                </a:cubicBezTo>
                <a:close/>
                <a:moveTo>
                  <a:pt x="3984" y="4227"/>
                </a:moveTo>
                <a:cubicBezTo>
                  <a:pt x="3984" y="4294"/>
                  <a:pt x="3930" y="4348"/>
                  <a:pt x="3863" y="4348"/>
                </a:cubicBezTo>
                <a:lnTo>
                  <a:pt x="853" y="4348"/>
                </a:lnTo>
                <a:cubicBezTo>
                  <a:pt x="786" y="4348"/>
                  <a:pt x="732" y="4294"/>
                  <a:pt x="732" y="4227"/>
                </a:cubicBezTo>
                <a:cubicBezTo>
                  <a:pt x="732" y="4160"/>
                  <a:pt x="786" y="4106"/>
                  <a:pt x="853" y="4106"/>
                </a:cubicBezTo>
                <a:lnTo>
                  <a:pt x="3863" y="4106"/>
                </a:lnTo>
                <a:cubicBezTo>
                  <a:pt x="3930" y="4106"/>
                  <a:pt x="3984" y="4160"/>
                  <a:pt x="3984" y="4227"/>
                </a:cubicBezTo>
                <a:close/>
                <a:moveTo>
                  <a:pt x="3984" y="4953"/>
                </a:moveTo>
                <a:cubicBezTo>
                  <a:pt x="3984" y="5020"/>
                  <a:pt x="3930" y="5074"/>
                  <a:pt x="3863" y="5074"/>
                </a:cubicBezTo>
                <a:lnTo>
                  <a:pt x="853" y="5074"/>
                </a:lnTo>
                <a:cubicBezTo>
                  <a:pt x="786" y="5074"/>
                  <a:pt x="732" y="5020"/>
                  <a:pt x="732" y="4953"/>
                </a:cubicBezTo>
                <a:cubicBezTo>
                  <a:pt x="732" y="4886"/>
                  <a:pt x="786" y="4832"/>
                  <a:pt x="853" y="4832"/>
                </a:cubicBezTo>
                <a:lnTo>
                  <a:pt x="3863" y="4832"/>
                </a:lnTo>
                <a:cubicBezTo>
                  <a:pt x="3930" y="4832"/>
                  <a:pt x="3984" y="4886"/>
                  <a:pt x="3984" y="4953"/>
                </a:cubicBezTo>
                <a:close/>
              </a:path>
            </a:pathLst>
          </a:custGeom>
          <a:solidFill>
            <a:srgbClr val="56C4D2"/>
          </a:solidFill>
          <a:ln>
            <a:noFill/>
          </a:ln>
        </p:spPr>
      </p:sp>
      <p:sp>
        <p:nvSpPr>
          <p:cNvPr id="107" name="microsoft-word-document-file_32745"/>
          <p:cNvSpPr>
            <a:spLocks noChangeAspect="1"/>
          </p:cNvSpPr>
          <p:nvPr/>
        </p:nvSpPr>
        <p:spPr bwMode="gray">
          <a:xfrm>
            <a:off x="8862594" y="3729747"/>
            <a:ext cx="451195" cy="609446"/>
          </a:xfrm>
          <a:custGeom>
            <a:avLst/>
            <a:gdLst>
              <a:gd name="T0" fmla="*/ 385 w 4638"/>
              <a:gd name="T1" fmla="*/ 0 h 6274"/>
              <a:gd name="T2" fmla="*/ 0 w 4638"/>
              <a:gd name="T3" fmla="*/ 5890 h 6274"/>
              <a:gd name="T4" fmla="*/ 4253 w 4638"/>
              <a:gd name="T5" fmla="*/ 6274 h 6274"/>
              <a:gd name="T6" fmla="*/ 4638 w 4638"/>
              <a:gd name="T7" fmla="*/ 1190 h 6274"/>
              <a:gd name="T8" fmla="*/ 3634 w 4638"/>
              <a:gd name="T9" fmla="*/ 576 h 6274"/>
              <a:gd name="T10" fmla="*/ 3634 w 4638"/>
              <a:gd name="T11" fmla="*/ 1097 h 6274"/>
              <a:gd name="T12" fmla="*/ 4315 w 4638"/>
              <a:gd name="T13" fmla="*/ 5890 h 6274"/>
              <a:gd name="T14" fmla="*/ 385 w 4638"/>
              <a:gd name="T15" fmla="*/ 5951 h 6274"/>
              <a:gd name="T16" fmla="*/ 324 w 4638"/>
              <a:gd name="T17" fmla="*/ 385 h 6274"/>
              <a:gd name="T18" fmla="*/ 3311 w 4638"/>
              <a:gd name="T19" fmla="*/ 323 h 6274"/>
              <a:gd name="T20" fmla="*/ 3472 w 4638"/>
              <a:gd name="T21" fmla="*/ 1420 h 6274"/>
              <a:gd name="T22" fmla="*/ 4315 w 4638"/>
              <a:gd name="T23" fmla="*/ 5890 h 6274"/>
              <a:gd name="T24" fmla="*/ 603 w 4638"/>
              <a:gd name="T25" fmla="*/ 818 h 6274"/>
              <a:gd name="T26" fmla="*/ 1004 w 4638"/>
              <a:gd name="T27" fmla="*/ 1482 h 6274"/>
              <a:gd name="T28" fmla="*/ 1135 w 4638"/>
              <a:gd name="T29" fmla="*/ 1479 h 6274"/>
              <a:gd name="T30" fmla="*/ 1535 w 4638"/>
              <a:gd name="T31" fmla="*/ 818 h 6274"/>
              <a:gd name="T32" fmla="*/ 1753 w 4638"/>
              <a:gd name="T33" fmla="*/ 1747 h 6274"/>
              <a:gd name="T34" fmla="*/ 1819 w 4638"/>
              <a:gd name="T35" fmla="*/ 1480 h 6274"/>
              <a:gd name="T36" fmla="*/ 2232 w 4638"/>
              <a:gd name="T37" fmla="*/ 818 h 6274"/>
              <a:gd name="T38" fmla="*/ 1631 w 4638"/>
              <a:gd name="T39" fmla="*/ 2147 h 6274"/>
              <a:gd name="T40" fmla="*/ 1412 w 4638"/>
              <a:gd name="T41" fmla="*/ 1229 h 6274"/>
              <a:gd name="T42" fmla="*/ 1164 w 4638"/>
              <a:gd name="T43" fmla="*/ 2147 h 6274"/>
              <a:gd name="T44" fmla="*/ 940 w 4638"/>
              <a:gd name="T45" fmla="*/ 2147 h 6274"/>
              <a:gd name="T46" fmla="*/ 3863 w 4638"/>
              <a:gd name="T47" fmla="*/ 1865 h 6274"/>
              <a:gd name="T48" fmla="*/ 3863 w 4638"/>
              <a:gd name="T49" fmla="*/ 2107 h 6274"/>
              <a:gd name="T50" fmla="*/ 2296 w 4638"/>
              <a:gd name="T51" fmla="*/ 1986 h 6274"/>
              <a:gd name="T52" fmla="*/ 3984 w 4638"/>
              <a:gd name="T53" fmla="*/ 2794 h 6274"/>
              <a:gd name="T54" fmla="*/ 853 w 4638"/>
              <a:gd name="T55" fmla="*/ 2915 h 6274"/>
              <a:gd name="T56" fmla="*/ 853 w 4638"/>
              <a:gd name="T57" fmla="*/ 2673 h 6274"/>
              <a:gd name="T58" fmla="*/ 3984 w 4638"/>
              <a:gd name="T59" fmla="*/ 2794 h 6274"/>
              <a:gd name="T60" fmla="*/ 3863 w 4638"/>
              <a:gd name="T61" fmla="*/ 3631 h 6274"/>
              <a:gd name="T62" fmla="*/ 732 w 4638"/>
              <a:gd name="T63" fmla="*/ 3510 h 6274"/>
              <a:gd name="T64" fmla="*/ 3863 w 4638"/>
              <a:gd name="T65" fmla="*/ 3389 h 6274"/>
              <a:gd name="T66" fmla="*/ 3984 w 4638"/>
              <a:gd name="T67" fmla="*/ 4227 h 6274"/>
              <a:gd name="T68" fmla="*/ 853 w 4638"/>
              <a:gd name="T69" fmla="*/ 4348 h 6274"/>
              <a:gd name="T70" fmla="*/ 853 w 4638"/>
              <a:gd name="T71" fmla="*/ 4106 h 6274"/>
              <a:gd name="T72" fmla="*/ 3984 w 4638"/>
              <a:gd name="T73" fmla="*/ 4227 h 6274"/>
              <a:gd name="T74" fmla="*/ 3863 w 4638"/>
              <a:gd name="T75" fmla="*/ 5074 h 6274"/>
              <a:gd name="T76" fmla="*/ 732 w 4638"/>
              <a:gd name="T77" fmla="*/ 4953 h 6274"/>
              <a:gd name="T78" fmla="*/ 3863 w 4638"/>
              <a:gd name="T79" fmla="*/ 4832 h 6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638" h="6274">
                <a:moveTo>
                  <a:pt x="3543" y="0"/>
                </a:moveTo>
                <a:lnTo>
                  <a:pt x="385" y="0"/>
                </a:lnTo>
                <a:cubicBezTo>
                  <a:pt x="173" y="0"/>
                  <a:pt x="0" y="173"/>
                  <a:pt x="0" y="385"/>
                </a:cubicBezTo>
                <a:lnTo>
                  <a:pt x="0" y="5890"/>
                </a:lnTo>
                <a:cubicBezTo>
                  <a:pt x="0" y="6102"/>
                  <a:pt x="173" y="6274"/>
                  <a:pt x="385" y="6274"/>
                </a:cubicBezTo>
                <a:lnTo>
                  <a:pt x="4253" y="6274"/>
                </a:lnTo>
                <a:cubicBezTo>
                  <a:pt x="4466" y="6274"/>
                  <a:pt x="4638" y="6102"/>
                  <a:pt x="4638" y="5890"/>
                </a:cubicBezTo>
                <a:lnTo>
                  <a:pt x="4638" y="1190"/>
                </a:lnTo>
                <a:lnTo>
                  <a:pt x="3543" y="0"/>
                </a:lnTo>
                <a:close/>
                <a:moveTo>
                  <a:pt x="3634" y="576"/>
                </a:moveTo>
                <a:lnTo>
                  <a:pt x="4114" y="1097"/>
                </a:lnTo>
                <a:lnTo>
                  <a:pt x="3634" y="1097"/>
                </a:lnTo>
                <a:lnTo>
                  <a:pt x="3634" y="576"/>
                </a:lnTo>
                <a:close/>
                <a:moveTo>
                  <a:pt x="4315" y="5890"/>
                </a:moveTo>
                <a:cubicBezTo>
                  <a:pt x="4315" y="5924"/>
                  <a:pt x="4287" y="5951"/>
                  <a:pt x="4253" y="5951"/>
                </a:cubicBezTo>
                <a:lnTo>
                  <a:pt x="385" y="5951"/>
                </a:lnTo>
                <a:cubicBezTo>
                  <a:pt x="351" y="5951"/>
                  <a:pt x="324" y="5924"/>
                  <a:pt x="324" y="5890"/>
                </a:cubicBezTo>
                <a:lnTo>
                  <a:pt x="324" y="385"/>
                </a:lnTo>
                <a:cubicBezTo>
                  <a:pt x="324" y="351"/>
                  <a:pt x="351" y="323"/>
                  <a:pt x="385" y="323"/>
                </a:cubicBezTo>
                <a:lnTo>
                  <a:pt x="3311" y="323"/>
                </a:lnTo>
                <a:lnTo>
                  <a:pt x="3311" y="1259"/>
                </a:lnTo>
                <a:cubicBezTo>
                  <a:pt x="3311" y="1348"/>
                  <a:pt x="3383" y="1420"/>
                  <a:pt x="3472" y="1420"/>
                </a:cubicBezTo>
                <a:lnTo>
                  <a:pt x="4315" y="1420"/>
                </a:lnTo>
                <a:lnTo>
                  <a:pt x="4315" y="5890"/>
                </a:lnTo>
                <a:close/>
                <a:moveTo>
                  <a:pt x="940" y="2147"/>
                </a:moveTo>
                <a:lnTo>
                  <a:pt x="603" y="818"/>
                </a:lnTo>
                <a:lnTo>
                  <a:pt x="848" y="818"/>
                </a:lnTo>
                <a:lnTo>
                  <a:pt x="1004" y="1482"/>
                </a:lnTo>
                <a:cubicBezTo>
                  <a:pt x="1026" y="1575"/>
                  <a:pt x="1047" y="1669"/>
                  <a:pt x="1065" y="1756"/>
                </a:cubicBezTo>
                <a:cubicBezTo>
                  <a:pt x="1086" y="1667"/>
                  <a:pt x="1111" y="1572"/>
                  <a:pt x="1135" y="1479"/>
                </a:cubicBezTo>
                <a:lnTo>
                  <a:pt x="1310" y="818"/>
                </a:lnTo>
                <a:lnTo>
                  <a:pt x="1535" y="818"/>
                </a:lnTo>
                <a:lnTo>
                  <a:pt x="1695" y="1484"/>
                </a:lnTo>
                <a:cubicBezTo>
                  <a:pt x="1715" y="1571"/>
                  <a:pt x="1736" y="1661"/>
                  <a:pt x="1753" y="1747"/>
                </a:cubicBezTo>
                <a:cubicBezTo>
                  <a:pt x="1771" y="1670"/>
                  <a:pt x="1791" y="1591"/>
                  <a:pt x="1811" y="1510"/>
                </a:cubicBezTo>
                <a:lnTo>
                  <a:pt x="1819" y="1480"/>
                </a:lnTo>
                <a:lnTo>
                  <a:pt x="1992" y="818"/>
                </a:lnTo>
                <a:lnTo>
                  <a:pt x="2232" y="818"/>
                </a:lnTo>
                <a:lnTo>
                  <a:pt x="1855" y="2147"/>
                </a:lnTo>
                <a:lnTo>
                  <a:pt x="1631" y="2147"/>
                </a:lnTo>
                <a:lnTo>
                  <a:pt x="1465" y="1465"/>
                </a:lnTo>
                <a:cubicBezTo>
                  <a:pt x="1445" y="1381"/>
                  <a:pt x="1427" y="1304"/>
                  <a:pt x="1412" y="1229"/>
                </a:cubicBezTo>
                <a:cubicBezTo>
                  <a:pt x="1395" y="1304"/>
                  <a:pt x="1375" y="1381"/>
                  <a:pt x="1351" y="1466"/>
                </a:cubicBezTo>
                <a:lnTo>
                  <a:pt x="1164" y="2147"/>
                </a:lnTo>
                <a:lnTo>
                  <a:pt x="940" y="2147"/>
                </a:lnTo>
                <a:lnTo>
                  <a:pt x="940" y="2147"/>
                </a:lnTo>
                <a:close/>
                <a:moveTo>
                  <a:pt x="2417" y="1865"/>
                </a:moveTo>
                <a:lnTo>
                  <a:pt x="3863" y="1865"/>
                </a:lnTo>
                <a:cubicBezTo>
                  <a:pt x="3930" y="1865"/>
                  <a:pt x="3984" y="1919"/>
                  <a:pt x="3984" y="1986"/>
                </a:cubicBezTo>
                <a:cubicBezTo>
                  <a:pt x="3984" y="2053"/>
                  <a:pt x="3930" y="2107"/>
                  <a:pt x="3863" y="2107"/>
                </a:cubicBezTo>
                <a:lnTo>
                  <a:pt x="2417" y="2107"/>
                </a:lnTo>
                <a:cubicBezTo>
                  <a:pt x="2350" y="2107"/>
                  <a:pt x="2296" y="2053"/>
                  <a:pt x="2296" y="1986"/>
                </a:cubicBezTo>
                <a:cubicBezTo>
                  <a:pt x="2296" y="1919"/>
                  <a:pt x="2350" y="1865"/>
                  <a:pt x="2417" y="1865"/>
                </a:cubicBezTo>
                <a:close/>
                <a:moveTo>
                  <a:pt x="3984" y="2794"/>
                </a:moveTo>
                <a:cubicBezTo>
                  <a:pt x="3984" y="2861"/>
                  <a:pt x="3930" y="2915"/>
                  <a:pt x="3863" y="2915"/>
                </a:cubicBezTo>
                <a:lnTo>
                  <a:pt x="853" y="2915"/>
                </a:lnTo>
                <a:cubicBezTo>
                  <a:pt x="786" y="2915"/>
                  <a:pt x="732" y="2861"/>
                  <a:pt x="732" y="2794"/>
                </a:cubicBezTo>
                <a:cubicBezTo>
                  <a:pt x="732" y="2727"/>
                  <a:pt x="786" y="2673"/>
                  <a:pt x="853" y="2673"/>
                </a:cubicBezTo>
                <a:lnTo>
                  <a:pt x="3863" y="2673"/>
                </a:lnTo>
                <a:cubicBezTo>
                  <a:pt x="3930" y="2673"/>
                  <a:pt x="3984" y="2727"/>
                  <a:pt x="3984" y="2794"/>
                </a:cubicBezTo>
                <a:close/>
                <a:moveTo>
                  <a:pt x="3984" y="3510"/>
                </a:moveTo>
                <a:cubicBezTo>
                  <a:pt x="3984" y="3577"/>
                  <a:pt x="3930" y="3631"/>
                  <a:pt x="3863" y="3631"/>
                </a:cubicBezTo>
                <a:lnTo>
                  <a:pt x="853" y="3631"/>
                </a:lnTo>
                <a:cubicBezTo>
                  <a:pt x="786" y="3631"/>
                  <a:pt x="732" y="3577"/>
                  <a:pt x="732" y="3510"/>
                </a:cubicBezTo>
                <a:cubicBezTo>
                  <a:pt x="732" y="3444"/>
                  <a:pt x="786" y="3389"/>
                  <a:pt x="853" y="3389"/>
                </a:cubicBezTo>
                <a:lnTo>
                  <a:pt x="3863" y="3389"/>
                </a:lnTo>
                <a:cubicBezTo>
                  <a:pt x="3930" y="3389"/>
                  <a:pt x="3984" y="3444"/>
                  <a:pt x="3984" y="3510"/>
                </a:cubicBezTo>
                <a:close/>
                <a:moveTo>
                  <a:pt x="3984" y="4227"/>
                </a:moveTo>
                <a:cubicBezTo>
                  <a:pt x="3984" y="4294"/>
                  <a:pt x="3930" y="4348"/>
                  <a:pt x="3863" y="4348"/>
                </a:cubicBezTo>
                <a:lnTo>
                  <a:pt x="853" y="4348"/>
                </a:lnTo>
                <a:cubicBezTo>
                  <a:pt x="786" y="4348"/>
                  <a:pt x="732" y="4294"/>
                  <a:pt x="732" y="4227"/>
                </a:cubicBezTo>
                <a:cubicBezTo>
                  <a:pt x="732" y="4160"/>
                  <a:pt x="786" y="4106"/>
                  <a:pt x="853" y="4106"/>
                </a:cubicBezTo>
                <a:lnTo>
                  <a:pt x="3863" y="4106"/>
                </a:lnTo>
                <a:cubicBezTo>
                  <a:pt x="3930" y="4106"/>
                  <a:pt x="3984" y="4160"/>
                  <a:pt x="3984" y="4227"/>
                </a:cubicBezTo>
                <a:close/>
                <a:moveTo>
                  <a:pt x="3984" y="4953"/>
                </a:moveTo>
                <a:cubicBezTo>
                  <a:pt x="3984" y="5020"/>
                  <a:pt x="3930" y="5074"/>
                  <a:pt x="3863" y="5074"/>
                </a:cubicBezTo>
                <a:lnTo>
                  <a:pt x="853" y="5074"/>
                </a:lnTo>
                <a:cubicBezTo>
                  <a:pt x="786" y="5074"/>
                  <a:pt x="732" y="5020"/>
                  <a:pt x="732" y="4953"/>
                </a:cubicBezTo>
                <a:cubicBezTo>
                  <a:pt x="732" y="4886"/>
                  <a:pt x="786" y="4832"/>
                  <a:pt x="853" y="4832"/>
                </a:cubicBezTo>
                <a:lnTo>
                  <a:pt x="3863" y="4832"/>
                </a:lnTo>
                <a:cubicBezTo>
                  <a:pt x="3930" y="4832"/>
                  <a:pt x="3984" y="4886"/>
                  <a:pt x="3984" y="4953"/>
                </a:cubicBezTo>
                <a:close/>
              </a:path>
            </a:pathLst>
          </a:custGeom>
          <a:solidFill>
            <a:srgbClr val="56C4D2"/>
          </a:solidFill>
          <a:ln>
            <a:noFill/>
          </a:ln>
        </p:spPr>
      </p:sp>
      <p:sp>
        <p:nvSpPr>
          <p:cNvPr id="108" name="microsoft-word-document-file_32745"/>
          <p:cNvSpPr>
            <a:spLocks noChangeAspect="1"/>
          </p:cNvSpPr>
          <p:nvPr/>
        </p:nvSpPr>
        <p:spPr bwMode="gray">
          <a:xfrm>
            <a:off x="9386931" y="4144740"/>
            <a:ext cx="451195" cy="609446"/>
          </a:xfrm>
          <a:custGeom>
            <a:avLst/>
            <a:gdLst>
              <a:gd name="T0" fmla="*/ 385 w 4638"/>
              <a:gd name="T1" fmla="*/ 0 h 6274"/>
              <a:gd name="T2" fmla="*/ 0 w 4638"/>
              <a:gd name="T3" fmla="*/ 5890 h 6274"/>
              <a:gd name="T4" fmla="*/ 4253 w 4638"/>
              <a:gd name="T5" fmla="*/ 6274 h 6274"/>
              <a:gd name="T6" fmla="*/ 4638 w 4638"/>
              <a:gd name="T7" fmla="*/ 1190 h 6274"/>
              <a:gd name="T8" fmla="*/ 3634 w 4638"/>
              <a:gd name="T9" fmla="*/ 576 h 6274"/>
              <a:gd name="T10" fmla="*/ 3634 w 4638"/>
              <a:gd name="T11" fmla="*/ 1097 h 6274"/>
              <a:gd name="T12" fmla="*/ 4315 w 4638"/>
              <a:gd name="T13" fmla="*/ 5890 h 6274"/>
              <a:gd name="T14" fmla="*/ 385 w 4638"/>
              <a:gd name="T15" fmla="*/ 5951 h 6274"/>
              <a:gd name="T16" fmla="*/ 324 w 4638"/>
              <a:gd name="T17" fmla="*/ 385 h 6274"/>
              <a:gd name="T18" fmla="*/ 3311 w 4638"/>
              <a:gd name="T19" fmla="*/ 323 h 6274"/>
              <a:gd name="T20" fmla="*/ 3472 w 4638"/>
              <a:gd name="T21" fmla="*/ 1420 h 6274"/>
              <a:gd name="T22" fmla="*/ 4315 w 4638"/>
              <a:gd name="T23" fmla="*/ 5890 h 6274"/>
              <a:gd name="T24" fmla="*/ 603 w 4638"/>
              <a:gd name="T25" fmla="*/ 818 h 6274"/>
              <a:gd name="T26" fmla="*/ 1004 w 4638"/>
              <a:gd name="T27" fmla="*/ 1482 h 6274"/>
              <a:gd name="T28" fmla="*/ 1135 w 4638"/>
              <a:gd name="T29" fmla="*/ 1479 h 6274"/>
              <a:gd name="T30" fmla="*/ 1535 w 4638"/>
              <a:gd name="T31" fmla="*/ 818 h 6274"/>
              <a:gd name="T32" fmla="*/ 1753 w 4638"/>
              <a:gd name="T33" fmla="*/ 1747 h 6274"/>
              <a:gd name="T34" fmla="*/ 1819 w 4638"/>
              <a:gd name="T35" fmla="*/ 1480 h 6274"/>
              <a:gd name="T36" fmla="*/ 2232 w 4638"/>
              <a:gd name="T37" fmla="*/ 818 h 6274"/>
              <a:gd name="T38" fmla="*/ 1631 w 4638"/>
              <a:gd name="T39" fmla="*/ 2147 h 6274"/>
              <a:gd name="T40" fmla="*/ 1412 w 4638"/>
              <a:gd name="T41" fmla="*/ 1229 h 6274"/>
              <a:gd name="T42" fmla="*/ 1164 w 4638"/>
              <a:gd name="T43" fmla="*/ 2147 h 6274"/>
              <a:gd name="T44" fmla="*/ 940 w 4638"/>
              <a:gd name="T45" fmla="*/ 2147 h 6274"/>
              <a:gd name="T46" fmla="*/ 3863 w 4638"/>
              <a:gd name="T47" fmla="*/ 1865 h 6274"/>
              <a:gd name="T48" fmla="*/ 3863 w 4638"/>
              <a:gd name="T49" fmla="*/ 2107 h 6274"/>
              <a:gd name="T50" fmla="*/ 2296 w 4638"/>
              <a:gd name="T51" fmla="*/ 1986 h 6274"/>
              <a:gd name="T52" fmla="*/ 3984 w 4638"/>
              <a:gd name="T53" fmla="*/ 2794 h 6274"/>
              <a:gd name="T54" fmla="*/ 853 w 4638"/>
              <a:gd name="T55" fmla="*/ 2915 h 6274"/>
              <a:gd name="T56" fmla="*/ 853 w 4638"/>
              <a:gd name="T57" fmla="*/ 2673 h 6274"/>
              <a:gd name="T58" fmla="*/ 3984 w 4638"/>
              <a:gd name="T59" fmla="*/ 2794 h 6274"/>
              <a:gd name="T60" fmla="*/ 3863 w 4638"/>
              <a:gd name="T61" fmla="*/ 3631 h 6274"/>
              <a:gd name="T62" fmla="*/ 732 w 4638"/>
              <a:gd name="T63" fmla="*/ 3510 h 6274"/>
              <a:gd name="T64" fmla="*/ 3863 w 4638"/>
              <a:gd name="T65" fmla="*/ 3389 h 6274"/>
              <a:gd name="T66" fmla="*/ 3984 w 4638"/>
              <a:gd name="T67" fmla="*/ 4227 h 6274"/>
              <a:gd name="T68" fmla="*/ 853 w 4638"/>
              <a:gd name="T69" fmla="*/ 4348 h 6274"/>
              <a:gd name="T70" fmla="*/ 853 w 4638"/>
              <a:gd name="T71" fmla="*/ 4106 h 6274"/>
              <a:gd name="T72" fmla="*/ 3984 w 4638"/>
              <a:gd name="T73" fmla="*/ 4227 h 6274"/>
              <a:gd name="T74" fmla="*/ 3863 w 4638"/>
              <a:gd name="T75" fmla="*/ 5074 h 6274"/>
              <a:gd name="T76" fmla="*/ 732 w 4638"/>
              <a:gd name="T77" fmla="*/ 4953 h 6274"/>
              <a:gd name="T78" fmla="*/ 3863 w 4638"/>
              <a:gd name="T79" fmla="*/ 4832 h 6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638" h="6274">
                <a:moveTo>
                  <a:pt x="3543" y="0"/>
                </a:moveTo>
                <a:lnTo>
                  <a:pt x="385" y="0"/>
                </a:lnTo>
                <a:cubicBezTo>
                  <a:pt x="173" y="0"/>
                  <a:pt x="0" y="173"/>
                  <a:pt x="0" y="385"/>
                </a:cubicBezTo>
                <a:lnTo>
                  <a:pt x="0" y="5890"/>
                </a:lnTo>
                <a:cubicBezTo>
                  <a:pt x="0" y="6102"/>
                  <a:pt x="173" y="6274"/>
                  <a:pt x="385" y="6274"/>
                </a:cubicBezTo>
                <a:lnTo>
                  <a:pt x="4253" y="6274"/>
                </a:lnTo>
                <a:cubicBezTo>
                  <a:pt x="4466" y="6274"/>
                  <a:pt x="4638" y="6102"/>
                  <a:pt x="4638" y="5890"/>
                </a:cubicBezTo>
                <a:lnTo>
                  <a:pt x="4638" y="1190"/>
                </a:lnTo>
                <a:lnTo>
                  <a:pt x="3543" y="0"/>
                </a:lnTo>
                <a:close/>
                <a:moveTo>
                  <a:pt x="3634" y="576"/>
                </a:moveTo>
                <a:lnTo>
                  <a:pt x="4114" y="1097"/>
                </a:lnTo>
                <a:lnTo>
                  <a:pt x="3634" y="1097"/>
                </a:lnTo>
                <a:lnTo>
                  <a:pt x="3634" y="576"/>
                </a:lnTo>
                <a:close/>
                <a:moveTo>
                  <a:pt x="4315" y="5890"/>
                </a:moveTo>
                <a:cubicBezTo>
                  <a:pt x="4315" y="5924"/>
                  <a:pt x="4287" y="5951"/>
                  <a:pt x="4253" y="5951"/>
                </a:cubicBezTo>
                <a:lnTo>
                  <a:pt x="385" y="5951"/>
                </a:lnTo>
                <a:cubicBezTo>
                  <a:pt x="351" y="5951"/>
                  <a:pt x="324" y="5924"/>
                  <a:pt x="324" y="5890"/>
                </a:cubicBezTo>
                <a:lnTo>
                  <a:pt x="324" y="385"/>
                </a:lnTo>
                <a:cubicBezTo>
                  <a:pt x="324" y="351"/>
                  <a:pt x="351" y="323"/>
                  <a:pt x="385" y="323"/>
                </a:cubicBezTo>
                <a:lnTo>
                  <a:pt x="3311" y="323"/>
                </a:lnTo>
                <a:lnTo>
                  <a:pt x="3311" y="1259"/>
                </a:lnTo>
                <a:cubicBezTo>
                  <a:pt x="3311" y="1348"/>
                  <a:pt x="3383" y="1420"/>
                  <a:pt x="3472" y="1420"/>
                </a:cubicBezTo>
                <a:lnTo>
                  <a:pt x="4315" y="1420"/>
                </a:lnTo>
                <a:lnTo>
                  <a:pt x="4315" y="5890"/>
                </a:lnTo>
                <a:close/>
                <a:moveTo>
                  <a:pt x="940" y="2147"/>
                </a:moveTo>
                <a:lnTo>
                  <a:pt x="603" y="818"/>
                </a:lnTo>
                <a:lnTo>
                  <a:pt x="848" y="818"/>
                </a:lnTo>
                <a:lnTo>
                  <a:pt x="1004" y="1482"/>
                </a:lnTo>
                <a:cubicBezTo>
                  <a:pt x="1026" y="1575"/>
                  <a:pt x="1047" y="1669"/>
                  <a:pt x="1065" y="1756"/>
                </a:cubicBezTo>
                <a:cubicBezTo>
                  <a:pt x="1086" y="1667"/>
                  <a:pt x="1111" y="1572"/>
                  <a:pt x="1135" y="1479"/>
                </a:cubicBezTo>
                <a:lnTo>
                  <a:pt x="1310" y="818"/>
                </a:lnTo>
                <a:lnTo>
                  <a:pt x="1535" y="818"/>
                </a:lnTo>
                <a:lnTo>
                  <a:pt x="1695" y="1484"/>
                </a:lnTo>
                <a:cubicBezTo>
                  <a:pt x="1715" y="1571"/>
                  <a:pt x="1736" y="1661"/>
                  <a:pt x="1753" y="1747"/>
                </a:cubicBezTo>
                <a:cubicBezTo>
                  <a:pt x="1771" y="1670"/>
                  <a:pt x="1791" y="1591"/>
                  <a:pt x="1811" y="1510"/>
                </a:cubicBezTo>
                <a:lnTo>
                  <a:pt x="1819" y="1480"/>
                </a:lnTo>
                <a:lnTo>
                  <a:pt x="1992" y="818"/>
                </a:lnTo>
                <a:lnTo>
                  <a:pt x="2232" y="818"/>
                </a:lnTo>
                <a:lnTo>
                  <a:pt x="1855" y="2147"/>
                </a:lnTo>
                <a:lnTo>
                  <a:pt x="1631" y="2147"/>
                </a:lnTo>
                <a:lnTo>
                  <a:pt x="1465" y="1465"/>
                </a:lnTo>
                <a:cubicBezTo>
                  <a:pt x="1445" y="1381"/>
                  <a:pt x="1427" y="1304"/>
                  <a:pt x="1412" y="1229"/>
                </a:cubicBezTo>
                <a:cubicBezTo>
                  <a:pt x="1395" y="1304"/>
                  <a:pt x="1375" y="1381"/>
                  <a:pt x="1351" y="1466"/>
                </a:cubicBezTo>
                <a:lnTo>
                  <a:pt x="1164" y="2147"/>
                </a:lnTo>
                <a:lnTo>
                  <a:pt x="940" y="2147"/>
                </a:lnTo>
                <a:lnTo>
                  <a:pt x="940" y="2147"/>
                </a:lnTo>
                <a:close/>
                <a:moveTo>
                  <a:pt x="2417" y="1865"/>
                </a:moveTo>
                <a:lnTo>
                  <a:pt x="3863" y="1865"/>
                </a:lnTo>
                <a:cubicBezTo>
                  <a:pt x="3930" y="1865"/>
                  <a:pt x="3984" y="1919"/>
                  <a:pt x="3984" y="1986"/>
                </a:cubicBezTo>
                <a:cubicBezTo>
                  <a:pt x="3984" y="2053"/>
                  <a:pt x="3930" y="2107"/>
                  <a:pt x="3863" y="2107"/>
                </a:cubicBezTo>
                <a:lnTo>
                  <a:pt x="2417" y="2107"/>
                </a:lnTo>
                <a:cubicBezTo>
                  <a:pt x="2350" y="2107"/>
                  <a:pt x="2296" y="2053"/>
                  <a:pt x="2296" y="1986"/>
                </a:cubicBezTo>
                <a:cubicBezTo>
                  <a:pt x="2296" y="1919"/>
                  <a:pt x="2350" y="1865"/>
                  <a:pt x="2417" y="1865"/>
                </a:cubicBezTo>
                <a:close/>
                <a:moveTo>
                  <a:pt x="3984" y="2794"/>
                </a:moveTo>
                <a:cubicBezTo>
                  <a:pt x="3984" y="2861"/>
                  <a:pt x="3930" y="2915"/>
                  <a:pt x="3863" y="2915"/>
                </a:cubicBezTo>
                <a:lnTo>
                  <a:pt x="853" y="2915"/>
                </a:lnTo>
                <a:cubicBezTo>
                  <a:pt x="786" y="2915"/>
                  <a:pt x="732" y="2861"/>
                  <a:pt x="732" y="2794"/>
                </a:cubicBezTo>
                <a:cubicBezTo>
                  <a:pt x="732" y="2727"/>
                  <a:pt x="786" y="2673"/>
                  <a:pt x="853" y="2673"/>
                </a:cubicBezTo>
                <a:lnTo>
                  <a:pt x="3863" y="2673"/>
                </a:lnTo>
                <a:cubicBezTo>
                  <a:pt x="3930" y="2673"/>
                  <a:pt x="3984" y="2727"/>
                  <a:pt x="3984" y="2794"/>
                </a:cubicBezTo>
                <a:close/>
                <a:moveTo>
                  <a:pt x="3984" y="3510"/>
                </a:moveTo>
                <a:cubicBezTo>
                  <a:pt x="3984" y="3577"/>
                  <a:pt x="3930" y="3631"/>
                  <a:pt x="3863" y="3631"/>
                </a:cubicBezTo>
                <a:lnTo>
                  <a:pt x="853" y="3631"/>
                </a:lnTo>
                <a:cubicBezTo>
                  <a:pt x="786" y="3631"/>
                  <a:pt x="732" y="3577"/>
                  <a:pt x="732" y="3510"/>
                </a:cubicBezTo>
                <a:cubicBezTo>
                  <a:pt x="732" y="3444"/>
                  <a:pt x="786" y="3389"/>
                  <a:pt x="853" y="3389"/>
                </a:cubicBezTo>
                <a:lnTo>
                  <a:pt x="3863" y="3389"/>
                </a:lnTo>
                <a:cubicBezTo>
                  <a:pt x="3930" y="3389"/>
                  <a:pt x="3984" y="3444"/>
                  <a:pt x="3984" y="3510"/>
                </a:cubicBezTo>
                <a:close/>
                <a:moveTo>
                  <a:pt x="3984" y="4227"/>
                </a:moveTo>
                <a:cubicBezTo>
                  <a:pt x="3984" y="4294"/>
                  <a:pt x="3930" y="4348"/>
                  <a:pt x="3863" y="4348"/>
                </a:cubicBezTo>
                <a:lnTo>
                  <a:pt x="853" y="4348"/>
                </a:lnTo>
                <a:cubicBezTo>
                  <a:pt x="786" y="4348"/>
                  <a:pt x="732" y="4294"/>
                  <a:pt x="732" y="4227"/>
                </a:cubicBezTo>
                <a:cubicBezTo>
                  <a:pt x="732" y="4160"/>
                  <a:pt x="786" y="4106"/>
                  <a:pt x="853" y="4106"/>
                </a:cubicBezTo>
                <a:lnTo>
                  <a:pt x="3863" y="4106"/>
                </a:lnTo>
                <a:cubicBezTo>
                  <a:pt x="3930" y="4106"/>
                  <a:pt x="3984" y="4160"/>
                  <a:pt x="3984" y="4227"/>
                </a:cubicBezTo>
                <a:close/>
                <a:moveTo>
                  <a:pt x="3984" y="4953"/>
                </a:moveTo>
                <a:cubicBezTo>
                  <a:pt x="3984" y="5020"/>
                  <a:pt x="3930" y="5074"/>
                  <a:pt x="3863" y="5074"/>
                </a:cubicBezTo>
                <a:lnTo>
                  <a:pt x="853" y="5074"/>
                </a:lnTo>
                <a:cubicBezTo>
                  <a:pt x="786" y="5074"/>
                  <a:pt x="732" y="5020"/>
                  <a:pt x="732" y="4953"/>
                </a:cubicBezTo>
                <a:cubicBezTo>
                  <a:pt x="732" y="4886"/>
                  <a:pt x="786" y="4832"/>
                  <a:pt x="853" y="4832"/>
                </a:cubicBezTo>
                <a:lnTo>
                  <a:pt x="3863" y="4832"/>
                </a:lnTo>
                <a:cubicBezTo>
                  <a:pt x="3930" y="4832"/>
                  <a:pt x="3984" y="4886"/>
                  <a:pt x="3984" y="4953"/>
                </a:cubicBezTo>
                <a:close/>
              </a:path>
            </a:pathLst>
          </a:custGeom>
          <a:solidFill>
            <a:srgbClr val="56C4D2"/>
          </a:solidFill>
          <a:ln>
            <a:noFill/>
          </a:ln>
        </p:spPr>
      </p:sp>
      <p:sp>
        <p:nvSpPr>
          <p:cNvPr id="60" name="五边形 153"/>
          <p:cNvSpPr/>
          <p:nvPr/>
        </p:nvSpPr>
        <p:spPr bwMode="gray">
          <a:xfrm>
            <a:off x="8150785" y="113221"/>
            <a:ext cx="1259508"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准备阶段</a:t>
            </a:r>
          </a:p>
        </p:txBody>
      </p:sp>
      <p:sp>
        <p:nvSpPr>
          <p:cNvPr id="61" name="燕尾形 154"/>
          <p:cNvSpPr/>
          <p:nvPr/>
        </p:nvSpPr>
        <p:spPr bwMode="gray">
          <a:xfrm>
            <a:off x="9320182" y="11322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实施阶段</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燕尾形 155"/>
          <p:cNvSpPr/>
          <p:nvPr/>
        </p:nvSpPr>
        <p:spPr bwMode="gray">
          <a:xfrm>
            <a:off x="10489579" y="113221"/>
            <a:ext cx="1259508"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收尾阶段</a:t>
            </a:r>
          </a:p>
        </p:txBody>
      </p:sp>
    </p:spTree>
    <p:extLst>
      <p:ext uri="{BB962C8B-B14F-4D97-AF65-F5344CB8AC3E}">
        <p14:creationId xmlns:p14="http://schemas.microsoft.com/office/powerpoint/2010/main" val="9605551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pPr marL="456834" indent="-456834"/>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割接基本概念</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456834" indent="-456834"/>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割接操作流程</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割接案例实践</a:t>
            </a:r>
          </a:p>
        </p:txBody>
      </p:sp>
    </p:spTree>
    <p:extLst>
      <p:ext uri="{BB962C8B-B14F-4D97-AF65-F5344CB8AC3E}">
        <p14:creationId xmlns:p14="http://schemas.microsoft.com/office/powerpoint/2010/main" val="26274232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割接场景案例 </a:t>
            </a:r>
            <a:r>
              <a:rPr lang="en-US" altLang="zh-CN" dirty="0"/>
              <a:t>- </a:t>
            </a:r>
            <a:r>
              <a:rPr lang="zh-CN" altLang="en-US" dirty="0"/>
              <a:t>注意事项</a:t>
            </a:r>
          </a:p>
        </p:txBody>
      </p:sp>
      <p:sp>
        <p:nvSpPr>
          <p:cNvPr id="3" name="文本占位符 2"/>
          <p:cNvSpPr>
            <a:spLocks noGrp="1"/>
          </p:cNvSpPr>
          <p:nvPr>
            <p:ph type="body" sz="quarter" idx="10"/>
          </p:nvPr>
        </p:nvSpPr>
        <p:spPr bwMode="gray"/>
        <p:txBody>
          <a:bodyPr/>
          <a:lstStyle/>
          <a:p>
            <a:r>
              <a:rPr lang="zh-CN" altLang="en-US" sz="1799" dirty="0"/>
              <a:t>该场景案例重点是通过实践对真实的割接案例进行体验，掌握割接的流程和方法，而不仅仅只是完成割接要求的设备配置规划。</a:t>
            </a:r>
            <a:endParaRPr lang="en-US" altLang="zh-CN" sz="1799" dirty="0"/>
          </a:p>
          <a:p>
            <a:r>
              <a:rPr lang="zh-CN" altLang="en-US" sz="1799" dirty="0"/>
              <a:t>对于给出的割接场景，需要按照割接流程进行讨论，并按照</a:t>
            </a:r>
            <a:r>
              <a:rPr lang="en-US" altLang="zh-CN" sz="1799" dirty="0"/>
              <a:t>《</a:t>
            </a:r>
            <a:r>
              <a:rPr lang="zh-CN" altLang="en-US" sz="1799" dirty="0"/>
              <a:t>项目割接方案模板</a:t>
            </a:r>
            <a:r>
              <a:rPr lang="en-US" altLang="zh-CN" sz="1799" dirty="0"/>
              <a:t>》</a:t>
            </a:r>
            <a:r>
              <a:rPr lang="zh-CN" altLang="en-US" sz="1799" dirty="0"/>
              <a:t>输出割接文档，包含以下内容：</a:t>
            </a:r>
            <a:endParaRPr lang="en-US" altLang="zh-CN" sz="1799" dirty="0"/>
          </a:p>
          <a:p>
            <a:pPr lvl="1"/>
            <a:r>
              <a:rPr lang="zh-CN" altLang="en-US" sz="1599" dirty="0"/>
              <a:t>项目调研、分析：包含现网拓扑、业务分析，以及应采集哪些设备的动态、静态信息。</a:t>
            </a:r>
            <a:endParaRPr lang="en-US" altLang="zh-CN" sz="1599" dirty="0"/>
          </a:p>
          <a:p>
            <a:pPr lvl="1"/>
            <a:r>
              <a:rPr lang="zh-CN" altLang="en-US" sz="1599" dirty="0"/>
              <a:t>风险评估：割接中可能出现的风险，以及风险如何规避。</a:t>
            </a:r>
            <a:endParaRPr lang="en-US" altLang="zh-CN" sz="1599" dirty="0"/>
          </a:p>
          <a:p>
            <a:pPr lvl="1"/>
            <a:r>
              <a:rPr lang="zh-CN" altLang="en-US" sz="1599" dirty="0"/>
              <a:t>割接方案：细化到每个步骤执行哪些命令，以及每个操作步骤的时间节点。</a:t>
            </a:r>
            <a:endParaRPr lang="en-US" altLang="zh-CN" sz="1599" dirty="0"/>
          </a:p>
          <a:p>
            <a:pPr lvl="1"/>
            <a:r>
              <a:rPr lang="zh-CN" altLang="en-US" sz="1599" dirty="0"/>
              <a:t>测试、检查项：割接之后应检查哪些内容，测试哪些内容。</a:t>
            </a:r>
            <a:endParaRPr lang="en-US" altLang="zh-CN" sz="1599" dirty="0"/>
          </a:p>
          <a:p>
            <a:pPr lvl="1"/>
            <a:endParaRPr lang="zh-CN" altLang="en-US" sz="1599" dirty="0"/>
          </a:p>
        </p:txBody>
      </p:sp>
      <p:sp>
        <p:nvSpPr>
          <p:cNvPr id="7" name="五边形 6"/>
          <p:cNvSpPr/>
          <p:nvPr/>
        </p:nvSpPr>
        <p:spPr bwMode="gray">
          <a:xfrm>
            <a:off x="9011894" y="120131"/>
            <a:ext cx="1560036" cy="213037"/>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注意事项与课堂环节</a:t>
            </a:r>
          </a:p>
        </p:txBody>
      </p:sp>
      <p:sp>
        <p:nvSpPr>
          <p:cNvPr id="8" name="燕尾形 7"/>
          <p:cNvSpPr/>
          <p:nvPr/>
        </p:nvSpPr>
        <p:spPr bwMode="gray">
          <a:xfrm>
            <a:off x="10481819" y="12013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割接场景</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1124150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课堂环节</a:t>
            </a:r>
          </a:p>
        </p:txBody>
      </p:sp>
      <p:grpSp>
        <p:nvGrpSpPr>
          <p:cNvPr id="17" name="组合 16"/>
          <p:cNvGrpSpPr/>
          <p:nvPr/>
        </p:nvGrpSpPr>
        <p:grpSpPr bwMode="gray">
          <a:xfrm>
            <a:off x="827323" y="1466707"/>
            <a:ext cx="10532594" cy="835144"/>
            <a:chOff x="528559" y="1465941"/>
            <a:chExt cx="10536708" cy="835470"/>
          </a:xfrm>
        </p:grpSpPr>
        <p:sp>
          <p:nvSpPr>
            <p:cNvPr id="8" name="圆角矩形 7"/>
            <p:cNvSpPr/>
            <p:nvPr/>
          </p:nvSpPr>
          <p:spPr bwMode="gray">
            <a:xfrm>
              <a:off x="1614386" y="1465942"/>
              <a:ext cx="9450881" cy="835469"/>
            </a:xfrm>
            <a:prstGeom prst="roundRect">
              <a:avLst>
                <a:gd name="adj" fmla="val 8582"/>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285636" indent="-285636">
                <a:lnSpc>
                  <a:spcPct val="140000"/>
                </a:lnSpc>
                <a:spcBef>
                  <a:spcPts val="600"/>
                </a:spcBef>
                <a:buFont typeface="Arial" panose="020B0604020202020204" pitchFamily="34" charset="0"/>
                <a:buChar char="•"/>
              </a:pPr>
              <a:r>
                <a:rPr lang="zh-CN" altLang="en-US"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教师介绍割接案例的场景，输入（拓扑图、业务规划、分组讨论）、输出（分组总结、割接流程、割接相关文档）。</a:t>
              </a:r>
              <a:endParaRPr lang="en-US" altLang="zh-CN"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圆角矩形 11"/>
            <p:cNvSpPr/>
            <p:nvPr/>
          </p:nvSpPr>
          <p:spPr bwMode="gray">
            <a:xfrm>
              <a:off x="528559" y="1465941"/>
              <a:ext cx="1012268" cy="835469"/>
            </a:xfrm>
            <a:prstGeom prst="roundRect">
              <a:avLst>
                <a:gd name="adj" fmla="val 8008"/>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背景介绍</a:t>
              </a:r>
              <a:endParaRPr lang="en-US" altLang="zh-CN"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15min</a:t>
              </a:r>
              <a:endParaRPr lang="zh-CN" altLang="en-US"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8" name="组合 17"/>
          <p:cNvGrpSpPr/>
          <p:nvPr/>
        </p:nvGrpSpPr>
        <p:grpSpPr bwMode="gray">
          <a:xfrm>
            <a:off x="827323" y="2616967"/>
            <a:ext cx="10532594" cy="835143"/>
            <a:chOff x="528559" y="2616648"/>
            <a:chExt cx="10536708" cy="835469"/>
          </a:xfrm>
        </p:grpSpPr>
        <p:sp>
          <p:nvSpPr>
            <p:cNvPr id="10" name="圆角矩形 9"/>
            <p:cNvSpPr/>
            <p:nvPr/>
          </p:nvSpPr>
          <p:spPr bwMode="gray">
            <a:xfrm>
              <a:off x="1614386" y="2616648"/>
              <a:ext cx="9450881" cy="835469"/>
            </a:xfrm>
            <a:prstGeom prst="roundRect">
              <a:avLst>
                <a:gd name="adj" fmla="val 8582"/>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285636" indent="-285636">
                <a:buFont typeface="Arial" panose="020B0604020202020204" pitchFamily="34" charset="0"/>
                <a:buChar char="•"/>
              </a:pPr>
              <a:r>
                <a:rPr lang="zh-CN" altLang="en-US"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分小组进行讨论，选举组长，组长负责最终的总结、汇报。</a:t>
              </a:r>
              <a:endParaRPr lang="en-US" altLang="zh-CN"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圆角矩形 12"/>
            <p:cNvSpPr/>
            <p:nvPr/>
          </p:nvSpPr>
          <p:spPr bwMode="gray">
            <a:xfrm>
              <a:off x="528559" y="2616648"/>
              <a:ext cx="1012268" cy="835469"/>
            </a:xfrm>
            <a:prstGeom prst="roundRect">
              <a:avLst>
                <a:gd name="adj" fmla="val 8008"/>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分组</a:t>
              </a:r>
              <a:endParaRPr lang="en-US" altLang="zh-CN"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5min</a:t>
              </a:r>
              <a:endParaRPr lang="zh-CN" altLang="en-US"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9" name="组合 18"/>
          <p:cNvGrpSpPr/>
          <p:nvPr/>
        </p:nvGrpSpPr>
        <p:grpSpPr bwMode="gray">
          <a:xfrm>
            <a:off x="827323" y="3767224"/>
            <a:ext cx="10532594" cy="835143"/>
            <a:chOff x="528559" y="3767355"/>
            <a:chExt cx="10536708" cy="835469"/>
          </a:xfrm>
        </p:grpSpPr>
        <p:sp>
          <p:nvSpPr>
            <p:cNvPr id="11" name="圆角矩形 10"/>
            <p:cNvSpPr/>
            <p:nvPr/>
          </p:nvSpPr>
          <p:spPr bwMode="gray">
            <a:xfrm>
              <a:off x="1614386" y="3767355"/>
              <a:ext cx="9450881" cy="835469"/>
            </a:xfrm>
            <a:prstGeom prst="roundRect">
              <a:avLst>
                <a:gd name="adj" fmla="val 8582"/>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285636" indent="-285636">
                <a:buFont typeface="Arial" panose="020B0604020202020204" pitchFamily="34" charset="0"/>
                <a:buChar char="•"/>
              </a:pPr>
              <a:r>
                <a:rPr lang="zh-CN" altLang="en-US"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各小组按照割接操作中的步骤进行讨论，商讨应该执行的步骤，设计设备应配置哪些内容，以及编写割接文档。</a:t>
              </a:r>
              <a:endParaRPr lang="en-US" altLang="zh-CN"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圆角矩形 13"/>
            <p:cNvSpPr/>
            <p:nvPr/>
          </p:nvSpPr>
          <p:spPr bwMode="gray">
            <a:xfrm>
              <a:off x="528559" y="3767355"/>
              <a:ext cx="1012268" cy="835469"/>
            </a:xfrm>
            <a:prstGeom prst="roundRect">
              <a:avLst>
                <a:gd name="adj" fmla="val 8008"/>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讨论</a:t>
              </a:r>
              <a:endParaRPr lang="en-US" altLang="zh-CN"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30min</a:t>
              </a:r>
              <a:endParaRPr lang="zh-CN" altLang="en-US"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0" name="组合 19"/>
          <p:cNvGrpSpPr/>
          <p:nvPr/>
        </p:nvGrpSpPr>
        <p:grpSpPr bwMode="gray">
          <a:xfrm>
            <a:off x="827323" y="4917481"/>
            <a:ext cx="10532594" cy="835143"/>
            <a:chOff x="528559" y="4918062"/>
            <a:chExt cx="10536708" cy="835469"/>
          </a:xfrm>
        </p:grpSpPr>
        <p:sp>
          <p:nvSpPr>
            <p:cNvPr id="15" name="圆角矩形 14"/>
            <p:cNvSpPr/>
            <p:nvPr/>
          </p:nvSpPr>
          <p:spPr bwMode="gray">
            <a:xfrm>
              <a:off x="1614386" y="4918062"/>
              <a:ext cx="9450881" cy="835469"/>
            </a:xfrm>
            <a:prstGeom prst="roundRect">
              <a:avLst>
                <a:gd name="adj" fmla="val 8582"/>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285636" indent="-285636">
                <a:buFont typeface="Arial" panose="020B0604020202020204" pitchFamily="34" charset="0"/>
                <a:buChar char="•"/>
              </a:pPr>
              <a:r>
                <a:rPr lang="zh-CN" altLang="en-US"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各小组汇报讨论结果，汇报本小组讨论的结果，并提交相应文档。</a:t>
              </a:r>
              <a:endParaRPr lang="en-US" altLang="zh-CN"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圆角矩形 15"/>
            <p:cNvSpPr/>
            <p:nvPr/>
          </p:nvSpPr>
          <p:spPr bwMode="gray">
            <a:xfrm>
              <a:off x="528559" y="4918062"/>
              <a:ext cx="1012268" cy="835469"/>
            </a:xfrm>
            <a:prstGeom prst="roundRect">
              <a:avLst>
                <a:gd name="adj" fmla="val 8008"/>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总结</a:t>
              </a:r>
              <a:endParaRPr lang="en-US" altLang="zh-CN"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20min</a:t>
              </a:r>
              <a:endParaRPr lang="zh-CN" altLang="en-US" sz="15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1" name="五边形 6"/>
          <p:cNvSpPr/>
          <p:nvPr/>
        </p:nvSpPr>
        <p:spPr bwMode="gray">
          <a:xfrm>
            <a:off x="9011894" y="120131"/>
            <a:ext cx="1560036" cy="213037"/>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注意事项与课堂环节</a:t>
            </a:r>
          </a:p>
        </p:txBody>
      </p:sp>
      <p:sp>
        <p:nvSpPr>
          <p:cNvPr id="22" name="燕尾形 7"/>
          <p:cNvSpPr/>
          <p:nvPr/>
        </p:nvSpPr>
        <p:spPr bwMode="gray">
          <a:xfrm>
            <a:off x="10481819" y="120131"/>
            <a:ext cx="125950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割接场景</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0329104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a:t>项目改造前期介绍</a:t>
            </a:r>
          </a:p>
        </p:txBody>
      </p:sp>
      <p:sp>
        <p:nvSpPr>
          <p:cNvPr id="2" name="Text Placeholder 1"/>
          <p:cNvSpPr>
            <a:spLocks noGrp="1"/>
          </p:cNvSpPr>
          <p:nvPr>
            <p:ph type="body" sz="quarter" idx="10"/>
          </p:nvPr>
        </p:nvSpPr>
        <p:spPr bwMode="gray"/>
        <p:txBody>
          <a:bodyPr/>
          <a:lstStyle/>
          <a:p>
            <a:r>
              <a:rPr lang="zh-CN" altLang="en-US" sz="2000" dirty="0"/>
              <a:t>某公司存在多个分支机构，这些分支机构通过专线与总部网络相连接，现存在如下问题：</a:t>
            </a:r>
          </a:p>
          <a:p>
            <a:pPr lvl="1"/>
            <a:r>
              <a:rPr lang="zh-CN" altLang="en-US" sz="1800" dirty="0"/>
              <a:t>专线速率较低，无法应对新业务的高带宽要求。</a:t>
            </a:r>
          </a:p>
          <a:p>
            <a:pPr lvl="1"/>
            <a:r>
              <a:rPr lang="zh-CN" altLang="en-US" sz="1800" dirty="0"/>
              <a:t>分支机构出口采用单出口设备，单上行链路（专线）的方式，存在单点故障。</a:t>
            </a:r>
          </a:p>
          <a:p>
            <a:pPr lvl="1"/>
            <a:r>
              <a:rPr lang="zh-CN" altLang="en-US" sz="1800" dirty="0"/>
              <a:t>若对专线提速，费用较高。</a:t>
            </a:r>
          </a:p>
          <a:p>
            <a:pPr lvl="1"/>
            <a:r>
              <a:rPr lang="zh-CN" altLang="en-US" sz="1800" dirty="0"/>
              <a:t>核心交换机为单机部署，存在单点故障。</a:t>
            </a:r>
          </a:p>
          <a:p>
            <a:pPr lvl="1"/>
            <a:r>
              <a:rPr lang="zh-CN" altLang="en-US" sz="1800" dirty="0"/>
              <a:t>分支结构终端用户增加，核心交换机、出口路由器已经呈现出性能不足的现象。</a:t>
            </a:r>
          </a:p>
          <a:p>
            <a:r>
              <a:rPr lang="zh-CN" altLang="en-US" sz="2000" dirty="0"/>
              <a:t>为解决这些问题，现该公司决定对分支机构网络进行改造，提升分支机构网络的可靠性，提高与总部通信的带宽。</a:t>
            </a:r>
          </a:p>
          <a:p>
            <a:endParaRPr lang="zh-CN" altLang="en-US" dirty="0"/>
          </a:p>
        </p:txBody>
      </p:sp>
      <p:sp>
        <p:nvSpPr>
          <p:cNvPr id="7" name="五边形 6"/>
          <p:cNvSpPr/>
          <p:nvPr/>
        </p:nvSpPr>
        <p:spPr bwMode="gray">
          <a:xfrm>
            <a:off x="9011894" y="120131"/>
            <a:ext cx="1560036"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注意事项与课堂环节</a:t>
            </a:r>
          </a:p>
        </p:txBody>
      </p:sp>
      <p:sp>
        <p:nvSpPr>
          <p:cNvPr id="8" name="燕尾形 7"/>
          <p:cNvSpPr/>
          <p:nvPr/>
        </p:nvSpPr>
        <p:spPr bwMode="gray">
          <a:xfrm>
            <a:off x="10481819" y="120131"/>
            <a:ext cx="1259508"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割接场景</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2665103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圆角矩形 132"/>
          <p:cNvSpPr/>
          <p:nvPr/>
        </p:nvSpPr>
        <p:spPr bwMode="gray">
          <a:xfrm>
            <a:off x="5802048" y="5280531"/>
            <a:ext cx="5898326" cy="487439"/>
          </a:xfrm>
          <a:prstGeom prst="roundRect">
            <a:avLst>
              <a:gd name="adj" fmla="val 6484"/>
            </a:avLst>
          </a:prstGeom>
          <a:noFill/>
          <a:ln w="12700" cap="flat" cmpd="sng" algn="ctr">
            <a:solidFill>
              <a:srgbClr val="56C4D2"/>
            </a:solidFill>
            <a:prstDash val="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599" kern="0">
              <a:solidFill>
                <a:srgbClr val="1D1D1A"/>
              </a:solidFill>
              <a:latin typeface="Huawei Sans" panose="020C0503030203020204" pitchFamily="34" charset="0"/>
              <a:ea typeface="方正兰亭黑简体" panose="02000000000000000000" pitchFamily="2" charset="-122"/>
            </a:endParaRPr>
          </a:p>
        </p:txBody>
      </p:sp>
      <p:sp>
        <p:nvSpPr>
          <p:cNvPr id="128" name="圆角矩形 127"/>
          <p:cNvSpPr/>
          <p:nvPr/>
        </p:nvSpPr>
        <p:spPr bwMode="gray">
          <a:xfrm>
            <a:off x="5802048" y="4629148"/>
            <a:ext cx="5898326" cy="487439"/>
          </a:xfrm>
          <a:prstGeom prst="roundRect">
            <a:avLst>
              <a:gd name="adj" fmla="val 6484"/>
            </a:avLst>
          </a:prstGeom>
          <a:noFill/>
          <a:ln w="12700" cap="flat" cmpd="sng" algn="ctr">
            <a:solidFill>
              <a:srgbClr val="56C4D2"/>
            </a:solidFill>
            <a:prstDash val="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599" kern="0">
              <a:solidFill>
                <a:srgbClr val="1D1D1A"/>
              </a:solidFill>
              <a:latin typeface="Huawei Sans" panose="020C0503030203020204" pitchFamily="34" charset="0"/>
              <a:ea typeface="方正兰亭黑简体" panose="02000000000000000000" pitchFamily="2" charset="-122"/>
            </a:endParaRPr>
          </a:p>
        </p:txBody>
      </p:sp>
      <p:sp>
        <p:nvSpPr>
          <p:cNvPr id="129" name="圆角矩形 128"/>
          <p:cNvSpPr/>
          <p:nvPr/>
        </p:nvSpPr>
        <p:spPr bwMode="gray">
          <a:xfrm>
            <a:off x="1212798" y="3918427"/>
            <a:ext cx="10492773" cy="460284"/>
          </a:xfrm>
          <a:prstGeom prst="roundRect">
            <a:avLst>
              <a:gd name="adj" fmla="val 6484"/>
            </a:avLst>
          </a:prstGeom>
          <a:noFill/>
          <a:ln w="12700" cap="flat" cmpd="sng" algn="ctr">
            <a:solidFill>
              <a:srgbClr val="56C4D2"/>
            </a:solidFill>
            <a:prstDash val="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599" kern="0">
              <a:solidFill>
                <a:srgbClr val="1D1D1A"/>
              </a:solidFill>
              <a:latin typeface="Huawei Sans" panose="020C0503030203020204" pitchFamily="34" charset="0"/>
              <a:ea typeface="方正兰亭黑简体" panose="02000000000000000000" pitchFamily="2" charset="-122"/>
            </a:endParaRPr>
          </a:p>
        </p:txBody>
      </p:sp>
      <p:sp>
        <p:nvSpPr>
          <p:cNvPr id="2" name="标题 1"/>
          <p:cNvSpPr>
            <a:spLocks noGrp="1"/>
          </p:cNvSpPr>
          <p:nvPr>
            <p:ph type="title"/>
          </p:nvPr>
        </p:nvSpPr>
        <p:spPr bwMode="gray"/>
        <p:txBody>
          <a:bodyPr/>
          <a:lstStyle/>
          <a:p>
            <a:r>
              <a:rPr lang="zh-CN" altLang="en-US" dirty="0"/>
              <a:t>原拓扑介绍</a:t>
            </a:r>
          </a:p>
        </p:txBody>
      </p:sp>
      <p:pic>
        <p:nvPicPr>
          <p:cNvPr id="5" name="图片 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830355" y="5320664"/>
            <a:ext cx="497660" cy="407176"/>
          </a:xfrm>
          <a:prstGeom prst="rect">
            <a:avLst/>
          </a:prstGeom>
        </p:spPr>
      </p:pic>
      <p:pic>
        <p:nvPicPr>
          <p:cNvPr id="6" name="图片 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517891" y="5320664"/>
            <a:ext cx="497660" cy="407176"/>
          </a:xfrm>
          <a:prstGeom prst="rect">
            <a:avLst/>
          </a:prstGeom>
        </p:spPr>
      </p:pic>
      <p:pic>
        <p:nvPicPr>
          <p:cNvPr id="7" name="图片 6"/>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6674123" y="3962935"/>
            <a:ext cx="497660" cy="407176"/>
          </a:xfrm>
          <a:prstGeom prst="rect">
            <a:avLst/>
          </a:prstGeom>
        </p:spPr>
      </p:pic>
      <p:sp>
        <p:nvSpPr>
          <p:cNvPr id="8" name="Freeform 159"/>
          <p:cNvSpPr/>
          <p:nvPr/>
        </p:nvSpPr>
        <p:spPr bwMode="gray">
          <a:xfrm flipH="1">
            <a:off x="3060677" y="1480590"/>
            <a:ext cx="2142753" cy="112007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7958" rtlCol="0" anchor="ctr">
            <a:noAutofit/>
          </a:bodyPr>
          <a:lstStyle/>
          <a:p>
            <a:pPr algn="ctr"/>
            <a:endParaRPr lang="en-US" sz="1200" b="1">
              <a:solidFill>
                <a:schemeClr val="bg1">
                  <a:lumMod val="50000"/>
                </a:schemeClr>
              </a:solidFill>
            </a:endParaRPr>
          </a:p>
        </p:txBody>
      </p:sp>
      <p:sp>
        <p:nvSpPr>
          <p:cNvPr id="11" name="Freeform 186"/>
          <p:cNvSpPr>
            <a:spLocks noEditPoints="1"/>
          </p:cNvSpPr>
          <p:nvPr/>
        </p:nvSpPr>
        <p:spPr bwMode="gray">
          <a:xfrm>
            <a:off x="3461072" y="1768886"/>
            <a:ext cx="460123" cy="461432"/>
          </a:xfrm>
          <a:custGeom>
            <a:avLst/>
            <a:gdLst/>
            <a:ahLst/>
            <a:cxnLst>
              <a:cxn ang="0">
                <a:pos x="12772" y="618"/>
              </a:cxn>
              <a:cxn ang="0">
                <a:pos x="0" y="15651"/>
              </a:cxn>
              <a:cxn ang="0">
                <a:pos x="1941" y="4867"/>
              </a:cxn>
              <a:cxn ang="0">
                <a:pos x="5964" y="4867"/>
              </a:cxn>
              <a:cxn ang="0">
                <a:pos x="7512" y="618"/>
              </a:cxn>
              <a:cxn ang="0">
                <a:pos x="1277" y="12419"/>
              </a:cxn>
              <a:cxn ang="0">
                <a:pos x="5523" y="7916"/>
              </a:cxn>
              <a:cxn ang="0">
                <a:pos x="4108" y="7916"/>
              </a:cxn>
              <a:cxn ang="0">
                <a:pos x="2692" y="7916"/>
              </a:cxn>
              <a:cxn ang="0">
                <a:pos x="1277" y="7916"/>
              </a:cxn>
              <a:cxn ang="0">
                <a:pos x="5523" y="9417"/>
              </a:cxn>
              <a:cxn ang="0">
                <a:pos x="4108" y="9417"/>
              </a:cxn>
              <a:cxn ang="0">
                <a:pos x="2692" y="9417"/>
              </a:cxn>
              <a:cxn ang="0">
                <a:pos x="1277" y="9417"/>
              </a:cxn>
              <a:cxn ang="0">
                <a:pos x="5523" y="10919"/>
              </a:cxn>
              <a:cxn ang="0">
                <a:pos x="4108" y="10919"/>
              </a:cxn>
              <a:cxn ang="0">
                <a:pos x="2692" y="10919"/>
              </a:cxn>
              <a:cxn ang="0">
                <a:pos x="1277" y="10919"/>
              </a:cxn>
              <a:cxn ang="0">
                <a:pos x="5523" y="12419"/>
              </a:cxn>
              <a:cxn ang="0">
                <a:pos x="4108" y="12419"/>
              </a:cxn>
              <a:cxn ang="0">
                <a:pos x="2692" y="12419"/>
              </a:cxn>
              <a:cxn ang="0">
                <a:pos x="8086" y="1911"/>
              </a:cxn>
              <a:cxn ang="0">
                <a:pos x="8086" y="12419"/>
              </a:cxn>
              <a:cxn ang="0">
                <a:pos x="9500" y="12419"/>
              </a:cxn>
              <a:cxn ang="0">
                <a:pos x="10915" y="12419"/>
              </a:cxn>
              <a:cxn ang="0">
                <a:pos x="12331" y="12419"/>
              </a:cxn>
              <a:cxn ang="0">
                <a:pos x="8086" y="10919"/>
              </a:cxn>
              <a:cxn ang="0">
                <a:pos x="9500" y="10919"/>
              </a:cxn>
              <a:cxn ang="0">
                <a:pos x="10915" y="10919"/>
              </a:cxn>
              <a:cxn ang="0">
                <a:pos x="12331" y="10919"/>
              </a:cxn>
              <a:cxn ang="0">
                <a:pos x="8086" y="9417"/>
              </a:cxn>
              <a:cxn ang="0">
                <a:pos x="9500" y="9417"/>
              </a:cxn>
              <a:cxn ang="0">
                <a:pos x="10915" y="9417"/>
              </a:cxn>
              <a:cxn ang="0">
                <a:pos x="12331" y="9417"/>
              </a:cxn>
              <a:cxn ang="0">
                <a:pos x="8086" y="7916"/>
              </a:cxn>
              <a:cxn ang="0">
                <a:pos x="9500" y="7916"/>
              </a:cxn>
              <a:cxn ang="0">
                <a:pos x="10915" y="7916"/>
              </a:cxn>
              <a:cxn ang="0">
                <a:pos x="12331" y="7916"/>
              </a:cxn>
              <a:cxn ang="0">
                <a:pos x="8086" y="6414"/>
              </a:cxn>
              <a:cxn ang="0">
                <a:pos x="9500" y="6414"/>
              </a:cxn>
              <a:cxn ang="0">
                <a:pos x="10915" y="6414"/>
              </a:cxn>
              <a:cxn ang="0">
                <a:pos x="12331" y="6414"/>
              </a:cxn>
              <a:cxn ang="0">
                <a:pos x="8086" y="4914"/>
              </a:cxn>
              <a:cxn ang="0">
                <a:pos x="9500" y="4914"/>
              </a:cxn>
              <a:cxn ang="0">
                <a:pos x="10915" y="4914"/>
              </a:cxn>
              <a:cxn ang="0">
                <a:pos x="12331" y="4914"/>
              </a:cxn>
              <a:cxn ang="0">
                <a:pos x="8086" y="3413"/>
              </a:cxn>
              <a:cxn ang="0">
                <a:pos x="9500" y="3413"/>
              </a:cxn>
              <a:cxn ang="0">
                <a:pos x="10915" y="3413"/>
              </a:cxn>
              <a:cxn ang="0">
                <a:pos x="9500" y="1911"/>
              </a:cxn>
              <a:cxn ang="0">
                <a:pos x="10915" y="1911"/>
              </a:cxn>
              <a:cxn ang="0">
                <a:pos x="12331" y="1911"/>
              </a:cxn>
              <a:cxn ang="0">
                <a:pos x="12331" y="3413"/>
              </a:cxn>
            </a:cxnLst>
            <a:rect l="0" t="0" r="r" b="b"/>
            <a:pathLst>
              <a:path w="16169" h="15651">
                <a:moveTo>
                  <a:pt x="7512" y="618"/>
                </a:moveTo>
                <a:lnTo>
                  <a:pt x="8749" y="618"/>
                </a:lnTo>
                <a:lnTo>
                  <a:pt x="8749" y="0"/>
                </a:lnTo>
                <a:lnTo>
                  <a:pt x="12772" y="0"/>
                </a:lnTo>
                <a:lnTo>
                  <a:pt x="12772" y="618"/>
                </a:lnTo>
                <a:lnTo>
                  <a:pt x="14010" y="618"/>
                </a:lnTo>
                <a:lnTo>
                  <a:pt x="14010" y="13875"/>
                </a:lnTo>
                <a:lnTo>
                  <a:pt x="16169" y="13875"/>
                </a:lnTo>
                <a:lnTo>
                  <a:pt x="16169" y="15651"/>
                </a:lnTo>
                <a:lnTo>
                  <a:pt x="0" y="15651"/>
                </a:lnTo>
                <a:lnTo>
                  <a:pt x="0" y="13875"/>
                </a:lnTo>
                <a:lnTo>
                  <a:pt x="781" y="13875"/>
                </a:lnTo>
                <a:lnTo>
                  <a:pt x="781" y="6103"/>
                </a:lnTo>
                <a:lnTo>
                  <a:pt x="1941" y="6103"/>
                </a:lnTo>
                <a:lnTo>
                  <a:pt x="1941" y="4867"/>
                </a:lnTo>
                <a:lnTo>
                  <a:pt x="4469" y="4867"/>
                </a:lnTo>
                <a:lnTo>
                  <a:pt x="4469" y="2808"/>
                </a:lnTo>
                <a:lnTo>
                  <a:pt x="5088" y="2808"/>
                </a:lnTo>
                <a:lnTo>
                  <a:pt x="5088" y="4867"/>
                </a:lnTo>
                <a:lnTo>
                  <a:pt x="5964" y="4867"/>
                </a:lnTo>
                <a:lnTo>
                  <a:pt x="5964" y="6103"/>
                </a:lnTo>
                <a:lnTo>
                  <a:pt x="7124" y="6103"/>
                </a:lnTo>
                <a:lnTo>
                  <a:pt x="7124" y="13875"/>
                </a:lnTo>
                <a:lnTo>
                  <a:pt x="7512" y="13875"/>
                </a:lnTo>
                <a:lnTo>
                  <a:pt x="7512" y="618"/>
                </a:lnTo>
                <a:close/>
                <a:moveTo>
                  <a:pt x="1277" y="12419"/>
                </a:moveTo>
                <a:lnTo>
                  <a:pt x="2383" y="12419"/>
                </a:lnTo>
                <a:lnTo>
                  <a:pt x="2383" y="13523"/>
                </a:lnTo>
                <a:lnTo>
                  <a:pt x="1277" y="13523"/>
                </a:lnTo>
                <a:lnTo>
                  <a:pt x="1277" y="12419"/>
                </a:lnTo>
                <a:close/>
                <a:moveTo>
                  <a:pt x="5523" y="7916"/>
                </a:moveTo>
                <a:lnTo>
                  <a:pt x="6628" y="7916"/>
                </a:lnTo>
                <a:lnTo>
                  <a:pt x="6628" y="9020"/>
                </a:lnTo>
                <a:lnTo>
                  <a:pt x="5523" y="9020"/>
                </a:lnTo>
                <a:lnTo>
                  <a:pt x="5523" y="7916"/>
                </a:lnTo>
                <a:close/>
                <a:moveTo>
                  <a:pt x="4108" y="7916"/>
                </a:moveTo>
                <a:lnTo>
                  <a:pt x="5213" y="7916"/>
                </a:lnTo>
                <a:lnTo>
                  <a:pt x="5213" y="9020"/>
                </a:lnTo>
                <a:lnTo>
                  <a:pt x="4108" y="9020"/>
                </a:lnTo>
                <a:lnTo>
                  <a:pt x="4108" y="7916"/>
                </a:lnTo>
                <a:close/>
                <a:moveTo>
                  <a:pt x="2692" y="7916"/>
                </a:moveTo>
                <a:lnTo>
                  <a:pt x="3798" y="7916"/>
                </a:lnTo>
                <a:lnTo>
                  <a:pt x="3798" y="9020"/>
                </a:lnTo>
                <a:lnTo>
                  <a:pt x="2692" y="9020"/>
                </a:lnTo>
                <a:lnTo>
                  <a:pt x="2692" y="7916"/>
                </a:lnTo>
                <a:close/>
                <a:moveTo>
                  <a:pt x="1277" y="7916"/>
                </a:moveTo>
                <a:lnTo>
                  <a:pt x="2383" y="7916"/>
                </a:lnTo>
                <a:lnTo>
                  <a:pt x="2383" y="9020"/>
                </a:lnTo>
                <a:lnTo>
                  <a:pt x="1277" y="9020"/>
                </a:lnTo>
                <a:lnTo>
                  <a:pt x="1277" y="7916"/>
                </a:lnTo>
                <a:close/>
                <a:moveTo>
                  <a:pt x="5523" y="9417"/>
                </a:moveTo>
                <a:lnTo>
                  <a:pt x="6628" y="9417"/>
                </a:lnTo>
                <a:lnTo>
                  <a:pt x="6628" y="10521"/>
                </a:lnTo>
                <a:lnTo>
                  <a:pt x="5523" y="10521"/>
                </a:lnTo>
                <a:lnTo>
                  <a:pt x="5523" y="9417"/>
                </a:lnTo>
                <a:close/>
                <a:moveTo>
                  <a:pt x="4108" y="9417"/>
                </a:moveTo>
                <a:lnTo>
                  <a:pt x="5213" y="9417"/>
                </a:lnTo>
                <a:lnTo>
                  <a:pt x="5213" y="10521"/>
                </a:lnTo>
                <a:lnTo>
                  <a:pt x="4108" y="10521"/>
                </a:lnTo>
                <a:lnTo>
                  <a:pt x="4108" y="9417"/>
                </a:lnTo>
                <a:close/>
                <a:moveTo>
                  <a:pt x="2692" y="9417"/>
                </a:moveTo>
                <a:lnTo>
                  <a:pt x="3798" y="9417"/>
                </a:lnTo>
                <a:lnTo>
                  <a:pt x="3798" y="10521"/>
                </a:lnTo>
                <a:lnTo>
                  <a:pt x="2692" y="10521"/>
                </a:lnTo>
                <a:lnTo>
                  <a:pt x="2692" y="9417"/>
                </a:lnTo>
                <a:close/>
                <a:moveTo>
                  <a:pt x="1277" y="9417"/>
                </a:moveTo>
                <a:lnTo>
                  <a:pt x="2383" y="9417"/>
                </a:lnTo>
                <a:lnTo>
                  <a:pt x="2383" y="10521"/>
                </a:lnTo>
                <a:lnTo>
                  <a:pt x="1277" y="10521"/>
                </a:lnTo>
                <a:lnTo>
                  <a:pt x="1277" y="9417"/>
                </a:lnTo>
                <a:close/>
                <a:moveTo>
                  <a:pt x="5523" y="10919"/>
                </a:moveTo>
                <a:lnTo>
                  <a:pt x="6628" y="10919"/>
                </a:lnTo>
                <a:lnTo>
                  <a:pt x="6628" y="12023"/>
                </a:lnTo>
                <a:lnTo>
                  <a:pt x="5523" y="12023"/>
                </a:lnTo>
                <a:lnTo>
                  <a:pt x="5523" y="10919"/>
                </a:lnTo>
                <a:close/>
                <a:moveTo>
                  <a:pt x="4108" y="10919"/>
                </a:moveTo>
                <a:lnTo>
                  <a:pt x="5213" y="10919"/>
                </a:lnTo>
                <a:lnTo>
                  <a:pt x="5213" y="12023"/>
                </a:lnTo>
                <a:lnTo>
                  <a:pt x="4108" y="12023"/>
                </a:lnTo>
                <a:lnTo>
                  <a:pt x="4108" y="10919"/>
                </a:lnTo>
                <a:close/>
                <a:moveTo>
                  <a:pt x="2692" y="10919"/>
                </a:moveTo>
                <a:lnTo>
                  <a:pt x="3798" y="10919"/>
                </a:lnTo>
                <a:lnTo>
                  <a:pt x="3798" y="12023"/>
                </a:lnTo>
                <a:lnTo>
                  <a:pt x="2692" y="12023"/>
                </a:lnTo>
                <a:lnTo>
                  <a:pt x="2692" y="10919"/>
                </a:lnTo>
                <a:close/>
                <a:moveTo>
                  <a:pt x="1277" y="10919"/>
                </a:moveTo>
                <a:lnTo>
                  <a:pt x="2383" y="10919"/>
                </a:lnTo>
                <a:lnTo>
                  <a:pt x="2383" y="12023"/>
                </a:lnTo>
                <a:lnTo>
                  <a:pt x="1277" y="12023"/>
                </a:lnTo>
                <a:lnTo>
                  <a:pt x="1277" y="10919"/>
                </a:lnTo>
                <a:close/>
                <a:moveTo>
                  <a:pt x="5523" y="12419"/>
                </a:moveTo>
                <a:lnTo>
                  <a:pt x="6628" y="12419"/>
                </a:lnTo>
                <a:lnTo>
                  <a:pt x="6628" y="13523"/>
                </a:lnTo>
                <a:lnTo>
                  <a:pt x="5523" y="13523"/>
                </a:lnTo>
                <a:lnTo>
                  <a:pt x="5523" y="12419"/>
                </a:lnTo>
                <a:close/>
                <a:moveTo>
                  <a:pt x="4108" y="12419"/>
                </a:moveTo>
                <a:lnTo>
                  <a:pt x="5213" y="12419"/>
                </a:lnTo>
                <a:lnTo>
                  <a:pt x="5213" y="13523"/>
                </a:lnTo>
                <a:lnTo>
                  <a:pt x="4108" y="13523"/>
                </a:lnTo>
                <a:lnTo>
                  <a:pt x="4108" y="12419"/>
                </a:lnTo>
                <a:close/>
                <a:moveTo>
                  <a:pt x="2692" y="12419"/>
                </a:moveTo>
                <a:lnTo>
                  <a:pt x="3798" y="12419"/>
                </a:lnTo>
                <a:lnTo>
                  <a:pt x="3798" y="13523"/>
                </a:lnTo>
                <a:lnTo>
                  <a:pt x="2692" y="13523"/>
                </a:lnTo>
                <a:lnTo>
                  <a:pt x="2692" y="12419"/>
                </a:lnTo>
                <a:close/>
                <a:moveTo>
                  <a:pt x="8086" y="1911"/>
                </a:moveTo>
                <a:lnTo>
                  <a:pt x="9191" y="1911"/>
                </a:lnTo>
                <a:lnTo>
                  <a:pt x="9191" y="3015"/>
                </a:lnTo>
                <a:lnTo>
                  <a:pt x="8086" y="3015"/>
                </a:lnTo>
                <a:lnTo>
                  <a:pt x="8086" y="1911"/>
                </a:lnTo>
                <a:close/>
                <a:moveTo>
                  <a:pt x="8086" y="12419"/>
                </a:moveTo>
                <a:lnTo>
                  <a:pt x="9191" y="12419"/>
                </a:lnTo>
                <a:lnTo>
                  <a:pt x="9191" y="13523"/>
                </a:lnTo>
                <a:lnTo>
                  <a:pt x="8086" y="13523"/>
                </a:lnTo>
                <a:lnTo>
                  <a:pt x="8086" y="12419"/>
                </a:lnTo>
                <a:close/>
                <a:moveTo>
                  <a:pt x="9500" y="12419"/>
                </a:moveTo>
                <a:lnTo>
                  <a:pt x="10606" y="12419"/>
                </a:lnTo>
                <a:lnTo>
                  <a:pt x="10606" y="13523"/>
                </a:lnTo>
                <a:lnTo>
                  <a:pt x="9500" y="13523"/>
                </a:lnTo>
                <a:lnTo>
                  <a:pt x="9500" y="12419"/>
                </a:lnTo>
                <a:close/>
                <a:moveTo>
                  <a:pt x="10915" y="12419"/>
                </a:moveTo>
                <a:lnTo>
                  <a:pt x="12021" y="12419"/>
                </a:lnTo>
                <a:lnTo>
                  <a:pt x="12021" y="13523"/>
                </a:lnTo>
                <a:lnTo>
                  <a:pt x="10915" y="13523"/>
                </a:lnTo>
                <a:lnTo>
                  <a:pt x="10915" y="12419"/>
                </a:lnTo>
                <a:close/>
                <a:moveTo>
                  <a:pt x="12331" y="12419"/>
                </a:moveTo>
                <a:lnTo>
                  <a:pt x="13436" y="12419"/>
                </a:lnTo>
                <a:lnTo>
                  <a:pt x="13436" y="13523"/>
                </a:lnTo>
                <a:lnTo>
                  <a:pt x="12331" y="13523"/>
                </a:lnTo>
                <a:lnTo>
                  <a:pt x="12331" y="12419"/>
                </a:lnTo>
                <a:close/>
                <a:moveTo>
                  <a:pt x="8086" y="10919"/>
                </a:moveTo>
                <a:lnTo>
                  <a:pt x="9191" y="10919"/>
                </a:lnTo>
                <a:lnTo>
                  <a:pt x="9191" y="12023"/>
                </a:lnTo>
                <a:lnTo>
                  <a:pt x="8086" y="12023"/>
                </a:lnTo>
                <a:lnTo>
                  <a:pt x="8086" y="10919"/>
                </a:lnTo>
                <a:close/>
                <a:moveTo>
                  <a:pt x="9500" y="10919"/>
                </a:moveTo>
                <a:lnTo>
                  <a:pt x="10606" y="10919"/>
                </a:lnTo>
                <a:lnTo>
                  <a:pt x="10606" y="12023"/>
                </a:lnTo>
                <a:lnTo>
                  <a:pt x="9500" y="12023"/>
                </a:lnTo>
                <a:lnTo>
                  <a:pt x="9500" y="10919"/>
                </a:lnTo>
                <a:close/>
                <a:moveTo>
                  <a:pt x="10915" y="10919"/>
                </a:moveTo>
                <a:lnTo>
                  <a:pt x="12021" y="10919"/>
                </a:lnTo>
                <a:lnTo>
                  <a:pt x="12021" y="12023"/>
                </a:lnTo>
                <a:lnTo>
                  <a:pt x="10915" y="12023"/>
                </a:lnTo>
                <a:lnTo>
                  <a:pt x="10915" y="10919"/>
                </a:lnTo>
                <a:close/>
                <a:moveTo>
                  <a:pt x="12331" y="10919"/>
                </a:moveTo>
                <a:lnTo>
                  <a:pt x="13436" y="10919"/>
                </a:lnTo>
                <a:lnTo>
                  <a:pt x="13436" y="12023"/>
                </a:lnTo>
                <a:lnTo>
                  <a:pt x="12331" y="12023"/>
                </a:lnTo>
                <a:lnTo>
                  <a:pt x="12331" y="10919"/>
                </a:lnTo>
                <a:close/>
                <a:moveTo>
                  <a:pt x="8086" y="9417"/>
                </a:moveTo>
                <a:lnTo>
                  <a:pt x="9191" y="9417"/>
                </a:lnTo>
                <a:lnTo>
                  <a:pt x="9191" y="10521"/>
                </a:lnTo>
                <a:lnTo>
                  <a:pt x="8086" y="10521"/>
                </a:lnTo>
                <a:lnTo>
                  <a:pt x="8086" y="9417"/>
                </a:lnTo>
                <a:close/>
                <a:moveTo>
                  <a:pt x="9500" y="9417"/>
                </a:moveTo>
                <a:lnTo>
                  <a:pt x="10606" y="9417"/>
                </a:lnTo>
                <a:lnTo>
                  <a:pt x="10606" y="10521"/>
                </a:lnTo>
                <a:lnTo>
                  <a:pt x="9500" y="10521"/>
                </a:lnTo>
                <a:lnTo>
                  <a:pt x="9500" y="9417"/>
                </a:lnTo>
                <a:close/>
                <a:moveTo>
                  <a:pt x="10915" y="9417"/>
                </a:moveTo>
                <a:lnTo>
                  <a:pt x="12021" y="9417"/>
                </a:lnTo>
                <a:lnTo>
                  <a:pt x="12021" y="10521"/>
                </a:lnTo>
                <a:lnTo>
                  <a:pt x="10915" y="10521"/>
                </a:lnTo>
                <a:lnTo>
                  <a:pt x="10915" y="9417"/>
                </a:lnTo>
                <a:close/>
                <a:moveTo>
                  <a:pt x="12331" y="9417"/>
                </a:moveTo>
                <a:lnTo>
                  <a:pt x="13436" y="9417"/>
                </a:lnTo>
                <a:lnTo>
                  <a:pt x="13436" y="10521"/>
                </a:lnTo>
                <a:lnTo>
                  <a:pt x="12331" y="10521"/>
                </a:lnTo>
                <a:lnTo>
                  <a:pt x="12331" y="9417"/>
                </a:lnTo>
                <a:close/>
                <a:moveTo>
                  <a:pt x="8086" y="7916"/>
                </a:moveTo>
                <a:lnTo>
                  <a:pt x="9191" y="7916"/>
                </a:lnTo>
                <a:lnTo>
                  <a:pt x="9191" y="9020"/>
                </a:lnTo>
                <a:lnTo>
                  <a:pt x="8086" y="9020"/>
                </a:lnTo>
                <a:lnTo>
                  <a:pt x="8086" y="7916"/>
                </a:lnTo>
                <a:close/>
                <a:moveTo>
                  <a:pt x="9500" y="7916"/>
                </a:moveTo>
                <a:lnTo>
                  <a:pt x="10606" y="7916"/>
                </a:lnTo>
                <a:lnTo>
                  <a:pt x="10606" y="9020"/>
                </a:lnTo>
                <a:lnTo>
                  <a:pt x="9500" y="9020"/>
                </a:lnTo>
                <a:lnTo>
                  <a:pt x="9500" y="7916"/>
                </a:lnTo>
                <a:close/>
                <a:moveTo>
                  <a:pt x="10915" y="7916"/>
                </a:moveTo>
                <a:lnTo>
                  <a:pt x="12021" y="7916"/>
                </a:lnTo>
                <a:lnTo>
                  <a:pt x="12021" y="9020"/>
                </a:lnTo>
                <a:lnTo>
                  <a:pt x="10915" y="9020"/>
                </a:lnTo>
                <a:lnTo>
                  <a:pt x="10915" y="7916"/>
                </a:lnTo>
                <a:close/>
                <a:moveTo>
                  <a:pt x="12331" y="7916"/>
                </a:moveTo>
                <a:lnTo>
                  <a:pt x="13436" y="7916"/>
                </a:lnTo>
                <a:lnTo>
                  <a:pt x="13436" y="9020"/>
                </a:lnTo>
                <a:lnTo>
                  <a:pt x="12331" y="9020"/>
                </a:lnTo>
                <a:lnTo>
                  <a:pt x="12331" y="7916"/>
                </a:lnTo>
                <a:close/>
                <a:moveTo>
                  <a:pt x="8086" y="6414"/>
                </a:moveTo>
                <a:lnTo>
                  <a:pt x="9191" y="6414"/>
                </a:lnTo>
                <a:lnTo>
                  <a:pt x="9191" y="7518"/>
                </a:lnTo>
                <a:lnTo>
                  <a:pt x="8086" y="7518"/>
                </a:lnTo>
                <a:lnTo>
                  <a:pt x="8086" y="6414"/>
                </a:lnTo>
                <a:close/>
                <a:moveTo>
                  <a:pt x="9500" y="6414"/>
                </a:moveTo>
                <a:lnTo>
                  <a:pt x="10606" y="6414"/>
                </a:lnTo>
                <a:lnTo>
                  <a:pt x="10606" y="7518"/>
                </a:lnTo>
                <a:lnTo>
                  <a:pt x="9500" y="7518"/>
                </a:lnTo>
                <a:lnTo>
                  <a:pt x="9500" y="6414"/>
                </a:lnTo>
                <a:close/>
                <a:moveTo>
                  <a:pt x="10915" y="6414"/>
                </a:moveTo>
                <a:lnTo>
                  <a:pt x="12021" y="6414"/>
                </a:lnTo>
                <a:lnTo>
                  <a:pt x="12021" y="7518"/>
                </a:lnTo>
                <a:lnTo>
                  <a:pt x="10915" y="7518"/>
                </a:lnTo>
                <a:lnTo>
                  <a:pt x="10915" y="6414"/>
                </a:lnTo>
                <a:close/>
                <a:moveTo>
                  <a:pt x="12331" y="6414"/>
                </a:moveTo>
                <a:lnTo>
                  <a:pt x="13436" y="6414"/>
                </a:lnTo>
                <a:lnTo>
                  <a:pt x="13436" y="7518"/>
                </a:lnTo>
                <a:lnTo>
                  <a:pt x="12331" y="7518"/>
                </a:lnTo>
                <a:lnTo>
                  <a:pt x="12331" y="6414"/>
                </a:lnTo>
                <a:close/>
                <a:moveTo>
                  <a:pt x="8086" y="4914"/>
                </a:moveTo>
                <a:lnTo>
                  <a:pt x="9191" y="4914"/>
                </a:lnTo>
                <a:lnTo>
                  <a:pt x="9191" y="6018"/>
                </a:lnTo>
                <a:lnTo>
                  <a:pt x="8086" y="6018"/>
                </a:lnTo>
                <a:lnTo>
                  <a:pt x="8086" y="4914"/>
                </a:lnTo>
                <a:close/>
                <a:moveTo>
                  <a:pt x="9500" y="4914"/>
                </a:moveTo>
                <a:lnTo>
                  <a:pt x="10606" y="4914"/>
                </a:lnTo>
                <a:lnTo>
                  <a:pt x="10606" y="6018"/>
                </a:lnTo>
                <a:lnTo>
                  <a:pt x="9500" y="6018"/>
                </a:lnTo>
                <a:lnTo>
                  <a:pt x="9500" y="4914"/>
                </a:lnTo>
                <a:close/>
                <a:moveTo>
                  <a:pt x="10915" y="4914"/>
                </a:moveTo>
                <a:lnTo>
                  <a:pt x="12021" y="4914"/>
                </a:lnTo>
                <a:lnTo>
                  <a:pt x="12021" y="6018"/>
                </a:lnTo>
                <a:lnTo>
                  <a:pt x="10915" y="6018"/>
                </a:lnTo>
                <a:lnTo>
                  <a:pt x="10915" y="4914"/>
                </a:lnTo>
                <a:close/>
                <a:moveTo>
                  <a:pt x="12331" y="4914"/>
                </a:moveTo>
                <a:lnTo>
                  <a:pt x="13436" y="4914"/>
                </a:lnTo>
                <a:lnTo>
                  <a:pt x="13436" y="6018"/>
                </a:lnTo>
                <a:lnTo>
                  <a:pt x="12331" y="6018"/>
                </a:lnTo>
                <a:lnTo>
                  <a:pt x="12331" y="4914"/>
                </a:lnTo>
                <a:close/>
                <a:moveTo>
                  <a:pt x="8086" y="3413"/>
                </a:moveTo>
                <a:lnTo>
                  <a:pt x="9191" y="3413"/>
                </a:lnTo>
                <a:lnTo>
                  <a:pt x="9191" y="4516"/>
                </a:lnTo>
                <a:lnTo>
                  <a:pt x="8086" y="4516"/>
                </a:lnTo>
                <a:lnTo>
                  <a:pt x="8086" y="3413"/>
                </a:lnTo>
                <a:close/>
                <a:moveTo>
                  <a:pt x="9500" y="3413"/>
                </a:moveTo>
                <a:lnTo>
                  <a:pt x="10606" y="3413"/>
                </a:lnTo>
                <a:lnTo>
                  <a:pt x="10606" y="4516"/>
                </a:lnTo>
                <a:lnTo>
                  <a:pt x="9500" y="4516"/>
                </a:lnTo>
                <a:lnTo>
                  <a:pt x="9500" y="3413"/>
                </a:lnTo>
                <a:close/>
                <a:moveTo>
                  <a:pt x="10915" y="3413"/>
                </a:moveTo>
                <a:lnTo>
                  <a:pt x="12021" y="3413"/>
                </a:lnTo>
                <a:lnTo>
                  <a:pt x="12021" y="4516"/>
                </a:lnTo>
                <a:lnTo>
                  <a:pt x="10915" y="4516"/>
                </a:lnTo>
                <a:lnTo>
                  <a:pt x="10915" y="3413"/>
                </a:lnTo>
                <a:close/>
                <a:moveTo>
                  <a:pt x="9500" y="1911"/>
                </a:moveTo>
                <a:lnTo>
                  <a:pt x="10606" y="1911"/>
                </a:lnTo>
                <a:lnTo>
                  <a:pt x="10606" y="3015"/>
                </a:lnTo>
                <a:lnTo>
                  <a:pt x="9500" y="3015"/>
                </a:lnTo>
                <a:lnTo>
                  <a:pt x="9500" y="1911"/>
                </a:lnTo>
                <a:close/>
                <a:moveTo>
                  <a:pt x="10915" y="1911"/>
                </a:moveTo>
                <a:lnTo>
                  <a:pt x="12021" y="1911"/>
                </a:lnTo>
                <a:lnTo>
                  <a:pt x="12021" y="3015"/>
                </a:lnTo>
                <a:lnTo>
                  <a:pt x="10915" y="3015"/>
                </a:lnTo>
                <a:lnTo>
                  <a:pt x="10915" y="1911"/>
                </a:lnTo>
                <a:close/>
                <a:moveTo>
                  <a:pt x="12331" y="1911"/>
                </a:moveTo>
                <a:lnTo>
                  <a:pt x="13436" y="1911"/>
                </a:lnTo>
                <a:lnTo>
                  <a:pt x="13436" y="3015"/>
                </a:lnTo>
                <a:lnTo>
                  <a:pt x="12331" y="3015"/>
                </a:lnTo>
                <a:lnTo>
                  <a:pt x="12331" y="1911"/>
                </a:lnTo>
                <a:close/>
                <a:moveTo>
                  <a:pt x="12331" y="3413"/>
                </a:moveTo>
                <a:lnTo>
                  <a:pt x="13436" y="3413"/>
                </a:lnTo>
                <a:lnTo>
                  <a:pt x="13436" y="4516"/>
                </a:lnTo>
                <a:lnTo>
                  <a:pt x="12331" y="4516"/>
                </a:lnTo>
                <a:lnTo>
                  <a:pt x="12331" y="3413"/>
                </a:lnTo>
                <a:close/>
              </a:path>
            </a:pathLst>
          </a:custGeom>
          <a:solidFill>
            <a:schemeClr val="bg1">
              <a:lumMod val="50000"/>
            </a:schemeClr>
          </a:solid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pic>
        <p:nvPicPr>
          <p:cNvPr id="14" name="Picture 12" descr="E:\2016.01\1.12 扁平化图标\蓝色\AR-蓝色最新-40.png">
            <a:extLst>
              <a:ext uri="{FF2B5EF4-FFF2-40B4-BE49-F238E27FC236}">
                <a16:creationId xmlns:a16="http://schemas.microsoft.com/office/drawing/2014/main" id="{1D8E071F-501D-48FF-8ED1-076998A80BB3}"/>
              </a:ext>
            </a:extLst>
          </p:cNvPr>
          <p:cNvPicPr>
            <a:picLocks noChangeArrowheads="1"/>
          </p:cNvPicPr>
          <p:nvPr/>
        </p:nvPicPr>
        <p:blipFill>
          <a:blip r:embed="rId5" cstate="print"/>
          <a:srcRect/>
          <a:stretch>
            <a:fillRect/>
          </a:stretch>
        </p:blipFill>
        <p:spPr bwMode="gray">
          <a:xfrm>
            <a:off x="3917171" y="2300400"/>
            <a:ext cx="497660" cy="407176"/>
          </a:xfrm>
          <a:prstGeom prst="rect">
            <a:avLst/>
          </a:prstGeom>
          <a:noFill/>
        </p:spPr>
      </p:pic>
      <p:sp>
        <p:nvSpPr>
          <p:cNvPr id="36" name="矩形 35"/>
          <p:cNvSpPr/>
          <p:nvPr/>
        </p:nvSpPr>
        <p:spPr bwMode="gray">
          <a:xfrm>
            <a:off x="3133027" y="2242996"/>
            <a:ext cx="543527" cy="307657"/>
          </a:xfrm>
          <a:prstGeom prst="rect">
            <a:avLst/>
          </a:prstGeom>
        </p:spPr>
        <p:txBody>
          <a:bodyPr wrap="none">
            <a:spAutoFit/>
          </a:bodyPr>
          <a:lstStyle/>
          <a:p>
            <a:r>
              <a:rPr lang="zh-CN" altLang="en-US" sz="1399">
                <a:solidFill>
                  <a:schemeClr val="bg1">
                    <a:lumMod val="50000"/>
                  </a:schemeClr>
                </a:solidFill>
              </a:rPr>
              <a:t>总部</a:t>
            </a:r>
            <a:endParaRPr lang="en-US" altLang="zh-CN" sz="1399">
              <a:solidFill>
                <a:schemeClr val="bg1">
                  <a:lumMod val="50000"/>
                </a:schemeClr>
              </a:solidFill>
            </a:endParaRPr>
          </a:p>
        </p:txBody>
      </p:sp>
      <p:grpSp>
        <p:nvGrpSpPr>
          <p:cNvPr id="40" name="组合 39"/>
          <p:cNvGrpSpPr/>
          <p:nvPr/>
        </p:nvGrpSpPr>
        <p:grpSpPr bwMode="gray">
          <a:xfrm>
            <a:off x="5546945" y="3759130"/>
            <a:ext cx="644476" cy="768523"/>
            <a:chOff x="699103" y="4370478"/>
            <a:chExt cx="644728" cy="768823"/>
          </a:xfrm>
        </p:grpSpPr>
        <p:grpSp>
          <p:nvGrpSpPr>
            <p:cNvPr id="19" name="组合 262"/>
            <p:cNvGrpSpPr/>
            <p:nvPr/>
          </p:nvGrpSpPr>
          <p:grpSpPr bwMode="gray">
            <a:xfrm>
              <a:off x="759111" y="4658799"/>
              <a:ext cx="394083" cy="480502"/>
              <a:chOff x="6378575" y="2882900"/>
              <a:chExt cx="858950" cy="865188"/>
            </a:xfrm>
            <a:solidFill>
              <a:schemeClr val="bg1">
                <a:lumMod val="50000"/>
              </a:schemeClr>
            </a:solidFill>
          </p:grpSpPr>
          <p:sp>
            <p:nvSpPr>
              <p:cNvPr id="20" name="Freeform 11"/>
              <p:cNvSpPr>
                <a:spLocks/>
              </p:cNvSpPr>
              <p:nvPr/>
            </p:nvSpPr>
            <p:spPr bwMode="gray">
              <a:xfrm>
                <a:off x="6378575" y="2882900"/>
                <a:ext cx="425450" cy="179388"/>
              </a:xfrm>
              <a:custGeom>
                <a:avLst/>
                <a:gdLst/>
                <a:ahLst/>
                <a:cxnLst>
                  <a:cxn ang="0">
                    <a:pos x="3889" y="0"/>
                  </a:cxn>
                  <a:cxn ang="0">
                    <a:pos x="5834" y="1637"/>
                  </a:cxn>
                  <a:cxn ang="0">
                    <a:pos x="7779" y="3274"/>
                  </a:cxn>
                  <a:cxn ang="0">
                    <a:pos x="3889" y="3274"/>
                  </a:cxn>
                  <a:cxn ang="0">
                    <a:pos x="0" y="3274"/>
                  </a:cxn>
                  <a:cxn ang="0">
                    <a:pos x="1944" y="1637"/>
                  </a:cxn>
                  <a:cxn ang="0">
                    <a:pos x="3889" y="0"/>
                  </a:cxn>
                </a:cxnLst>
                <a:rect l="0" t="0" r="r" b="b"/>
                <a:pathLst>
                  <a:path w="7779" h="3274">
                    <a:moveTo>
                      <a:pt x="3889" y="0"/>
                    </a:moveTo>
                    <a:lnTo>
                      <a:pt x="5834" y="1637"/>
                    </a:lnTo>
                    <a:lnTo>
                      <a:pt x="7779" y="3274"/>
                    </a:lnTo>
                    <a:lnTo>
                      <a:pt x="3889" y="3274"/>
                    </a:lnTo>
                    <a:lnTo>
                      <a:pt x="0" y="3274"/>
                    </a:lnTo>
                    <a:lnTo>
                      <a:pt x="1944" y="1637"/>
                    </a:lnTo>
                    <a:lnTo>
                      <a:pt x="3889" y="0"/>
                    </a:lnTo>
                    <a:close/>
                  </a:path>
                </a:pathLst>
              </a:custGeom>
              <a:solidFill>
                <a:srgbClr val="7F7F7F"/>
              </a:solid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21" name="Freeform 12"/>
              <p:cNvSpPr>
                <a:spLocks/>
              </p:cNvSpPr>
              <p:nvPr/>
            </p:nvSpPr>
            <p:spPr bwMode="gray">
              <a:xfrm>
                <a:off x="6810487" y="3300413"/>
                <a:ext cx="425451" cy="179387"/>
              </a:xfrm>
              <a:custGeom>
                <a:avLst/>
                <a:gdLst/>
                <a:ahLst/>
                <a:cxnLst>
                  <a:cxn ang="0">
                    <a:pos x="3890" y="0"/>
                  </a:cxn>
                  <a:cxn ang="0">
                    <a:pos x="5834" y="1638"/>
                  </a:cxn>
                  <a:cxn ang="0">
                    <a:pos x="7779" y="3275"/>
                  </a:cxn>
                  <a:cxn ang="0">
                    <a:pos x="3890" y="3275"/>
                  </a:cxn>
                  <a:cxn ang="0">
                    <a:pos x="0" y="3275"/>
                  </a:cxn>
                  <a:cxn ang="0">
                    <a:pos x="1945" y="1638"/>
                  </a:cxn>
                  <a:cxn ang="0">
                    <a:pos x="3890" y="0"/>
                  </a:cxn>
                </a:cxnLst>
                <a:rect l="0" t="0" r="r" b="b"/>
                <a:pathLst>
                  <a:path w="7779" h="3275">
                    <a:moveTo>
                      <a:pt x="3890" y="0"/>
                    </a:moveTo>
                    <a:lnTo>
                      <a:pt x="5834" y="1638"/>
                    </a:lnTo>
                    <a:lnTo>
                      <a:pt x="7779" y="3275"/>
                    </a:lnTo>
                    <a:lnTo>
                      <a:pt x="3890" y="3275"/>
                    </a:lnTo>
                    <a:lnTo>
                      <a:pt x="0" y="3275"/>
                    </a:lnTo>
                    <a:lnTo>
                      <a:pt x="1945" y="1638"/>
                    </a:lnTo>
                    <a:lnTo>
                      <a:pt x="3890" y="0"/>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22" name="Freeform 13"/>
              <p:cNvSpPr>
                <a:spLocks noEditPoints="1"/>
              </p:cNvSpPr>
              <p:nvPr/>
            </p:nvSpPr>
            <p:spPr bwMode="gray">
              <a:xfrm>
                <a:off x="6810487" y="3502025"/>
                <a:ext cx="427038" cy="246063"/>
              </a:xfrm>
              <a:custGeom>
                <a:avLst/>
                <a:gdLst/>
                <a:ahLst/>
                <a:cxnLst>
                  <a:cxn ang="0">
                    <a:pos x="7792" y="0"/>
                  </a:cxn>
                  <a:cxn ang="0">
                    <a:pos x="0" y="0"/>
                  </a:cxn>
                  <a:cxn ang="0">
                    <a:pos x="0" y="4498"/>
                  </a:cxn>
                  <a:cxn ang="0">
                    <a:pos x="7792" y="4498"/>
                  </a:cxn>
                  <a:cxn ang="0">
                    <a:pos x="7792" y="0"/>
                  </a:cxn>
                  <a:cxn ang="0">
                    <a:pos x="687" y="578"/>
                  </a:cxn>
                  <a:cxn ang="0">
                    <a:pos x="2079" y="578"/>
                  </a:cxn>
                  <a:cxn ang="0">
                    <a:pos x="2079" y="1971"/>
                  </a:cxn>
                  <a:cxn ang="0">
                    <a:pos x="687" y="1971"/>
                  </a:cxn>
                  <a:cxn ang="0">
                    <a:pos x="687" y="578"/>
                  </a:cxn>
                  <a:cxn ang="0">
                    <a:pos x="687" y="2473"/>
                  </a:cxn>
                  <a:cxn ang="0">
                    <a:pos x="2079" y="2473"/>
                  </a:cxn>
                  <a:cxn ang="0">
                    <a:pos x="2079" y="3866"/>
                  </a:cxn>
                  <a:cxn ang="0">
                    <a:pos x="687" y="3866"/>
                  </a:cxn>
                  <a:cxn ang="0">
                    <a:pos x="687" y="2473"/>
                  </a:cxn>
                  <a:cxn ang="0">
                    <a:pos x="2361" y="2473"/>
                  </a:cxn>
                  <a:cxn ang="0">
                    <a:pos x="3755" y="2473"/>
                  </a:cxn>
                  <a:cxn ang="0">
                    <a:pos x="3755" y="3866"/>
                  </a:cxn>
                  <a:cxn ang="0">
                    <a:pos x="2361" y="3866"/>
                  </a:cxn>
                  <a:cxn ang="0">
                    <a:pos x="2361" y="2473"/>
                  </a:cxn>
                  <a:cxn ang="0">
                    <a:pos x="4037" y="2473"/>
                  </a:cxn>
                  <a:cxn ang="0">
                    <a:pos x="5429" y="2473"/>
                  </a:cxn>
                  <a:cxn ang="0">
                    <a:pos x="5429" y="3866"/>
                  </a:cxn>
                  <a:cxn ang="0">
                    <a:pos x="4037" y="3866"/>
                  </a:cxn>
                  <a:cxn ang="0">
                    <a:pos x="4037" y="2473"/>
                  </a:cxn>
                  <a:cxn ang="0">
                    <a:pos x="2361" y="578"/>
                  </a:cxn>
                  <a:cxn ang="0">
                    <a:pos x="3755" y="578"/>
                  </a:cxn>
                  <a:cxn ang="0">
                    <a:pos x="3755" y="1971"/>
                  </a:cxn>
                  <a:cxn ang="0">
                    <a:pos x="2361" y="1971"/>
                  </a:cxn>
                  <a:cxn ang="0">
                    <a:pos x="2361" y="578"/>
                  </a:cxn>
                  <a:cxn ang="0">
                    <a:pos x="4037" y="578"/>
                  </a:cxn>
                  <a:cxn ang="0">
                    <a:pos x="5429" y="578"/>
                  </a:cxn>
                  <a:cxn ang="0">
                    <a:pos x="5429" y="1971"/>
                  </a:cxn>
                  <a:cxn ang="0">
                    <a:pos x="4037" y="1971"/>
                  </a:cxn>
                  <a:cxn ang="0">
                    <a:pos x="4037" y="578"/>
                  </a:cxn>
                  <a:cxn ang="0">
                    <a:pos x="5713" y="578"/>
                  </a:cxn>
                  <a:cxn ang="0">
                    <a:pos x="7105" y="578"/>
                  </a:cxn>
                  <a:cxn ang="0">
                    <a:pos x="7105" y="1971"/>
                  </a:cxn>
                  <a:cxn ang="0">
                    <a:pos x="5713" y="1971"/>
                  </a:cxn>
                  <a:cxn ang="0">
                    <a:pos x="5713" y="578"/>
                  </a:cxn>
                  <a:cxn ang="0">
                    <a:pos x="5713" y="2473"/>
                  </a:cxn>
                  <a:cxn ang="0">
                    <a:pos x="7105" y="2473"/>
                  </a:cxn>
                  <a:cxn ang="0">
                    <a:pos x="7105" y="3866"/>
                  </a:cxn>
                  <a:cxn ang="0">
                    <a:pos x="5713" y="3866"/>
                  </a:cxn>
                  <a:cxn ang="0">
                    <a:pos x="5713" y="2473"/>
                  </a:cxn>
                </a:cxnLst>
                <a:rect l="0" t="0" r="r" b="b"/>
                <a:pathLst>
                  <a:path w="7792" h="4498">
                    <a:moveTo>
                      <a:pt x="7792" y="0"/>
                    </a:moveTo>
                    <a:lnTo>
                      <a:pt x="0" y="0"/>
                    </a:lnTo>
                    <a:lnTo>
                      <a:pt x="0" y="4498"/>
                    </a:lnTo>
                    <a:lnTo>
                      <a:pt x="7792" y="4498"/>
                    </a:lnTo>
                    <a:lnTo>
                      <a:pt x="7792" y="0"/>
                    </a:lnTo>
                    <a:close/>
                    <a:moveTo>
                      <a:pt x="687" y="578"/>
                    </a:moveTo>
                    <a:lnTo>
                      <a:pt x="2079" y="578"/>
                    </a:lnTo>
                    <a:lnTo>
                      <a:pt x="2079" y="1971"/>
                    </a:lnTo>
                    <a:lnTo>
                      <a:pt x="687" y="1971"/>
                    </a:lnTo>
                    <a:lnTo>
                      <a:pt x="687" y="578"/>
                    </a:lnTo>
                    <a:close/>
                    <a:moveTo>
                      <a:pt x="687" y="2473"/>
                    </a:moveTo>
                    <a:lnTo>
                      <a:pt x="2079" y="2473"/>
                    </a:lnTo>
                    <a:lnTo>
                      <a:pt x="2079" y="3866"/>
                    </a:lnTo>
                    <a:lnTo>
                      <a:pt x="687" y="3866"/>
                    </a:lnTo>
                    <a:lnTo>
                      <a:pt x="687" y="2473"/>
                    </a:lnTo>
                    <a:close/>
                    <a:moveTo>
                      <a:pt x="2361" y="2473"/>
                    </a:moveTo>
                    <a:lnTo>
                      <a:pt x="3755" y="2473"/>
                    </a:lnTo>
                    <a:lnTo>
                      <a:pt x="3755" y="3866"/>
                    </a:lnTo>
                    <a:lnTo>
                      <a:pt x="2361" y="3866"/>
                    </a:lnTo>
                    <a:lnTo>
                      <a:pt x="2361" y="2473"/>
                    </a:lnTo>
                    <a:close/>
                    <a:moveTo>
                      <a:pt x="4037" y="2473"/>
                    </a:moveTo>
                    <a:lnTo>
                      <a:pt x="5429" y="2473"/>
                    </a:lnTo>
                    <a:lnTo>
                      <a:pt x="5429" y="3866"/>
                    </a:lnTo>
                    <a:lnTo>
                      <a:pt x="4037" y="3866"/>
                    </a:lnTo>
                    <a:lnTo>
                      <a:pt x="4037" y="2473"/>
                    </a:lnTo>
                    <a:close/>
                    <a:moveTo>
                      <a:pt x="2361" y="578"/>
                    </a:moveTo>
                    <a:lnTo>
                      <a:pt x="3755" y="578"/>
                    </a:lnTo>
                    <a:lnTo>
                      <a:pt x="3755" y="1971"/>
                    </a:lnTo>
                    <a:lnTo>
                      <a:pt x="2361" y="1971"/>
                    </a:lnTo>
                    <a:lnTo>
                      <a:pt x="2361" y="578"/>
                    </a:lnTo>
                    <a:close/>
                    <a:moveTo>
                      <a:pt x="4037" y="578"/>
                    </a:moveTo>
                    <a:lnTo>
                      <a:pt x="5429" y="578"/>
                    </a:lnTo>
                    <a:lnTo>
                      <a:pt x="5429" y="1971"/>
                    </a:lnTo>
                    <a:lnTo>
                      <a:pt x="4037" y="1971"/>
                    </a:lnTo>
                    <a:lnTo>
                      <a:pt x="4037" y="578"/>
                    </a:lnTo>
                    <a:close/>
                    <a:moveTo>
                      <a:pt x="5713" y="578"/>
                    </a:moveTo>
                    <a:lnTo>
                      <a:pt x="7105" y="578"/>
                    </a:lnTo>
                    <a:lnTo>
                      <a:pt x="7105" y="1971"/>
                    </a:lnTo>
                    <a:lnTo>
                      <a:pt x="5713" y="1971"/>
                    </a:lnTo>
                    <a:lnTo>
                      <a:pt x="5713" y="578"/>
                    </a:lnTo>
                    <a:close/>
                    <a:moveTo>
                      <a:pt x="5713" y="2473"/>
                    </a:moveTo>
                    <a:lnTo>
                      <a:pt x="7105" y="2473"/>
                    </a:lnTo>
                    <a:lnTo>
                      <a:pt x="7105" y="3866"/>
                    </a:lnTo>
                    <a:lnTo>
                      <a:pt x="5713" y="3866"/>
                    </a:lnTo>
                    <a:lnTo>
                      <a:pt x="5713" y="2473"/>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23" name="Freeform 14"/>
              <p:cNvSpPr>
                <a:spLocks noEditPoints="1"/>
              </p:cNvSpPr>
              <p:nvPr/>
            </p:nvSpPr>
            <p:spPr bwMode="gray">
              <a:xfrm>
                <a:off x="6378575" y="3081338"/>
                <a:ext cx="427038" cy="666750"/>
              </a:xfrm>
              <a:custGeom>
                <a:avLst/>
                <a:gdLst/>
                <a:ahLst/>
                <a:cxnLst>
                  <a:cxn ang="0">
                    <a:pos x="7792" y="0"/>
                  </a:cxn>
                  <a:cxn ang="0">
                    <a:pos x="0" y="12190"/>
                  </a:cxn>
                  <a:cxn ang="0">
                    <a:pos x="687" y="690"/>
                  </a:cxn>
                  <a:cxn ang="0">
                    <a:pos x="2079" y="2084"/>
                  </a:cxn>
                  <a:cxn ang="0">
                    <a:pos x="687" y="690"/>
                  </a:cxn>
                  <a:cxn ang="0">
                    <a:pos x="2079" y="10165"/>
                  </a:cxn>
                  <a:cxn ang="0">
                    <a:pos x="687" y="11558"/>
                  </a:cxn>
                  <a:cxn ang="0">
                    <a:pos x="2363" y="10165"/>
                  </a:cxn>
                  <a:cxn ang="0">
                    <a:pos x="3755" y="11558"/>
                  </a:cxn>
                  <a:cxn ang="0">
                    <a:pos x="2363" y="10165"/>
                  </a:cxn>
                  <a:cxn ang="0">
                    <a:pos x="5431" y="10165"/>
                  </a:cxn>
                  <a:cxn ang="0">
                    <a:pos x="4037" y="11558"/>
                  </a:cxn>
                  <a:cxn ang="0">
                    <a:pos x="5713" y="10165"/>
                  </a:cxn>
                  <a:cxn ang="0">
                    <a:pos x="7105" y="11558"/>
                  </a:cxn>
                  <a:cxn ang="0">
                    <a:pos x="5713" y="10165"/>
                  </a:cxn>
                  <a:cxn ang="0">
                    <a:pos x="2079" y="8270"/>
                  </a:cxn>
                  <a:cxn ang="0">
                    <a:pos x="687" y="9663"/>
                  </a:cxn>
                  <a:cxn ang="0">
                    <a:pos x="2363" y="8270"/>
                  </a:cxn>
                  <a:cxn ang="0">
                    <a:pos x="3755" y="9663"/>
                  </a:cxn>
                  <a:cxn ang="0">
                    <a:pos x="2363" y="8270"/>
                  </a:cxn>
                  <a:cxn ang="0">
                    <a:pos x="5431" y="8270"/>
                  </a:cxn>
                  <a:cxn ang="0">
                    <a:pos x="4037" y="9663"/>
                  </a:cxn>
                  <a:cxn ang="0">
                    <a:pos x="5713" y="8270"/>
                  </a:cxn>
                  <a:cxn ang="0">
                    <a:pos x="7105" y="9663"/>
                  </a:cxn>
                  <a:cxn ang="0">
                    <a:pos x="5713" y="8270"/>
                  </a:cxn>
                  <a:cxn ang="0">
                    <a:pos x="2079" y="6376"/>
                  </a:cxn>
                  <a:cxn ang="0">
                    <a:pos x="687" y="7768"/>
                  </a:cxn>
                  <a:cxn ang="0">
                    <a:pos x="2363" y="6376"/>
                  </a:cxn>
                  <a:cxn ang="0">
                    <a:pos x="3755" y="7768"/>
                  </a:cxn>
                  <a:cxn ang="0">
                    <a:pos x="2363" y="6376"/>
                  </a:cxn>
                  <a:cxn ang="0">
                    <a:pos x="5431" y="6376"/>
                  </a:cxn>
                  <a:cxn ang="0">
                    <a:pos x="4037" y="7768"/>
                  </a:cxn>
                  <a:cxn ang="0">
                    <a:pos x="5713" y="6376"/>
                  </a:cxn>
                  <a:cxn ang="0">
                    <a:pos x="7105" y="7768"/>
                  </a:cxn>
                  <a:cxn ang="0">
                    <a:pos x="5713" y="6376"/>
                  </a:cxn>
                  <a:cxn ang="0">
                    <a:pos x="2079" y="4481"/>
                  </a:cxn>
                  <a:cxn ang="0">
                    <a:pos x="687" y="5874"/>
                  </a:cxn>
                  <a:cxn ang="0">
                    <a:pos x="2363" y="4481"/>
                  </a:cxn>
                  <a:cxn ang="0">
                    <a:pos x="3755" y="5874"/>
                  </a:cxn>
                  <a:cxn ang="0">
                    <a:pos x="2363" y="4481"/>
                  </a:cxn>
                  <a:cxn ang="0">
                    <a:pos x="5431" y="4481"/>
                  </a:cxn>
                  <a:cxn ang="0">
                    <a:pos x="4037" y="5874"/>
                  </a:cxn>
                  <a:cxn ang="0">
                    <a:pos x="5713" y="4481"/>
                  </a:cxn>
                  <a:cxn ang="0">
                    <a:pos x="7105" y="5874"/>
                  </a:cxn>
                  <a:cxn ang="0">
                    <a:pos x="5713" y="4481"/>
                  </a:cxn>
                  <a:cxn ang="0">
                    <a:pos x="2079" y="2585"/>
                  </a:cxn>
                  <a:cxn ang="0">
                    <a:pos x="687" y="3979"/>
                  </a:cxn>
                  <a:cxn ang="0">
                    <a:pos x="2363" y="2585"/>
                  </a:cxn>
                  <a:cxn ang="0">
                    <a:pos x="3755" y="3979"/>
                  </a:cxn>
                  <a:cxn ang="0">
                    <a:pos x="2363" y="2585"/>
                  </a:cxn>
                  <a:cxn ang="0">
                    <a:pos x="5431" y="2585"/>
                  </a:cxn>
                  <a:cxn ang="0">
                    <a:pos x="4037" y="3979"/>
                  </a:cxn>
                  <a:cxn ang="0">
                    <a:pos x="2363" y="690"/>
                  </a:cxn>
                  <a:cxn ang="0">
                    <a:pos x="3755" y="2084"/>
                  </a:cxn>
                  <a:cxn ang="0">
                    <a:pos x="2363" y="690"/>
                  </a:cxn>
                  <a:cxn ang="0">
                    <a:pos x="5431" y="690"/>
                  </a:cxn>
                  <a:cxn ang="0">
                    <a:pos x="4037" y="2084"/>
                  </a:cxn>
                  <a:cxn ang="0">
                    <a:pos x="5713" y="690"/>
                  </a:cxn>
                  <a:cxn ang="0">
                    <a:pos x="7105" y="2084"/>
                  </a:cxn>
                  <a:cxn ang="0">
                    <a:pos x="5713" y="690"/>
                  </a:cxn>
                  <a:cxn ang="0">
                    <a:pos x="7105" y="2585"/>
                  </a:cxn>
                  <a:cxn ang="0">
                    <a:pos x="5713" y="3979"/>
                  </a:cxn>
                </a:cxnLst>
                <a:rect l="0" t="0" r="r" b="b"/>
                <a:pathLst>
                  <a:path w="7792" h="12190">
                    <a:moveTo>
                      <a:pt x="0" y="0"/>
                    </a:moveTo>
                    <a:lnTo>
                      <a:pt x="7792" y="0"/>
                    </a:lnTo>
                    <a:lnTo>
                      <a:pt x="7792" y="12190"/>
                    </a:lnTo>
                    <a:lnTo>
                      <a:pt x="0" y="12190"/>
                    </a:lnTo>
                    <a:lnTo>
                      <a:pt x="0" y="0"/>
                    </a:lnTo>
                    <a:close/>
                    <a:moveTo>
                      <a:pt x="687" y="690"/>
                    </a:moveTo>
                    <a:lnTo>
                      <a:pt x="2079" y="690"/>
                    </a:lnTo>
                    <a:lnTo>
                      <a:pt x="2079" y="2084"/>
                    </a:lnTo>
                    <a:lnTo>
                      <a:pt x="687" y="2084"/>
                    </a:lnTo>
                    <a:lnTo>
                      <a:pt x="687" y="690"/>
                    </a:lnTo>
                    <a:close/>
                    <a:moveTo>
                      <a:pt x="687" y="10165"/>
                    </a:moveTo>
                    <a:lnTo>
                      <a:pt x="2079" y="10165"/>
                    </a:lnTo>
                    <a:lnTo>
                      <a:pt x="2079" y="11558"/>
                    </a:lnTo>
                    <a:lnTo>
                      <a:pt x="687" y="11558"/>
                    </a:lnTo>
                    <a:lnTo>
                      <a:pt x="687" y="10165"/>
                    </a:lnTo>
                    <a:close/>
                    <a:moveTo>
                      <a:pt x="2363" y="10165"/>
                    </a:moveTo>
                    <a:lnTo>
                      <a:pt x="3755" y="10165"/>
                    </a:lnTo>
                    <a:lnTo>
                      <a:pt x="3755" y="11558"/>
                    </a:lnTo>
                    <a:lnTo>
                      <a:pt x="2363" y="11558"/>
                    </a:lnTo>
                    <a:lnTo>
                      <a:pt x="2363" y="10165"/>
                    </a:lnTo>
                    <a:close/>
                    <a:moveTo>
                      <a:pt x="4037" y="10165"/>
                    </a:moveTo>
                    <a:lnTo>
                      <a:pt x="5431" y="10165"/>
                    </a:lnTo>
                    <a:lnTo>
                      <a:pt x="5431" y="11558"/>
                    </a:lnTo>
                    <a:lnTo>
                      <a:pt x="4037" y="11558"/>
                    </a:lnTo>
                    <a:lnTo>
                      <a:pt x="4037" y="10165"/>
                    </a:lnTo>
                    <a:close/>
                    <a:moveTo>
                      <a:pt x="5713" y="10165"/>
                    </a:moveTo>
                    <a:lnTo>
                      <a:pt x="7105" y="10165"/>
                    </a:lnTo>
                    <a:lnTo>
                      <a:pt x="7105" y="11558"/>
                    </a:lnTo>
                    <a:lnTo>
                      <a:pt x="5713" y="11558"/>
                    </a:lnTo>
                    <a:lnTo>
                      <a:pt x="5713" y="10165"/>
                    </a:lnTo>
                    <a:close/>
                    <a:moveTo>
                      <a:pt x="687" y="8270"/>
                    </a:moveTo>
                    <a:lnTo>
                      <a:pt x="2079" y="8270"/>
                    </a:lnTo>
                    <a:lnTo>
                      <a:pt x="2079" y="9663"/>
                    </a:lnTo>
                    <a:lnTo>
                      <a:pt x="687" y="9663"/>
                    </a:lnTo>
                    <a:lnTo>
                      <a:pt x="687" y="8270"/>
                    </a:lnTo>
                    <a:close/>
                    <a:moveTo>
                      <a:pt x="2363" y="8270"/>
                    </a:moveTo>
                    <a:lnTo>
                      <a:pt x="3755" y="8270"/>
                    </a:lnTo>
                    <a:lnTo>
                      <a:pt x="3755" y="9663"/>
                    </a:lnTo>
                    <a:lnTo>
                      <a:pt x="2363" y="9663"/>
                    </a:lnTo>
                    <a:lnTo>
                      <a:pt x="2363" y="8270"/>
                    </a:lnTo>
                    <a:close/>
                    <a:moveTo>
                      <a:pt x="4037" y="8270"/>
                    </a:moveTo>
                    <a:lnTo>
                      <a:pt x="5431" y="8270"/>
                    </a:lnTo>
                    <a:lnTo>
                      <a:pt x="5431" y="9663"/>
                    </a:lnTo>
                    <a:lnTo>
                      <a:pt x="4037" y="9663"/>
                    </a:lnTo>
                    <a:lnTo>
                      <a:pt x="4037" y="8270"/>
                    </a:lnTo>
                    <a:close/>
                    <a:moveTo>
                      <a:pt x="5713" y="8270"/>
                    </a:moveTo>
                    <a:lnTo>
                      <a:pt x="7105" y="8270"/>
                    </a:lnTo>
                    <a:lnTo>
                      <a:pt x="7105" y="9663"/>
                    </a:lnTo>
                    <a:lnTo>
                      <a:pt x="5713" y="9663"/>
                    </a:lnTo>
                    <a:lnTo>
                      <a:pt x="5713" y="8270"/>
                    </a:lnTo>
                    <a:close/>
                    <a:moveTo>
                      <a:pt x="687" y="6376"/>
                    </a:moveTo>
                    <a:lnTo>
                      <a:pt x="2079" y="6376"/>
                    </a:lnTo>
                    <a:lnTo>
                      <a:pt x="2079" y="7768"/>
                    </a:lnTo>
                    <a:lnTo>
                      <a:pt x="687" y="7768"/>
                    </a:lnTo>
                    <a:lnTo>
                      <a:pt x="687" y="6376"/>
                    </a:lnTo>
                    <a:close/>
                    <a:moveTo>
                      <a:pt x="2363" y="6376"/>
                    </a:moveTo>
                    <a:lnTo>
                      <a:pt x="3755" y="6376"/>
                    </a:lnTo>
                    <a:lnTo>
                      <a:pt x="3755" y="7768"/>
                    </a:lnTo>
                    <a:lnTo>
                      <a:pt x="2363" y="7768"/>
                    </a:lnTo>
                    <a:lnTo>
                      <a:pt x="2363" y="6376"/>
                    </a:lnTo>
                    <a:close/>
                    <a:moveTo>
                      <a:pt x="4037" y="6376"/>
                    </a:moveTo>
                    <a:lnTo>
                      <a:pt x="5431" y="6376"/>
                    </a:lnTo>
                    <a:lnTo>
                      <a:pt x="5431" y="7768"/>
                    </a:lnTo>
                    <a:lnTo>
                      <a:pt x="4037" y="7768"/>
                    </a:lnTo>
                    <a:lnTo>
                      <a:pt x="4037" y="6376"/>
                    </a:lnTo>
                    <a:close/>
                    <a:moveTo>
                      <a:pt x="5713" y="6376"/>
                    </a:moveTo>
                    <a:lnTo>
                      <a:pt x="7105" y="6376"/>
                    </a:lnTo>
                    <a:lnTo>
                      <a:pt x="7105" y="7768"/>
                    </a:lnTo>
                    <a:lnTo>
                      <a:pt x="5713" y="7768"/>
                    </a:lnTo>
                    <a:lnTo>
                      <a:pt x="5713" y="6376"/>
                    </a:lnTo>
                    <a:close/>
                    <a:moveTo>
                      <a:pt x="687" y="4481"/>
                    </a:moveTo>
                    <a:lnTo>
                      <a:pt x="2079" y="4481"/>
                    </a:lnTo>
                    <a:lnTo>
                      <a:pt x="2079" y="5874"/>
                    </a:lnTo>
                    <a:lnTo>
                      <a:pt x="687" y="5874"/>
                    </a:lnTo>
                    <a:lnTo>
                      <a:pt x="687" y="4481"/>
                    </a:lnTo>
                    <a:close/>
                    <a:moveTo>
                      <a:pt x="2363" y="4481"/>
                    </a:moveTo>
                    <a:lnTo>
                      <a:pt x="3755" y="4481"/>
                    </a:lnTo>
                    <a:lnTo>
                      <a:pt x="3755" y="5874"/>
                    </a:lnTo>
                    <a:lnTo>
                      <a:pt x="2363" y="5874"/>
                    </a:lnTo>
                    <a:lnTo>
                      <a:pt x="2363" y="4481"/>
                    </a:lnTo>
                    <a:close/>
                    <a:moveTo>
                      <a:pt x="4037" y="4481"/>
                    </a:moveTo>
                    <a:lnTo>
                      <a:pt x="5431" y="4481"/>
                    </a:lnTo>
                    <a:lnTo>
                      <a:pt x="5431" y="5874"/>
                    </a:lnTo>
                    <a:lnTo>
                      <a:pt x="4037" y="5874"/>
                    </a:lnTo>
                    <a:lnTo>
                      <a:pt x="4037" y="4481"/>
                    </a:lnTo>
                    <a:close/>
                    <a:moveTo>
                      <a:pt x="5713" y="4481"/>
                    </a:moveTo>
                    <a:lnTo>
                      <a:pt x="7105" y="4481"/>
                    </a:lnTo>
                    <a:lnTo>
                      <a:pt x="7105" y="5874"/>
                    </a:lnTo>
                    <a:lnTo>
                      <a:pt x="5713" y="5874"/>
                    </a:lnTo>
                    <a:lnTo>
                      <a:pt x="5713" y="4481"/>
                    </a:lnTo>
                    <a:close/>
                    <a:moveTo>
                      <a:pt x="687" y="2585"/>
                    </a:moveTo>
                    <a:lnTo>
                      <a:pt x="2079" y="2585"/>
                    </a:lnTo>
                    <a:lnTo>
                      <a:pt x="2079" y="3979"/>
                    </a:lnTo>
                    <a:lnTo>
                      <a:pt x="687" y="3979"/>
                    </a:lnTo>
                    <a:lnTo>
                      <a:pt x="687" y="2585"/>
                    </a:lnTo>
                    <a:close/>
                    <a:moveTo>
                      <a:pt x="2363" y="2585"/>
                    </a:moveTo>
                    <a:lnTo>
                      <a:pt x="3755" y="2585"/>
                    </a:lnTo>
                    <a:lnTo>
                      <a:pt x="3755" y="3979"/>
                    </a:lnTo>
                    <a:lnTo>
                      <a:pt x="2363" y="3979"/>
                    </a:lnTo>
                    <a:lnTo>
                      <a:pt x="2363" y="2585"/>
                    </a:lnTo>
                    <a:close/>
                    <a:moveTo>
                      <a:pt x="4037" y="2585"/>
                    </a:moveTo>
                    <a:lnTo>
                      <a:pt x="5431" y="2585"/>
                    </a:lnTo>
                    <a:lnTo>
                      <a:pt x="5431" y="3979"/>
                    </a:lnTo>
                    <a:lnTo>
                      <a:pt x="4037" y="3979"/>
                    </a:lnTo>
                    <a:lnTo>
                      <a:pt x="4037" y="2585"/>
                    </a:lnTo>
                    <a:close/>
                    <a:moveTo>
                      <a:pt x="2363" y="690"/>
                    </a:moveTo>
                    <a:lnTo>
                      <a:pt x="3755" y="690"/>
                    </a:lnTo>
                    <a:lnTo>
                      <a:pt x="3755" y="2084"/>
                    </a:lnTo>
                    <a:lnTo>
                      <a:pt x="2363" y="2084"/>
                    </a:lnTo>
                    <a:lnTo>
                      <a:pt x="2363" y="690"/>
                    </a:lnTo>
                    <a:close/>
                    <a:moveTo>
                      <a:pt x="4037" y="690"/>
                    </a:moveTo>
                    <a:lnTo>
                      <a:pt x="5431" y="690"/>
                    </a:lnTo>
                    <a:lnTo>
                      <a:pt x="5431" y="2084"/>
                    </a:lnTo>
                    <a:lnTo>
                      <a:pt x="4037" y="2084"/>
                    </a:lnTo>
                    <a:lnTo>
                      <a:pt x="4037" y="690"/>
                    </a:lnTo>
                    <a:close/>
                    <a:moveTo>
                      <a:pt x="5713" y="690"/>
                    </a:moveTo>
                    <a:lnTo>
                      <a:pt x="7105" y="690"/>
                    </a:lnTo>
                    <a:lnTo>
                      <a:pt x="7105" y="2084"/>
                    </a:lnTo>
                    <a:lnTo>
                      <a:pt x="5713" y="2084"/>
                    </a:lnTo>
                    <a:lnTo>
                      <a:pt x="5713" y="690"/>
                    </a:lnTo>
                    <a:close/>
                    <a:moveTo>
                      <a:pt x="5713" y="2585"/>
                    </a:moveTo>
                    <a:lnTo>
                      <a:pt x="7105" y="2585"/>
                    </a:lnTo>
                    <a:lnTo>
                      <a:pt x="7105" y="3979"/>
                    </a:lnTo>
                    <a:lnTo>
                      <a:pt x="5713" y="3979"/>
                    </a:lnTo>
                    <a:lnTo>
                      <a:pt x="5713" y="2585"/>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grpSp>
        <p:sp>
          <p:nvSpPr>
            <p:cNvPr id="37" name="矩形 36"/>
            <p:cNvSpPr/>
            <p:nvPr/>
          </p:nvSpPr>
          <p:spPr bwMode="gray">
            <a:xfrm>
              <a:off x="699103" y="4370478"/>
              <a:ext cx="644728" cy="307777"/>
            </a:xfrm>
            <a:prstGeom prst="rect">
              <a:avLst/>
            </a:prstGeom>
          </p:spPr>
          <p:txBody>
            <a:bodyPr wrap="none">
              <a:spAutoFit/>
            </a:bodyPr>
            <a:lstStyle/>
            <a:p>
              <a:r>
                <a:rPr lang="zh-CN" altLang="en-US" sz="1399">
                  <a:solidFill>
                    <a:schemeClr val="bg1">
                      <a:lumMod val="50000"/>
                    </a:schemeClr>
                  </a:solidFill>
                </a:rPr>
                <a:t>分支</a:t>
              </a:r>
              <a:r>
                <a:rPr lang="en-US" altLang="zh-CN" sz="1399">
                  <a:solidFill>
                    <a:schemeClr val="bg1">
                      <a:lumMod val="50000"/>
                    </a:schemeClr>
                  </a:solidFill>
                </a:rPr>
                <a:t>1</a:t>
              </a:r>
            </a:p>
          </p:txBody>
        </p:sp>
      </p:grpSp>
      <p:sp>
        <p:nvSpPr>
          <p:cNvPr id="39" name="圆角矩形 75"/>
          <p:cNvSpPr/>
          <p:nvPr/>
        </p:nvSpPr>
        <p:spPr bwMode="gray">
          <a:xfrm>
            <a:off x="5534220" y="3716226"/>
            <a:ext cx="2695051" cy="2154232"/>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a:lnSpc>
                <a:spcPts val="2599"/>
              </a:lnSpc>
              <a:spcAft>
                <a:spcPts val="600"/>
              </a:spcAft>
            </a:pPr>
            <a:endParaRPr lang="en-US" altLang="zh-CN" sz="15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2" name="直接箭头连接符 41"/>
          <p:cNvCxnSpPr>
            <a:stCxn id="14" idx="2"/>
            <a:endCxn id="72" idx="0"/>
          </p:cNvCxnSpPr>
          <p:nvPr/>
        </p:nvCxnSpPr>
        <p:spPr bwMode="gray">
          <a:xfrm flipH="1">
            <a:off x="3632145" y="2707576"/>
            <a:ext cx="533856" cy="1255359"/>
          </a:xfrm>
          <a:prstGeom prst="straightConnector1">
            <a:avLst/>
          </a:prstGeom>
          <a:noFill/>
          <a:ln w="19050" algn="ctr">
            <a:solidFill>
              <a:srgbClr val="EC7061"/>
            </a:solidFill>
            <a:prstDash val="sysDot"/>
            <a:round/>
            <a:headEnd type="triangle" w="med" len="med"/>
            <a:tailEnd type="triangle" w="med" len="med"/>
          </a:ln>
        </p:spPr>
      </p:cxnSp>
      <p:cxnSp>
        <p:nvCxnSpPr>
          <p:cNvPr id="46" name="直接连接符 45">
            <a:extLst>
              <a:ext uri="{FF2B5EF4-FFF2-40B4-BE49-F238E27FC236}">
                <a16:creationId xmlns:a16="http://schemas.microsoft.com/office/drawing/2014/main" id="{94275FFE-3BE6-4C12-8737-FDFE3456C4A2}"/>
              </a:ext>
            </a:extLst>
          </p:cNvPr>
          <p:cNvCxnSpPr>
            <a:stCxn id="4" idx="0"/>
            <a:endCxn id="7" idx="2"/>
          </p:cNvCxnSpPr>
          <p:nvPr/>
        </p:nvCxnSpPr>
        <p:spPr bwMode="gray">
          <a:xfrm flipV="1">
            <a:off x="6922953" y="4370110"/>
            <a:ext cx="0" cy="314583"/>
          </a:xfrm>
          <a:prstGeom prst="line">
            <a:avLst/>
          </a:prstGeom>
          <a:noFill/>
          <a:ln w="19050" cap="flat" cmpd="sng" algn="ctr">
            <a:solidFill>
              <a:schemeClr val="bg1">
                <a:lumMod val="50000"/>
              </a:schemeClr>
            </a:solidFill>
            <a:prstDash val="solid"/>
          </a:ln>
          <a:effectLst/>
        </p:spPr>
      </p:cxnSp>
      <p:cxnSp>
        <p:nvCxnSpPr>
          <p:cNvPr id="51" name="直接连接符 50">
            <a:extLst>
              <a:ext uri="{FF2B5EF4-FFF2-40B4-BE49-F238E27FC236}">
                <a16:creationId xmlns:a16="http://schemas.microsoft.com/office/drawing/2014/main" id="{94275FFE-3BE6-4C12-8737-FDFE3456C4A2}"/>
              </a:ext>
            </a:extLst>
          </p:cNvPr>
          <p:cNvCxnSpPr>
            <a:stCxn id="5" idx="0"/>
            <a:endCxn id="4" idx="0"/>
          </p:cNvCxnSpPr>
          <p:nvPr/>
        </p:nvCxnSpPr>
        <p:spPr bwMode="gray">
          <a:xfrm flipV="1">
            <a:off x="6079185" y="4684693"/>
            <a:ext cx="843768" cy="635970"/>
          </a:xfrm>
          <a:prstGeom prst="line">
            <a:avLst/>
          </a:prstGeom>
          <a:noFill/>
          <a:ln w="19050" cap="flat" cmpd="sng" algn="ctr">
            <a:solidFill>
              <a:schemeClr val="bg1">
                <a:lumMod val="50000"/>
              </a:schemeClr>
            </a:solidFill>
            <a:prstDash val="solid"/>
          </a:ln>
          <a:effectLst/>
        </p:spPr>
      </p:cxnSp>
      <p:cxnSp>
        <p:nvCxnSpPr>
          <p:cNvPr id="54" name="直接连接符 53">
            <a:extLst>
              <a:ext uri="{FF2B5EF4-FFF2-40B4-BE49-F238E27FC236}">
                <a16:creationId xmlns:a16="http://schemas.microsoft.com/office/drawing/2014/main" id="{94275FFE-3BE6-4C12-8737-FDFE3456C4A2}"/>
              </a:ext>
            </a:extLst>
          </p:cNvPr>
          <p:cNvCxnSpPr>
            <a:stCxn id="6" idx="0"/>
            <a:endCxn id="4" idx="0"/>
          </p:cNvCxnSpPr>
          <p:nvPr/>
        </p:nvCxnSpPr>
        <p:spPr bwMode="gray">
          <a:xfrm flipH="1" flipV="1">
            <a:off x="6922953" y="4684693"/>
            <a:ext cx="843768" cy="635970"/>
          </a:xfrm>
          <a:prstGeom prst="line">
            <a:avLst/>
          </a:prstGeom>
          <a:noFill/>
          <a:ln w="19050" cap="flat" cmpd="sng" algn="ctr">
            <a:solidFill>
              <a:schemeClr val="bg1">
                <a:lumMod val="50000"/>
              </a:schemeClr>
            </a:solidFill>
            <a:prstDash val="solid"/>
          </a:ln>
          <a:effectLst/>
        </p:spPr>
      </p:cxnSp>
      <p:pic>
        <p:nvPicPr>
          <p:cNvPr id="4" name="图片 3"/>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6674123" y="4684694"/>
            <a:ext cx="497660" cy="407176"/>
          </a:xfrm>
          <a:prstGeom prst="rect">
            <a:avLst/>
          </a:prstGeom>
        </p:spPr>
      </p:pic>
      <p:grpSp>
        <p:nvGrpSpPr>
          <p:cNvPr id="65" name="Group 3"/>
          <p:cNvGrpSpPr/>
          <p:nvPr/>
        </p:nvGrpSpPr>
        <p:grpSpPr bwMode="gray">
          <a:xfrm>
            <a:off x="6792220" y="5493274"/>
            <a:ext cx="261863" cy="61955"/>
            <a:chOff x="559282" y="6488261"/>
            <a:chExt cx="261965" cy="61979"/>
          </a:xfrm>
          <a:solidFill>
            <a:schemeClr val="bg1">
              <a:lumMod val="50000"/>
            </a:schemeClr>
          </a:solidFill>
        </p:grpSpPr>
        <p:sp>
          <p:nvSpPr>
            <p:cNvPr id="66"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67"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68"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pic>
        <p:nvPicPr>
          <p:cNvPr id="72" name="图片 71"/>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383314" y="3962935"/>
            <a:ext cx="497660" cy="407176"/>
          </a:xfrm>
          <a:prstGeom prst="rect">
            <a:avLst/>
          </a:prstGeom>
        </p:spPr>
      </p:pic>
      <p:grpSp>
        <p:nvGrpSpPr>
          <p:cNvPr id="73" name="组合 72"/>
          <p:cNvGrpSpPr/>
          <p:nvPr/>
        </p:nvGrpSpPr>
        <p:grpSpPr bwMode="gray">
          <a:xfrm>
            <a:off x="2720387" y="3759130"/>
            <a:ext cx="644476" cy="768523"/>
            <a:chOff x="699103" y="4370478"/>
            <a:chExt cx="644728" cy="768823"/>
          </a:xfrm>
        </p:grpSpPr>
        <p:grpSp>
          <p:nvGrpSpPr>
            <p:cNvPr id="74" name="组合 262"/>
            <p:cNvGrpSpPr/>
            <p:nvPr/>
          </p:nvGrpSpPr>
          <p:grpSpPr bwMode="gray">
            <a:xfrm>
              <a:off x="759111" y="4658799"/>
              <a:ext cx="394083" cy="480502"/>
              <a:chOff x="6378575" y="2882900"/>
              <a:chExt cx="858950" cy="865188"/>
            </a:xfrm>
            <a:solidFill>
              <a:schemeClr val="bg1">
                <a:lumMod val="50000"/>
              </a:schemeClr>
            </a:solidFill>
          </p:grpSpPr>
          <p:sp>
            <p:nvSpPr>
              <p:cNvPr id="76" name="Freeform 11"/>
              <p:cNvSpPr>
                <a:spLocks/>
              </p:cNvSpPr>
              <p:nvPr/>
            </p:nvSpPr>
            <p:spPr bwMode="gray">
              <a:xfrm>
                <a:off x="6378575" y="2882900"/>
                <a:ext cx="425450" cy="179388"/>
              </a:xfrm>
              <a:custGeom>
                <a:avLst/>
                <a:gdLst/>
                <a:ahLst/>
                <a:cxnLst>
                  <a:cxn ang="0">
                    <a:pos x="3889" y="0"/>
                  </a:cxn>
                  <a:cxn ang="0">
                    <a:pos x="5834" y="1637"/>
                  </a:cxn>
                  <a:cxn ang="0">
                    <a:pos x="7779" y="3274"/>
                  </a:cxn>
                  <a:cxn ang="0">
                    <a:pos x="3889" y="3274"/>
                  </a:cxn>
                  <a:cxn ang="0">
                    <a:pos x="0" y="3274"/>
                  </a:cxn>
                  <a:cxn ang="0">
                    <a:pos x="1944" y="1637"/>
                  </a:cxn>
                  <a:cxn ang="0">
                    <a:pos x="3889" y="0"/>
                  </a:cxn>
                </a:cxnLst>
                <a:rect l="0" t="0" r="r" b="b"/>
                <a:pathLst>
                  <a:path w="7779" h="3274">
                    <a:moveTo>
                      <a:pt x="3889" y="0"/>
                    </a:moveTo>
                    <a:lnTo>
                      <a:pt x="5834" y="1637"/>
                    </a:lnTo>
                    <a:lnTo>
                      <a:pt x="7779" y="3274"/>
                    </a:lnTo>
                    <a:lnTo>
                      <a:pt x="3889" y="3274"/>
                    </a:lnTo>
                    <a:lnTo>
                      <a:pt x="0" y="3274"/>
                    </a:lnTo>
                    <a:lnTo>
                      <a:pt x="1944" y="1637"/>
                    </a:lnTo>
                    <a:lnTo>
                      <a:pt x="3889" y="0"/>
                    </a:lnTo>
                    <a:close/>
                  </a:path>
                </a:pathLst>
              </a:custGeom>
              <a:solidFill>
                <a:srgbClr val="7F7F7F"/>
              </a:solid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77" name="Freeform 12"/>
              <p:cNvSpPr>
                <a:spLocks/>
              </p:cNvSpPr>
              <p:nvPr/>
            </p:nvSpPr>
            <p:spPr bwMode="gray">
              <a:xfrm>
                <a:off x="6810487" y="3300413"/>
                <a:ext cx="425451" cy="179387"/>
              </a:xfrm>
              <a:custGeom>
                <a:avLst/>
                <a:gdLst/>
                <a:ahLst/>
                <a:cxnLst>
                  <a:cxn ang="0">
                    <a:pos x="3890" y="0"/>
                  </a:cxn>
                  <a:cxn ang="0">
                    <a:pos x="5834" y="1638"/>
                  </a:cxn>
                  <a:cxn ang="0">
                    <a:pos x="7779" y="3275"/>
                  </a:cxn>
                  <a:cxn ang="0">
                    <a:pos x="3890" y="3275"/>
                  </a:cxn>
                  <a:cxn ang="0">
                    <a:pos x="0" y="3275"/>
                  </a:cxn>
                  <a:cxn ang="0">
                    <a:pos x="1945" y="1638"/>
                  </a:cxn>
                  <a:cxn ang="0">
                    <a:pos x="3890" y="0"/>
                  </a:cxn>
                </a:cxnLst>
                <a:rect l="0" t="0" r="r" b="b"/>
                <a:pathLst>
                  <a:path w="7779" h="3275">
                    <a:moveTo>
                      <a:pt x="3890" y="0"/>
                    </a:moveTo>
                    <a:lnTo>
                      <a:pt x="5834" y="1638"/>
                    </a:lnTo>
                    <a:lnTo>
                      <a:pt x="7779" y="3275"/>
                    </a:lnTo>
                    <a:lnTo>
                      <a:pt x="3890" y="3275"/>
                    </a:lnTo>
                    <a:lnTo>
                      <a:pt x="0" y="3275"/>
                    </a:lnTo>
                    <a:lnTo>
                      <a:pt x="1945" y="1638"/>
                    </a:lnTo>
                    <a:lnTo>
                      <a:pt x="3890" y="0"/>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78" name="Freeform 13"/>
              <p:cNvSpPr>
                <a:spLocks noEditPoints="1"/>
              </p:cNvSpPr>
              <p:nvPr/>
            </p:nvSpPr>
            <p:spPr bwMode="gray">
              <a:xfrm>
                <a:off x="6810487" y="3502025"/>
                <a:ext cx="427038" cy="246063"/>
              </a:xfrm>
              <a:custGeom>
                <a:avLst/>
                <a:gdLst/>
                <a:ahLst/>
                <a:cxnLst>
                  <a:cxn ang="0">
                    <a:pos x="7792" y="0"/>
                  </a:cxn>
                  <a:cxn ang="0">
                    <a:pos x="0" y="0"/>
                  </a:cxn>
                  <a:cxn ang="0">
                    <a:pos x="0" y="4498"/>
                  </a:cxn>
                  <a:cxn ang="0">
                    <a:pos x="7792" y="4498"/>
                  </a:cxn>
                  <a:cxn ang="0">
                    <a:pos x="7792" y="0"/>
                  </a:cxn>
                  <a:cxn ang="0">
                    <a:pos x="687" y="578"/>
                  </a:cxn>
                  <a:cxn ang="0">
                    <a:pos x="2079" y="578"/>
                  </a:cxn>
                  <a:cxn ang="0">
                    <a:pos x="2079" y="1971"/>
                  </a:cxn>
                  <a:cxn ang="0">
                    <a:pos x="687" y="1971"/>
                  </a:cxn>
                  <a:cxn ang="0">
                    <a:pos x="687" y="578"/>
                  </a:cxn>
                  <a:cxn ang="0">
                    <a:pos x="687" y="2473"/>
                  </a:cxn>
                  <a:cxn ang="0">
                    <a:pos x="2079" y="2473"/>
                  </a:cxn>
                  <a:cxn ang="0">
                    <a:pos x="2079" y="3866"/>
                  </a:cxn>
                  <a:cxn ang="0">
                    <a:pos x="687" y="3866"/>
                  </a:cxn>
                  <a:cxn ang="0">
                    <a:pos x="687" y="2473"/>
                  </a:cxn>
                  <a:cxn ang="0">
                    <a:pos x="2361" y="2473"/>
                  </a:cxn>
                  <a:cxn ang="0">
                    <a:pos x="3755" y="2473"/>
                  </a:cxn>
                  <a:cxn ang="0">
                    <a:pos x="3755" y="3866"/>
                  </a:cxn>
                  <a:cxn ang="0">
                    <a:pos x="2361" y="3866"/>
                  </a:cxn>
                  <a:cxn ang="0">
                    <a:pos x="2361" y="2473"/>
                  </a:cxn>
                  <a:cxn ang="0">
                    <a:pos x="4037" y="2473"/>
                  </a:cxn>
                  <a:cxn ang="0">
                    <a:pos x="5429" y="2473"/>
                  </a:cxn>
                  <a:cxn ang="0">
                    <a:pos x="5429" y="3866"/>
                  </a:cxn>
                  <a:cxn ang="0">
                    <a:pos x="4037" y="3866"/>
                  </a:cxn>
                  <a:cxn ang="0">
                    <a:pos x="4037" y="2473"/>
                  </a:cxn>
                  <a:cxn ang="0">
                    <a:pos x="2361" y="578"/>
                  </a:cxn>
                  <a:cxn ang="0">
                    <a:pos x="3755" y="578"/>
                  </a:cxn>
                  <a:cxn ang="0">
                    <a:pos x="3755" y="1971"/>
                  </a:cxn>
                  <a:cxn ang="0">
                    <a:pos x="2361" y="1971"/>
                  </a:cxn>
                  <a:cxn ang="0">
                    <a:pos x="2361" y="578"/>
                  </a:cxn>
                  <a:cxn ang="0">
                    <a:pos x="4037" y="578"/>
                  </a:cxn>
                  <a:cxn ang="0">
                    <a:pos x="5429" y="578"/>
                  </a:cxn>
                  <a:cxn ang="0">
                    <a:pos x="5429" y="1971"/>
                  </a:cxn>
                  <a:cxn ang="0">
                    <a:pos x="4037" y="1971"/>
                  </a:cxn>
                  <a:cxn ang="0">
                    <a:pos x="4037" y="578"/>
                  </a:cxn>
                  <a:cxn ang="0">
                    <a:pos x="5713" y="578"/>
                  </a:cxn>
                  <a:cxn ang="0">
                    <a:pos x="7105" y="578"/>
                  </a:cxn>
                  <a:cxn ang="0">
                    <a:pos x="7105" y="1971"/>
                  </a:cxn>
                  <a:cxn ang="0">
                    <a:pos x="5713" y="1971"/>
                  </a:cxn>
                  <a:cxn ang="0">
                    <a:pos x="5713" y="578"/>
                  </a:cxn>
                  <a:cxn ang="0">
                    <a:pos x="5713" y="2473"/>
                  </a:cxn>
                  <a:cxn ang="0">
                    <a:pos x="7105" y="2473"/>
                  </a:cxn>
                  <a:cxn ang="0">
                    <a:pos x="7105" y="3866"/>
                  </a:cxn>
                  <a:cxn ang="0">
                    <a:pos x="5713" y="3866"/>
                  </a:cxn>
                  <a:cxn ang="0">
                    <a:pos x="5713" y="2473"/>
                  </a:cxn>
                </a:cxnLst>
                <a:rect l="0" t="0" r="r" b="b"/>
                <a:pathLst>
                  <a:path w="7792" h="4498">
                    <a:moveTo>
                      <a:pt x="7792" y="0"/>
                    </a:moveTo>
                    <a:lnTo>
                      <a:pt x="0" y="0"/>
                    </a:lnTo>
                    <a:lnTo>
                      <a:pt x="0" y="4498"/>
                    </a:lnTo>
                    <a:lnTo>
                      <a:pt x="7792" y="4498"/>
                    </a:lnTo>
                    <a:lnTo>
                      <a:pt x="7792" y="0"/>
                    </a:lnTo>
                    <a:close/>
                    <a:moveTo>
                      <a:pt x="687" y="578"/>
                    </a:moveTo>
                    <a:lnTo>
                      <a:pt x="2079" y="578"/>
                    </a:lnTo>
                    <a:lnTo>
                      <a:pt x="2079" y="1971"/>
                    </a:lnTo>
                    <a:lnTo>
                      <a:pt x="687" y="1971"/>
                    </a:lnTo>
                    <a:lnTo>
                      <a:pt x="687" y="578"/>
                    </a:lnTo>
                    <a:close/>
                    <a:moveTo>
                      <a:pt x="687" y="2473"/>
                    </a:moveTo>
                    <a:lnTo>
                      <a:pt x="2079" y="2473"/>
                    </a:lnTo>
                    <a:lnTo>
                      <a:pt x="2079" y="3866"/>
                    </a:lnTo>
                    <a:lnTo>
                      <a:pt x="687" y="3866"/>
                    </a:lnTo>
                    <a:lnTo>
                      <a:pt x="687" y="2473"/>
                    </a:lnTo>
                    <a:close/>
                    <a:moveTo>
                      <a:pt x="2361" y="2473"/>
                    </a:moveTo>
                    <a:lnTo>
                      <a:pt x="3755" y="2473"/>
                    </a:lnTo>
                    <a:lnTo>
                      <a:pt x="3755" y="3866"/>
                    </a:lnTo>
                    <a:lnTo>
                      <a:pt x="2361" y="3866"/>
                    </a:lnTo>
                    <a:lnTo>
                      <a:pt x="2361" y="2473"/>
                    </a:lnTo>
                    <a:close/>
                    <a:moveTo>
                      <a:pt x="4037" y="2473"/>
                    </a:moveTo>
                    <a:lnTo>
                      <a:pt x="5429" y="2473"/>
                    </a:lnTo>
                    <a:lnTo>
                      <a:pt x="5429" y="3866"/>
                    </a:lnTo>
                    <a:lnTo>
                      <a:pt x="4037" y="3866"/>
                    </a:lnTo>
                    <a:lnTo>
                      <a:pt x="4037" y="2473"/>
                    </a:lnTo>
                    <a:close/>
                    <a:moveTo>
                      <a:pt x="2361" y="578"/>
                    </a:moveTo>
                    <a:lnTo>
                      <a:pt x="3755" y="578"/>
                    </a:lnTo>
                    <a:lnTo>
                      <a:pt x="3755" y="1971"/>
                    </a:lnTo>
                    <a:lnTo>
                      <a:pt x="2361" y="1971"/>
                    </a:lnTo>
                    <a:lnTo>
                      <a:pt x="2361" y="578"/>
                    </a:lnTo>
                    <a:close/>
                    <a:moveTo>
                      <a:pt x="4037" y="578"/>
                    </a:moveTo>
                    <a:lnTo>
                      <a:pt x="5429" y="578"/>
                    </a:lnTo>
                    <a:lnTo>
                      <a:pt x="5429" y="1971"/>
                    </a:lnTo>
                    <a:lnTo>
                      <a:pt x="4037" y="1971"/>
                    </a:lnTo>
                    <a:lnTo>
                      <a:pt x="4037" y="578"/>
                    </a:lnTo>
                    <a:close/>
                    <a:moveTo>
                      <a:pt x="5713" y="578"/>
                    </a:moveTo>
                    <a:lnTo>
                      <a:pt x="7105" y="578"/>
                    </a:lnTo>
                    <a:lnTo>
                      <a:pt x="7105" y="1971"/>
                    </a:lnTo>
                    <a:lnTo>
                      <a:pt x="5713" y="1971"/>
                    </a:lnTo>
                    <a:lnTo>
                      <a:pt x="5713" y="578"/>
                    </a:lnTo>
                    <a:close/>
                    <a:moveTo>
                      <a:pt x="5713" y="2473"/>
                    </a:moveTo>
                    <a:lnTo>
                      <a:pt x="7105" y="2473"/>
                    </a:lnTo>
                    <a:lnTo>
                      <a:pt x="7105" y="3866"/>
                    </a:lnTo>
                    <a:lnTo>
                      <a:pt x="5713" y="3866"/>
                    </a:lnTo>
                    <a:lnTo>
                      <a:pt x="5713" y="2473"/>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79" name="Freeform 14"/>
              <p:cNvSpPr>
                <a:spLocks noEditPoints="1"/>
              </p:cNvSpPr>
              <p:nvPr/>
            </p:nvSpPr>
            <p:spPr bwMode="gray">
              <a:xfrm>
                <a:off x="6378575" y="3081338"/>
                <a:ext cx="427038" cy="666750"/>
              </a:xfrm>
              <a:custGeom>
                <a:avLst/>
                <a:gdLst/>
                <a:ahLst/>
                <a:cxnLst>
                  <a:cxn ang="0">
                    <a:pos x="7792" y="0"/>
                  </a:cxn>
                  <a:cxn ang="0">
                    <a:pos x="0" y="12190"/>
                  </a:cxn>
                  <a:cxn ang="0">
                    <a:pos x="687" y="690"/>
                  </a:cxn>
                  <a:cxn ang="0">
                    <a:pos x="2079" y="2084"/>
                  </a:cxn>
                  <a:cxn ang="0">
                    <a:pos x="687" y="690"/>
                  </a:cxn>
                  <a:cxn ang="0">
                    <a:pos x="2079" y="10165"/>
                  </a:cxn>
                  <a:cxn ang="0">
                    <a:pos x="687" y="11558"/>
                  </a:cxn>
                  <a:cxn ang="0">
                    <a:pos x="2363" y="10165"/>
                  </a:cxn>
                  <a:cxn ang="0">
                    <a:pos x="3755" y="11558"/>
                  </a:cxn>
                  <a:cxn ang="0">
                    <a:pos x="2363" y="10165"/>
                  </a:cxn>
                  <a:cxn ang="0">
                    <a:pos x="5431" y="10165"/>
                  </a:cxn>
                  <a:cxn ang="0">
                    <a:pos x="4037" y="11558"/>
                  </a:cxn>
                  <a:cxn ang="0">
                    <a:pos x="5713" y="10165"/>
                  </a:cxn>
                  <a:cxn ang="0">
                    <a:pos x="7105" y="11558"/>
                  </a:cxn>
                  <a:cxn ang="0">
                    <a:pos x="5713" y="10165"/>
                  </a:cxn>
                  <a:cxn ang="0">
                    <a:pos x="2079" y="8270"/>
                  </a:cxn>
                  <a:cxn ang="0">
                    <a:pos x="687" y="9663"/>
                  </a:cxn>
                  <a:cxn ang="0">
                    <a:pos x="2363" y="8270"/>
                  </a:cxn>
                  <a:cxn ang="0">
                    <a:pos x="3755" y="9663"/>
                  </a:cxn>
                  <a:cxn ang="0">
                    <a:pos x="2363" y="8270"/>
                  </a:cxn>
                  <a:cxn ang="0">
                    <a:pos x="5431" y="8270"/>
                  </a:cxn>
                  <a:cxn ang="0">
                    <a:pos x="4037" y="9663"/>
                  </a:cxn>
                  <a:cxn ang="0">
                    <a:pos x="5713" y="8270"/>
                  </a:cxn>
                  <a:cxn ang="0">
                    <a:pos x="7105" y="9663"/>
                  </a:cxn>
                  <a:cxn ang="0">
                    <a:pos x="5713" y="8270"/>
                  </a:cxn>
                  <a:cxn ang="0">
                    <a:pos x="2079" y="6376"/>
                  </a:cxn>
                  <a:cxn ang="0">
                    <a:pos x="687" y="7768"/>
                  </a:cxn>
                  <a:cxn ang="0">
                    <a:pos x="2363" y="6376"/>
                  </a:cxn>
                  <a:cxn ang="0">
                    <a:pos x="3755" y="7768"/>
                  </a:cxn>
                  <a:cxn ang="0">
                    <a:pos x="2363" y="6376"/>
                  </a:cxn>
                  <a:cxn ang="0">
                    <a:pos x="5431" y="6376"/>
                  </a:cxn>
                  <a:cxn ang="0">
                    <a:pos x="4037" y="7768"/>
                  </a:cxn>
                  <a:cxn ang="0">
                    <a:pos x="5713" y="6376"/>
                  </a:cxn>
                  <a:cxn ang="0">
                    <a:pos x="7105" y="7768"/>
                  </a:cxn>
                  <a:cxn ang="0">
                    <a:pos x="5713" y="6376"/>
                  </a:cxn>
                  <a:cxn ang="0">
                    <a:pos x="2079" y="4481"/>
                  </a:cxn>
                  <a:cxn ang="0">
                    <a:pos x="687" y="5874"/>
                  </a:cxn>
                  <a:cxn ang="0">
                    <a:pos x="2363" y="4481"/>
                  </a:cxn>
                  <a:cxn ang="0">
                    <a:pos x="3755" y="5874"/>
                  </a:cxn>
                  <a:cxn ang="0">
                    <a:pos x="2363" y="4481"/>
                  </a:cxn>
                  <a:cxn ang="0">
                    <a:pos x="5431" y="4481"/>
                  </a:cxn>
                  <a:cxn ang="0">
                    <a:pos x="4037" y="5874"/>
                  </a:cxn>
                  <a:cxn ang="0">
                    <a:pos x="5713" y="4481"/>
                  </a:cxn>
                  <a:cxn ang="0">
                    <a:pos x="7105" y="5874"/>
                  </a:cxn>
                  <a:cxn ang="0">
                    <a:pos x="5713" y="4481"/>
                  </a:cxn>
                  <a:cxn ang="0">
                    <a:pos x="2079" y="2585"/>
                  </a:cxn>
                  <a:cxn ang="0">
                    <a:pos x="687" y="3979"/>
                  </a:cxn>
                  <a:cxn ang="0">
                    <a:pos x="2363" y="2585"/>
                  </a:cxn>
                  <a:cxn ang="0">
                    <a:pos x="3755" y="3979"/>
                  </a:cxn>
                  <a:cxn ang="0">
                    <a:pos x="2363" y="2585"/>
                  </a:cxn>
                  <a:cxn ang="0">
                    <a:pos x="5431" y="2585"/>
                  </a:cxn>
                  <a:cxn ang="0">
                    <a:pos x="4037" y="3979"/>
                  </a:cxn>
                  <a:cxn ang="0">
                    <a:pos x="2363" y="690"/>
                  </a:cxn>
                  <a:cxn ang="0">
                    <a:pos x="3755" y="2084"/>
                  </a:cxn>
                  <a:cxn ang="0">
                    <a:pos x="2363" y="690"/>
                  </a:cxn>
                  <a:cxn ang="0">
                    <a:pos x="5431" y="690"/>
                  </a:cxn>
                  <a:cxn ang="0">
                    <a:pos x="4037" y="2084"/>
                  </a:cxn>
                  <a:cxn ang="0">
                    <a:pos x="5713" y="690"/>
                  </a:cxn>
                  <a:cxn ang="0">
                    <a:pos x="7105" y="2084"/>
                  </a:cxn>
                  <a:cxn ang="0">
                    <a:pos x="5713" y="690"/>
                  </a:cxn>
                  <a:cxn ang="0">
                    <a:pos x="7105" y="2585"/>
                  </a:cxn>
                  <a:cxn ang="0">
                    <a:pos x="5713" y="3979"/>
                  </a:cxn>
                </a:cxnLst>
                <a:rect l="0" t="0" r="r" b="b"/>
                <a:pathLst>
                  <a:path w="7792" h="12190">
                    <a:moveTo>
                      <a:pt x="0" y="0"/>
                    </a:moveTo>
                    <a:lnTo>
                      <a:pt x="7792" y="0"/>
                    </a:lnTo>
                    <a:lnTo>
                      <a:pt x="7792" y="12190"/>
                    </a:lnTo>
                    <a:lnTo>
                      <a:pt x="0" y="12190"/>
                    </a:lnTo>
                    <a:lnTo>
                      <a:pt x="0" y="0"/>
                    </a:lnTo>
                    <a:close/>
                    <a:moveTo>
                      <a:pt x="687" y="690"/>
                    </a:moveTo>
                    <a:lnTo>
                      <a:pt x="2079" y="690"/>
                    </a:lnTo>
                    <a:lnTo>
                      <a:pt x="2079" y="2084"/>
                    </a:lnTo>
                    <a:lnTo>
                      <a:pt x="687" y="2084"/>
                    </a:lnTo>
                    <a:lnTo>
                      <a:pt x="687" y="690"/>
                    </a:lnTo>
                    <a:close/>
                    <a:moveTo>
                      <a:pt x="687" y="10165"/>
                    </a:moveTo>
                    <a:lnTo>
                      <a:pt x="2079" y="10165"/>
                    </a:lnTo>
                    <a:lnTo>
                      <a:pt x="2079" y="11558"/>
                    </a:lnTo>
                    <a:lnTo>
                      <a:pt x="687" y="11558"/>
                    </a:lnTo>
                    <a:lnTo>
                      <a:pt x="687" y="10165"/>
                    </a:lnTo>
                    <a:close/>
                    <a:moveTo>
                      <a:pt x="2363" y="10165"/>
                    </a:moveTo>
                    <a:lnTo>
                      <a:pt x="3755" y="10165"/>
                    </a:lnTo>
                    <a:lnTo>
                      <a:pt x="3755" y="11558"/>
                    </a:lnTo>
                    <a:lnTo>
                      <a:pt x="2363" y="11558"/>
                    </a:lnTo>
                    <a:lnTo>
                      <a:pt x="2363" y="10165"/>
                    </a:lnTo>
                    <a:close/>
                    <a:moveTo>
                      <a:pt x="4037" y="10165"/>
                    </a:moveTo>
                    <a:lnTo>
                      <a:pt x="5431" y="10165"/>
                    </a:lnTo>
                    <a:lnTo>
                      <a:pt x="5431" y="11558"/>
                    </a:lnTo>
                    <a:lnTo>
                      <a:pt x="4037" y="11558"/>
                    </a:lnTo>
                    <a:lnTo>
                      <a:pt x="4037" y="10165"/>
                    </a:lnTo>
                    <a:close/>
                    <a:moveTo>
                      <a:pt x="5713" y="10165"/>
                    </a:moveTo>
                    <a:lnTo>
                      <a:pt x="7105" y="10165"/>
                    </a:lnTo>
                    <a:lnTo>
                      <a:pt x="7105" y="11558"/>
                    </a:lnTo>
                    <a:lnTo>
                      <a:pt x="5713" y="11558"/>
                    </a:lnTo>
                    <a:lnTo>
                      <a:pt x="5713" y="10165"/>
                    </a:lnTo>
                    <a:close/>
                    <a:moveTo>
                      <a:pt x="687" y="8270"/>
                    </a:moveTo>
                    <a:lnTo>
                      <a:pt x="2079" y="8270"/>
                    </a:lnTo>
                    <a:lnTo>
                      <a:pt x="2079" y="9663"/>
                    </a:lnTo>
                    <a:lnTo>
                      <a:pt x="687" y="9663"/>
                    </a:lnTo>
                    <a:lnTo>
                      <a:pt x="687" y="8270"/>
                    </a:lnTo>
                    <a:close/>
                    <a:moveTo>
                      <a:pt x="2363" y="8270"/>
                    </a:moveTo>
                    <a:lnTo>
                      <a:pt x="3755" y="8270"/>
                    </a:lnTo>
                    <a:lnTo>
                      <a:pt x="3755" y="9663"/>
                    </a:lnTo>
                    <a:lnTo>
                      <a:pt x="2363" y="9663"/>
                    </a:lnTo>
                    <a:lnTo>
                      <a:pt x="2363" y="8270"/>
                    </a:lnTo>
                    <a:close/>
                    <a:moveTo>
                      <a:pt x="4037" y="8270"/>
                    </a:moveTo>
                    <a:lnTo>
                      <a:pt x="5431" y="8270"/>
                    </a:lnTo>
                    <a:lnTo>
                      <a:pt x="5431" y="9663"/>
                    </a:lnTo>
                    <a:lnTo>
                      <a:pt x="4037" y="9663"/>
                    </a:lnTo>
                    <a:lnTo>
                      <a:pt x="4037" y="8270"/>
                    </a:lnTo>
                    <a:close/>
                    <a:moveTo>
                      <a:pt x="5713" y="8270"/>
                    </a:moveTo>
                    <a:lnTo>
                      <a:pt x="7105" y="8270"/>
                    </a:lnTo>
                    <a:lnTo>
                      <a:pt x="7105" y="9663"/>
                    </a:lnTo>
                    <a:lnTo>
                      <a:pt x="5713" y="9663"/>
                    </a:lnTo>
                    <a:lnTo>
                      <a:pt x="5713" y="8270"/>
                    </a:lnTo>
                    <a:close/>
                    <a:moveTo>
                      <a:pt x="687" y="6376"/>
                    </a:moveTo>
                    <a:lnTo>
                      <a:pt x="2079" y="6376"/>
                    </a:lnTo>
                    <a:lnTo>
                      <a:pt x="2079" y="7768"/>
                    </a:lnTo>
                    <a:lnTo>
                      <a:pt x="687" y="7768"/>
                    </a:lnTo>
                    <a:lnTo>
                      <a:pt x="687" y="6376"/>
                    </a:lnTo>
                    <a:close/>
                    <a:moveTo>
                      <a:pt x="2363" y="6376"/>
                    </a:moveTo>
                    <a:lnTo>
                      <a:pt x="3755" y="6376"/>
                    </a:lnTo>
                    <a:lnTo>
                      <a:pt x="3755" y="7768"/>
                    </a:lnTo>
                    <a:lnTo>
                      <a:pt x="2363" y="7768"/>
                    </a:lnTo>
                    <a:lnTo>
                      <a:pt x="2363" y="6376"/>
                    </a:lnTo>
                    <a:close/>
                    <a:moveTo>
                      <a:pt x="4037" y="6376"/>
                    </a:moveTo>
                    <a:lnTo>
                      <a:pt x="5431" y="6376"/>
                    </a:lnTo>
                    <a:lnTo>
                      <a:pt x="5431" y="7768"/>
                    </a:lnTo>
                    <a:lnTo>
                      <a:pt x="4037" y="7768"/>
                    </a:lnTo>
                    <a:lnTo>
                      <a:pt x="4037" y="6376"/>
                    </a:lnTo>
                    <a:close/>
                    <a:moveTo>
                      <a:pt x="5713" y="6376"/>
                    </a:moveTo>
                    <a:lnTo>
                      <a:pt x="7105" y="6376"/>
                    </a:lnTo>
                    <a:lnTo>
                      <a:pt x="7105" y="7768"/>
                    </a:lnTo>
                    <a:lnTo>
                      <a:pt x="5713" y="7768"/>
                    </a:lnTo>
                    <a:lnTo>
                      <a:pt x="5713" y="6376"/>
                    </a:lnTo>
                    <a:close/>
                    <a:moveTo>
                      <a:pt x="687" y="4481"/>
                    </a:moveTo>
                    <a:lnTo>
                      <a:pt x="2079" y="4481"/>
                    </a:lnTo>
                    <a:lnTo>
                      <a:pt x="2079" y="5874"/>
                    </a:lnTo>
                    <a:lnTo>
                      <a:pt x="687" y="5874"/>
                    </a:lnTo>
                    <a:lnTo>
                      <a:pt x="687" y="4481"/>
                    </a:lnTo>
                    <a:close/>
                    <a:moveTo>
                      <a:pt x="2363" y="4481"/>
                    </a:moveTo>
                    <a:lnTo>
                      <a:pt x="3755" y="4481"/>
                    </a:lnTo>
                    <a:lnTo>
                      <a:pt x="3755" y="5874"/>
                    </a:lnTo>
                    <a:lnTo>
                      <a:pt x="2363" y="5874"/>
                    </a:lnTo>
                    <a:lnTo>
                      <a:pt x="2363" y="4481"/>
                    </a:lnTo>
                    <a:close/>
                    <a:moveTo>
                      <a:pt x="4037" y="4481"/>
                    </a:moveTo>
                    <a:lnTo>
                      <a:pt x="5431" y="4481"/>
                    </a:lnTo>
                    <a:lnTo>
                      <a:pt x="5431" y="5874"/>
                    </a:lnTo>
                    <a:lnTo>
                      <a:pt x="4037" y="5874"/>
                    </a:lnTo>
                    <a:lnTo>
                      <a:pt x="4037" y="4481"/>
                    </a:lnTo>
                    <a:close/>
                    <a:moveTo>
                      <a:pt x="5713" y="4481"/>
                    </a:moveTo>
                    <a:lnTo>
                      <a:pt x="7105" y="4481"/>
                    </a:lnTo>
                    <a:lnTo>
                      <a:pt x="7105" y="5874"/>
                    </a:lnTo>
                    <a:lnTo>
                      <a:pt x="5713" y="5874"/>
                    </a:lnTo>
                    <a:lnTo>
                      <a:pt x="5713" y="4481"/>
                    </a:lnTo>
                    <a:close/>
                    <a:moveTo>
                      <a:pt x="687" y="2585"/>
                    </a:moveTo>
                    <a:lnTo>
                      <a:pt x="2079" y="2585"/>
                    </a:lnTo>
                    <a:lnTo>
                      <a:pt x="2079" y="3979"/>
                    </a:lnTo>
                    <a:lnTo>
                      <a:pt x="687" y="3979"/>
                    </a:lnTo>
                    <a:lnTo>
                      <a:pt x="687" y="2585"/>
                    </a:lnTo>
                    <a:close/>
                    <a:moveTo>
                      <a:pt x="2363" y="2585"/>
                    </a:moveTo>
                    <a:lnTo>
                      <a:pt x="3755" y="2585"/>
                    </a:lnTo>
                    <a:lnTo>
                      <a:pt x="3755" y="3979"/>
                    </a:lnTo>
                    <a:lnTo>
                      <a:pt x="2363" y="3979"/>
                    </a:lnTo>
                    <a:lnTo>
                      <a:pt x="2363" y="2585"/>
                    </a:lnTo>
                    <a:close/>
                    <a:moveTo>
                      <a:pt x="4037" y="2585"/>
                    </a:moveTo>
                    <a:lnTo>
                      <a:pt x="5431" y="2585"/>
                    </a:lnTo>
                    <a:lnTo>
                      <a:pt x="5431" y="3979"/>
                    </a:lnTo>
                    <a:lnTo>
                      <a:pt x="4037" y="3979"/>
                    </a:lnTo>
                    <a:lnTo>
                      <a:pt x="4037" y="2585"/>
                    </a:lnTo>
                    <a:close/>
                    <a:moveTo>
                      <a:pt x="2363" y="690"/>
                    </a:moveTo>
                    <a:lnTo>
                      <a:pt x="3755" y="690"/>
                    </a:lnTo>
                    <a:lnTo>
                      <a:pt x="3755" y="2084"/>
                    </a:lnTo>
                    <a:lnTo>
                      <a:pt x="2363" y="2084"/>
                    </a:lnTo>
                    <a:lnTo>
                      <a:pt x="2363" y="690"/>
                    </a:lnTo>
                    <a:close/>
                    <a:moveTo>
                      <a:pt x="4037" y="690"/>
                    </a:moveTo>
                    <a:lnTo>
                      <a:pt x="5431" y="690"/>
                    </a:lnTo>
                    <a:lnTo>
                      <a:pt x="5431" y="2084"/>
                    </a:lnTo>
                    <a:lnTo>
                      <a:pt x="4037" y="2084"/>
                    </a:lnTo>
                    <a:lnTo>
                      <a:pt x="4037" y="690"/>
                    </a:lnTo>
                    <a:close/>
                    <a:moveTo>
                      <a:pt x="5713" y="690"/>
                    </a:moveTo>
                    <a:lnTo>
                      <a:pt x="7105" y="690"/>
                    </a:lnTo>
                    <a:lnTo>
                      <a:pt x="7105" y="2084"/>
                    </a:lnTo>
                    <a:lnTo>
                      <a:pt x="5713" y="2084"/>
                    </a:lnTo>
                    <a:lnTo>
                      <a:pt x="5713" y="690"/>
                    </a:lnTo>
                    <a:close/>
                    <a:moveTo>
                      <a:pt x="5713" y="2585"/>
                    </a:moveTo>
                    <a:lnTo>
                      <a:pt x="7105" y="2585"/>
                    </a:lnTo>
                    <a:lnTo>
                      <a:pt x="7105" y="3979"/>
                    </a:lnTo>
                    <a:lnTo>
                      <a:pt x="5713" y="3979"/>
                    </a:lnTo>
                    <a:lnTo>
                      <a:pt x="5713" y="2585"/>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grpSp>
        <p:sp>
          <p:nvSpPr>
            <p:cNvPr id="75" name="矩形 74"/>
            <p:cNvSpPr/>
            <p:nvPr/>
          </p:nvSpPr>
          <p:spPr bwMode="gray">
            <a:xfrm>
              <a:off x="699103" y="4370478"/>
              <a:ext cx="644728" cy="307777"/>
            </a:xfrm>
            <a:prstGeom prst="rect">
              <a:avLst/>
            </a:prstGeom>
          </p:spPr>
          <p:txBody>
            <a:bodyPr wrap="none">
              <a:spAutoFit/>
            </a:bodyPr>
            <a:lstStyle/>
            <a:p>
              <a:r>
                <a:rPr lang="zh-CN" altLang="en-US" sz="1399" dirty="0">
                  <a:solidFill>
                    <a:schemeClr val="bg1">
                      <a:lumMod val="50000"/>
                    </a:schemeClr>
                  </a:solidFill>
                </a:rPr>
                <a:t>分支</a:t>
              </a:r>
              <a:r>
                <a:rPr lang="en-US" altLang="zh-CN" sz="1399" dirty="0">
                  <a:solidFill>
                    <a:schemeClr val="bg1">
                      <a:lumMod val="50000"/>
                    </a:schemeClr>
                  </a:solidFill>
                </a:rPr>
                <a:t>2</a:t>
              </a:r>
            </a:p>
          </p:txBody>
        </p:sp>
      </p:grpSp>
      <p:sp>
        <p:nvSpPr>
          <p:cNvPr id="80" name="圆角矩形 75"/>
          <p:cNvSpPr/>
          <p:nvPr/>
        </p:nvSpPr>
        <p:spPr bwMode="gray">
          <a:xfrm>
            <a:off x="2701934" y="3716227"/>
            <a:ext cx="1401999" cy="968467"/>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a:lnSpc>
                <a:spcPts val="2599"/>
              </a:lnSpc>
              <a:spcAft>
                <a:spcPts val="600"/>
              </a:spcAft>
            </a:pPr>
            <a:endParaRPr lang="en-US" altLang="zh-CN" sz="15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0" name="直接箭头连接符 89"/>
          <p:cNvCxnSpPr>
            <a:stCxn id="14" idx="2"/>
            <a:endCxn id="7" idx="0"/>
          </p:cNvCxnSpPr>
          <p:nvPr/>
        </p:nvCxnSpPr>
        <p:spPr bwMode="gray">
          <a:xfrm>
            <a:off x="4166001" y="2707576"/>
            <a:ext cx="2756952" cy="1255359"/>
          </a:xfrm>
          <a:prstGeom prst="straightConnector1">
            <a:avLst/>
          </a:prstGeom>
          <a:noFill/>
          <a:ln w="19050" algn="ctr">
            <a:solidFill>
              <a:srgbClr val="EC7061"/>
            </a:solidFill>
            <a:prstDash val="sysDot"/>
            <a:round/>
            <a:headEnd type="triangle" w="med" len="med"/>
            <a:tailEnd type="triangle" w="med" len="med"/>
          </a:ln>
        </p:spPr>
      </p:cxnSp>
      <p:pic>
        <p:nvPicPr>
          <p:cNvPr id="94" name="图片 93"/>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422539" y="3962935"/>
            <a:ext cx="497660" cy="407176"/>
          </a:xfrm>
          <a:prstGeom prst="rect">
            <a:avLst/>
          </a:prstGeom>
        </p:spPr>
      </p:pic>
      <p:grpSp>
        <p:nvGrpSpPr>
          <p:cNvPr id="95" name="组合 94"/>
          <p:cNvGrpSpPr/>
          <p:nvPr/>
        </p:nvGrpSpPr>
        <p:grpSpPr bwMode="gray">
          <a:xfrm>
            <a:off x="759612" y="3759130"/>
            <a:ext cx="644476" cy="768523"/>
            <a:chOff x="699103" y="4370478"/>
            <a:chExt cx="644728" cy="768823"/>
          </a:xfrm>
        </p:grpSpPr>
        <p:grpSp>
          <p:nvGrpSpPr>
            <p:cNvPr id="96" name="组合 262"/>
            <p:cNvGrpSpPr/>
            <p:nvPr/>
          </p:nvGrpSpPr>
          <p:grpSpPr bwMode="gray">
            <a:xfrm>
              <a:off x="759111" y="4658799"/>
              <a:ext cx="394083" cy="480502"/>
              <a:chOff x="6378575" y="2882900"/>
              <a:chExt cx="858950" cy="865188"/>
            </a:xfrm>
            <a:solidFill>
              <a:schemeClr val="bg1">
                <a:lumMod val="50000"/>
              </a:schemeClr>
            </a:solidFill>
          </p:grpSpPr>
          <p:sp>
            <p:nvSpPr>
              <p:cNvPr id="98" name="Freeform 11"/>
              <p:cNvSpPr>
                <a:spLocks/>
              </p:cNvSpPr>
              <p:nvPr/>
            </p:nvSpPr>
            <p:spPr bwMode="gray">
              <a:xfrm>
                <a:off x="6378575" y="2882900"/>
                <a:ext cx="425450" cy="179388"/>
              </a:xfrm>
              <a:custGeom>
                <a:avLst/>
                <a:gdLst/>
                <a:ahLst/>
                <a:cxnLst>
                  <a:cxn ang="0">
                    <a:pos x="3889" y="0"/>
                  </a:cxn>
                  <a:cxn ang="0">
                    <a:pos x="5834" y="1637"/>
                  </a:cxn>
                  <a:cxn ang="0">
                    <a:pos x="7779" y="3274"/>
                  </a:cxn>
                  <a:cxn ang="0">
                    <a:pos x="3889" y="3274"/>
                  </a:cxn>
                  <a:cxn ang="0">
                    <a:pos x="0" y="3274"/>
                  </a:cxn>
                  <a:cxn ang="0">
                    <a:pos x="1944" y="1637"/>
                  </a:cxn>
                  <a:cxn ang="0">
                    <a:pos x="3889" y="0"/>
                  </a:cxn>
                </a:cxnLst>
                <a:rect l="0" t="0" r="r" b="b"/>
                <a:pathLst>
                  <a:path w="7779" h="3274">
                    <a:moveTo>
                      <a:pt x="3889" y="0"/>
                    </a:moveTo>
                    <a:lnTo>
                      <a:pt x="5834" y="1637"/>
                    </a:lnTo>
                    <a:lnTo>
                      <a:pt x="7779" y="3274"/>
                    </a:lnTo>
                    <a:lnTo>
                      <a:pt x="3889" y="3274"/>
                    </a:lnTo>
                    <a:lnTo>
                      <a:pt x="0" y="3274"/>
                    </a:lnTo>
                    <a:lnTo>
                      <a:pt x="1944" y="1637"/>
                    </a:lnTo>
                    <a:lnTo>
                      <a:pt x="3889" y="0"/>
                    </a:lnTo>
                    <a:close/>
                  </a:path>
                </a:pathLst>
              </a:custGeom>
              <a:solidFill>
                <a:srgbClr val="7F7F7F"/>
              </a:solid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99" name="Freeform 12"/>
              <p:cNvSpPr>
                <a:spLocks/>
              </p:cNvSpPr>
              <p:nvPr/>
            </p:nvSpPr>
            <p:spPr bwMode="gray">
              <a:xfrm>
                <a:off x="6810487" y="3300413"/>
                <a:ext cx="425451" cy="179387"/>
              </a:xfrm>
              <a:custGeom>
                <a:avLst/>
                <a:gdLst/>
                <a:ahLst/>
                <a:cxnLst>
                  <a:cxn ang="0">
                    <a:pos x="3890" y="0"/>
                  </a:cxn>
                  <a:cxn ang="0">
                    <a:pos x="5834" y="1638"/>
                  </a:cxn>
                  <a:cxn ang="0">
                    <a:pos x="7779" y="3275"/>
                  </a:cxn>
                  <a:cxn ang="0">
                    <a:pos x="3890" y="3275"/>
                  </a:cxn>
                  <a:cxn ang="0">
                    <a:pos x="0" y="3275"/>
                  </a:cxn>
                  <a:cxn ang="0">
                    <a:pos x="1945" y="1638"/>
                  </a:cxn>
                  <a:cxn ang="0">
                    <a:pos x="3890" y="0"/>
                  </a:cxn>
                </a:cxnLst>
                <a:rect l="0" t="0" r="r" b="b"/>
                <a:pathLst>
                  <a:path w="7779" h="3275">
                    <a:moveTo>
                      <a:pt x="3890" y="0"/>
                    </a:moveTo>
                    <a:lnTo>
                      <a:pt x="5834" y="1638"/>
                    </a:lnTo>
                    <a:lnTo>
                      <a:pt x="7779" y="3275"/>
                    </a:lnTo>
                    <a:lnTo>
                      <a:pt x="3890" y="3275"/>
                    </a:lnTo>
                    <a:lnTo>
                      <a:pt x="0" y="3275"/>
                    </a:lnTo>
                    <a:lnTo>
                      <a:pt x="1945" y="1638"/>
                    </a:lnTo>
                    <a:lnTo>
                      <a:pt x="3890" y="0"/>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100" name="Freeform 13"/>
              <p:cNvSpPr>
                <a:spLocks noEditPoints="1"/>
              </p:cNvSpPr>
              <p:nvPr/>
            </p:nvSpPr>
            <p:spPr bwMode="gray">
              <a:xfrm>
                <a:off x="6810487" y="3502025"/>
                <a:ext cx="427038" cy="246063"/>
              </a:xfrm>
              <a:custGeom>
                <a:avLst/>
                <a:gdLst/>
                <a:ahLst/>
                <a:cxnLst>
                  <a:cxn ang="0">
                    <a:pos x="7792" y="0"/>
                  </a:cxn>
                  <a:cxn ang="0">
                    <a:pos x="0" y="0"/>
                  </a:cxn>
                  <a:cxn ang="0">
                    <a:pos x="0" y="4498"/>
                  </a:cxn>
                  <a:cxn ang="0">
                    <a:pos x="7792" y="4498"/>
                  </a:cxn>
                  <a:cxn ang="0">
                    <a:pos x="7792" y="0"/>
                  </a:cxn>
                  <a:cxn ang="0">
                    <a:pos x="687" y="578"/>
                  </a:cxn>
                  <a:cxn ang="0">
                    <a:pos x="2079" y="578"/>
                  </a:cxn>
                  <a:cxn ang="0">
                    <a:pos x="2079" y="1971"/>
                  </a:cxn>
                  <a:cxn ang="0">
                    <a:pos x="687" y="1971"/>
                  </a:cxn>
                  <a:cxn ang="0">
                    <a:pos x="687" y="578"/>
                  </a:cxn>
                  <a:cxn ang="0">
                    <a:pos x="687" y="2473"/>
                  </a:cxn>
                  <a:cxn ang="0">
                    <a:pos x="2079" y="2473"/>
                  </a:cxn>
                  <a:cxn ang="0">
                    <a:pos x="2079" y="3866"/>
                  </a:cxn>
                  <a:cxn ang="0">
                    <a:pos x="687" y="3866"/>
                  </a:cxn>
                  <a:cxn ang="0">
                    <a:pos x="687" y="2473"/>
                  </a:cxn>
                  <a:cxn ang="0">
                    <a:pos x="2361" y="2473"/>
                  </a:cxn>
                  <a:cxn ang="0">
                    <a:pos x="3755" y="2473"/>
                  </a:cxn>
                  <a:cxn ang="0">
                    <a:pos x="3755" y="3866"/>
                  </a:cxn>
                  <a:cxn ang="0">
                    <a:pos x="2361" y="3866"/>
                  </a:cxn>
                  <a:cxn ang="0">
                    <a:pos x="2361" y="2473"/>
                  </a:cxn>
                  <a:cxn ang="0">
                    <a:pos x="4037" y="2473"/>
                  </a:cxn>
                  <a:cxn ang="0">
                    <a:pos x="5429" y="2473"/>
                  </a:cxn>
                  <a:cxn ang="0">
                    <a:pos x="5429" y="3866"/>
                  </a:cxn>
                  <a:cxn ang="0">
                    <a:pos x="4037" y="3866"/>
                  </a:cxn>
                  <a:cxn ang="0">
                    <a:pos x="4037" y="2473"/>
                  </a:cxn>
                  <a:cxn ang="0">
                    <a:pos x="2361" y="578"/>
                  </a:cxn>
                  <a:cxn ang="0">
                    <a:pos x="3755" y="578"/>
                  </a:cxn>
                  <a:cxn ang="0">
                    <a:pos x="3755" y="1971"/>
                  </a:cxn>
                  <a:cxn ang="0">
                    <a:pos x="2361" y="1971"/>
                  </a:cxn>
                  <a:cxn ang="0">
                    <a:pos x="2361" y="578"/>
                  </a:cxn>
                  <a:cxn ang="0">
                    <a:pos x="4037" y="578"/>
                  </a:cxn>
                  <a:cxn ang="0">
                    <a:pos x="5429" y="578"/>
                  </a:cxn>
                  <a:cxn ang="0">
                    <a:pos x="5429" y="1971"/>
                  </a:cxn>
                  <a:cxn ang="0">
                    <a:pos x="4037" y="1971"/>
                  </a:cxn>
                  <a:cxn ang="0">
                    <a:pos x="4037" y="578"/>
                  </a:cxn>
                  <a:cxn ang="0">
                    <a:pos x="5713" y="578"/>
                  </a:cxn>
                  <a:cxn ang="0">
                    <a:pos x="7105" y="578"/>
                  </a:cxn>
                  <a:cxn ang="0">
                    <a:pos x="7105" y="1971"/>
                  </a:cxn>
                  <a:cxn ang="0">
                    <a:pos x="5713" y="1971"/>
                  </a:cxn>
                  <a:cxn ang="0">
                    <a:pos x="5713" y="578"/>
                  </a:cxn>
                  <a:cxn ang="0">
                    <a:pos x="5713" y="2473"/>
                  </a:cxn>
                  <a:cxn ang="0">
                    <a:pos x="7105" y="2473"/>
                  </a:cxn>
                  <a:cxn ang="0">
                    <a:pos x="7105" y="3866"/>
                  </a:cxn>
                  <a:cxn ang="0">
                    <a:pos x="5713" y="3866"/>
                  </a:cxn>
                  <a:cxn ang="0">
                    <a:pos x="5713" y="2473"/>
                  </a:cxn>
                </a:cxnLst>
                <a:rect l="0" t="0" r="r" b="b"/>
                <a:pathLst>
                  <a:path w="7792" h="4498">
                    <a:moveTo>
                      <a:pt x="7792" y="0"/>
                    </a:moveTo>
                    <a:lnTo>
                      <a:pt x="0" y="0"/>
                    </a:lnTo>
                    <a:lnTo>
                      <a:pt x="0" y="4498"/>
                    </a:lnTo>
                    <a:lnTo>
                      <a:pt x="7792" y="4498"/>
                    </a:lnTo>
                    <a:lnTo>
                      <a:pt x="7792" y="0"/>
                    </a:lnTo>
                    <a:close/>
                    <a:moveTo>
                      <a:pt x="687" y="578"/>
                    </a:moveTo>
                    <a:lnTo>
                      <a:pt x="2079" y="578"/>
                    </a:lnTo>
                    <a:lnTo>
                      <a:pt x="2079" y="1971"/>
                    </a:lnTo>
                    <a:lnTo>
                      <a:pt x="687" y="1971"/>
                    </a:lnTo>
                    <a:lnTo>
                      <a:pt x="687" y="578"/>
                    </a:lnTo>
                    <a:close/>
                    <a:moveTo>
                      <a:pt x="687" y="2473"/>
                    </a:moveTo>
                    <a:lnTo>
                      <a:pt x="2079" y="2473"/>
                    </a:lnTo>
                    <a:lnTo>
                      <a:pt x="2079" y="3866"/>
                    </a:lnTo>
                    <a:lnTo>
                      <a:pt x="687" y="3866"/>
                    </a:lnTo>
                    <a:lnTo>
                      <a:pt x="687" y="2473"/>
                    </a:lnTo>
                    <a:close/>
                    <a:moveTo>
                      <a:pt x="2361" y="2473"/>
                    </a:moveTo>
                    <a:lnTo>
                      <a:pt x="3755" y="2473"/>
                    </a:lnTo>
                    <a:lnTo>
                      <a:pt x="3755" y="3866"/>
                    </a:lnTo>
                    <a:lnTo>
                      <a:pt x="2361" y="3866"/>
                    </a:lnTo>
                    <a:lnTo>
                      <a:pt x="2361" y="2473"/>
                    </a:lnTo>
                    <a:close/>
                    <a:moveTo>
                      <a:pt x="4037" y="2473"/>
                    </a:moveTo>
                    <a:lnTo>
                      <a:pt x="5429" y="2473"/>
                    </a:lnTo>
                    <a:lnTo>
                      <a:pt x="5429" y="3866"/>
                    </a:lnTo>
                    <a:lnTo>
                      <a:pt x="4037" y="3866"/>
                    </a:lnTo>
                    <a:lnTo>
                      <a:pt x="4037" y="2473"/>
                    </a:lnTo>
                    <a:close/>
                    <a:moveTo>
                      <a:pt x="2361" y="578"/>
                    </a:moveTo>
                    <a:lnTo>
                      <a:pt x="3755" y="578"/>
                    </a:lnTo>
                    <a:lnTo>
                      <a:pt x="3755" y="1971"/>
                    </a:lnTo>
                    <a:lnTo>
                      <a:pt x="2361" y="1971"/>
                    </a:lnTo>
                    <a:lnTo>
                      <a:pt x="2361" y="578"/>
                    </a:lnTo>
                    <a:close/>
                    <a:moveTo>
                      <a:pt x="4037" y="578"/>
                    </a:moveTo>
                    <a:lnTo>
                      <a:pt x="5429" y="578"/>
                    </a:lnTo>
                    <a:lnTo>
                      <a:pt x="5429" y="1971"/>
                    </a:lnTo>
                    <a:lnTo>
                      <a:pt x="4037" y="1971"/>
                    </a:lnTo>
                    <a:lnTo>
                      <a:pt x="4037" y="578"/>
                    </a:lnTo>
                    <a:close/>
                    <a:moveTo>
                      <a:pt x="5713" y="578"/>
                    </a:moveTo>
                    <a:lnTo>
                      <a:pt x="7105" y="578"/>
                    </a:lnTo>
                    <a:lnTo>
                      <a:pt x="7105" y="1971"/>
                    </a:lnTo>
                    <a:lnTo>
                      <a:pt x="5713" y="1971"/>
                    </a:lnTo>
                    <a:lnTo>
                      <a:pt x="5713" y="578"/>
                    </a:lnTo>
                    <a:close/>
                    <a:moveTo>
                      <a:pt x="5713" y="2473"/>
                    </a:moveTo>
                    <a:lnTo>
                      <a:pt x="7105" y="2473"/>
                    </a:lnTo>
                    <a:lnTo>
                      <a:pt x="7105" y="3866"/>
                    </a:lnTo>
                    <a:lnTo>
                      <a:pt x="5713" y="3866"/>
                    </a:lnTo>
                    <a:lnTo>
                      <a:pt x="5713" y="2473"/>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101" name="Freeform 14"/>
              <p:cNvSpPr>
                <a:spLocks noEditPoints="1"/>
              </p:cNvSpPr>
              <p:nvPr/>
            </p:nvSpPr>
            <p:spPr bwMode="gray">
              <a:xfrm>
                <a:off x="6378575" y="3081338"/>
                <a:ext cx="427038" cy="666750"/>
              </a:xfrm>
              <a:custGeom>
                <a:avLst/>
                <a:gdLst/>
                <a:ahLst/>
                <a:cxnLst>
                  <a:cxn ang="0">
                    <a:pos x="7792" y="0"/>
                  </a:cxn>
                  <a:cxn ang="0">
                    <a:pos x="0" y="12190"/>
                  </a:cxn>
                  <a:cxn ang="0">
                    <a:pos x="687" y="690"/>
                  </a:cxn>
                  <a:cxn ang="0">
                    <a:pos x="2079" y="2084"/>
                  </a:cxn>
                  <a:cxn ang="0">
                    <a:pos x="687" y="690"/>
                  </a:cxn>
                  <a:cxn ang="0">
                    <a:pos x="2079" y="10165"/>
                  </a:cxn>
                  <a:cxn ang="0">
                    <a:pos x="687" y="11558"/>
                  </a:cxn>
                  <a:cxn ang="0">
                    <a:pos x="2363" y="10165"/>
                  </a:cxn>
                  <a:cxn ang="0">
                    <a:pos x="3755" y="11558"/>
                  </a:cxn>
                  <a:cxn ang="0">
                    <a:pos x="2363" y="10165"/>
                  </a:cxn>
                  <a:cxn ang="0">
                    <a:pos x="5431" y="10165"/>
                  </a:cxn>
                  <a:cxn ang="0">
                    <a:pos x="4037" y="11558"/>
                  </a:cxn>
                  <a:cxn ang="0">
                    <a:pos x="5713" y="10165"/>
                  </a:cxn>
                  <a:cxn ang="0">
                    <a:pos x="7105" y="11558"/>
                  </a:cxn>
                  <a:cxn ang="0">
                    <a:pos x="5713" y="10165"/>
                  </a:cxn>
                  <a:cxn ang="0">
                    <a:pos x="2079" y="8270"/>
                  </a:cxn>
                  <a:cxn ang="0">
                    <a:pos x="687" y="9663"/>
                  </a:cxn>
                  <a:cxn ang="0">
                    <a:pos x="2363" y="8270"/>
                  </a:cxn>
                  <a:cxn ang="0">
                    <a:pos x="3755" y="9663"/>
                  </a:cxn>
                  <a:cxn ang="0">
                    <a:pos x="2363" y="8270"/>
                  </a:cxn>
                  <a:cxn ang="0">
                    <a:pos x="5431" y="8270"/>
                  </a:cxn>
                  <a:cxn ang="0">
                    <a:pos x="4037" y="9663"/>
                  </a:cxn>
                  <a:cxn ang="0">
                    <a:pos x="5713" y="8270"/>
                  </a:cxn>
                  <a:cxn ang="0">
                    <a:pos x="7105" y="9663"/>
                  </a:cxn>
                  <a:cxn ang="0">
                    <a:pos x="5713" y="8270"/>
                  </a:cxn>
                  <a:cxn ang="0">
                    <a:pos x="2079" y="6376"/>
                  </a:cxn>
                  <a:cxn ang="0">
                    <a:pos x="687" y="7768"/>
                  </a:cxn>
                  <a:cxn ang="0">
                    <a:pos x="2363" y="6376"/>
                  </a:cxn>
                  <a:cxn ang="0">
                    <a:pos x="3755" y="7768"/>
                  </a:cxn>
                  <a:cxn ang="0">
                    <a:pos x="2363" y="6376"/>
                  </a:cxn>
                  <a:cxn ang="0">
                    <a:pos x="5431" y="6376"/>
                  </a:cxn>
                  <a:cxn ang="0">
                    <a:pos x="4037" y="7768"/>
                  </a:cxn>
                  <a:cxn ang="0">
                    <a:pos x="5713" y="6376"/>
                  </a:cxn>
                  <a:cxn ang="0">
                    <a:pos x="7105" y="7768"/>
                  </a:cxn>
                  <a:cxn ang="0">
                    <a:pos x="5713" y="6376"/>
                  </a:cxn>
                  <a:cxn ang="0">
                    <a:pos x="2079" y="4481"/>
                  </a:cxn>
                  <a:cxn ang="0">
                    <a:pos x="687" y="5874"/>
                  </a:cxn>
                  <a:cxn ang="0">
                    <a:pos x="2363" y="4481"/>
                  </a:cxn>
                  <a:cxn ang="0">
                    <a:pos x="3755" y="5874"/>
                  </a:cxn>
                  <a:cxn ang="0">
                    <a:pos x="2363" y="4481"/>
                  </a:cxn>
                  <a:cxn ang="0">
                    <a:pos x="5431" y="4481"/>
                  </a:cxn>
                  <a:cxn ang="0">
                    <a:pos x="4037" y="5874"/>
                  </a:cxn>
                  <a:cxn ang="0">
                    <a:pos x="5713" y="4481"/>
                  </a:cxn>
                  <a:cxn ang="0">
                    <a:pos x="7105" y="5874"/>
                  </a:cxn>
                  <a:cxn ang="0">
                    <a:pos x="5713" y="4481"/>
                  </a:cxn>
                  <a:cxn ang="0">
                    <a:pos x="2079" y="2585"/>
                  </a:cxn>
                  <a:cxn ang="0">
                    <a:pos x="687" y="3979"/>
                  </a:cxn>
                  <a:cxn ang="0">
                    <a:pos x="2363" y="2585"/>
                  </a:cxn>
                  <a:cxn ang="0">
                    <a:pos x="3755" y="3979"/>
                  </a:cxn>
                  <a:cxn ang="0">
                    <a:pos x="2363" y="2585"/>
                  </a:cxn>
                  <a:cxn ang="0">
                    <a:pos x="5431" y="2585"/>
                  </a:cxn>
                  <a:cxn ang="0">
                    <a:pos x="4037" y="3979"/>
                  </a:cxn>
                  <a:cxn ang="0">
                    <a:pos x="2363" y="690"/>
                  </a:cxn>
                  <a:cxn ang="0">
                    <a:pos x="3755" y="2084"/>
                  </a:cxn>
                  <a:cxn ang="0">
                    <a:pos x="2363" y="690"/>
                  </a:cxn>
                  <a:cxn ang="0">
                    <a:pos x="5431" y="690"/>
                  </a:cxn>
                  <a:cxn ang="0">
                    <a:pos x="4037" y="2084"/>
                  </a:cxn>
                  <a:cxn ang="0">
                    <a:pos x="5713" y="690"/>
                  </a:cxn>
                  <a:cxn ang="0">
                    <a:pos x="7105" y="2084"/>
                  </a:cxn>
                  <a:cxn ang="0">
                    <a:pos x="5713" y="690"/>
                  </a:cxn>
                  <a:cxn ang="0">
                    <a:pos x="7105" y="2585"/>
                  </a:cxn>
                  <a:cxn ang="0">
                    <a:pos x="5713" y="3979"/>
                  </a:cxn>
                </a:cxnLst>
                <a:rect l="0" t="0" r="r" b="b"/>
                <a:pathLst>
                  <a:path w="7792" h="12190">
                    <a:moveTo>
                      <a:pt x="0" y="0"/>
                    </a:moveTo>
                    <a:lnTo>
                      <a:pt x="7792" y="0"/>
                    </a:lnTo>
                    <a:lnTo>
                      <a:pt x="7792" y="12190"/>
                    </a:lnTo>
                    <a:lnTo>
                      <a:pt x="0" y="12190"/>
                    </a:lnTo>
                    <a:lnTo>
                      <a:pt x="0" y="0"/>
                    </a:lnTo>
                    <a:close/>
                    <a:moveTo>
                      <a:pt x="687" y="690"/>
                    </a:moveTo>
                    <a:lnTo>
                      <a:pt x="2079" y="690"/>
                    </a:lnTo>
                    <a:lnTo>
                      <a:pt x="2079" y="2084"/>
                    </a:lnTo>
                    <a:lnTo>
                      <a:pt x="687" y="2084"/>
                    </a:lnTo>
                    <a:lnTo>
                      <a:pt x="687" y="690"/>
                    </a:lnTo>
                    <a:close/>
                    <a:moveTo>
                      <a:pt x="687" y="10165"/>
                    </a:moveTo>
                    <a:lnTo>
                      <a:pt x="2079" y="10165"/>
                    </a:lnTo>
                    <a:lnTo>
                      <a:pt x="2079" y="11558"/>
                    </a:lnTo>
                    <a:lnTo>
                      <a:pt x="687" y="11558"/>
                    </a:lnTo>
                    <a:lnTo>
                      <a:pt x="687" y="10165"/>
                    </a:lnTo>
                    <a:close/>
                    <a:moveTo>
                      <a:pt x="2363" y="10165"/>
                    </a:moveTo>
                    <a:lnTo>
                      <a:pt x="3755" y="10165"/>
                    </a:lnTo>
                    <a:lnTo>
                      <a:pt x="3755" y="11558"/>
                    </a:lnTo>
                    <a:lnTo>
                      <a:pt x="2363" y="11558"/>
                    </a:lnTo>
                    <a:lnTo>
                      <a:pt x="2363" y="10165"/>
                    </a:lnTo>
                    <a:close/>
                    <a:moveTo>
                      <a:pt x="4037" y="10165"/>
                    </a:moveTo>
                    <a:lnTo>
                      <a:pt x="5431" y="10165"/>
                    </a:lnTo>
                    <a:lnTo>
                      <a:pt x="5431" y="11558"/>
                    </a:lnTo>
                    <a:lnTo>
                      <a:pt x="4037" y="11558"/>
                    </a:lnTo>
                    <a:lnTo>
                      <a:pt x="4037" y="10165"/>
                    </a:lnTo>
                    <a:close/>
                    <a:moveTo>
                      <a:pt x="5713" y="10165"/>
                    </a:moveTo>
                    <a:lnTo>
                      <a:pt x="7105" y="10165"/>
                    </a:lnTo>
                    <a:lnTo>
                      <a:pt x="7105" y="11558"/>
                    </a:lnTo>
                    <a:lnTo>
                      <a:pt x="5713" y="11558"/>
                    </a:lnTo>
                    <a:lnTo>
                      <a:pt x="5713" y="10165"/>
                    </a:lnTo>
                    <a:close/>
                    <a:moveTo>
                      <a:pt x="687" y="8270"/>
                    </a:moveTo>
                    <a:lnTo>
                      <a:pt x="2079" y="8270"/>
                    </a:lnTo>
                    <a:lnTo>
                      <a:pt x="2079" y="9663"/>
                    </a:lnTo>
                    <a:lnTo>
                      <a:pt x="687" y="9663"/>
                    </a:lnTo>
                    <a:lnTo>
                      <a:pt x="687" y="8270"/>
                    </a:lnTo>
                    <a:close/>
                    <a:moveTo>
                      <a:pt x="2363" y="8270"/>
                    </a:moveTo>
                    <a:lnTo>
                      <a:pt x="3755" y="8270"/>
                    </a:lnTo>
                    <a:lnTo>
                      <a:pt x="3755" y="9663"/>
                    </a:lnTo>
                    <a:lnTo>
                      <a:pt x="2363" y="9663"/>
                    </a:lnTo>
                    <a:lnTo>
                      <a:pt x="2363" y="8270"/>
                    </a:lnTo>
                    <a:close/>
                    <a:moveTo>
                      <a:pt x="4037" y="8270"/>
                    </a:moveTo>
                    <a:lnTo>
                      <a:pt x="5431" y="8270"/>
                    </a:lnTo>
                    <a:lnTo>
                      <a:pt x="5431" y="9663"/>
                    </a:lnTo>
                    <a:lnTo>
                      <a:pt x="4037" y="9663"/>
                    </a:lnTo>
                    <a:lnTo>
                      <a:pt x="4037" y="8270"/>
                    </a:lnTo>
                    <a:close/>
                    <a:moveTo>
                      <a:pt x="5713" y="8270"/>
                    </a:moveTo>
                    <a:lnTo>
                      <a:pt x="7105" y="8270"/>
                    </a:lnTo>
                    <a:lnTo>
                      <a:pt x="7105" y="9663"/>
                    </a:lnTo>
                    <a:lnTo>
                      <a:pt x="5713" y="9663"/>
                    </a:lnTo>
                    <a:lnTo>
                      <a:pt x="5713" y="8270"/>
                    </a:lnTo>
                    <a:close/>
                    <a:moveTo>
                      <a:pt x="687" y="6376"/>
                    </a:moveTo>
                    <a:lnTo>
                      <a:pt x="2079" y="6376"/>
                    </a:lnTo>
                    <a:lnTo>
                      <a:pt x="2079" y="7768"/>
                    </a:lnTo>
                    <a:lnTo>
                      <a:pt x="687" y="7768"/>
                    </a:lnTo>
                    <a:lnTo>
                      <a:pt x="687" y="6376"/>
                    </a:lnTo>
                    <a:close/>
                    <a:moveTo>
                      <a:pt x="2363" y="6376"/>
                    </a:moveTo>
                    <a:lnTo>
                      <a:pt x="3755" y="6376"/>
                    </a:lnTo>
                    <a:lnTo>
                      <a:pt x="3755" y="7768"/>
                    </a:lnTo>
                    <a:lnTo>
                      <a:pt x="2363" y="7768"/>
                    </a:lnTo>
                    <a:lnTo>
                      <a:pt x="2363" y="6376"/>
                    </a:lnTo>
                    <a:close/>
                    <a:moveTo>
                      <a:pt x="4037" y="6376"/>
                    </a:moveTo>
                    <a:lnTo>
                      <a:pt x="5431" y="6376"/>
                    </a:lnTo>
                    <a:lnTo>
                      <a:pt x="5431" y="7768"/>
                    </a:lnTo>
                    <a:lnTo>
                      <a:pt x="4037" y="7768"/>
                    </a:lnTo>
                    <a:lnTo>
                      <a:pt x="4037" y="6376"/>
                    </a:lnTo>
                    <a:close/>
                    <a:moveTo>
                      <a:pt x="5713" y="6376"/>
                    </a:moveTo>
                    <a:lnTo>
                      <a:pt x="7105" y="6376"/>
                    </a:lnTo>
                    <a:lnTo>
                      <a:pt x="7105" y="7768"/>
                    </a:lnTo>
                    <a:lnTo>
                      <a:pt x="5713" y="7768"/>
                    </a:lnTo>
                    <a:lnTo>
                      <a:pt x="5713" y="6376"/>
                    </a:lnTo>
                    <a:close/>
                    <a:moveTo>
                      <a:pt x="687" y="4481"/>
                    </a:moveTo>
                    <a:lnTo>
                      <a:pt x="2079" y="4481"/>
                    </a:lnTo>
                    <a:lnTo>
                      <a:pt x="2079" y="5874"/>
                    </a:lnTo>
                    <a:lnTo>
                      <a:pt x="687" y="5874"/>
                    </a:lnTo>
                    <a:lnTo>
                      <a:pt x="687" y="4481"/>
                    </a:lnTo>
                    <a:close/>
                    <a:moveTo>
                      <a:pt x="2363" y="4481"/>
                    </a:moveTo>
                    <a:lnTo>
                      <a:pt x="3755" y="4481"/>
                    </a:lnTo>
                    <a:lnTo>
                      <a:pt x="3755" y="5874"/>
                    </a:lnTo>
                    <a:lnTo>
                      <a:pt x="2363" y="5874"/>
                    </a:lnTo>
                    <a:lnTo>
                      <a:pt x="2363" y="4481"/>
                    </a:lnTo>
                    <a:close/>
                    <a:moveTo>
                      <a:pt x="4037" y="4481"/>
                    </a:moveTo>
                    <a:lnTo>
                      <a:pt x="5431" y="4481"/>
                    </a:lnTo>
                    <a:lnTo>
                      <a:pt x="5431" y="5874"/>
                    </a:lnTo>
                    <a:lnTo>
                      <a:pt x="4037" y="5874"/>
                    </a:lnTo>
                    <a:lnTo>
                      <a:pt x="4037" y="4481"/>
                    </a:lnTo>
                    <a:close/>
                    <a:moveTo>
                      <a:pt x="5713" y="4481"/>
                    </a:moveTo>
                    <a:lnTo>
                      <a:pt x="7105" y="4481"/>
                    </a:lnTo>
                    <a:lnTo>
                      <a:pt x="7105" y="5874"/>
                    </a:lnTo>
                    <a:lnTo>
                      <a:pt x="5713" y="5874"/>
                    </a:lnTo>
                    <a:lnTo>
                      <a:pt x="5713" y="4481"/>
                    </a:lnTo>
                    <a:close/>
                    <a:moveTo>
                      <a:pt x="687" y="2585"/>
                    </a:moveTo>
                    <a:lnTo>
                      <a:pt x="2079" y="2585"/>
                    </a:lnTo>
                    <a:lnTo>
                      <a:pt x="2079" y="3979"/>
                    </a:lnTo>
                    <a:lnTo>
                      <a:pt x="687" y="3979"/>
                    </a:lnTo>
                    <a:lnTo>
                      <a:pt x="687" y="2585"/>
                    </a:lnTo>
                    <a:close/>
                    <a:moveTo>
                      <a:pt x="2363" y="2585"/>
                    </a:moveTo>
                    <a:lnTo>
                      <a:pt x="3755" y="2585"/>
                    </a:lnTo>
                    <a:lnTo>
                      <a:pt x="3755" y="3979"/>
                    </a:lnTo>
                    <a:lnTo>
                      <a:pt x="2363" y="3979"/>
                    </a:lnTo>
                    <a:lnTo>
                      <a:pt x="2363" y="2585"/>
                    </a:lnTo>
                    <a:close/>
                    <a:moveTo>
                      <a:pt x="4037" y="2585"/>
                    </a:moveTo>
                    <a:lnTo>
                      <a:pt x="5431" y="2585"/>
                    </a:lnTo>
                    <a:lnTo>
                      <a:pt x="5431" y="3979"/>
                    </a:lnTo>
                    <a:lnTo>
                      <a:pt x="4037" y="3979"/>
                    </a:lnTo>
                    <a:lnTo>
                      <a:pt x="4037" y="2585"/>
                    </a:lnTo>
                    <a:close/>
                    <a:moveTo>
                      <a:pt x="2363" y="690"/>
                    </a:moveTo>
                    <a:lnTo>
                      <a:pt x="3755" y="690"/>
                    </a:lnTo>
                    <a:lnTo>
                      <a:pt x="3755" y="2084"/>
                    </a:lnTo>
                    <a:lnTo>
                      <a:pt x="2363" y="2084"/>
                    </a:lnTo>
                    <a:lnTo>
                      <a:pt x="2363" y="690"/>
                    </a:lnTo>
                    <a:close/>
                    <a:moveTo>
                      <a:pt x="4037" y="690"/>
                    </a:moveTo>
                    <a:lnTo>
                      <a:pt x="5431" y="690"/>
                    </a:lnTo>
                    <a:lnTo>
                      <a:pt x="5431" y="2084"/>
                    </a:lnTo>
                    <a:lnTo>
                      <a:pt x="4037" y="2084"/>
                    </a:lnTo>
                    <a:lnTo>
                      <a:pt x="4037" y="690"/>
                    </a:lnTo>
                    <a:close/>
                    <a:moveTo>
                      <a:pt x="5713" y="690"/>
                    </a:moveTo>
                    <a:lnTo>
                      <a:pt x="7105" y="690"/>
                    </a:lnTo>
                    <a:lnTo>
                      <a:pt x="7105" y="2084"/>
                    </a:lnTo>
                    <a:lnTo>
                      <a:pt x="5713" y="2084"/>
                    </a:lnTo>
                    <a:lnTo>
                      <a:pt x="5713" y="690"/>
                    </a:lnTo>
                    <a:close/>
                    <a:moveTo>
                      <a:pt x="5713" y="2585"/>
                    </a:moveTo>
                    <a:lnTo>
                      <a:pt x="7105" y="2585"/>
                    </a:lnTo>
                    <a:lnTo>
                      <a:pt x="7105" y="3979"/>
                    </a:lnTo>
                    <a:lnTo>
                      <a:pt x="5713" y="3979"/>
                    </a:lnTo>
                    <a:lnTo>
                      <a:pt x="5713" y="2585"/>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grpSp>
        <p:sp>
          <p:nvSpPr>
            <p:cNvPr id="97" name="矩形 96"/>
            <p:cNvSpPr/>
            <p:nvPr/>
          </p:nvSpPr>
          <p:spPr bwMode="gray">
            <a:xfrm>
              <a:off x="699103" y="4370478"/>
              <a:ext cx="644728" cy="307777"/>
            </a:xfrm>
            <a:prstGeom prst="rect">
              <a:avLst/>
            </a:prstGeom>
          </p:spPr>
          <p:txBody>
            <a:bodyPr wrap="none">
              <a:spAutoFit/>
            </a:bodyPr>
            <a:lstStyle/>
            <a:p>
              <a:r>
                <a:rPr lang="zh-CN" altLang="en-US" sz="1399" dirty="0">
                  <a:solidFill>
                    <a:schemeClr val="bg1">
                      <a:lumMod val="50000"/>
                    </a:schemeClr>
                  </a:solidFill>
                </a:rPr>
                <a:t>分支</a:t>
              </a:r>
              <a:r>
                <a:rPr lang="en-US" altLang="zh-CN" sz="1399" dirty="0">
                  <a:solidFill>
                    <a:schemeClr val="bg1">
                      <a:lumMod val="50000"/>
                    </a:schemeClr>
                  </a:solidFill>
                </a:rPr>
                <a:t>3</a:t>
              </a:r>
            </a:p>
          </p:txBody>
        </p:sp>
      </p:grpSp>
      <p:sp>
        <p:nvSpPr>
          <p:cNvPr id="102" name="圆角矩形 75"/>
          <p:cNvSpPr/>
          <p:nvPr/>
        </p:nvSpPr>
        <p:spPr bwMode="gray">
          <a:xfrm>
            <a:off x="741159" y="3716227"/>
            <a:ext cx="1401999" cy="968467"/>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a:lnSpc>
                <a:spcPts val="2599"/>
              </a:lnSpc>
              <a:spcAft>
                <a:spcPts val="600"/>
              </a:spcAft>
            </a:pPr>
            <a:endParaRPr lang="en-US" altLang="zh-CN" sz="15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3" name="直接箭头连接符 102"/>
          <p:cNvCxnSpPr>
            <a:stCxn id="14" idx="2"/>
            <a:endCxn id="94" idx="0"/>
          </p:cNvCxnSpPr>
          <p:nvPr/>
        </p:nvCxnSpPr>
        <p:spPr bwMode="gray">
          <a:xfrm flipH="1">
            <a:off x="1671369" y="2707576"/>
            <a:ext cx="2494632" cy="1255359"/>
          </a:xfrm>
          <a:prstGeom prst="straightConnector1">
            <a:avLst/>
          </a:prstGeom>
          <a:noFill/>
          <a:ln w="19050" algn="ctr">
            <a:solidFill>
              <a:srgbClr val="EC7061"/>
            </a:solidFill>
            <a:prstDash val="sysDot"/>
            <a:round/>
            <a:headEnd type="triangle" w="med" len="med"/>
            <a:tailEnd type="triangle" w="med" len="med"/>
          </a:ln>
        </p:spPr>
      </p:cxnSp>
      <p:grpSp>
        <p:nvGrpSpPr>
          <p:cNvPr id="113" name="Group 3"/>
          <p:cNvGrpSpPr/>
          <p:nvPr/>
        </p:nvGrpSpPr>
        <p:grpSpPr bwMode="gray">
          <a:xfrm>
            <a:off x="4671074" y="4280623"/>
            <a:ext cx="261863" cy="61955"/>
            <a:chOff x="559282" y="6488261"/>
            <a:chExt cx="261965" cy="61979"/>
          </a:xfrm>
          <a:solidFill>
            <a:schemeClr val="bg1">
              <a:lumMod val="50000"/>
            </a:schemeClr>
          </a:solidFill>
        </p:grpSpPr>
        <p:sp>
          <p:nvSpPr>
            <p:cNvPr id="114"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5"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6"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sp>
        <p:nvSpPr>
          <p:cNvPr id="118" name="矩形 117"/>
          <p:cNvSpPr/>
          <p:nvPr/>
        </p:nvSpPr>
        <p:spPr bwMode="gray">
          <a:xfrm>
            <a:off x="5103142" y="2686810"/>
            <a:ext cx="543527" cy="307657"/>
          </a:xfrm>
          <a:prstGeom prst="rect">
            <a:avLst/>
          </a:prstGeom>
        </p:spPr>
        <p:txBody>
          <a:bodyPr wrap="none">
            <a:spAutoFit/>
          </a:bodyPr>
          <a:lstStyle/>
          <a:p>
            <a:r>
              <a:rPr lang="zh-CN" altLang="en-US" sz="1399" b="1" dirty="0">
                <a:solidFill>
                  <a:srgbClr val="C7000B"/>
                </a:solidFill>
              </a:rPr>
              <a:t>专线</a:t>
            </a:r>
            <a:endParaRPr lang="en-US" altLang="zh-CN" sz="1399" b="1" dirty="0">
              <a:solidFill>
                <a:srgbClr val="C7000B"/>
              </a:solidFill>
            </a:endParaRPr>
          </a:p>
        </p:txBody>
      </p:sp>
      <p:cxnSp>
        <p:nvCxnSpPr>
          <p:cNvPr id="119" name="直接连接符 118">
            <a:extLst>
              <a:ext uri="{FF2B5EF4-FFF2-40B4-BE49-F238E27FC236}">
                <a16:creationId xmlns:a16="http://schemas.microsoft.com/office/drawing/2014/main" id="{94275FFE-3BE6-4C12-8737-FDFE3456C4A2}"/>
              </a:ext>
            </a:extLst>
          </p:cNvPr>
          <p:cNvCxnSpPr>
            <a:endCxn id="118" idx="2"/>
          </p:cNvCxnSpPr>
          <p:nvPr/>
        </p:nvCxnSpPr>
        <p:spPr bwMode="gray">
          <a:xfrm flipH="1" flipV="1">
            <a:off x="5374906" y="2994467"/>
            <a:ext cx="231863" cy="218718"/>
          </a:xfrm>
          <a:prstGeom prst="line">
            <a:avLst/>
          </a:prstGeom>
          <a:noFill/>
          <a:ln w="19050" cap="flat" cmpd="sng" algn="ctr">
            <a:solidFill>
              <a:schemeClr val="bg1">
                <a:lumMod val="50000"/>
              </a:schemeClr>
            </a:solidFill>
            <a:prstDash val="solid"/>
            <a:headEnd type="triangle" w="med" len="med"/>
            <a:tailEnd type="none" w="med" len="med"/>
          </a:ln>
          <a:effectLst/>
        </p:spPr>
      </p:cxnSp>
      <p:cxnSp>
        <p:nvCxnSpPr>
          <p:cNvPr id="123" name="直接连接符 122">
            <a:extLst>
              <a:ext uri="{FF2B5EF4-FFF2-40B4-BE49-F238E27FC236}">
                <a16:creationId xmlns:a16="http://schemas.microsoft.com/office/drawing/2014/main" id="{94275FFE-3BE6-4C12-8737-FDFE3456C4A2}"/>
              </a:ext>
            </a:extLst>
          </p:cNvPr>
          <p:cNvCxnSpPr>
            <a:endCxn id="118" idx="2"/>
          </p:cNvCxnSpPr>
          <p:nvPr/>
        </p:nvCxnSpPr>
        <p:spPr bwMode="gray">
          <a:xfrm flipV="1">
            <a:off x="3999137" y="2994467"/>
            <a:ext cx="1375769" cy="239484"/>
          </a:xfrm>
          <a:prstGeom prst="line">
            <a:avLst/>
          </a:prstGeom>
          <a:noFill/>
          <a:ln w="19050" cap="flat" cmpd="sng" algn="ctr">
            <a:solidFill>
              <a:schemeClr val="bg1">
                <a:lumMod val="50000"/>
              </a:schemeClr>
            </a:solidFill>
            <a:prstDash val="solid"/>
            <a:headEnd type="triangle" w="med" len="med"/>
            <a:tailEnd type="none" w="med" len="med"/>
          </a:ln>
          <a:effectLst/>
        </p:spPr>
      </p:cxnSp>
      <p:cxnSp>
        <p:nvCxnSpPr>
          <p:cNvPr id="126" name="直接连接符 125">
            <a:extLst>
              <a:ext uri="{FF2B5EF4-FFF2-40B4-BE49-F238E27FC236}">
                <a16:creationId xmlns:a16="http://schemas.microsoft.com/office/drawing/2014/main" id="{94275FFE-3BE6-4C12-8737-FDFE3456C4A2}"/>
              </a:ext>
            </a:extLst>
          </p:cNvPr>
          <p:cNvCxnSpPr>
            <a:endCxn id="118" idx="2"/>
          </p:cNvCxnSpPr>
          <p:nvPr/>
        </p:nvCxnSpPr>
        <p:spPr bwMode="gray">
          <a:xfrm flipV="1">
            <a:off x="3229287" y="2994467"/>
            <a:ext cx="2145619" cy="239484"/>
          </a:xfrm>
          <a:prstGeom prst="line">
            <a:avLst/>
          </a:prstGeom>
          <a:noFill/>
          <a:ln w="19050" cap="flat" cmpd="sng" algn="ctr">
            <a:solidFill>
              <a:schemeClr val="bg1">
                <a:lumMod val="50000"/>
              </a:schemeClr>
            </a:solidFill>
            <a:prstDash val="solid"/>
            <a:headEnd type="triangle" w="med" len="med"/>
            <a:tailEnd type="none" w="med" len="med"/>
          </a:ln>
          <a:effectLst/>
        </p:spPr>
      </p:cxnSp>
      <p:sp>
        <p:nvSpPr>
          <p:cNvPr id="130" name="文本框 129"/>
          <p:cNvSpPr txBox="1"/>
          <p:nvPr/>
        </p:nvSpPr>
        <p:spPr bwMode="gray">
          <a:xfrm>
            <a:off x="8501066" y="4730431"/>
            <a:ext cx="1028003" cy="332592"/>
          </a:xfrm>
          <a:prstGeom prst="rect">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600" kern="0">
                <a:solidFill>
                  <a:srgbClr val="FFFFFF"/>
                </a:solidFill>
                <a:latin typeface="Huawei Sans" panose="020C0503030203020204" pitchFamily="34" charset="0"/>
                <a:ea typeface="方正兰亭黑简体" panose="02000000000000000000" pitchFamily="2" charset="-122"/>
              </a:defRPr>
            </a:lvl1pPr>
          </a:lstStyle>
          <a:p>
            <a:r>
              <a:rPr lang="zh-CN" altLang="en-US" sz="1399" dirty="0"/>
              <a:t>核心层</a:t>
            </a:r>
          </a:p>
        </p:txBody>
      </p:sp>
      <p:sp>
        <p:nvSpPr>
          <p:cNvPr id="131" name="文本框 130"/>
          <p:cNvSpPr txBox="1"/>
          <p:nvPr/>
        </p:nvSpPr>
        <p:spPr bwMode="gray">
          <a:xfrm>
            <a:off x="8501067" y="3980746"/>
            <a:ext cx="1028003" cy="321901"/>
          </a:xfrm>
          <a:prstGeom prst="rect">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600" kern="0">
                <a:solidFill>
                  <a:srgbClr val="FFFFFF"/>
                </a:solidFill>
                <a:latin typeface="Huawei Sans" panose="020C0503030203020204" pitchFamily="34" charset="0"/>
                <a:ea typeface="方正兰亭黑简体" panose="02000000000000000000" pitchFamily="2" charset="-122"/>
              </a:defRPr>
            </a:lvl1pPr>
          </a:lstStyle>
          <a:p>
            <a:r>
              <a:rPr lang="zh-CN" altLang="en-US" sz="1399" dirty="0"/>
              <a:t>出口设备</a:t>
            </a:r>
          </a:p>
        </p:txBody>
      </p:sp>
      <p:sp>
        <p:nvSpPr>
          <p:cNvPr id="132" name="文本框 131"/>
          <p:cNvSpPr txBox="1"/>
          <p:nvPr/>
        </p:nvSpPr>
        <p:spPr bwMode="gray">
          <a:xfrm>
            <a:off x="8501066" y="5357955"/>
            <a:ext cx="1028003" cy="332592"/>
          </a:xfrm>
          <a:prstGeom prst="rect">
            <a:avLst/>
          </a:prstGeom>
          <a:solidFill>
            <a:srgbClr val="00B0F0"/>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600" kern="0">
                <a:solidFill>
                  <a:srgbClr val="FFFFFF"/>
                </a:solidFill>
                <a:latin typeface="Huawei Sans" panose="020C0503030203020204" pitchFamily="34" charset="0"/>
                <a:ea typeface="方正兰亭黑简体" panose="02000000000000000000" pitchFamily="2" charset="-122"/>
              </a:defRPr>
            </a:lvl1pPr>
          </a:lstStyle>
          <a:p>
            <a:r>
              <a:rPr lang="zh-CN" altLang="en-US" sz="1399" dirty="0"/>
              <a:t>汇聚层</a:t>
            </a:r>
          </a:p>
        </p:txBody>
      </p:sp>
      <p:sp>
        <p:nvSpPr>
          <p:cNvPr id="134" name="文本框 133"/>
          <p:cNvSpPr txBox="1"/>
          <p:nvPr/>
        </p:nvSpPr>
        <p:spPr bwMode="gray">
          <a:xfrm>
            <a:off x="8501066" y="5367024"/>
            <a:ext cx="1028003" cy="332592"/>
          </a:xfrm>
          <a:prstGeom prst="rect">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600" kern="0">
                <a:solidFill>
                  <a:srgbClr val="FFFFFF"/>
                </a:solidFill>
                <a:latin typeface="Huawei Sans" panose="020C0503030203020204" pitchFamily="34" charset="0"/>
                <a:ea typeface="方正兰亭黑简体" panose="02000000000000000000" pitchFamily="2" charset="-122"/>
              </a:defRPr>
            </a:lvl1pPr>
          </a:lstStyle>
          <a:p>
            <a:r>
              <a:rPr lang="zh-CN" altLang="en-US" sz="1399" dirty="0"/>
              <a:t>汇聚层</a:t>
            </a:r>
          </a:p>
        </p:txBody>
      </p:sp>
      <p:sp>
        <p:nvSpPr>
          <p:cNvPr id="135" name="文本框 134"/>
          <p:cNvSpPr txBox="1"/>
          <p:nvPr/>
        </p:nvSpPr>
        <p:spPr bwMode="gray">
          <a:xfrm>
            <a:off x="9596049" y="3987921"/>
            <a:ext cx="1799790" cy="307657"/>
          </a:xfrm>
          <a:prstGeom prst="rect">
            <a:avLst/>
          </a:prstGeom>
          <a:noFill/>
        </p:spPr>
        <p:txBody>
          <a:bodyPr wrap="none" rtlCol="0">
            <a:spAutoFit/>
          </a:bodyPr>
          <a:lstStyle/>
          <a:p>
            <a:r>
              <a:rPr lang="zh-CN" altLang="en-US" sz="1399" dirty="0"/>
              <a:t>单设备、单出口链路</a:t>
            </a:r>
          </a:p>
        </p:txBody>
      </p:sp>
      <p:sp>
        <p:nvSpPr>
          <p:cNvPr id="136" name="文本框 135"/>
          <p:cNvSpPr txBox="1"/>
          <p:nvPr/>
        </p:nvSpPr>
        <p:spPr bwMode="gray">
          <a:xfrm>
            <a:off x="9596049" y="4737569"/>
            <a:ext cx="1799790" cy="307657"/>
          </a:xfrm>
          <a:prstGeom prst="rect">
            <a:avLst/>
          </a:prstGeom>
          <a:noFill/>
        </p:spPr>
        <p:txBody>
          <a:bodyPr wrap="none" rtlCol="0">
            <a:spAutoFit/>
          </a:bodyPr>
          <a:lstStyle/>
          <a:p>
            <a:r>
              <a:rPr lang="zh-CN" altLang="en-US" sz="1399" dirty="0"/>
              <a:t>单设备、单上行链路</a:t>
            </a:r>
          </a:p>
        </p:txBody>
      </p:sp>
      <p:sp>
        <p:nvSpPr>
          <p:cNvPr id="137" name="文本框 136"/>
          <p:cNvSpPr txBox="1"/>
          <p:nvPr/>
        </p:nvSpPr>
        <p:spPr bwMode="gray">
          <a:xfrm>
            <a:off x="9596049" y="5366884"/>
            <a:ext cx="1081925" cy="307657"/>
          </a:xfrm>
          <a:prstGeom prst="rect">
            <a:avLst/>
          </a:prstGeom>
          <a:noFill/>
        </p:spPr>
        <p:txBody>
          <a:bodyPr wrap="none" rtlCol="0">
            <a:spAutoFit/>
          </a:bodyPr>
          <a:lstStyle/>
          <a:p>
            <a:r>
              <a:rPr lang="zh-CN" altLang="en-US" sz="1399" dirty="0"/>
              <a:t>单上行链路</a:t>
            </a:r>
          </a:p>
        </p:txBody>
      </p:sp>
      <p:sp>
        <p:nvSpPr>
          <p:cNvPr id="139" name="圆角矩形 138"/>
          <p:cNvSpPr/>
          <p:nvPr/>
        </p:nvSpPr>
        <p:spPr bwMode="gray">
          <a:xfrm>
            <a:off x="5777763" y="2661242"/>
            <a:ext cx="4900211" cy="371295"/>
          </a:xfrm>
          <a:prstGeom prst="roundRect">
            <a:avLst>
              <a:gd name="adj" fmla="val 2303"/>
            </a:avLst>
          </a:prstGeom>
          <a:solidFill>
            <a:srgbClr val="FFFFCC"/>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199"/>
              </a:lnSpc>
            </a:pPr>
            <a:r>
              <a:rPr lang="zh-CN" altLang="en-US" sz="139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专线带宽较小（</a:t>
            </a:r>
            <a:r>
              <a:rPr lang="en-US" altLang="zh-CN" sz="139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4Mbps</a:t>
            </a:r>
            <a:r>
              <a:rPr lang="zh-CN" altLang="en-US" sz="139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），无法满足新业务对带宽的要求。</a:t>
            </a:r>
          </a:p>
        </p:txBody>
      </p:sp>
      <p:sp>
        <p:nvSpPr>
          <p:cNvPr id="69" name="五边形 6"/>
          <p:cNvSpPr/>
          <p:nvPr/>
        </p:nvSpPr>
        <p:spPr bwMode="gray">
          <a:xfrm>
            <a:off x="9011894" y="120131"/>
            <a:ext cx="1560036"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注意事项与课堂环节</a:t>
            </a:r>
          </a:p>
        </p:txBody>
      </p:sp>
      <p:sp>
        <p:nvSpPr>
          <p:cNvPr id="70" name="燕尾形 7"/>
          <p:cNvSpPr/>
          <p:nvPr/>
        </p:nvSpPr>
        <p:spPr bwMode="gray">
          <a:xfrm>
            <a:off x="10481819" y="120131"/>
            <a:ext cx="1259508"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割接场景</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7813221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圆角矩形 153"/>
          <p:cNvSpPr/>
          <p:nvPr/>
        </p:nvSpPr>
        <p:spPr bwMode="gray">
          <a:xfrm>
            <a:off x="2385713" y="4754053"/>
            <a:ext cx="8827163" cy="487439"/>
          </a:xfrm>
          <a:prstGeom prst="roundRect">
            <a:avLst>
              <a:gd name="adj" fmla="val 6484"/>
            </a:avLst>
          </a:prstGeom>
          <a:noFill/>
          <a:ln w="12700" cap="flat" cmpd="sng" algn="ctr">
            <a:solidFill>
              <a:srgbClr val="56C4D2"/>
            </a:solidFill>
            <a:prstDash val="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599" kern="0">
              <a:solidFill>
                <a:srgbClr val="1D1D1A"/>
              </a:solidFill>
              <a:latin typeface="Huawei Sans" panose="020C0503030203020204" pitchFamily="34" charset="0"/>
              <a:ea typeface="方正兰亭黑简体" panose="02000000000000000000" pitchFamily="2" charset="-122"/>
            </a:endParaRPr>
          </a:p>
        </p:txBody>
      </p:sp>
      <p:sp>
        <p:nvSpPr>
          <p:cNvPr id="120" name="圆角矩形 119"/>
          <p:cNvSpPr/>
          <p:nvPr/>
        </p:nvSpPr>
        <p:spPr bwMode="gray">
          <a:xfrm>
            <a:off x="2507048" y="4621225"/>
            <a:ext cx="2419591" cy="691515"/>
          </a:xfrm>
          <a:prstGeom prst="roundRect">
            <a:avLst>
              <a:gd name="adj" fmla="val 4236"/>
            </a:avLst>
          </a:prstGeom>
          <a:solidFill>
            <a:srgbClr val="BEE9E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6" name="圆角矩形 155"/>
          <p:cNvSpPr/>
          <p:nvPr/>
        </p:nvSpPr>
        <p:spPr bwMode="gray">
          <a:xfrm>
            <a:off x="2385713" y="3907433"/>
            <a:ext cx="8827163" cy="487439"/>
          </a:xfrm>
          <a:prstGeom prst="roundRect">
            <a:avLst>
              <a:gd name="adj" fmla="val 6484"/>
            </a:avLst>
          </a:prstGeom>
          <a:noFill/>
          <a:ln w="12700" cap="flat" cmpd="sng" algn="ctr">
            <a:solidFill>
              <a:srgbClr val="56C4D2"/>
            </a:solidFill>
            <a:prstDash val="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599" kern="0">
              <a:solidFill>
                <a:srgbClr val="1D1D1A"/>
              </a:solidFill>
              <a:latin typeface="Huawei Sans" panose="020C0503030203020204" pitchFamily="34" charset="0"/>
              <a:ea typeface="方正兰亭黑简体" panose="02000000000000000000" pitchFamily="2" charset="-122"/>
            </a:endParaRPr>
          </a:p>
        </p:txBody>
      </p:sp>
      <p:sp>
        <p:nvSpPr>
          <p:cNvPr id="147" name="圆角矩形 146"/>
          <p:cNvSpPr/>
          <p:nvPr/>
        </p:nvSpPr>
        <p:spPr bwMode="gray">
          <a:xfrm>
            <a:off x="2385713" y="5600991"/>
            <a:ext cx="8827163" cy="487439"/>
          </a:xfrm>
          <a:prstGeom prst="roundRect">
            <a:avLst>
              <a:gd name="adj" fmla="val 6484"/>
            </a:avLst>
          </a:prstGeom>
          <a:noFill/>
          <a:ln w="12700" cap="flat" cmpd="sng" algn="ctr">
            <a:solidFill>
              <a:srgbClr val="56C4D2"/>
            </a:solidFill>
            <a:prstDash val="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599" kern="0">
              <a:solidFill>
                <a:srgbClr val="1D1D1A"/>
              </a:solidFill>
              <a:latin typeface="Huawei Sans" panose="020C0503030203020204" pitchFamily="34" charset="0"/>
              <a:ea typeface="方正兰亭黑简体" panose="02000000000000000000" pitchFamily="2" charset="-122"/>
            </a:endParaRPr>
          </a:p>
        </p:txBody>
      </p:sp>
      <p:sp>
        <p:nvSpPr>
          <p:cNvPr id="121" name="文本框 120"/>
          <p:cNvSpPr txBox="1"/>
          <p:nvPr/>
        </p:nvSpPr>
        <p:spPr bwMode="gray">
          <a:xfrm>
            <a:off x="3437830" y="4672263"/>
            <a:ext cx="524949" cy="272203"/>
          </a:xfrm>
          <a:prstGeom prst="roundRect">
            <a:avLst/>
          </a:prstGeom>
          <a:solidFill>
            <a:schemeClr val="bg1">
              <a:lumMod val="65000"/>
            </a:schemeClr>
          </a:solidFill>
        </p:spPr>
        <p:txBody>
          <a:bodyPr wrap="none" lIns="0" tIns="0" rIns="0" bIns="0" rtlCol="0" anchor="ctr" anchorCtr="0">
            <a:noAutofit/>
          </a:bodyPr>
          <a:lstStyle/>
          <a:p>
            <a:pPr algn="ctr"/>
            <a:r>
              <a:rPr lang="zh-CN" altLang="en-US" sz="1398"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集群</a:t>
            </a:r>
          </a:p>
        </p:txBody>
      </p:sp>
      <p:sp>
        <p:nvSpPr>
          <p:cNvPr id="110" name="椭圆 109"/>
          <p:cNvSpPr/>
          <p:nvPr/>
        </p:nvSpPr>
        <p:spPr bwMode="gray">
          <a:xfrm rot="5400000">
            <a:off x="3197359" y="4065021"/>
            <a:ext cx="96002" cy="821398"/>
          </a:xfrm>
          <a:prstGeom prst="ellipse">
            <a:avLst/>
          </a:prstGeom>
          <a:noFill/>
          <a:ln w="38100" cap="flat" cmpd="sng" algn="ctr">
            <a:solidFill>
              <a:srgbClr val="FFD17D"/>
            </a:solidFill>
            <a:prstDash val="solid"/>
          </a:ln>
          <a:effectLst/>
        </p:spPr>
        <p:txBody>
          <a:bodyPr rtlCol="0" anchor="ctr"/>
          <a:lstStyle/>
          <a:p>
            <a:pPr algn="ctr" defTabSz="913303"/>
            <a:endParaRPr lang="zh-CN" altLang="en-US" sz="1797"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dirty="0"/>
              <a:t>目标拓扑</a:t>
            </a:r>
          </a:p>
        </p:txBody>
      </p:sp>
      <p:pic>
        <p:nvPicPr>
          <p:cNvPr id="5" name="图片 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730431" y="5643156"/>
            <a:ext cx="497660" cy="407176"/>
          </a:xfrm>
          <a:prstGeom prst="rect">
            <a:avLst/>
          </a:prstGeom>
        </p:spPr>
      </p:pic>
      <p:pic>
        <p:nvPicPr>
          <p:cNvPr id="6" name="图片 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205595" y="5643156"/>
            <a:ext cx="497660" cy="407176"/>
          </a:xfrm>
          <a:prstGeom prst="rect">
            <a:avLst/>
          </a:prstGeom>
        </p:spPr>
      </p:pic>
      <p:sp>
        <p:nvSpPr>
          <p:cNvPr id="8" name="Freeform 159"/>
          <p:cNvSpPr/>
          <p:nvPr/>
        </p:nvSpPr>
        <p:spPr bwMode="gray">
          <a:xfrm flipH="1">
            <a:off x="2331144" y="1265685"/>
            <a:ext cx="2142753" cy="112007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7958" rtlCol="0" anchor="ctr">
            <a:noAutofit/>
          </a:bodyPr>
          <a:lstStyle/>
          <a:p>
            <a:pPr algn="ctr"/>
            <a:endParaRPr lang="en-US" sz="1200" b="1">
              <a:solidFill>
                <a:schemeClr val="bg1">
                  <a:lumMod val="50000"/>
                </a:schemeClr>
              </a:solidFill>
            </a:endParaRPr>
          </a:p>
        </p:txBody>
      </p:sp>
      <p:sp>
        <p:nvSpPr>
          <p:cNvPr id="11" name="Freeform 186"/>
          <p:cNvSpPr>
            <a:spLocks noEditPoints="1"/>
          </p:cNvSpPr>
          <p:nvPr/>
        </p:nvSpPr>
        <p:spPr bwMode="gray">
          <a:xfrm>
            <a:off x="2731539" y="1553981"/>
            <a:ext cx="460123" cy="461432"/>
          </a:xfrm>
          <a:custGeom>
            <a:avLst/>
            <a:gdLst/>
            <a:ahLst/>
            <a:cxnLst>
              <a:cxn ang="0">
                <a:pos x="12772" y="618"/>
              </a:cxn>
              <a:cxn ang="0">
                <a:pos x="0" y="15651"/>
              </a:cxn>
              <a:cxn ang="0">
                <a:pos x="1941" y="4867"/>
              </a:cxn>
              <a:cxn ang="0">
                <a:pos x="5964" y="4867"/>
              </a:cxn>
              <a:cxn ang="0">
                <a:pos x="7512" y="618"/>
              </a:cxn>
              <a:cxn ang="0">
                <a:pos x="1277" y="12419"/>
              </a:cxn>
              <a:cxn ang="0">
                <a:pos x="5523" y="7916"/>
              </a:cxn>
              <a:cxn ang="0">
                <a:pos x="4108" y="7916"/>
              </a:cxn>
              <a:cxn ang="0">
                <a:pos x="2692" y="7916"/>
              </a:cxn>
              <a:cxn ang="0">
                <a:pos x="1277" y="7916"/>
              </a:cxn>
              <a:cxn ang="0">
                <a:pos x="5523" y="9417"/>
              </a:cxn>
              <a:cxn ang="0">
                <a:pos x="4108" y="9417"/>
              </a:cxn>
              <a:cxn ang="0">
                <a:pos x="2692" y="9417"/>
              </a:cxn>
              <a:cxn ang="0">
                <a:pos x="1277" y="9417"/>
              </a:cxn>
              <a:cxn ang="0">
                <a:pos x="5523" y="10919"/>
              </a:cxn>
              <a:cxn ang="0">
                <a:pos x="4108" y="10919"/>
              </a:cxn>
              <a:cxn ang="0">
                <a:pos x="2692" y="10919"/>
              </a:cxn>
              <a:cxn ang="0">
                <a:pos x="1277" y="10919"/>
              </a:cxn>
              <a:cxn ang="0">
                <a:pos x="5523" y="12419"/>
              </a:cxn>
              <a:cxn ang="0">
                <a:pos x="4108" y="12419"/>
              </a:cxn>
              <a:cxn ang="0">
                <a:pos x="2692" y="12419"/>
              </a:cxn>
              <a:cxn ang="0">
                <a:pos x="8086" y="1911"/>
              </a:cxn>
              <a:cxn ang="0">
                <a:pos x="8086" y="12419"/>
              </a:cxn>
              <a:cxn ang="0">
                <a:pos x="9500" y="12419"/>
              </a:cxn>
              <a:cxn ang="0">
                <a:pos x="10915" y="12419"/>
              </a:cxn>
              <a:cxn ang="0">
                <a:pos x="12331" y="12419"/>
              </a:cxn>
              <a:cxn ang="0">
                <a:pos x="8086" y="10919"/>
              </a:cxn>
              <a:cxn ang="0">
                <a:pos x="9500" y="10919"/>
              </a:cxn>
              <a:cxn ang="0">
                <a:pos x="10915" y="10919"/>
              </a:cxn>
              <a:cxn ang="0">
                <a:pos x="12331" y="10919"/>
              </a:cxn>
              <a:cxn ang="0">
                <a:pos x="8086" y="9417"/>
              </a:cxn>
              <a:cxn ang="0">
                <a:pos x="9500" y="9417"/>
              </a:cxn>
              <a:cxn ang="0">
                <a:pos x="10915" y="9417"/>
              </a:cxn>
              <a:cxn ang="0">
                <a:pos x="12331" y="9417"/>
              </a:cxn>
              <a:cxn ang="0">
                <a:pos x="8086" y="7916"/>
              </a:cxn>
              <a:cxn ang="0">
                <a:pos x="9500" y="7916"/>
              </a:cxn>
              <a:cxn ang="0">
                <a:pos x="10915" y="7916"/>
              </a:cxn>
              <a:cxn ang="0">
                <a:pos x="12331" y="7916"/>
              </a:cxn>
              <a:cxn ang="0">
                <a:pos x="8086" y="6414"/>
              </a:cxn>
              <a:cxn ang="0">
                <a:pos x="9500" y="6414"/>
              </a:cxn>
              <a:cxn ang="0">
                <a:pos x="10915" y="6414"/>
              </a:cxn>
              <a:cxn ang="0">
                <a:pos x="12331" y="6414"/>
              </a:cxn>
              <a:cxn ang="0">
                <a:pos x="8086" y="4914"/>
              </a:cxn>
              <a:cxn ang="0">
                <a:pos x="9500" y="4914"/>
              </a:cxn>
              <a:cxn ang="0">
                <a:pos x="10915" y="4914"/>
              </a:cxn>
              <a:cxn ang="0">
                <a:pos x="12331" y="4914"/>
              </a:cxn>
              <a:cxn ang="0">
                <a:pos x="8086" y="3413"/>
              </a:cxn>
              <a:cxn ang="0">
                <a:pos x="9500" y="3413"/>
              </a:cxn>
              <a:cxn ang="0">
                <a:pos x="10915" y="3413"/>
              </a:cxn>
              <a:cxn ang="0">
                <a:pos x="9500" y="1911"/>
              </a:cxn>
              <a:cxn ang="0">
                <a:pos x="10915" y="1911"/>
              </a:cxn>
              <a:cxn ang="0">
                <a:pos x="12331" y="1911"/>
              </a:cxn>
              <a:cxn ang="0">
                <a:pos x="12331" y="3413"/>
              </a:cxn>
            </a:cxnLst>
            <a:rect l="0" t="0" r="r" b="b"/>
            <a:pathLst>
              <a:path w="16169" h="15651">
                <a:moveTo>
                  <a:pt x="7512" y="618"/>
                </a:moveTo>
                <a:lnTo>
                  <a:pt x="8749" y="618"/>
                </a:lnTo>
                <a:lnTo>
                  <a:pt x="8749" y="0"/>
                </a:lnTo>
                <a:lnTo>
                  <a:pt x="12772" y="0"/>
                </a:lnTo>
                <a:lnTo>
                  <a:pt x="12772" y="618"/>
                </a:lnTo>
                <a:lnTo>
                  <a:pt x="14010" y="618"/>
                </a:lnTo>
                <a:lnTo>
                  <a:pt x="14010" y="13875"/>
                </a:lnTo>
                <a:lnTo>
                  <a:pt x="16169" y="13875"/>
                </a:lnTo>
                <a:lnTo>
                  <a:pt x="16169" y="15651"/>
                </a:lnTo>
                <a:lnTo>
                  <a:pt x="0" y="15651"/>
                </a:lnTo>
                <a:lnTo>
                  <a:pt x="0" y="13875"/>
                </a:lnTo>
                <a:lnTo>
                  <a:pt x="781" y="13875"/>
                </a:lnTo>
                <a:lnTo>
                  <a:pt x="781" y="6103"/>
                </a:lnTo>
                <a:lnTo>
                  <a:pt x="1941" y="6103"/>
                </a:lnTo>
                <a:lnTo>
                  <a:pt x="1941" y="4867"/>
                </a:lnTo>
                <a:lnTo>
                  <a:pt x="4469" y="4867"/>
                </a:lnTo>
                <a:lnTo>
                  <a:pt x="4469" y="2808"/>
                </a:lnTo>
                <a:lnTo>
                  <a:pt x="5088" y="2808"/>
                </a:lnTo>
                <a:lnTo>
                  <a:pt x="5088" y="4867"/>
                </a:lnTo>
                <a:lnTo>
                  <a:pt x="5964" y="4867"/>
                </a:lnTo>
                <a:lnTo>
                  <a:pt x="5964" y="6103"/>
                </a:lnTo>
                <a:lnTo>
                  <a:pt x="7124" y="6103"/>
                </a:lnTo>
                <a:lnTo>
                  <a:pt x="7124" y="13875"/>
                </a:lnTo>
                <a:lnTo>
                  <a:pt x="7512" y="13875"/>
                </a:lnTo>
                <a:lnTo>
                  <a:pt x="7512" y="618"/>
                </a:lnTo>
                <a:close/>
                <a:moveTo>
                  <a:pt x="1277" y="12419"/>
                </a:moveTo>
                <a:lnTo>
                  <a:pt x="2383" y="12419"/>
                </a:lnTo>
                <a:lnTo>
                  <a:pt x="2383" y="13523"/>
                </a:lnTo>
                <a:lnTo>
                  <a:pt x="1277" y="13523"/>
                </a:lnTo>
                <a:lnTo>
                  <a:pt x="1277" y="12419"/>
                </a:lnTo>
                <a:close/>
                <a:moveTo>
                  <a:pt x="5523" y="7916"/>
                </a:moveTo>
                <a:lnTo>
                  <a:pt x="6628" y="7916"/>
                </a:lnTo>
                <a:lnTo>
                  <a:pt x="6628" y="9020"/>
                </a:lnTo>
                <a:lnTo>
                  <a:pt x="5523" y="9020"/>
                </a:lnTo>
                <a:lnTo>
                  <a:pt x="5523" y="7916"/>
                </a:lnTo>
                <a:close/>
                <a:moveTo>
                  <a:pt x="4108" y="7916"/>
                </a:moveTo>
                <a:lnTo>
                  <a:pt x="5213" y="7916"/>
                </a:lnTo>
                <a:lnTo>
                  <a:pt x="5213" y="9020"/>
                </a:lnTo>
                <a:lnTo>
                  <a:pt x="4108" y="9020"/>
                </a:lnTo>
                <a:lnTo>
                  <a:pt x="4108" y="7916"/>
                </a:lnTo>
                <a:close/>
                <a:moveTo>
                  <a:pt x="2692" y="7916"/>
                </a:moveTo>
                <a:lnTo>
                  <a:pt x="3798" y="7916"/>
                </a:lnTo>
                <a:lnTo>
                  <a:pt x="3798" y="9020"/>
                </a:lnTo>
                <a:lnTo>
                  <a:pt x="2692" y="9020"/>
                </a:lnTo>
                <a:lnTo>
                  <a:pt x="2692" y="7916"/>
                </a:lnTo>
                <a:close/>
                <a:moveTo>
                  <a:pt x="1277" y="7916"/>
                </a:moveTo>
                <a:lnTo>
                  <a:pt x="2383" y="7916"/>
                </a:lnTo>
                <a:lnTo>
                  <a:pt x="2383" y="9020"/>
                </a:lnTo>
                <a:lnTo>
                  <a:pt x="1277" y="9020"/>
                </a:lnTo>
                <a:lnTo>
                  <a:pt x="1277" y="7916"/>
                </a:lnTo>
                <a:close/>
                <a:moveTo>
                  <a:pt x="5523" y="9417"/>
                </a:moveTo>
                <a:lnTo>
                  <a:pt x="6628" y="9417"/>
                </a:lnTo>
                <a:lnTo>
                  <a:pt x="6628" y="10521"/>
                </a:lnTo>
                <a:lnTo>
                  <a:pt x="5523" y="10521"/>
                </a:lnTo>
                <a:lnTo>
                  <a:pt x="5523" y="9417"/>
                </a:lnTo>
                <a:close/>
                <a:moveTo>
                  <a:pt x="4108" y="9417"/>
                </a:moveTo>
                <a:lnTo>
                  <a:pt x="5213" y="9417"/>
                </a:lnTo>
                <a:lnTo>
                  <a:pt x="5213" y="10521"/>
                </a:lnTo>
                <a:lnTo>
                  <a:pt x="4108" y="10521"/>
                </a:lnTo>
                <a:lnTo>
                  <a:pt x="4108" y="9417"/>
                </a:lnTo>
                <a:close/>
                <a:moveTo>
                  <a:pt x="2692" y="9417"/>
                </a:moveTo>
                <a:lnTo>
                  <a:pt x="3798" y="9417"/>
                </a:lnTo>
                <a:lnTo>
                  <a:pt x="3798" y="10521"/>
                </a:lnTo>
                <a:lnTo>
                  <a:pt x="2692" y="10521"/>
                </a:lnTo>
                <a:lnTo>
                  <a:pt x="2692" y="9417"/>
                </a:lnTo>
                <a:close/>
                <a:moveTo>
                  <a:pt x="1277" y="9417"/>
                </a:moveTo>
                <a:lnTo>
                  <a:pt x="2383" y="9417"/>
                </a:lnTo>
                <a:lnTo>
                  <a:pt x="2383" y="10521"/>
                </a:lnTo>
                <a:lnTo>
                  <a:pt x="1277" y="10521"/>
                </a:lnTo>
                <a:lnTo>
                  <a:pt x="1277" y="9417"/>
                </a:lnTo>
                <a:close/>
                <a:moveTo>
                  <a:pt x="5523" y="10919"/>
                </a:moveTo>
                <a:lnTo>
                  <a:pt x="6628" y="10919"/>
                </a:lnTo>
                <a:lnTo>
                  <a:pt x="6628" y="12023"/>
                </a:lnTo>
                <a:lnTo>
                  <a:pt x="5523" y="12023"/>
                </a:lnTo>
                <a:lnTo>
                  <a:pt x="5523" y="10919"/>
                </a:lnTo>
                <a:close/>
                <a:moveTo>
                  <a:pt x="4108" y="10919"/>
                </a:moveTo>
                <a:lnTo>
                  <a:pt x="5213" y="10919"/>
                </a:lnTo>
                <a:lnTo>
                  <a:pt x="5213" y="12023"/>
                </a:lnTo>
                <a:lnTo>
                  <a:pt x="4108" y="12023"/>
                </a:lnTo>
                <a:lnTo>
                  <a:pt x="4108" y="10919"/>
                </a:lnTo>
                <a:close/>
                <a:moveTo>
                  <a:pt x="2692" y="10919"/>
                </a:moveTo>
                <a:lnTo>
                  <a:pt x="3798" y="10919"/>
                </a:lnTo>
                <a:lnTo>
                  <a:pt x="3798" y="12023"/>
                </a:lnTo>
                <a:lnTo>
                  <a:pt x="2692" y="12023"/>
                </a:lnTo>
                <a:lnTo>
                  <a:pt x="2692" y="10919"/>
                </a:lnTo>
                <a:close/>
                <a:moveTo>
                  <a:pt x="1277" y="10919"/>
                </a:moveTo>
                <a:lnTo>
                  <a:pt x="2383" y="10919"/>
                </a:lnTo>
                <a:lnTo>
                  <a:pt x="2383" y="12023"/>
                </a:lnTo>
                <a:lnTo>
                  <a:pt x="1277" y="12023"/>
                </a:lnTo>
                <a:lnTo>
                  <a:pt x="1277" y="10919"/>
                </a:lnTo>
                <a:close/>
                <a:moveTo>
                  <a:pt x="5523" y="12419"/>
                </a:moveTo>
                <a:lnTo>
                  <a:pt x="6628" y="12419"/>
                </a:lnTo>
                <a:lnTo>
                  <a:pt x="6628" y="13523"/>
                </a:lnTo>
                <a:lnTo>
                  <a:pt x="5523" y="13523"/>
                </a:lnTo>
                <a:lnTo>
                  <a:pt x="5523" y="12419"/>
                </a:lnTo>
                <a:close/>
                <a:moveTo>
                  <a:pt x="4108" y="12419"/>
                </a:moveTo>
                <a:lnTo>
                  <a:pt x="5213" y="12419"/>
                </a:lnTo>
                <a:lnTo>
                  <a:pt x="5213" y="13523"/>
                </a:lnTo>
                <a:lnTo>
                  <a:pt x="4108" y="13523"/>
                </a:lnTo>
                <a:lnTo>
                  <a:pt x="4108" y="12419"/>
                </a:lnTo>
                <a:close/>
                <a:moveTo>
                  <a:pt x="2692" y="12419"/>
                </a:moveTo>
                <a:lnTo>
                  <a:pt x="3798" y="12419"/>
                </a:lnTo>
                <a:lnTo>
                  <a:pt x="3798" y="13523"/>
                </a:lnTo>
                <a:lnTo>
                  <a:pt x="2692" y="13523"/>
                </a:lnTo>
                <a:lnTo>
                  <a:pt x="2692" y="12419"/>
                </a:lnTo>
                <a:close/>
                <a:moveTo>
                  <a:pt x="8086" y="1911"/>
                </a:moveTo>
                <a:lnTo>
                  <a:pt x="9191" y="1911"/>
                </a:lnTo>
                <a:lnTo>
                  <a:pt x="9191" y="3015"/>
                </a:lnTo>
                <a:lnTo>
                  <a:pt x="8086" y="3015"/>
                </a:lnTo>
                <a:lnTo>
                  <a:pt x="8086" y="1911"/>
                </a:lnTo>
                <a:close/>
                <a:moveTo>
                  <a:pt x="8086" y="12419"/>
                </a:moveTo>
                <a:lnTo>
                  <a:pt x="9191" y="12419"/>
                </a:lnTo>
                <a:lnTo>
                  <a:pt x="9191" y="13523"/>
                </a:lnTo>
                <a:lnTo>
                  <a:pt x="8086" y="13523"/>
                </a:lnTo>
                <a:lnTo>
                  <a:pt x="8086" y="12419"/>
                </a:lnTo>
                <a:close/>
                <a:moveTo>
                  <a:pt x="9500" y="12419"/>
                </a:moveTo>
                <a:lnTo>
                  <a:pt x="10606" y="12419"/>
                </a:lnTo>
                <a:lnTo>
                  <a:pt x="10606" y="13523"/>
                </a:lnTo>
                <a:lnTo>
                  <a:pt x="9500" y="13523"/>
                </a:lnTo>
                <a:lnTo>
                  <a:pt x="9500" y="12419"/>
                </a:lnTo>
                <a:close/>
                <a:moveTo>
                  <a:pt x="10915" y="12419"/>
                </a:moveTo>
                <a:lnTo>
                  <a:pt x="12021" y="12419"/>
                </a:lnTo>
                <a:lnTo>
                  <a:pt x="12021" y="13523"/>
                </a:lnTo>
                <a:lnTo>
                  <a:pt x="10915" y="13523"/>
                </a:lnTo>
                <a:lnTo>
                  <a:pt x="10915" y="12419"/>
                </a:lnTo>
                <a:close/>
                <a:moveTo>
                  <a:pt x="12331" y="12419"/>
                </a:moveTo>
                <a:lnTo>
                  <a:pt x="13436" y="12419"/>
                </a:lnTo>
                <a:lnTo>
                  <a:pt x="13436" y="13523"/>
                </a:lnTo>
                <a:lnTo>
                  <a:pt x="12331" y="13523"/>
                </a:lnTo>
                <a:lnTo>
                  <a:pt x="12331" y="12419"/>
                </a:lnTo>
                <a:close/>
                <a:moveTo>
                  <a:pt x="8086" y="10919"/>
                </a:moveTo>
                <a:lnTo>
                  <a:pt x="9191" y="10919"/>
                </a:lnTo>
                <a:lnTo>
                  <a:pt x="9191" y="12023"/>
                </a:lnTo>
                <a:lnTo>
                  <a:pt x="8086" y="12023"/>
                </a:lnTo>
                <a:lnTo>
                  <a:pt x="8086" y="10919"/>
                </a:lnTo>
                <a:close/>
                <a:moveTo>
                  <a:pt x="9500" y="10919"/>
                </a:moveTo>
                <a:lnTo>
                  <a:pt x="10606" y="10919"/>
                </a:lnTo>
                <a:lnTo>
                  <a:pt x="10606" y="12023"/>
                </a:lnTo>
                <a:lnTo>
                  <a:pt x="9500" y="12023"/>
                </a:lnTo>
                <a:lnTo>
                  <a:pt x="9500" y="10919"/>
                </a:lnTo>
                <a:close/>
                <a:moveTo>
                  <a:pt x="10915" y="10919"/>
                </a:moveTo>
                <a:lnTo>
                  <a:pt x="12021" y="10919"/>
                </a:lnTo>
                <a:lnTo>
                  <a:pt x="12021" y="12023"/>
                </a:lnTo>
                <a:lnTo>
                  <a:pt x="10915" y="12023"/>
                </a:lnTo>
                <a:lnTo>
                  <a:pt x="10915" y="10919"/>
                </a:lnTo>
                <a:close/>
                <a:moveTo>
                  <a:pt x="12331" y="10919"/>
                </a:moveTo>
                <a:lnTo>
                  <a:pt x="13436" y="10919"/>
                </a:lnTo>
                <a:lnTo>
                  <a:pt x="13436" y="12023"/>
                </a:lnTo>
                <a:lnTo>
                  <a:pt x="12331" y="12023"/>
                </a:lnTo>
                <a:lnTo>
                  <a:pt x="12331" y="10919"/>
                </a:lnTo>
                <a:close/>
                <a:moveTo>
                  <a:pt x="8086" y="9417"/>
                </a:moveTo>
                <a:lnTo>
                  <a:pt x="9191" y="9417"/>
                </a:lnTo>
                <a:lnTo>
                  <a:pt x="9191" y="10521"/>
                </a:lnTo>
                <a:lnTo>
                  <a:pt x="8086" y="10521"/>
                </a:lnTo>
                <a:lnTo>
                  <a:pt x="8086" y="9417"/>
                </a:lnTo>
                <a:close/>
                <a:moveTo>
                  <a:pt x="9500" y="9417"/>
                </a:moveTo>
                <a:lnTo>
                  <a:pt x="10606" y="9417"/>
                </a:lnTo>
                <a:lnTo>
                  <a:pt x="10606" y="10521"/>
                </a:lnTo>
                <a:lnTo>
                  <a:pt x="9500" y="10521"/>
                </a:lnTo>
                <a:lnTo>
                  <a:pt x="9500" y="9417"/>
                </a:lnTo>
                <a:close/>
                <a:moveTo>
                  <a:pt x="10915" y="9417"/>
                </a:moveTo>
                <a:lnTo>
                  <a:pt x="12021" y="9417"/>
                </a:lnTo>
                <a:lnTo>
                  <a:pt x="12021" y="10521"/>
                </a:lnTo>
                <a:lnTo>
                  <a:pt x="10915" y="10521"/>
                </a:lnTo>
                <a:lnTo>
                  <a:pt x="10915" y="9417"/>
                </a:lnTo>
                <a:close/>
                <a:moveTo>
                  <a:pt x="12331" y="9417"/>
                </a:moveTo>
                <a:lnTo>
                  <a:pt x="13436" y="9417"/>
                </a:lnTo>
                <a:lnTo>
                  <a:pt x="13436" y="10521"/>
                </a:lnTo>
                <a:lnTo>
                  <a:pt x="12331" y="10521"/>
                </a:lnTo>
                <a:lnTo>
                  <a:pt x="12331" y="9417"/>
                </a:lnTo>
                <a:close/>
                <a:moveTo>
                  <a:pt x="8086" y="7916"/>
                </a:moveTo>
                <a:lnTo>
                  <a:pt x="9191" y="7916"/>
                </a:lnTo>
                <a:lnTo>
                  <a:pt x="9191" y="9020"/>
                </a:lnTo>
                <a:lnTo>
                  <a:pt x="8086" y="9020"/>
                </a:lnTo>
                <a:lnTo>
                  <a:pt x="8086" y="7916"/>
                </a:lnTo>
                <a:close/>
                <a:moveTo>
                  <a:pt x="9500" y="7916"/>
                </a:moveTo>
                <a:lnTo>
                  <a:pt x="10606" y="7916"/>
                </a:lnTo>
                <a:lnTo>
                  <a:pt x="10606" y="9020"/>
                </a:lnTo>
                <a:lnTo>
                  <a:pt x="9500" y="9020"/>
                </a:lnTo>
                <a:lnTo>
                  <a:pt x="9500" y="7916"/>
                </a:lnTo>
                <a:close/>
                <a:moveTo>
                  <a:pt x="10915" y="7916"/>
                </a:moveTo>
                <a:lnTo>
                  <a:pt x="12021" y="7916"/>
                </a:lnTo>
                <a:lnTo>
                  <a:pt x="12021" y="9020"/>
                </a:lnTo>
                <a:lnTo>
                  <a:pt x="10915" y="9020"/>
                </a:lnTo>
                <a:lnTo>
                  <a:pt x="10915" y="7916"/>
                </a:lnTo>
                <a:close/>
                <a:moveTo>
                  <a:pt x="12331" y="7916"/>
                </a:moveTo>
                <a:lnTo>
                  <a:pt x="13436" y="7916"/>
                </a:lnTo>
                <a:lnTo>
                  <a:pt x="13436" y="9020"/>
                </a:lnTo>
                <a:lnTo>
                  <a:pt x="12331" y="9020"/>
                </a:lnTo>
                <a:lnTo>
                  <a:pt x="12331" y="7916"/>
                </a:lnTo>
                <a:close/>
                <a:moveTo>
                  <a:pt x="8086" y="6414"/>
                </a:moveTo>
                <a:lnTo>
                  <a:pt x="9191" y="6414"/>
                </a:lnTo>
                <a:lnTo>
                  <a:pt x="9191" y="7518"/>
                </a:lnTo>
                <a:lnTo>
                  <a:pt x="8086" y="7518"/>
                </a:lnTo>
                <a:lnTo>
                  <a:pt x="8086" y="6414"/>
                </a:lnTo>
                <a:close/>
                <a:moveTo>
                  <a:pt x="9500" y="6414"/>
                </a:moveTo>
                <a:lnTo>
                  <a:pt x="10606" y="6414"/>
                </a:lnTo>
                <a:lnTo>
                  <a:pt x="10606" y="7518"/>
                </a:lnTo>
                <a:lnTo>
                  <a:pt x="9500" y="7518"/>
                </a:lnTo>
                <a:lnTo>
                  <a:pt x="9500" y="6414"/>
                </a:lnTo>
                <a:close/>
                <a:moveTo>
                  <a:pt x="10915" y="6414"/>
                </a:moveTo>
                <a:lnTo>
                  <a:pt x="12021" y="6414"/>
                </a:lnTo>
                <a:lnTo>
                  <a:pt x="12021" y="7518"/>
                </a:lnTo>
                <a:lnTo>
                  <a:pt x="10915" y="7518"/>
                </a:lnTo>
                <a:lnTo>
                  <a:pt x="10915" y="6414"/>
                </a:lnTo>
                <a:close/>
                <a:moveTo>
                  <a:pt x="12331" y="6414"/>
                </a:moveTo>
                <a:lnTo>
                  <a:pt x="13436" y="6414"/>
                </a:lnTo>
                <a:lnTo>
                  <a:pt x="13436" y="7518"/>
                </a:lnTo>
                <a:lnTo>
                  <a:pt x="12331" y="7518"/>
                </a:lnTo>
                <a:lnTo>
                  <a:pt x="12331" y="6414"/>
                </a:lnTo>
                <a:close/>
                <a:moveTo>
                  <a:pt x="8086" y="4914"/>
                </a:moveTo>
                <a:lnTo>
                  <a:pt x="9191" y="4914"/>
                </a:lnTo>
                <a:lnTo>
                  <a:pt x="9191" y="6018"/>
                </a:lnTo>
                <a:lnTo>
                  <a:pt x="8086" y="6018"/>
                </a:lnTo>
                <a:lnTo>
                  <a:pt x="8086" y="4914"/>
                </a:lnTo>
                <a:close/>
                <a:moveTo>
                  <a:pt x="9500" y="4914"/>
                </a:moveTo>
                <a:lnTo>
                  <a:pt x="10606" y="4914"/>
                </a:lnTo>
                <a:lnTo>
                  <a:pt x="10606" y="6018"/>
                </a:lnTo>
                <a:lnTo>
                  <a:pt x="9500" y="6018"/>
                </a:lnTo>
                <a:lnTo>
                  <a:pt x="9500" y="4914"/>
                </a:lnTo>
                <a:close/>
                <a:moveTo>
                  <a:pt x="10915" y="4914"/>
                </a:moveTo>
                <a:lnTo>
                  <a:pt x="12021" y="4914"/>
                </a:lnTo>
                <a:lnTo>
                  <a:pt x="12021" y="6018"/>
                </a:lnTo>
                <a:lnTo>
                  <a:pt x="10915" y="6018"/>
                </a:lnTo>
                <a:lnTo>
                  <a:pt x="10915" y="4914"/>
                </a:lnTo>
                <a:close/>
                <a:moveTo>
                  <a:pt x="12331" y="4914"/>
                </a:moveTo>
                <a:lnTo>
                  <a:pt x="13436" y="4914"/>
                </a:lnTo>
                <a:lnTo>
                  <a:pt x="13436" y="6018"/>
                </a:lnTo>
                <a:lnTo>
                  <a:pt x="12331" y="6018"/>
                </a:lnTo>
                <a:lnTo>
                  <a:pt x="12331" y="4914"/>
                </a:lnTo>
                <a:close/>
                <a:moveTo>
                  <a:pt x="8086" y="3413"/>
                </a:moveTo>
                <a:lnTo>
                  <a:pt x="9191" y="3413"/>
                </a:lnTo>
                <a:lnTo>
                  <a:pt x="9191" y="4516"/>
                </a:lnTo>
                <a:lnTo>
                  <a:pt x="8086" y="4516"/>
                </a:lnTo>
                <a:lnTo>
                  <a:pt x="8086" y="3413"/>
                </a:lnTo>
                <a:close/>
                <a:moveTo>
                  <a:pt x="9500" y="3413"/>
                </a:moveTo>
                <a:lnTo>
                  <a:pt x="10606" y="3413"/>
                </a:lnTo>
                <a:lnTo>
                  <a:pt x="10606" y="4516"/>
                </a:lnTo>
                <a:lnTo>
                  <a:pt x="9500" y="4516"/>
                </a:lnTo>
                <a:lnTo>
                  <a:pt x="9500" y="3413"/>
                </a:lnTo>
                <a:close/>
                <a:moveTo>
                  <a:pt x="10915" y="3413"/>
                </a:moveTo>
                <a:lnTo>
                  <a:pt x="12021" y="3413"/>
                </a:lnTo>
                <a:lnTo>
                  <a:pt x="12021" y="4516"/>
                </a:lnTo>
                <a:lnTo>
                  <a:pt x="10915" y="4516"/>
                </a:lnTo>
                <a:lnTo>
                  <a:pt x="10915" y="3413"/>
                </a:lnTo>
                <a:close/>
                <a:moveTo>
                  <a:pt x="9500" y="1911"/>
                </a:moveTo>
                <a:lnTo>
                  <a:pt x="10606" y="1911"/>
                </a:lnTo>
                <a:lnTo>
                  <a:pt x="10606" y="3015"/>
                </a:lnTo>
                <a:lnTo>
                  <a:pt x="9500" y="3015"/>
                </a:lnTo>
                <a:lnTo>
                  <a:pt x="9500" y="1911"/>
                </a:lnTo>
                <a:close/>
                <a:moveTo>
                  <a:pt x="10915" y="1911"/>
                </a:moveTo>
                <a:lnTo>
                  <a:pt x="12021" y="1911"/>
                </a:lnTo>
                <a:lnTo>
                  <a:pt x="12021" y="3015"/>
                </a:lnTo>
                <a:lnTo>
                  <a:pt x="10915" y="3015"/>
                </a:lnTo>
                <a:lnTo>
                  <a:pt x="10915" y="1911"/>
                </a:lnTo>
                <a:close/>
                <a:moveTo>
                  <a:pt x="12331" y="1911"/>
                </a:moveTo>
                <a:lnTo>
                  <a:pt x="13436" y="1911"/>
                </a:lnTo>
                <a:lnTo>
                  <a:pt x="13436" y="3015"/>
                </a:lnTo>
                <a:lnTo>
                  <a:pt x="12331" y="3015"/>
                </a:lnTo>
                <a:lnTo>
                  <a:pt x="12331" y="1911"/>
                </a:lnTo>
                <a:close/>
                <a:moveTo>
                  <a:pt x="12331" y="3413"/>
                </a:moveTo>
                <a:lnTo>
                  <a:pt x="13436" y="3413"/>
                </a:lnTo>
                <a:lnTo>
                  <a:pt x="13436" y="4516"/>
                </a:lnTo>
                <a:lnTo>
                  <a:pt x="12331" y="4516"/>
                </a:lnTo>
                <a:lnTo>
                  <a:pt x="12331" y="3413"/>
                </a:lnTo>
                <a:close/>
              </a:path>
            </a:pathLst>
          </a:custGeom>
          <a:solidFill>
            <a:schemeClr val="bg1">
              <a:lumMod val="50000"/>
            </a:schemeClr>
          </a:solid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pic>
        <p:nvPicPr>
          <p:cNvPr id="14" name="Picture 12" descr="E:\2016.01\1.12 扁平化图标\蓝色\AR-蓝色最新-40.png">
            <a:extLst>
              <a:ext uri="{FF2B5EF4-FFF2-40B4-BE49-F238E27FC236}">
                <a16:creationId xmlns:a16="http://schemas.microsoft.com/office/drawing/2014/main" id="{1D8E071F-501D-48FF-8ED1-076998A80BB3}"/>
              </a:ext>
            </a:extLst>
          </p:cNvPr>
          <p:cNvPicPr>
            <a:picLocks noChangeArrowheads="1"/>
          </p:cNvPicPr>
          <p:nvPr/>
        </p:nvPicPr>
        <p:blipFill>
          <a:blip r:embed="rId4" cstate="print"/>
          <a:srcRect/>
          <a:stretch>
            <a:fillRect/>
          </a:stretch>
        </p:blipFill>
        <p:spPr bwMode="gray">
          <a:xfrm>
            <a:off x="3187638" y="2085495"/>
            <a:ext cx="497660" cy="407176"/>
          </a:xfrm>
          <a:prstGeom prst="rect">
            <a:avLst/>
          </a:prstGeom>
          <a:noFill/>
        </p:spPr>
      </p:pic>
      <p:sp>
        <p:nvSpPr>
          <p:cNvPr id="36" name="矩形 35"/>
          <p:cNvSpPr/>
          <p:nvPr/>
        </p:nvSpPr>
        <p:spPr bwMode="gray">
          <a:xfrm>
            <a:off x="2403494" y="2028091"/>
            <a:ext cx="543527" cy="307657"/>
          </a:xfrm>
          <a:prstGeom prst="rect">
            <a:avLst/>
          </a:prstGeom>
        </p:spPr>
        <p:txBody>
          <a:bodyPr wrap="none">
            <a:spAutoFit/>
          </a:bodyPr>
          <a:lstStyle/>
          <a:p>
            <a:r>
              <a:rPr lang="zh-CN" altLang="en-US" sz="1399">
                <a:solidFill>
                  <a:schemeClr val="bg1">
                    <a:lumMod val="50000"/>
                  </a:schemeClr>
                </a:solidFill>
              </a:rPr>
              <a:t>总部</a:t>
            </a:r>
            <a:endParaRPr lang="en-US" altLang="zh-CN" sz="1399">
              <a:solidFill>
                <a:schemeClr val="bg1">
                  <a:lumMod val="50000"/>
                </a:schemeClr>
              </a:solidFill>
            </a:endParaRPr>
          </a:p>
        </p:txBody>
      </p:sp>
      <p:grpSp>
        <p:nvGrpSpPr>
          <p:cNvPr id="40" name="组合 39"/>
          <p:cNvGrpSpPr/>
          <p:nvPr/>
        </p:nvGrpSpPr>
        <p:grpSpPr bwMode="gray">
          <a:xfrm>
            <a:off x="1733747" y="3759130"/>
            <a:ext cx="644476" cy="768523"/>
            <a:chOff x="699103" y="4370478"/>
            <a:chExt cx="644728" cy="768823"/>
          </a:xfrm>
        </p:grpSpPr>
        <p:grpSp>
          <p:nvGrpSpPr>
            <p:cNvPr id="19" name="组合 262"/>
            <p:cNvGrpSpPr/>
            <p:nvPr/>
          </p:nvGrpSpPr>
          <p:grpSpPr bwMode="gray">
            <a:xfrm>
              <a:off x="759111" y="4658799"/>
              <a:ext cx="394083" cy="480502"/>
              <a:chOff x="6378575" y="2882900"/>
              <a:chExt cx="858950" cy="865188"/>
            </a:xfrm>
            <a:solidFill>
              <a:schemeClr val="bg1">
                <a:lumMod val="50000"/>
              </a:schemeClr>
            </a:solidFill>
          </p:grpSpPr>
          <p:sp>
            <p:nvSpPr>
              <p:cNvPr id="20" name="Freeform 11"/>
              <p:cNvSpPr>
                <a:spLocks/>
              </p:cNvSpPr>
              <p:nvPr/>
            </p:nvSpPr>
            <p:spPr bwMode="gray">
              <a:xfrm>
                <a:off x="6378575" y="2882900"/>
                <a:ext cx="425450" cy="179388"/>
              </a:xfrm>
              <a:custGeom>
                <a:avLst/>
                <a:gdLst/>
                <a:ahLst/>
                <a:cxnLst>
                  <a:cxn ang="0">
                    <a:pos x="3889" y="0"/>
                  </a:cxn>
                  <a:cxn ang="0">
                    <a:pos x="5834" y="1637"/>
                  </a:cxn>
                  <a:cxn ang="0">
                    <a:pos x="7779" y="3274"/>
                  </a:cxn>
                  <a:cxn ang="0">
                    <a:pos x="3889" y="3274"/>
                  </a:cxn>
                  <a:cxn ang="0">
                    <a:pos x="0" y="3274"/>
                  </a:cxn>
                  <a:cxn ang="0">
                    <a:pos x="1944" y="1637"/>
                  </a:cxn>
                  <a:cxn ang="0">
                    <a:pos x="3889" y="0"/>
                  </a:cxn>
                </a:cxnLst>
                <a:rect l="0" t="0" r="r" b="b"/>
                <a:pathLst>
                  <a:path w="7779" h="3274">
                    <a:moveTo>
                      <a:pt x="3889" y="0"/>
                    </a:moveTo>
                    <a:lnTo>
                      <a:pt x="5834" y="1637"/>
                    </a:lnTo>
                    <a:lnTo>
                      <a:pt x="7779" y="3274"/>
                    </a:lnTo>
                    <a:lnTo>
                      <a:pt x="3889" y="3274"/>
                    </a:lnTo>
                    <a:lnTo>
                      <a:pt x="0" y="3274"/>
                    </a:lnTo>
                    <a:lnTo>
                      <a:pt x="1944" y="1637"/>
                    </a:lnTo>
                    <a:lnTo>
                      <a:pt x="3889" y="0"/>
                    </a:lnTo>
                    <a:close/>
                  </a:path>
                </a:pathLst>
              </a:custGeom>
              <a:solidFill>
                <a:srgbClr val="7F7F7F"/>
              </a:solid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21" name="Freeform 12"/>
              <p:cNvSpPr>
                <a:spLocks/>
              </p:cNvSpPr>
              <p:nvPr/>
            </p:nvSpPr>
            <p:spPr bwMode="gray">
              <a:xfrm>
                <a:off x="6810487" y="3300413"/>
                <a:ext cx="425451" cy="179387"/>
              </a:xfrm>
              <a:custGeom>
                <a:avLst/>
                <a:gdLst/>
                <a:ahLst/>
                <a:cxnLst>
                  <a:cxn ang="0">
                    <a:pos x="3890" y="0"/>
                  </a:cxn>
                  <a:cxn ang="0">
                    <a:pos x="5834" y="1638"/>
                  </a:cxn>
                  <a:cxn ang="0">
                    <a:pos x="7779" y="3275"/>
                  </a:cxn>
                  <a:cxn ang="0">
                    <a:pos x="3890" y="3275"/>
                  </a:cxn>
                  <a:cxn ang="0">
                    <a:pos x="0" y="3275"/>
                  </a:cxn>
                  <a:cxn ang="0">
                    <a:pos x="1945" y="1638"/>
                  </a:cxn>
                  <a:cxn ang="0">
                    <a:pos x="3890" y="0"/>
                  </a:cxn>
                </a:cxnLst>
                <a:rect l="0" t="0" r="r" b="b"/>
                <a:pathLst>
                  <a:path w="7779" h="3275">
                    <a:moveTo>
                      <a:pt x="3890" y="0"/>
                    </a:moveTo>
                    <a:lnTo>
                      <a:pt x="5834" y="1638"/>
                    </a:lnTo>
                    <a:lnTo>
                      <a:pt x="7779" y="3275"/>
                    </a:lnTo>
                    <a:lnTo>
                      <a:pt x="3890" y="3275"/>
                    </a:lnTo>
                    <a:lnTo>
                      <a:pt x="0" y="3275"/>
                    </a:lnTo>
                    <a:lnTo>
                      <a:pt x="1945" y="1638"/>
                    </a:lnTo>
                    <a:lnTo>
                      <a:pt x="3890" y="0"/>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22" name="Freeform 13"/>
              <p:cNvSpPr>
                <a:spLocks noEditPoints="1"/>
              </p:cNvSpPr>
              <p:nvPr/>
            </p:nvSpPr>
            <p:spPr bwMode="gray">
              <a:xfrm>
                <a:off x="6810487" y="3502025"/>
                <a:ext cx="427038" cy="246063"/>
              </a:xfrm>
              <a:custGeom>
                <a:avLst/>
                <a:gdLst/>
                <a:ahLst/>
                <a:cxnLst>
                  <a:cxn ang="0">
                    <a:pos x="7792" y="0"/>
                  </a:cxn>
                  <a:cxn ang="0">
                    <a:pos x="0" y="0"/>
                  </a:cxn>
                  <a:cxn ang="0">
                    <a:pos x="0" y="4498"/>
                  </a:cxn>
                  <a:cxn ang="0">
                    <a:pos x="7792" y="4498"/>
                  </a:cxn>
                  <a:cxn ang="0">
                    <a:pos x="7792" y="0"/>
                  </a:cxn>
                  <a:cxn ang="0">
                    <a:pos x="687" y="578"/>
                  </a:cxn>
                  <a:cxn ang="0">
                    <a:pos x="2079" y="578"/>
                  </a:cxn>
                  <a:cxn ang="0">
                    <a:pos x="2079" y="1971"/>
                  </a:cxn>
                  <a:cxn ang="0">
                    <a:pos x="687" y="1971"/>
                  </a:cxn>
                  <a:cxn ang="0">
                    <a:pos x="687" y="578"/>
                  </a:cxn>
                  <a:cxn ang="0">
                    <a:pos x="687" y="2473"/>
                  </a:cxn>
                  <a:cxn ang="0">
                    <a:pos x="2079" y="2473"/>
                  </a:cxn>
                  <a:cxn ang="0">
                    <a:pos x="2079" y="3866"/>
                  </a:cxn>
                  <a:cxn ang="0">
                    <a:pos x="687" y="3866"/>
                  </a:cxn>
                  <a:cxn ang="0">
                    <a:pos x="687" y="2473"/>
                  </a:cxn>
                  <a:cxn ang="0">
                    <a:pos x="2361" y="2473"/>
                  </a:cxn>
                  <a:cxn ang="0">
                    <a:pos x="3755" y="2473"/>
                  </a:cxn>
                  <a:cxn ang="0">
                    <a:pos x="3755" y="3866"/>
                  </a:cxn>
                  <a:cxn ang="0">
                    <a:pos x="2361" y="3866"/>
                  </a:cxn>
                  <a:cxn ang="0">
                    <a:pos x="2361" y="2473"/>
                  </a:cxn>
                  <a:cxn ang="0">
                    <a:pos x="4037" y="2473"/>
                  </a:cxn>
                  <a:cxn ang="0">
                    <a:pos x="5429" y="2473"/>
                  </a:cxn>
                  <a:cxn ang="0">
                    <a:pos x="5429" y="3866"/>
                  </a:cxn>
                  <a:cxn ang="0">
                    <a:pos x="4037" y="3866"/>
                  </a:cxn>
                  <a:cxn ang="0">
                    <a:pos x="4037" y="2473"/>
                  </a:cxn>
                  <a:cxn ang="0">
                    <a:pos x="2361" y="578"/>
                  </a:cxn>
                  <a:cxn ang="0">
                    <a:pos x="3755" y="578"/>
                  </a:cxn>
                  <a:cxn ang="0">
                    <a:pos x="3755" y="1971"/>
                  </a:cxn>
                  <a:cxn ang="0">
                    <a:pos x="2361" y="1971"/>
                  </a:cxn>
                  <a:cxn ang="0">
                    <a:pos x="2361" y="578"/>
                  </a:cxn>
                  <a:cxn ang="0">
                    <a:pos x="4037" y="578"/>
                  </a:cxn>
                  <a:cxn ang="0">
                    <a:pos x="5429" y="578"/>
                  </a:cxn>
                  <a:cxn ang="0">
                    <a:pos x="5429" y="1971"/>
                  </a:cxn>
                  <a:cxn ang="0">
                    <a:pos x="4037" y="1971"/>
                  </a:cxn>
                  <a:cxn ang="0">
                    <a:pos x="4037" y="578"/>
                  </a:cxn>
                  <a:cxn ang="0">
                    <a:pos x="5713" y="578"/>
                  </a:cxn>
                  <a:cxn ang="0">
                    <a:pos x="7105" y="578"/>
                  </a:cxn>
                  <a:cxn ang="0">
                    <a:pos x="7105" y="1971"/>
                  </a:cxn>
                  <a:cxn ang="0">
                    <a:pos x="5713" y="1971"/>
                  </a:cxn>
                  <a:cxn ang="0">
                    <a:pos x="5713" y="578"/>
                  </a:cxn>
                  <a:cxn ang="0">
                    <a:pos x="5713" y="2473"/>
                  </a:cxn>
                  <a:cxn ang="0">
                    <a:pos x="7105" y="2473"/>
                  </a:cxn>
                  <a:cxn ang="0">
                    <a:pos x="7105" y="3866"/>
                  </a:cxn>
                  <a:cxn ang="0">
                    <a:pos x="5713" y="3866"/>
                  </a:cxn>
                  <a:cxn ang="0">
                    <a:pos x="5713" y="2473"/>
                  </a:cxn>
                </a:cxnLst>
                <a:rect l="0" t="0" r="r" b="b"/>
                <a:pathLst>
                  <a:path w="7792" h="4498">
                    <a:moveTo>
                      <a:pt x="7792" y="0"/>
                    </a:moveTo>
                    <a:lnTo>
                      <a:pt x="0" y="0"/>
                    </a:lnTo>
                    <a:lnTo>
                      <a:pt x="0" y="4498"/>
                    </a:lnTo>
                    <a:lnTo>
                      <a:pt x="7792" y="4498"/>
                    </a:lnTo>
                    <a:lnTo>
                      <a:pt x="7792" y="0"/>
                    </a:lnTo>
                    <a:close/>
                    <a:moveTo>
                      <a:pt x="687" y="578"/>
                    </a:moveTo>
                    <a:lnTo>
                      <a:pt x="2079" y="578"/>
                    </a:lnTo>
                    <a:lnTo>
                      <a:pt x="2079" y="1971"/>
                    </a:lnTo>
                    <a:lnTo>
                      <a:pt x="687" y="1971"/>
                    </a:lnTo>
                    <a:lnTo>
                      <a:pt x="687" y="578"/>
                    </a:lnTo>
                    <a:close/>
                    <a:moveTo>
                      <a:pt x="687" y="2473"/>
                    </a:moveTo>
                    <a:lnTo>
                      <a:pt x="2079" y="2473"/>
                    </a:lnTo>
                    <a:lnTo>
                      <a:pt x="2079" y="3866"/>
                    </a:lnTo>
                    <a:lnTo>
                      <a:pt x="687" y="3866"/>
                    </a:lnTo>
                    <a:lnTo>
                      <a:pt x="687" y="2473"/>
                    </a:lnTo>
                    <a:close/>
                    <a:moveTo>
                      <a:pt x="2361" y="2473"/>
                    </a:moveTo>
                    <a:lnTo>
                      <a:pt x="3755" y="2473"/>
                    </a:lnTo>
                    <a:lnTo>
                      <a:pt x="3755" y="3866"/>
                    </a:lnTo>
                    <a:lnTo>
                      <a:pt x="2361" y="3866"/>
                    </a:lnTo>
                    <a:lnTo>
                      <a:pt x="2361" y="2473"/>
                    </a:lnTo>
                    <a:close/>
                    <a:moveTo>
                      <a:pt x="4037" y="2473"/>
                    </a:moveTo>
                    <a:lnTo>
                      <a:pt x="5429" y="2473"/>
                    </a:lnTo>
                    <a:lnTo>
                      <a:pt x="5429" y="3866"/>
                    </a:lnTo>
                    <a:lnTo>
                      <a:pt x="4037" y="3866"/>
                    </a:lnTo>
                    <a:lnTo>
                      <a:pt x="4037" y="2473"/>
                    </a:lnTo>
                    <a:close/>
                    <a:moveTo>
                      <a:pt x="2361" y="578"/>
                    </a:moveTo>
                    <a:lnTo>
                      <a:pt x="3755" y="578"/>
                    </a:lnTo>
                    <a:lnTo>
                      <a:pt x="3755" y="1971"/>
                    </a:lnTo>
                    <a:lnTo>
                      <a:pt x="2361" y="1971"/>
                    </a:lnTo>
                    <a:lnTo>
                      <a:pt x="2361" y="578"/>
                    </a:lnTo>
                    <a:close/>
                    <a:moveTo>
                      <a:pt x="4037" y="578"/>
                    </a:moveTo>
                    <a:lnTo>
                      <a:pt x="5429" y="578"/>
                    </a:lnTo>
                    <a:lnTo>
                      <a:pt x="5429" y="1971"/>
                    </a:lnTo>
                    <a:lnTo>
                      <a:pt x="4037" y="1971"/>
                    </a:lnTo>
                    <a:lnTo>
                      <a:pt x="4037" y="578"/>
                    </a:lnTo>
                    <a:close/>
                    <a:moveTo>
                      <a:pt x="5713" y="578"/>
                    </a:moveTo>
                    <a:lnTo>
                      <a:pt x="7105" y="578"/>
                    </a:lnTo>
                    <a:lnTo>
                      <a:pt x="7105" y="1971"/>
                    </a:lnTo>
                    <a:lnTo>
                      <a:pt x="5713" y="1971"/>
                    </a:lnTo>
                    <a:lnTo>
                      <a:pt x="5713" y="578"/>
                    </a:lnTo>
                    <a:close/>
                    <a:moveTo>
                      <a:pt x="5713" y="2473"/>
                    </a:moveTo>
                    <a:lnTo>
                      <a:pt x="7105" y="2473"/>
                    </a:lnTo>
                    <a:lnTo>
                      <a:pt x="7105" y="3866"/>
                    </a:lnTo>
                    <a:lnTo>
                      <a:pt x="5713" y="3866"/>
                    </a:lnTo>
                    <a:lnTo>
                      <a:pt x="5713" y="2473"/>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23" name="Freeform 14"/>
              <p:cNvSpPr>
                <a:spLocks noEditPoints="1"/>
              </p:cNvSpPr>
              <p:nvPr/>
            </p:nvSpPr>
            <p:spPr bwMode="gray">
              <a:xfrm>
                <a:off x="6378575" y="3081338"/>
                <a:ext cx="427038" cy="666750"/>
              </a:xfrm>
              <a:custGeom>
                <a:avLst/>
                <a:gdLst/>
                <a:ahLst/>
                <a:cxnLst>
                  <a:cxn ang="0">
                    <a:pos x="7792" y="0"/>
                  </a:cxn>
                  <a:cxn ang="0">
                    <a:pos x="0" y="12190"/>
                  </a:cxn>
                  <a:cxn ang="0">
                    <a:pos x="687" y="690"/>
                  </a:cxn>
                  <a:cxn ang="0">
                    <a:pos x="2079" y="2084"/>
                  </a:cxn>
                  <a:cxn ang="0">
                    <a:pos x="687" y="690"/>
                  </a:cxn>
                  <a:cxn ang="0">
                    <a:pos x="2079" y="10165"/>
                  </a:cxn>
                  <a:cxn ang="0">
                    <a:pos x="687" y="11558"/>
                  </a:cxn>
                  <a:cxn ang="0">
                    <a:pos x="2363" y="10165"/>
                  </a:cxn>
                  <a:cxn ang="0">
                    <a:pos x="3755" y="11558"/>
                  </a:cxn>
                  <a:cxn ang="0">
                    <a:pos x="2363" y="10165"/>
                  </a:cxn>
                  <a:cxn ang="0">
                    <a:pos x="5431" y="10165"/>
                  </a:cxn>
                  <a:cxn ang="0">
                    <a:pos x="4037" y="11558"/>
                  </a:cxn>
                  <a:cxn ang="0">
                    <a:pos x="5713" y="10165"/>
                  </a:cxn>
                  <a:cxn ang="0">
                    <a:pos x="7105" y="11558"/>
                  </a:cxn>
                  <a:cxn ang="0">
                    <a:pos x="5713" y="10165"/>
                  </a:cxn>
                  <a:cxn ang="0">
                    <a:pos x="2079" y="8270"/>
                  </a:cxn>
                  <a:cxn ang="0">
                    <a:pos x="687" y="9663"/>
                  </a:cxn>
                  <a:cxn ang="0">
                    <a:pos x="2363" y="8270"/>
                  </a:cxn>
                  <a:cxn ang="0">
                    <a:pos x="3755" y="9663"/>
                  </a:cxn>
                  <a:cxn ang="0">
                    <a:pos x="2363" y="8270"/>
                  </a:cxn>
                  <a:cxn ang="0">
                    <a:pos x="5431" y="8270"/>
                  </a:cxn>
                  <a:cxn ang="0">
                    <a:pos x="4037" y="9663"/>
                  </a:cxn>
                  <a:cxn ang="0">
                    <a:pos x="5713" y="8270"/>
                  </a:cxn>
                  <a:cxn ang="0">
                    <a:pos x="7105" y="9663"/>
                  </a:cxn>
                  <a:cxn ang="0">
                    <a:pos x="5713" y="8270"/>
                  </a:cxn>
                  <a:cxn ang="0">
                    <a:pos x="2079" y="6376"/>
                  </a:cxn>
                  <a:cxn ang="0">
                    <a:pos x="687" y="7768"/>
                  </a:cxn>
                  <a:cxn ang="0">
                    <a:pos x="2363" y="6376"/>
                  </a:cxn>
                  <a:cxn ang="0">
                    <a:pos x="3755" y="7768"/>
                  </a:cxn>
                  <a:cxn ang="0">
                    <a:pos x="2363" y="6376"/>
                  </a:cxn>
                  <a:cxn ang="0">
                    <a:pos x="5431" y="6376"/>
                  </a:cxn>
                  <a:cxn ang="0">
                    <a:pos x="4037" y="7768"/>
                  </a:cxn>
                  <a:cxn ang="0">
                    <a:pos x="5713" y="6376"/>
                  </a:cxn>
                  <a:cxn ang="0">
                    <a:pos x="7105" y="7768"/>
                  </a:cxn>
                  <a:cxn ang="0">
                    <a:pos x="5713" y="6376"/>
                  </a:cxn>
                  <a:cxn ang="0">
                    <a:pos x="2079" y="4481"/>
                  </a:cxn>
                  <a:cxn ang="0">
                    <a:pos x="687" y="5874"/>
                  </a:cxn>
                  <a:cxn ang="0">
                    <a:pos x="2363" y="4481"/>
                  </a:cxn>
                  <a:cxn ang="0">
                    <a:pos x="3755" y="5874"/>
                  </a:cxn>
                  <a:cxn ang="0">
                    <a:pos x="2363" y="4481"/>
                  </a:cxn>
                  <a:cxn ang="0">
                    <a:pos x="5431" y="4481"/>
                  </a:cxn>
                  <a:cxn ang="0">
                    <a:pos x="4037" y="5874"/>
                  </a:cxn>
                  <a:cxn ang="0">
                    <a:pos x="5713" y="4481"/>
                  </a:cxn>
                  <a:cxn ang="0">
                    <a:pos x="7105" y="5874"/>
                  </a:cxn>
                  <a:cxn ang="0">
                    <a:pos x="5713" y="4481"/>
                  </a:cxn>
                  <a:cxn ang="0">
                    <a:pos x="2079" y="2585"/>
                  </a:cxn>
                  <a:cxn ang="0">
                    <a:pos x="687" y="3979"/>
                  </a:cxn>
                  <a:cxn ang="0">
                    <a:pos x="2363" y="2585"/>
                  </a:cxn>
                  <a:cxn ang="0">
                    <a:pos x="3755" y="3979"/>
                  </a:cxn>
                  <a:cxn ang="0">
                    <a:pos x="2363" y="2585"/>
                  </a:cxn>
                  <a:cxn ang="0">
                    <a:pos x="5431" y="2585"/>
                  </a:cxn>
                  <a:cxn ang="0">
                    <a:pos x="4037" y="3979"/>
                  </a:cxn>
                  <a:cxn ang="0">
                    <a:pos x="2363" y="690"/>
                  </a:cxn>
                  <a:cxn ang="0">
                    <a:pos x="3755" y="2084"/>
                  </a:cxn>
                  <a:cxn ang="0">
                    <a:pos x="2363" y="690"/>
                  </a:cxn>
                  <a:cxn ang="0">
                    <a:pos x="5431" y="690"/>
                  </a:cxn>
                  <a:cxn ang="0">
                    <a:pos x="4037" y="2084"/>
                  </a:cxn>
                  <a:cxn ang="0">
                    <a:pos x="5713" y="690"/>
                  </a:cxn>
                  <a:cxn ang="0">
                    <a:pos x="7105" y="2084"/>
                  </a:cxn>
                  <a:cxn ang="0">
                    <a:pos x="5713" y="690"/>
                  </a:cxn>
                  <a:cxn ang="0">
                    <a:pos x="7105" y="2585"/>
                  </a:cxn>
                  <a:cxn ang="0">
                    <a:pos x="5713" y="3979"/>
                  </a:cxn>
                </a:cxnLst>
                <a:rect l="0" t="0" r="r" b="b"/>
                <a:pathLst>
                  <a:path w="7792" h="12190">
                    <a:moveTo>
                      <a:pt x="0" y="0"/>
                    </a:moveTo>
                    <a:lnTo>
                      <a:pt x="7792" y="0"/>
                    </a:lnTo>
                    <a:lnTo>
                      <a:pt x="7792" y="12190"/>
                    </a:lnTo>
                    <a:lnTo>
                      <a:pt x="0" y="12190"/>
                    </a:lnTo>
                    <a:lnTo>
                      <a:pt x="0" y="0"/>
                    </a:lnTo>
                    <a:close/>
                    <a:moveTo>
                      <a:pt x="687" y="690"/>
                    </a:moveTo>
                    <a:lnTo>
                      <a:pt x="2079" y="690"/>
                    </a:lnTo>
                    <a:lnTo>
                      <a:pt x="2079" y="2084"/>
                    </a:lnTo>
                    <a:lnTo>
                      <a:pt x="687" y="2084"/>
                    </a:lnTo>
                    <a:lnTo>
                      <a:pt x="687" y="690"/>
                    </a:lnTo>
                    <a:close/>
                    <a:moveTo>
                      <a:pt x="687" y="10165"/>
                    </a:moveTo>
                    <a:lnTo>
                      <a:pt x="2079" y="10165"/>
                    </a:lnTo>
                    <a:lnTo>
                      <a:pt x="2079" y="11558"/>
                    </a:lnTo>
                    <a:lnTo>
                      <a:pt x="687" y="11558"/>
                    </a:lnTo>
                    <a:lnTo>
                      <a:pt x="687" y="10165"/>
                    </a:lnTo>
                    <a:close/>
                    <a:moveTo>
                      <a:pt x="2363" y="10165"/>
                    </a:moveTo>
                    <a:lnTo>
                      <a:pt x="3755" y="10165"/>
                    </a:lnTo>
                    <a:lnTo>
                      <a:pt x="3755" y="11558"/>
                    </a:lnTo>
                    <a:lnTo>
                      <a:pt x="2363" y="11558"/>
                    </a:lnTo>
                    <a:lnTo>
                      <a:pt x="2363" y="10165"/>
                    </a:lnTo>
                    <a:close/>
                    <a:moveTo>
                      <a:pt x="4037" y="10165"/>
                    </a:moveTo>
                    <a:lnTo>
                      <a:pt x="5431" y="10165"/>
                    </a:lnTo>
                    <a:lnTo>
                      <a:pt x="5431" y="11558"/>
                    </a:lnTo>
                    <a:lnTo>
                      <a:pt x="4037" y="11558"/>
                    </a:lnTo>
                    <a:lnTo>
                      <a:pt x="4037" y="10165"/>
                    </a:lnTo>
                    <a:close/>
                    <a:moveTo>
                      <a:pt x="5713" y="10165"/>
                    </a:moveTo>
                    <a:lnTo>
                      <a:pt x="7105" y="10165"/>
                    </a:lnTo>
                    <a:lnTo>
                      <a:pt x="7105" y="11558"/>
                    </a:lnTo>
                    <a:lnTo>
                      <a:pt x="5713" y="11558"/>
                    </a:lnTo>
                    <a:lnTo>
                      <a:pt x="5713" y="10165"/>
                    </a:lnTo>
                    <a:close/>
                    <a:moveTo>
                      <a:pt x="687" y="8270"/>
                    </a:moveTo>
                    <a:lnTo>
                      <a:pt x="2079" y="8270"/>
                    </a:lnTo>
                    <a:lnTo>
                      <a:pt x="2079" y="9663"/>
                    </a:lnTo>
                    <a:lnTo>
                      <a:pt x="687" y="9663"/>
                    </a:lnTo>
                    <a:lnTo>
                      <a:pt x="687" y="8270"/>
                    </a:lnTo>
                    <a:close/>
                    <a:moveTo>
                      <a:pt x="2363" y="8270"/>
                    </a:moveTo>
                    <a:lnTo>
                      <a:pt x="3755" y="8270"/>
                    </a:lnTo>
                    <a:lnTo>
                      <a:pt x="3755" y="9663"/>
                    </a:lnTo>
                    <a:lnTo>
                      <a:pt x="2363" y="9663"/>
                    </a:lnTo>
                    <a:lnTo>
                      <a:pt x="2363" y="8270"/>
                    </a:lnTo>
                    <a:close/>
                    <a:moveTo>
                      <a:pt x="4037" y="8270"/>
                    </a:moveTo>
                    <a:lnTo>
                      <a:pt x="5431" y="8270"/>
                    </a:lnTo>
                    <a:lnTo>
                      <a:pt x="5431" y="9663"/>
                    </a:lnTo>
                    <a:lnTo>
                      <a:pt x="4037" y="9663"/>
                    </a:lnTo>
                    <a:lnTo>
                      <a:pt x="4037" y="8270"/>
                    </a:lnTo>
                    <a:close/>
                    <a:moveTo>
                      <a:pt x="5713" y="8270"/>
                    </a:moveTo>
                    <a:lnTo>
                      <a:pt x="7105" y="8270"/>
                    </a:lnTo>
                    <a:lnTo>
                      <a:pt x="7105" y="9663"/>
                    </a:lnTo>
                    <a:lnTo>
                      <a:pt x="5713" y="9663"/>
                    </a:lnTo>
                    <a:lnTo>
                      <a:pt x="5713" y="8270"/>
                    </a:lnTo>
                    <a:close/>
                    <a:moveTo>
                      <a:pt x="687" y="6376"/>
                    </a:moveTo>
                    <a:lnTo>
                      <a:pt x="2079" y="6376"/>
                    </a:lnTo>
                    <a:lnTo>
                      <a:pt x="2079" y="7768"/>
                    </a:lnTo>
                    <a:lnTo>
                      <a:pt x="687" y="7768"/>
                    </a:lnTo>
                    <a:lnTo>
                      <a:pt x="687" y="6376"/>
                    </a:lnTo>
                    <a:close/>
                    <a:moveTo>
                      <a:pt x="2363" y="6376"/>
                    </a:moveTo>
                    <a:lnTo>
                      <a:pt x="3755" y="6376"/>
                    </a:lnTo>
                    <a:lnTo>
                      <a:pt x="3755" y="7768"/>
                    </a:lnTo>
                    <a:lnTo>
                      <a:pt x="2363" y="7768"/>
                    </a:lnTo>
                    <a:lnTo>
                      <a:pt x="2363" y="6376"/>
                    </a:lnTo>
                    <a:close/>
                    <a:moveTo>
                      <a:pt x="4037" y="6376"/>
                    </a:moveTo>
                    <a:lnTo>
                      <a:pt x="5431" y="6376"/>
                    </a:lnTo>
                    <a:lnTo>
                      <a:pt x="5431" y="7768"/>
                    </a:lnTo>
                    <a:lnTo>
                      <a:pt x="4037" y="7768"/>
                    </a:lnTo>
                    <a:lnTo>
                      <a:pt x="4037" y="6376"/>
                    </a:lnTo>
                    <a:close/>
                    <a:moveTo>
                      <a:pt x="5713" y="6376"/>
                    </a:moveTo>
                    <a:lnTo>
                      <a:pt x="7105" y="6376"/>
                    </a:lnTo>
                    <a:lnTo>
                      <a:pt x="7105" y="7768"/>
                    </a:lnTo>
                    <a:lnTo>
                      <a:pt x="5713" y="7768"/>
                    </a:lnTo>
                    <a:lnTo>
                      <a:pt x="5713" y="6376"/>
                    </a:lnTo>
                    <a:close/>
                    <a:moveTo>
                      <a:pt x="687" y="4481"/>
                    </a:moveTo>
                    <a:lnTo>
                      <a:pt x="2079" y="4481"/>
                    </a:lnTo>
                    <a:lnTo>
                      <a:pt x="2079" y="5874"/>
                    </a:lnTo>
                    <a:lnTo>
                      <a:pt x="687" y="5874"/>
                    </a:lnTo>
                    <a:lnTo>
                      <a:pt x="687" y="4481"/>
                    </a:lnTo>
                    <a:close/>
                    <a:moveTo>
                      <a:pt x="2363" y="4481"/>
                    </a:moveTo>
                    <a:lnTo>
                      <a:pt x="3755" y="4481"/>
                    </a:lnTo>
                    <a:lnTo>
                      <a:pt x="3755" y="5874"/>
                    </a:lnTo>
                    <a:lnTo>
                      <a:pt x="2363" y="5874"/>
                    </a:lnTo>
                    <a:lnTo>
                      <a:pt x="2363" y="4481"/>
                    </a:lnTo>
                    <a:close/>
                    <a:moveTo>
                      <a:pt x="4037" y="4481"/>
                    </a:moveTo>
                    <a:lnTo>
                      <a:pt x="5431" y="4481"/>
                    </a:lnTo>
                    <a:lnTo>
                      <a:pt x="5431" y="5874"/>
                    </a:lnTo>
                    <a:lnTo>
                      <a:pt x="4037" y="5874"/>
                    </a:lnTo>
                    <a:lnTo>
                      <a:pt x="4037" y="4481"/>
                    </a:lnTo>
                    <a:close/>
                    <a:moveTo>
                      <a:pt x="5713" y="4481"/>
                    </a:moveTo>
                    <a:lnTo>
                      <a:pt x="7105" y="4481"/>
                    </a:lnTo>
                    <a:lnTo>
                      <a:pt x="7105" y="5874"/>
                    </a:lnTo>
                    <a:lnTo>
                      <a:pt x="5713" y="5874"/>
                    </a:lnTo>
                    <a:lnTo>
                      <a:pt x="5713" y="4481"/>
                    </a:lnTo>
                    <a:close/>
                    <a:moveTo>
                      <a:pt x="687" y="2585"/>
                    </a:moveTo>
                    <a:lnTo>
                      <a:pt x="2079" y="2585"/>
                    </a:lnTo>
                    <a:lnTo>
                      <a:pt x="2079" y="3979"/>
                    </a:lnTo>
                    <a:lnTo>
                      <a:pt x="687" y="3979"/>
                    </a:lnTo>
                    <a:lnTo>
                      <a:pt x="687" y="2585"/>
                    </a:lnTo>
                    <a:close/>
                    <a:moveTo>
                      <a:pt x="2363" y="2585"/>
                    </a:moveTo>
                    <a:lnTo>
                      <a:pt x="3755" y="2585"/>
                    </a:lnTo>
                    <a:lnTo>
                      <a:pt x="3755" y="3979"/>
                    </a:lnTo>
                    <a:lnTo>
                      <a:pt x="2363" y="3979"/>
                    </a:lnTo>
                    <a:lnTo>
                      <a:pt x="2363" y="2585"/>
                    </a:lnTo>
                    <a:close/>
                    <a:moveTo>
                      <a:pt x="4037" y="2585"/>
                    </a:moveTo>
                    <a:lnTo>
                      <a:pt x="5431" y="2585"/>
                    </a:lnTo>
                    <a:lnTo>
                      <a:pt x="5431" y="3979"/>
                    </a:lnTo>
                    <a:lnTo>
                      <a:pt x="4037" y="3979"/>
                    </a:lnTo>
                    <a:lnTo>
                      <a:pt x="4037" y="2585"/>
                    </a:lnTo>
                    <a:close/>
                    <a:moveTo>
                      <a:pt x="2363" y="690"/>
                    </a:moveTo>
                    <a:lnTo>
                      <a:pt x="3755" y="690"/>
                    </a:lnTo>
                    <a:lnTo>
                      <a:pt x="3755" y="2084"/>
                    </a:lnTo>
                    <a:lnTo>
                      <a:pt x="2363" y="2084"/>
                    </a:lnTo>
                    <a:lnTo>
                      <a:pt x="2363" y="690"/>
                    </a:lnTo>
                    <a:close/>
                    <a:moveTo>
                      <a:pt x="4037" y="690"/>
                    </a:moveTo>
                    <a:lnTo>
                      <a:pt x="5431" y="690"/>
                    </a:lnTo>
                    <a:lnTo>
                      <a:pt x="5431" y="2084"/>
                    </a:lnTo>
                    <a:lnTo>
                      <a:pt x="4037" y="2084"/>
                    </a:lnTo>
                    <a:lnTo>
                      <a:pt x="4037" y="690"/>
                    </a:lnTo>
                    <a:close/>
                    <a:moveTo>
                      <a:pt x="5713" y="690"/>
                    </a:moveTo>
                    <a:lnTo>
                      <a:pt x="7105" y="690"/>
                    </a:lnTo>
                    <a:lnTo>
                      <a:pt x="7105" y="2084"/>
                    </a:lnTo>
                    <a:lnTo>
                      <a:pt x="5713" y="2084"/>
                    </a:lnTo>
                    <a:lnTo>
                      <a:pt x="5713" y="690"/>
                    </a:lnTo>
                    <a:close/>
                    <a:moveTo>
                      <a:pt x="5713" y="2585"/>
                    </a:moveTo>
                    <a:lnTo>
                      <a:pt x="7105" y="2585"/>
                    </a:lnTo>
                    <a:lnTo>
                      <a:pt x="7105" y="3979"/>
                    </a:lnTo>
                    <a:lnTo>
                      <a:pt x="5713" y="3979"/>
                    </a:lnTo>
                    <a:lnTo>
                      <a:pt x="5713" y="2585"/>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grpSp>
        <p:sp>
          <p:nvSpPr>
            <p:cNvPr id="37" name="矩形 36"/>
            <p:cNvSpPr/>
            <p:nvPr/>
          </p:nvSpPr>
          <p:spPr bwMode="gray">
            <a:xfrm>
              <a:off x="699103" y="4370478"/>
              <a:ext cx="644728" cy="307777"/>
            </a:xfrm>
            <a:prstGeom prst="rect">
              <a:avLst/>
            </a:prstGeom>
          </p:spPr>
          <p:txBody>
            <a:bodyPr wrap="none">
              <a:spAutoFit/>
            </a:bodyPr>
            <a:lstStyle/>
            <a:p>
              <a:r>
                <a:rPr lang="zh-CN" altLang="en-US" sz="1399">
                  <a:solidFill>
                    <a:schemeClr val="bg1">
                      <a:lumMod val="50000"/>
                    </a:schemeClr>
                  </a:solidFill>
                </a:rPr>
                <a:t>分支</a:t>
              </a:r>
              <a:r>
                <a:rPr lang="en-US" altLang="zh-CN" sz="1399">
                  <a:solidFill>
                    <a:schemeClr val="bg1">
                      <a:lumMod val="50000"/>
                    </a:schemeClr>
                  </a:solidFill>
                </a:rPr>
                <a:t>1</a:t>
              </a:r>
            </a:p>
          </p:txBody>
        </p:sp>
      </p:grpSp>
      <p:sp>
        <p:nvSpPr>
          <p:cNvPr id="39" name="圆角矩形 75"/>
          <p:cNvSpPr/>
          <p:nvPr/>
        </p:nvSpPr>
        <p:spPr bwMode="gray">
          <a:xfrm>
            <a:off x="1691425" y="3716226"/>
            <a:ext cx="3436025" cy="244287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a:lnSpc>
                <a:spcPts val="2599"/>
              </a:lnSpc>
              <a:spcAft>
                <a:spcPts val="600"/>
              </a:spcAft>
            </a:pPr>
            <a:endParaRPr lang="en-US" altLang="zh-CN" sz="15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1" name="直接连接符 50">
            <a:extLst>
              <a:ext uri="{FF2B5EF4-FFF2-40B4-BE49-F238E27FC236}">
                <a16:creationId xmlns:a16="http://schemas.microsoft.com/office/drawing/2014/main" id="{94275FFE-3BE6-4C12-8737-FDFE3456C4A2}"/>
              </a:ext>
            </a:extLst>
          </p:cNvPr>
          <p:cNvCxnSpPr>
            <a:stCxn id="5" idx="0"/>
            <a:endCxn id="81" idx="2"/>
          </p:cNvCxnSpPr>
          <p:nvPr/>
        </p:nvCxnSpPr>
        <p:spPr bwMode="gray">
          <a:xfrm flipV="1">
            <a:off x="2979261" y="5206266"/>
            <a:ext cx="1475164" cy="436889"/>
          </a:xfrm>
          <a:prstGeom prst="line">
            <a:avLst/>
          </a:prstGeom>
          <a:noFill/>
          <a:ln w="19050" cap="flat" cmpd="sng" algn="ctr">
            <a:solidFill>
              <a:schemeClr val="bg1">
                <a:lumMod val="50000"/>
              </a:schemeClr>
            </a:solidFill>
            <a:prstDash val="solid"/>
          </a:ln>
          <a:effectLst/>
        </p:spPr>
      </p:cxnSp>
      <p:pic>
        <p:nvPicPr>
          <p:cNvPr id="4"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2730431" y="4803046"/>
            <a:ext cx="497660" cy="407176"/>
          </a:xfrm>
          <a:prstGeom prst="rect">
            <a:avLst/>
          </a:prstGeom>
        </p:spPr>
      </p:pic>
      <p:cxnSp>
        <p:nvCxnSpPr>
          <p:cNvPr id="90" name="直接箭头连接符 89"/>
          <p:cNvCxnSpPr>
            <a:stCxn id="14" idx="2"/>
            <a:endCxn id="82" idx="0"/>
          </p:cNvCxnSpPr>
          <p:nvPr/>
        </p:nvCxnSpPr>
        <p:spPr bwMode="gray">
          <a:xfrm flipH="1">
            <a:off x="2979262" y="2492671"/>
            <a:ext cx="457206" cy="1470264"/>
          </a:xfrm>
          <a:prstGeom prst="straightConnector1">
            <a:avLst/>
          </a:prstGeom>
          <a:noFill/>
          <a:ln w="19050" algn="ctr">
            <a:solidFill>
              <a:srgbClr val="EC7061"/>
            </a:solidFill>
            <a:prstDash val="sysDot"/>
            <a:round/>
            <a:headEnd type="triangle" w="med" len="med"/>
            <a:tailEnd type="triangle" w="med" len="med"/>
          </a:ln>
        </p:spPr>
      </p:cxnSp>
      <p:pic>
        <p:nvPicPr>
          <p:cNvPr id="81" name="图片 80"/>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4205595" y="4799090"/>
            <a:ext cx="497660" cy="407176"/>
          </a:xfrm>
          <a:prstGeom prst="rect">
            <a:avLst/>
          </a:prstGeom>
        </p:spPr>
      </p:pic>
      <p:pic>
        <p:nvPicPr>
          <p:cNvPr id="82" name="图片 81"/>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2730431" y="3962935"/>
            <a:ext cx="497660" cy="407176"/>
          </a:xfrm>
          <a:prstGeom prst="rect">
            <a:avLst/>
          </a:prstGeom>
        </p:spPr>
      </p:pic>
      <p:pic>
        <p:nvPicPr>
          <p:cNvPr id="83" name="图片 82"/>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4205595" y="3953914"/>
            <a:ext cx="497660" cy="407176"/>
          </a:xfrm>
          <a:prstGeom prst="rect">
            <a:avLst/>
          </a:prstGeom>
        </p:spPr>
      </p:pic>
      <p:cxnSp>
        <p:nvCxnSpPr>
          <p:cNvPr id="84" name="直接连接符 83"/>
          <p:cNvCxnSpPr>
            <a:stCxn id="4" idx="3"/>
            <a:endCxn id="81" idx="1"/>
          </p:cNvCxnSpPr>
          <p:nvPr/>
        </p:nvCxnSpPr>
        <p:spPr bwMode="gray">
          <a:xfrm flipV="1">
            <a:off x="3228091" y="5002679"/>
            <a:ext cx="977504" cy="3955"/>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94275FFE-3BE6-4C12-8737-FDFE3456C4A2}"/>
              </a:ext>
            </a:extLst>
          </p:cNvPr>
          <p:cNvCxnSpPr>
            <a:stCxn id="5" idx="0"/>
            <a:endCxn id="4" idx="2"/>
          </p:cNvCxnSpPr>
          <p:nvPr/>
        </p:nvCxnSpPr>
        <p:spPr bwMode="gray">
          <a:xfrm flipV="1">
            <a:off x="2979261" y="5210222"/>
            <a:ext cx="0" cy="432934"/>
          </a:xfrm>
          <a:prstGeom prst="line">
            <a:avLst/>
          </a:prstGeom>
          <a:noFill/>
          <a:ln w="19050" cap="flat" cmpd="sng" algn="ctr">
            <a:solidFill>
              <a:schemeClr val="bg1">
                <a:lumMod val="50000"/>
              </a:schemeClr>
            </a:solidFill>
            <a:prstDash val="solid"/>
          </a:ln>
          <a:effectLst/>
        </p:spPr>
      </p:cxnSp>
      <p:cxnSp>
        <p:nvCxnSpPr>
          <p:cNvPr id="91" name="直接连接符 90">
            <a:extLst>
              <a:ext uri="{FF2B5EF4-FFF2-40B4-BE49-F238E27FC236}">
                <a16:creationId xmlns:a16="http://schemas.microsoft.com/office/drawing/2014/main" id="{94275FFE-3BE6-4C12-8737-FDFE3456C4A2}"/>
              </a:ext>
            </a:extLst>
          </p:cNvPr>
          <p:cNvCxnSpPr>
            <a:stCxn id="6" idx="0"/>
            <a:endCxn id="4" idx="2"/>
          </p:cNvCxnSpPr>
          <p:nvPr/>
        </p:nvCxnSpPr>
        <p:spPr bwMode="gray">
          <a:xfrm flipH="1" flipV="1">
            <a:off x="2979261" y="5210222"/>
            <a:ext cx="1475164" cy="432934"/>
          </a:xfrm>
          <a:prstGeom prst="line">
            <a:avLst/>
          </a:prstGeom>
          <a:noFill/>
          <a:ln w="19050" cap="flat" cmpd="sng" algn="ctr">
            <a:solidFill>
              <a:schemeClr val="bg1">
                <a:lumMod val="50000"/>
              </a:schemeClr>
            </a:solidFill>
            <a:prstDash val="solid"/>
          </a:ln>
          <a:effectLst/>
        </p:spPr>
      </p:cxnSp>
      <p:cxnSp>
        <p:nvCxnSpPr>
          <p:cNvPr id="93" name="直接连接符 92">
            <a:extLst>
              <a:ext uri="{FF2B5EF4-FFF2-40B4-BE49-F238E27FC236}">
                <a16:creationId xmlns:a16="http://schemas.microsoft.com/office/drawing/2014/main" id="{94275FFE-3BE6-4C12-8737-FDFE3456C4A2}"/>
              </a:ext>
            </a:extLst>
          </p:cNvPr>
          <p:cNvCxnSpPr>
            <a:stCxn id="6" idx="0"/>
            <a:endCxn id="81" idx="2"/>
          </p:cNvCxnSpPr>
          <p:nvPr/>
        </p:nvCxnSpPr>
        <p:spPr bwMode="gray">
          <a:xfrm flipV="1">
            <a:off x="4454425" y="5206266"/>
            <a:ext cx="0" cy="436889"/>
          </a:xfrm>
          <a:prstGeom prst="line">
            <a:avLst/>
          </a:prstGeom>
          <a:noFill/>
          <a:ln w="19050" cap="flat" cmpd="sng" algn="ctr">
            <a:solidFill>
              <a:schemeClr val="bg1">
                <a:lumMod val="50000"/>
              </a:schemeClr>
            </a:solidFill>
            <a:prstDash val="solid"/>
          </a:ln>
          <a:effectLst/>
        </p:spPr>
      </p:cxnSp>
      <p:cxnSp>
        <p:nvCxnSpPr>
          <p:cNvPr id="104" name="直接连接符 103">
            <a:extLst>
              <a:ext uri="{FF2B5EF4-FFF2-40B4-BE49-F238E27FC236}">
                <a16:creationId xmlns:a16="http://schemas.microsoft.com/office/drawing/2014/main" id="{94275FFE-3BE6-4C12-8737-FDFE3456C4A2}"/>
              </a:ext>
            </a:extLst>
          </p:cNvPr>
          <p:cNvCxnSpPr>
            <a:stCxn id="4" idx="0"/>
            <a:endCxn id="82" idx="2"/>
          </p:cNvCxnSpPr>
          <p:nvPr/>
        </p:nvCxnSpPr>
        <p:spPr bwMode="gray">
          <a:xfrm flipV="1">
            <a:off x="2979261" y="4370110"/>
            <a:ext cx="0" cy="432935"/>
          </a:xfrm>
          <a:prstGeom prst="line">
            <a:avLst/>
          </a:prstGeom>
          <a:noFill/>
          <a:ln w="19050" cap="flat" cmpd="sng" algn="ctr">
            <a:solidFill>
              <a:schemeClr val="bg1">
                <a:lumMod val="50000"/>
              </a:schemeClr>
            </a:solidFill>
            <a:prstDash val="solid"/>
          </a:ln>
          <a:effectLst/>
        </p:spPr>
      </p:cxnSp>
      <p:cxnSp>
        <p:nvCxnSpPr>
          <p:cNvPr id="105" name="直接连接符 104">
            <a:extLst>
              <a:ext uri="{FF2B5EF4-FFF2-40B4-BE49-F238E27FC236}">
                <a16:creationId xmlns:a16="http://schemas.microsoft.com/office/drawing/2014/main" id="{94275FFE-3BE6-4C12-8737-FDFE3456C4A2}"/>
              </a:ext>
            </a:extLst>
          </p:cNvPr>
          <p:cNvCxnSpPr>
            <a:stCxn id="81" idx="0"/>
            <a:endCxn id="82" idx="2"/>
          </p:cNvCxnSpPr>
          <p:nvPr/>
        </p:nvCxnSpPr>
        <p:spPr bwMode="gray">
          <a:xfrm flipH="1" flipV="1">
            <a:off x="2979261" y="4370111"/>
            <a:ext cx="1475164" cy="428979"/>
          </a:xfrm>
          <a:prstGeom prst="line">
            <a:avLst/>
          </a:prstGeom>
          <a:noFill/>
          <a:ln w="19050" cap="flat" cmpd="sng" algn="ctr">
            <a:solidFill>
              <a:schemeClr val="bg1">
                <a:lumMod val="50000"/>
              </a:schemeClr>
            </a:solidFill>
            <a:prstDash val="solid"/>
          </a:ln>
          <a:effectLst/>
        </p:spPr>
      </p:cxnSp>
      <p:cxnSp>
        <p:nvCxnSpPr>
          <p:cNvPr id="106" name="直接连接符 105">
            <a:extLst>
              <a:ext uri="{FF2B5EF4-FFF2-40B4-BE49-F238E27FC236}">
                <a16:creationId xmlns:a16="http://schemas.microsoft.com/office/drawing/2014/main" id="{94275FFE-3BE6-4C12-8737-FDFE3456C4A2}"/>
              </a:ext>
            </a:extLst>
          </p:cNvPr>
          <p:cNvCxnSpPr>
            <a:stCxn id="4" idx="0"/>
            <a:endCxn id="83" idx="2"/>
          </p:cNvCxnSpPr>
          <p:nvPr/>
        </p:nvCxnSpPr>
        <p:spPr bwMode="gray">
          <a:xfrm flipV="1">
            <a:off x="2979261" y="4361090"/>
            <a:ext cx="1475164" cy="441955"/>
          </a:xfrm>
          <a:prstGeom prst="line">
            <a:avLst/>
          </a:prstGeom>
          <a:noFill/>
          <a:ln w="19050" cap="flat" cmpd="sng" algn="ctr">
            <a:solidFill>
              <a:schemeClr val="bg1">
                <a:lumMod val="50000"/>
              </a:schemeClr>
            </a:solidFill>
            <a:prstDash val="solid"/>
          </a:ln>
          <a:effectLst/>
        </p:spPr>
      </p:cxnSp>
      <p:cxnSp>
        <p:nvCxnSpPr>
          <p:cNvPr id="107" name="直接连接符 106">
            <a:extLst>
              <a:ext uri="{FF2B5EF4-FFF2-40B4-BE49-F238E27FC236}">
                <a16:creationId xmlns:a16="http://schemas.microsoft.com/office/drawing/2014/main" id="{94275FFE-3BE6-4C12-8737-FDFE3456C4A2}"/>
              </a:ext>
            </a:extLst>
          </p:cNvPr>
          <p:cNvCxnSpPr>
            <a:stCxn id="81" idx="0"/>
            <a:endCxn id="83" idx="2"/>
          </p:cNvCxnSpPr>
          <p:nvPr/>
        </p:nvCxnSpPr>
        <p:spPr bwMode="gray">
          <a:xfrm flipV="1">
            <a:off x="4454425" y="4361090"/>
            <a:ext cx="0" cy="438000"/>
          </a:xfrm>
          <a:prstGeom prst="line">
            <a:avLst/>
          </a:prstGeom>
          <a:noFill/>
          <a:ln w="19050" cap="flat" cmpd="sng" algn="ctr">
            <a:solidFill>
              <a:schemeClr val="bg1">
                <a:lumMod val="50000"/>
              </a:schemeClr>
            </a:solidFill>
            <a:prstDash val="solid"/>
          </a:ln>
          <a:effectLst/>
        </p:spPr>
      </p:cxnSp>
      <p:sp>
        <p:nvSpPr>
          <p:cNvPr id="111" name="椭圆 110"/>
          <p:cNvSpPr/>
          <p:nvPr/>
        </p:nvSpPr>
        <p:spPr bwMode="gray">
          <a:xfrm rot="5400000">
            <a:off x="4230572" y="4065022"/>
            <a:ext cx="96002" cy="821398"/>
          </a:xfrm>
          <a:prstGeom prst="ellipse">
            <a:avLst/>
          </a:prstGeom>
          <a:noFill/>
          <a:ln w="38100" cap="flat" cmpd="sng" algn="ctr">
            <a:solidFill>
              <a:srgbClr val="FFD17D"/>
            </a:solidFill>
            <a:prstDash val="solid"/>
          </a:ln>
          <a:effectLst/>
        </p:spPr>
        <p:txBody>
          <a:bodyPr rtlCol="0" anchor="ctr"/>
          <a:lstStyle/>
          <a:p>
            <a:pPr algn="ctr" defTabSz="913303"/>
            <a:endParaRPr lang="zh-CN" altLang="en-US" sz="1797"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椭圆 111"/>
          <p:cNvSpPr/>
          <p:nvPr/>
        </p:nvSpPr>
        <p:spPr bwMode="gray">
          <a:xfrm rot="5400000">
            <a:off x="4230573" y="5102740"/>
            <a:ext cx="96002" cy="821398"/>
          </a:xfrm>
          <a:prstGeom prst="ellipse">
            <a:avLst/>
          </a:prstGeom>
          <a:noFill/>
          <a:ln w="38100" cap="flat" cmpd="sng" algn="ctr">
            <a:solidFill>
              <a:srgbClr val="FFD17D"/>
            </a:solidFill>
            <a:prstDash val="solid"/>
          </a:ln>
          <a:effectLst/>
        </p:spPr>
        <p:txBody>
          <a:bodyPr rtlCol="0" anchor="ctr"/>
          <a:lstStyle/>
          <a:p>
            <a:pPr algn="ctr" defTabSz="913303"/>
            <a:endParaRPr lang="zh-CN" altLang="en-US" sz="1797"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椭圆 116"/>
          <p:cNvSpPr/>
          <p:nvPr/>
        </p:nvSpPr>
        <p:spPr bwMode="gray">
          <a:xfrm rot="5400000">
            <a:off x="3197359" y="5102742"/>
            <a:ext cx="96002" cy="821398"/>
          </a:xfrm>
          <a:prstGeom prst="ellipse">
            <a:avLst/>
          </a:prstGeom>
          <a:noFill/>
          <a:ln w="38100" cap="flat" cmpd="sng" algn="ctr">
            <a:solidFill>
              <a:srgbClr val="FFD17D"/>
            </a:solidFill>
            <a:prstDash val="solid"/>
          </a:ln>
          <a:effectLst/>
        </p:spPr>
        <p:txBody>
          <a:bodyPr rtlCol="0" anchor="ctr"/>
          <a:lstStyle/>
          <a:p>
            <a:pPr algn="ctr" defTabSz="913303"/>
            <a:endParaRPr lang="zh-CN" altLang="en-US" sz="1797"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矩形 121"/>
          <p:cNvSpPr/>
          <p:nvPr/>
        </p:nvSpPr>
        <p:spPr bwMode="gray">
          <a:xfrm>
            <a:off x="2635250" y="3081300"/>
            <a:ext cx="543527" cy="307657"/>
          </a:xfrm>
          <a:prstGeom prst="rect">
            <a:avLst/>
          </a:prstGeom>
        </p:spPr>
        <p:txBody>
          <a:bodyPr wrap="none">
            <a:spAutoFit/>
          </a:bodyPr>
          <a:lstStyle/>
          <a:p>
            <a:r>
              <a:rPr lang="zh-CN" altLang="en-US" sz="1399" b="1" dirty="0">
                <a:solidFill>
                  <a:srgbClr val="C7000B"/>
                </a:solidFill>
              </a:rPr>
              <a:t>专线</a:t>
            </a:r>
            <a:endParaRPr lang="en-US" altLang="zh-CN" sz="1399" b="1" dirty="0">
              <a:solidFill>
                <a:srgbClr val="C7000B"/>
              </a:solidFill>
            </a:endParaRPr>
          </a:p>
        </p:txBody>
      </p:sp>
      <p:grpSp>
        <p:nvGrpSpPr>
          <p:cNvPr id="59" name="组合 58"/>
          <p:cNvGrpSpPr/>
          <p:nvPr/>
        </p:nvGrpSpPr>
        <p:grpSpPr bwMode="gray">
          <a:xfrm>
            <a:off x="4454425" y="2869605"/>
            <a:ext cx="835658" cy="446571"/>
            <a:chOff x="4270494" y="2869386"/>
            <a:chExt cx="835984" cy="446745"/>
          </a:xfrm>
        </p:grpSpPr>
        <p:sp>
          <p:nvSpPr>
            <p:cNvPr id="124" name="Freeform 159"/>
            <p:cNvSpPr/>
            <p:nvPr/>
          </p:nvSpPr>
          <p:spPr bwMode="gray">
            <a:xfrm flipH="1">
              <a:off x="4270494" y="2869386"/>
              <a:ext cx="835984" cy="43699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矩形 57"/>
            <p:cNvSpPr/>
            <p:nvPr/>
          </p:nvSpPr>
          <p:spPr bwMode="gray">
            <a:xfrm>
              <a:off x="4274199" y="3008354"/>
              <a:ext cx="832279" cy="307777"/>
            </a:xfrm>
            <a:prstGeom prst="rect">
              <a:avLst/>
            </a:prstGeom>
          </p:spPr>
          <p:txBody>
            <a:bodyPr wrap="none">
              <a:spAutoFit/>
            </a:bodyPr>
            <a:lstStyle/>
            <a:p>
              <a:pPr algn="ctr"/>
              <a:r>
                <a:rPr lang="en-US" altLang="zh-CN" sz="1399" dirty="0">
                  <a:latin typeface="Huawei Sans" panose="020C0503030203020204" pitchFamily="34" charset="0"/>
                  <a:ea typeface="方正兰亭黑简体" panose="02000000000000000000" pitchFamily="2" charset="-122"/>
                  <a:sym typeface="Huawei Sans" panose="020C0503030203020204" pitchFamily="34" charset="0"/>
                </a:rPr>
                <a:t>Internet</a:t>
              </a:r>
            </a:p>
          </p:txBody>
        </p:sp>
      </p:grpSp>
      <p:cxnSp>
        <p:nvCxnSpPr>
          <p:cNvPr id="127" name="直接箭头连接符 126"/>
          <p:cNvCxnSpPr>
            <a:stCxn id="58" idx="2"/>
            <a:endCxn id="83" idx="0"/>
          </p:cNvCxnSpPr>
          <p:nvPr/>
        </p:nvCxnSpPr>
        <p:spPr bwMode="gray">
          <a:xfrm flipH="1">
            <a:off x="4454426" y="3316175"/>
            <a:ext cx="419681" cy="637739"/>
          </a:xfrm>
          <a:prstGeom prst="straightConnector1">
            <a:avLst/>
          </a:prstGeom>
          <a:noFill/>
          <a:ln w="19050" algn="ctr">
            <a:solidFill>
              <a:srgbClr val="56C4D2"/>
            </a:solidFill>
            <a:prstDash val="sysDot"/>
            <a:round/>
            <a:headEnd type="triangle" w="med" len="med"/>
            <a:tailEnd type="triangle" w="med" len="med"/>
          </a:ln>
        </p:spPr>
      </p:cxnSp>
      <p:cxnSp>
        <p:nvCxnSpPr>
          <p:cNvPr id="138" name="直接箭头连接符 137"/>
          <p:cNvCxnSpPr>
            <a:stCxn id="14" idx="2"/>
            <a:endCxn id="124" idx="0"/>
          </p:cNvCxnSpPr>
          <p:nvPr/>
        </p:nvCxnSpPr>
        <p:spPr bwMode="gray">
          <a:xfrm>
            <a:off x="3436468" y="2492671"/>
            <a:ext cx="1345616" cy="376934"/>
          </a:xfrm>
          <a:prstGeom prst="straightConnector1">
            <a:avLst/>
          </a:prstGeom>
          <a:noFill/>
          <a:ln w="19050" algn="ctr">
            <a:solidFill>
              <a:srgbClr val="56C4D2"/>
            </a:solidFill>
            <a:prstDash val="sysDot"/>
            <a:round/>
            <a:headEnd type="triangle" w="med" len="med"/>
            <a:tailEnd type="triangle" w="med" len="med"/>
          </a:ln>
        </p:spPr>
      </p:cxnSp>
      <p:sp>
        <p:nvSpPr>
          <p:cNvPr id="142" name="Can 9"/>
          <p:cNvSpPr/>
          <p:nvPr/>
        </p:nvSpPr>
        <p:spPr bwMode="gray">
          <a:xfrm rot="8835177">
            <a:off x="3881920" y="2504894"/>
            <a:ext cx="227671" cy="1502616"/>
          </a:xfrm>
          <a:prstGeom prst="can">
            <a:avLst>
              <a:gd name="adj" fmla="val 40000"/>
            </a:avLst>
          </a:prstGeom>
          <a:solidFill>
            <a:srgbClr val="BEE9E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3" name="文本框 142"/>
          <p:cNvSpPr txBox="1"/>
          <p:nvPr/>
        </p:nvSpPr>
        <p:spPr bwMode="gray">
          <a:xfrm rot="19560079">
            <a:off x="3811087" y="2836421"/>
            <a:ext cx="369332" cy="792846"/>
          </a:xfrm>
          <a:prstGeom prst="rect">
            <a:avLst/>
          </a:prstGeom>
          <a:noFill/>
        </p:spPr>
        <p:txBody>
          <a:bodyPr vert="eaVert" wrap="none" rtlCol="0">
            <a:spAutoFit/>
          </a:bodyPr>
          <a:lstStyle/>
          <a:p>
            <a:r>
              <a:rPr lang="en-US" altLang="zh-CN" sz="1200" dirty="0">
                <a:solidFill>
                  <a:srgbClr val="C7000B"/>
                </a:solidFill>
              </a:rPr>
              <a:t>IPsec</a:t>
            </a:r>
            <a:r>
              <a:rPr lang="zh-CN" altLang="en-US" sz="1200" dirty="0">
                <a:solidFill>
                  <a:srgbClr val="C7000B"/>
                </a:solidFill>
              </a:rPr>
              <a:t> </a:t>
            </a:r>
            <a:r>
              <a:rPr lang="en-US" altLang="zh-CN" sz="1200" dirty="0">
                <a:solidFill>
                  <a:srgbClr val="C7000B"/>
                </a:solidFill>
              </a:rPr>
              <a:t>VPN</a:t>
            </a:r>
          </a:p>
        </p:txBody>
      </p:sp>
      <p:sp>
        <p:nvSpPr>
          <p:cNvPr id="144" name="椭圆 143"/>
          <p:cNvSpPr/>
          <p:nvPr/>
        </p:nvSpPr>
        <p:spPr bwMode="gray">
          <a:xfrm rot="5400000">
            <a:off x="719073" y="3041912"/>
            <a:ext cx="187902" cy="622725"/>
          </a:xfrm>
          <a:prstGeom prst="ellipse">
            <a:avLst/>
          </a:prstGeom>
          <a:noFill/>
          <a:ln w="38100" cap="flat" cmpd="sng" algn="ctr">
            <a:solidFill>
              <a:srgbClr val="FFD17D"/>
            </a:solidFill>
            <a:prstDash val="solid"/>
          </a:ln>
          <a:effectLst/>
        </p:spPr>
        <p:txBody>
          <a:bodyPr rtlCol="0" anchor="ctr"/>
          <a:lstStyle/>
          <a:p>
            <a:pPr algn="ctr" defTabSz="913303"/>
            <a:endParaRPr lang="zh-CN" altLang="en-US" sz="1797"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5" name="TextBox 77"/>
          <p:cNvSpPr txBox="1"/>
          <p:nvPr/>
        </p:nvSpPr>
        <p:spPr bwMode="gray">
          <a:xfrm>
            <a:off x="1173401" y="3206881"/>
            <a:ext cx="931295" cy="316104"/>
          </a:xfrm>
          <a:prstGeom prst="rect">
            <a:avLst/>
          </a:prstGeom>
          <a:noFill/>
          <a:ln w="9525">
            <a:noFill/>
            <a:miter lim="800000"/>
            <a:headEnd/>
            <a:tailEnd/>
          </a:ln>
        </p:spPr>
        <p:txBody>
          <a:bodyPr wrap="square" lIns="99863" tIns="49926" rIns="99863" bIns="49926" rtlCol="0">
            <a:spAutoFit/>
          </a:bodyPr>
          <a:lstStyle/>
          <a:p>
            <a:pPr defTabSz="1000448" eaLnBrk="0" hangingPunct="0"/>
            <a:r>
              <a:rPr lang="zh-CN" altLang="en-US" sz="1398"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链路聚合</a:t>
            </a:r>
            <a:endParaRPr lang="en-US" altLang="zh-CN" sz="1398"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46" name="文本框 145"/>
          <p:cNvSpPr txBox="1"/>
          <p:nvPr/>
        </p:nvSpPr>
        <p:spPr bwMode="gray">
          <a:xfrm>
            <a:off x="6093620" y="2435368"/>
            <a:ext cx="5647707" cy="726978"/>
          </a:xfrm>
          <a:prstGeom prst="rect">
            <a:avLst/>
          </a:prstGeom>
          <a:solidFill>
            <a:srgbClr val="FFFFCC"/>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ts val="2599"/>
              </a:lnSpc>
            </a:pPr>
            <a:r>
              <a:rPr lang="zh-CN" altLang="en-US" sz="1399" i="0" dirty="0">
                <a:solidFill>
                  <a:srgbClr val="C7000B"/>
                </a:solidFill>
              </a:rPr>
              <a:t>采用设备冗余、链路冗余的方式提高可靠性，出口增加</a:t>
            </a:r>
            <a:r>
              <a:rPr lang="en-US" altLang="zh-CN" sz="1399" i="0" dirty="0">
                <a:solidFill>
                  <a:srgbClr val="C7000B"/>
                </a:solidFill>
              </a:rPr>
              <a:t>Internet</a:t>
            </a:r>
            <a:r>
              <a:rPr lang="zh-CN" altLang="en-US" sz="1399" i="0" dirty="0">
                <a:solidFill>
                  <a:srgbClr val="C7000B"/>
                </a:solidFill>
              </a:rPr>
              <a:t>连接，与总部建立</a:t>
            </a:r>
            <a:r>
              <a:rPr lang="en-US" altLang="zh-CN" sz="1399" i="0" dirty="0">
                <a:solidFill>
                  <a:srgbClr val="C7000B"/>
                </a:solidFill>
              </a:rPr>
              <a:t>IPsec VPN</a:t>
            </a:r>
            <a:r>
              <a:rPr lang="zh-CN" altLang="en-US" sz="1399" i="0" dirty="0">
                <a:solidFill>
                  <a:srgbClr val="C7000B"/>
                </a:solidFill>
              </a:rPr>
              <a:t>，承载延迟要求较低、带宽要求较高的业务。</a:t>
            </a:r>
          </a:p>
        </p:txBody>
      </p:sp>
      <p:sp>
        <p:nvSpPr>
          <p:cNvPr id="148" name="文本框 147"/>
          <p:cNvSpPr txBox="1"/>
          <p:nvPr/>
        </p:nvSpPr>
        <p:spPr bwMode="gray">
          <a:xfrm>
            <a:off x="6140054" y="4834103"/>
            <a:ext cx="1028003" cy="332592"/>
          </a:xfrm>
          <a:prstGeom prst="rect">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600" kern="0">
                <a:solidFill>
                  <a:srgbClr val="FFFFFF"/>
                </a:solidFill>
                <a:latin typeface="Huawei Sans" panose="020C0503030203020204" pitchFamily="34" charset="0"/>
                <a:ea typeface="方正兰亭黑简体" panose="02000000000000000000" pitchFamily="2" charset="-122"/>
              </a:defRPr>
            </a:lvl1pPr>
          </a:lstStyle>
          <a:p>
            <a:r>
              <a:rPr lang="zh-CN" altLang="en-US" sz="1399" dirty="0"/>
              <a:t>核心层</a:t>
            </a:r>
          </a:p>
        </p:txBody>
      </p:sp>
      <p:sp>
        <p:nvSpPr>
          <p:cNvPr id="149" name="文本框 148"/>
          <p:cNvSpPr txBox="1"/>
          <p:nvPr/>
        </p:nvSpPr>
        <p:spPr bwMode="gray">
          <a:xfrm>
            <a:off x="6140053" y="3991734"/>
            <a:ext cx="1028003" cy="321901"/>
          </a:xfrm>
          <a:prstGeom prst="rect">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600" kern="0">
                <a:solidFill>
                  <a:srgbClr val="FFFFFF"/>
                </a:solidFill>
                <a:latin typeface="Huawei Sans" panose="020C0503030203020204" pitchFamily="34" charset="0"/>
                <a:ea typeface="方正兰亭黑简体" panose="02000000000000000000" pitchFamily="2" charset="-122"/>
              </a:defRPr>
            </a:lvl1pPr>
          </a:lstStyle>
          <a:p>
            <a:r>
              <a:rPr lang="zh-CN" altLang="en-US" sz="1399" dirty="0"/>
              <a:t>出口设备</a:t>
            </a:r>
          </a:p>
        </p:txBody>
      </p:sp>
      <p:sp>
        <p:nvSpPr>
          <p:cNvPr id="150" name="文本框 149"/>
          <p:cNvSpPr txBox="1"/>
          <p:nvPr/>
        </p:nvSpPr>
        <p:spPr bwMode="gray">
          <a:xfrm>
            <a:off x="6140055" y="5691805"/>
            <a:ext cx="1028003" cy="332592"/>
          </a:xfrm>
          <a:prstGeom prst="rect">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600" kern="0">
                <a:solidFill>
                  <a:srgbClr val="FFFFFF"/>
                </a:solidFill>
                <a:latin typeface="Huawei Sans" panose="020C0503030203020204" pitchFamily="34" charset="0"/>
                <a:ea typeface="方正兰亭黑简体" panose="02000000000000000000" pitchFamily="2" charset="-122"/>
              </a:defRPr>
            </a:lvl1pPr>
          </a:lstStyle>
          <a:p>
            <a:r>
              <a:rPr lang="zh-CN" altLang="en-US" sz="1399" dirty="0"/>
              <a:t>汇聚层</a:t>
            </a:r>
          </a:p>
        </p:txBody>
      </p:sp>
      <p:sp>
        <p:nvSpPr>
          <p:cNvPr id="151" name="文本框 150"/>
          <p:cNvSpPr txBox="1"/>
          <p:nvPr/>
        </p:nvSpPr>
        <p:spPr bwMode="gray">
          <a:xfrm>
            <a:off x="7232251" y="4005978"/>
            <a:ext cx="3980625" cy="307657"/>
          </a:xfrm>
          <a:prstGeom prst="rect">
            <a:avLst/>
          </a:prstGeom>
          <a:noFill/>
        </p:spPr>
        <p:txBody>
          <a:bodyPr wrap="none" rtlCol="0">
            <a:spAutoFit/>
          </a:bodyPr>
          <a:lstStyle/>
          <a:p>
            <a:r>
              <a:rPr lang="zh-CN" altLang="en-US" sz="1399" dirty="0"/>
              <a:t>增加</a:t>
            </a:r>
            <a:r>
              <a:rPr lang="en-US" altLang="zh-CN" sz="1399" dirty="0"/>
              <a:t>Internet</a:t>
            </a:r>
            <a:r>
              <a:rPr lang="zh-CN" altLang="en-US" sz="1399" dirty="0"/>
              <a:t>连接，建立</a:t>
            </a:r>
            <a:r>
              <a:rPr lang="en-US" altLang="zh-CN" sz="1399" dirty="0"/>
              <a:t>IPsec VPN</a:t>
            </a:r>
            <a:r>
              <a:rPr lang="zh-CN" altLang="en-US" sz="1399" dirty="0"/>
              <a:t>承载部分业务</a:t>
            </a:r>
          </a:p>
        </p:txBody>
      </p:sp>
      <p:sp>
        <p:nvSpPr>
          <p:cNvPr id="153" name="文本框 152"/>
          <p:cNvSpPr txBox="1"/>
          <p:nvPr/>
        </p:nvSpPr>
        <p:spPr bwMode="gray">
          <a:xfrm>
            <a:off x="7232252" y="5712516"/>
            <a:ext cx="3953385" cy="307657"/>
          </a:xfrm>
          <a:prstGeom prst="rect">
            <a:avLst/>
          </a:prstGeom>
          <a:noFill/>
        </p:spPr>
        <p:txBody>
          <a:bodyPr wrap="none" rtlCol="0">
            <a:spAutoFit/>
          </a:bodyPr>
          <a:lstStyle/>
          <a:p>
            <a:r>
              <a:rPr lang="zh-CN" altLang="en-US" sz="1399" dirty="0"/>
              <a:t>双上行链路与集群后的核心交换机建立链路聚合</a:t>
            </a:r>
          </a:p>
        </p:txBody>
      </p:sp>
      <p:sp>
        <p:nvSpPr>
          <p:cNvPr id="155" name="文本框 154"/>
          <p:cNvSpPr txBox="1"/>
          <p:nvPr/>
        </p:nvSpPr>
        <p:spPr bwMode="gray">
          <a:xfrm>
            <a:off x="7232251" y="4865578"/>
            <a:ext cx="3594452" cy="307657"/>
          </a:xfrm>
          <a:prstGeom prst="rect">
            <a:avLst/>
          </a:prstGeom>
          <a:noFill/>
        </p:spPr>
        <p:txBody>
          <a:bodyPr wrap="none" rtlCol="0">
            <a:spAutoFit/>
          </a:bodyPr>
          <a:lstStyle/>
          <a:p>
            <a:r>
              <a:rPr lang="zh-CN" altLang="en-US" sz="1399" dirty="0"/>
              <a:t>双机集群，与上下行设备建立跨框链路聚合</a:t>
            </a:r>
          </a:p>
        </p:txBody>
      </p:sp>
      <p:sp>
        <p:nvSpPr>
          <p:cNvPr id="60" name="五边形 6"/>
          <p:cNvSpPr/>
          <p:nvPr/>
        </p:nvSpPr>
        <p:spPr bwMode="gray">
          <a:xfrm>
            <a:off x="9011894" y="120131"/>
            <a:ext cx="1560036"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注意事项与课堂环节</a:t>
            </a:r>
          </a:p>
        </p:txBody>
      </p:sp>
      <p:sp>
        <p:nvSpPr>
          <p:cNvPr id="61" name="燕尾形 7"/>
          <p:cNvSpPr/>
          <p:nvPr/>
        </p:nvSpPr>
        <p:spPr bwMode="gray">
          <a:xfrm>
            <a:off x="10481819" y="120131"/>
            <a:ext cx="1259508"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割接场景</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399915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圆角矩形 146"/>
          <p:cNvSpPr/>
          <p:nvPr/>
        </p:nvSpPr>
        <p:spPr bwMode="gray">
          <a:xfrm>
            <a:off x="2385713" y="5600991"/>
            <a:ext cx="4012589" cy="487439"/>
          </a:xfrm>
          <a:prstGeom prst="roundRect">
            <a:avLst>
              <a:gd name="adj" fmla="val 6484"/>
            </a:avLst>
          </a:prstGeom>
          <a:noFill/>
          <a:ln w="12700" cap="flat" cmpd="sng" algn="ctr">
            <a:solidFill>
              <a:srgbClr val="56C4D2"/>
            </a:solidFill>
            <a:prstDash val="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599" kern="0">
              <a:solidFill>
                <a:srgbClr val="1D1D1A"/>
              </a:solidFill>
              <a:latin typeface="Huawei Sans" panose="020C0503030203020204" pitchFamily="34" charset="0"/>
              <a:ea typeface="方正兰亭黑简体" panose="02000000000000000000" pitchFamily="2" charset="-122"/>
            </a:endParaRPr>
          </a:p>
        </p:txBody>
      </p:sp>
      <p:sp>
        <p:nvSpPr>
          <p:cNvPr id="2" name="标题 1"/>
          <p:cNvSpPr>
            <a:spLocks noGrp="1"/>
          </p:cNvSpPr>
          <p:nvPr>
            <p:ph type="title"/>
          </p:nvPr>
        </p:nvSpPr>
        <p:spPr bwMode="gray"/>
        <p:txBody>
          <a:bodyPr/>
          <a:lstStyle/>
          <a:p>
            <a:r>
              <a:rPr lang="zh-CN" altLang="en-US" dirty="0"/>
              <a:t>目标逻辑拓扑 </a:t>
            </a:r>
            <a:r>
              <a:rPr lang="en-US" altLang="zh-CN" dirty="0"/>
              <a:t>(1)</a:t>
            </a:r>
            <a:endParaRPr lang="zh-CN" altLang="en-US" dirty="0"/>
          </a:p>
        </p:txBody>
      </p:sp>
      <p:pic>
        <p:nvPicPr>
          <p:cNvPr id="5" name="图片 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730431" y="5643156"/>
            <a:ext cx="497660" cy="407176"/>
          </a:xfrm>
          <a:prstGeom prst="rect">
            <a:avLst/>
          </a:prstGeom>
        </p:spPr>
      </p:pic>
      <p:pic>
        <p:nvPicPr>
          <p:cNvPr id="6" name="图片 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205595" y="5643156"/>
            <a:ext cx="497660" cy="407176"/>
          </a:xfrm>
          <a:prstGeom prst="rect">
            <a:avLst/>
          </a:prstGeom>
        </p:spPr>
      </p:pic>
      <p:sp>
        <p:nvSpPr>
          <p:cNvPr id="8" name="Freeform 159"/>
          <p:cNvSpPr/>
          <p:nvPr/>
        </p:nvSpPr>
        <p:spPr bwMode="gray">
          <a:xfrm flipH="1">
            <a:off x="2331144" y="1265685"/>
            <a:ext cx="2142753" cy="112007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7958" rtlCol="0" anchor="ctr">
            <a:noAutofit/>
          </a:bodyPr>
          <a:lstStyle/>
          <a:p>
            <a:pPr algn="ctr"/>
            <a:endParaRPr lang="en-US" sz="1200" b="1">
              <a:solidFill>
                <a:schemeClr val="bg1">
                  <a:lumMod val="50000"/>
                </a:schemeClr>
              </a:solidFill>
            </a:endParaRPr>
          </a:p>
        </p:txBody>
      </p:sp>
      <p:sp>
        <p:nvSpPr>
          <p:cNvPr id="11" name="Freeform 186"/>
          <p:cNvSpPr>
            <a:spLocks noEditPoints="1"/>
          </p:cNvSpPr>
          <p:nvPr/>
        </p:nvSpPr>
        <p:spPr bwMode="gray">
          <a:xfrm>
            <a:off x="2731539" y="1553981"/>
            <a:ext cx="460123" cy="461432"/>
          </a:xfrm>
          <a:custGeom>
            <a:avLst/>
            <a:gdLst/>
            <a:ahLst/>
            <a:cxnLst>
              <a:cxn ang="0">
                <a:pos x="12772" y="618"/>
              </a:cxn>
              <a:cxn ang="0">
                <a:pos x="0" y="15651"/>
              </a:cxn>
              <a:cxn ang="0">
                <a:pos x="1941" y="4867"/>
              </a:cxn>
              <a:cxn ang="0">
                <a:pos x="5964" y="4867"/>
              </a:cxn>
              <a:cxn ang="0">
                <a:pos x="7512" y="618"/>
              </a:cxn>
              <a:cxn ang="0">
                <a:pos x="1277" y="12419"/>
              </a:cxn>
              <a:cxn ang="0">
                <a:pos x="5523" y="7916"/>
              </a:cxn>
              <a:cxn ang="0">
                <a:pos x="4108" y="7916"/>
              </a:cxn>
              <a:cxn ang="0">
                <a:pos x="2692" y="7916"/>
              </a:cxn>
              <a:cxn ang="0">
                <a:pos x="1277" y="7916"/>
              </a:cxn>
              <a:cxn ang="0">
                <a:pos x="5523" y="9417"/>
              </a:cxn>
              <a:cxn ang="0">
                <a:pos x="4108" y="9417"/>
              </a:cxn>
              <a:cxn ang="0">
                <a:pos x="2692" y="9417"/>
              </a:cxn>
              <a:cxn ang="0">
                <a:pos x="1277" y="9417"/>
              </a:cxn>
              <a:cxn ang="0">
                <a:pos x="5523" y="10919"/>
              </a:cxn>
              <a:cxn ang="0">
                <a:pos x="4108" y="10919"/>
              </a:cxn>
              <a:cxn ang="0">
                <a:pos x="2692" y="10919"/>
              </a:cxn>
              <a:cxn ang="0">
                <a:pos x="1277" y="10919"/>
              </a:cxn>
              <a:cxn ang="0">
                <a:pos x="5523" y="12419"/>
              </a:cxn>
              <a:cxn ang="0">
                <a:pos x="4108" y="12419"/>
              </a:cxn>
              <a:cxn ang="0">
                <a:pos x="2692" y="12419"/>
              </a:cxn>
              <a:cxn ang="0">
                <a:pos x="8086" y="1911"/>
              </a:cxn>
              <a:cxn ang="0">
                <a:pos x="8086" y="12419"/>
              </a:cxn>
              <a:cxn ang="0">
                <a:pos x="9500" y="12419"/>
              </a:cxn>
              <a:cxn ang="0">
                <a:pos x="10915" y="12419"/>
              </a:cxn>
              <a:cxn ang="0">
                <a:pos x="12331" y="12419"/>
              </a:cxn>
              <a:cxn ang="0">
                <a:pos x="8086" y="10919"/>
              </a:cxn>
              <a:cxn ang="0">
                <a:pos x="9500" y="10919"/>
              </a:cxn>
              <a:cxn ang="0">
                <a:pos x="10915" y="10919"/>
              </a:cxn>
              <a:cxn ang="0">
                <a:pos x="12331" y="10919"/>
              </a:cxn>
              <a:cxn ang="0">
                <a:pos x="8086" y="9417"/>
              </a:cxn>
              <a:cxn ang="0">
                <a:pos x="9500" y="9417"/>
              </a:cxn>
              <a:cxn ang="0">
                <a:pos x="10915" y="9417"/>
              </a:cxn>
              <a:cxn ang="0">
                <a:pos x="12331" y="9417"/>
              </a:cxn>
              <a:cxn ang="0">
                <a:pos x="8086" y="7916"/>
              </a:cxn>
              <a:cxn ang="0">
                <a:pos x="9500" y="7916"/>
              </a:cxn>
              <a:cxn ang="0">
                <a:pos x="10915" y="7916"/>
              </a:cxn>
              <a:cxn ang="0">
                <a:pos x="12331" y="7916"/>
              </a:cxn>
              <a:cxn ang="0">
                <a:pos x="8086" y="6414"/>
              </a:cxn>
              <a:cxn ang="0">
                <a:pos x="9500" y="6414"/>
              </a:cxn>
              <a:cxn ang="0">
                <a:pos x="10915" y="6414"/>
              </a:cxn>
              <a:cxn ang="0">
                <a:pos x="12331" y="6414"/>
              </a:cxn>
              <a:cxn ang="0">
                <a:pos x="8086" y="4914"/>
              </a:cxn>
              <a:cxn ang="0">
                <a:pos x="9500" y="4914"/>
              </a:cxn>
              <a:cxn ang="0">
                <a:pos x="10915" y="4914"/>
              </a:cxn>
              <a:cxn ang="0">
                <a:pos x="12331" y="4914"/>
              </a:cxn>
              <a:cxn ang="0">
                <a:pos x="8086" y="3413"/>
              </a:cxn>
              <a:cxn ang="0">
                <a:pos x="9500" y="3413"/>
              </a:cxn>
              <a:cxn ang="0">
                <a:pos x="10915" y="3413"/>
              </a:cxn>
              <a:cxn ang="0">
                <a:pos x="9500" y="1911"/>
              </a:cxn>
              <a:cxn ang="0">
                <a:pos x="10915" y="1911"/>
              </a:cxn>
              <a:cxn ang="0">
                <a:pos x="12331" y="1911"/>
              </a:cxn>
              <a:cxn ang="0">
                <a:pos x="12331" y="3413"/>
              </a:cxn>
            </a:cxnLst>
            <a:rect l="0" t="0" r="r" b="b"/>
            <a:pathLst>
              <a:path w="16169" h="15651">
                <a:moveTo>
                  <a:pt x="7512" y="618"/>
                </a:moveTo>
                <a:lnTo>
                  <a:pt x="8749" y="618"/>
                </a:lnTo>
                <a:lnTo>
                  <a:pt x="8749" y="0"/>
                </a:lnTo>
                <a:lnTo>
                  <a:pt x="12772" y="0"/>
                </a:lnTo>
                <a:lnTo>
                  <a:pt x="12772" y="618"/>
                </a:lnTo>
                <a:lnTo>
                  <a:pt x="14010" y="618"/>
                </a:lnTo>
                <a:lnTo>
                  <a:pt x="14010" y="13875"/>
                </a:lnTo>
                <a:lnTo>
                  <a:pt x="16169" y="13875"/>
                </a:lnTo>
                <a:lnTo>
                  <a:pt x="16169" y="15651"/>
                </a:lnTo>
                <a:lnTo>
                  <a:pt x="0" y="15651"/>
                </a:lnTo>
                <a:lnTo>
                  <a:pt x="0" y="13875"/>
                </a:lnTo>
                <a:lnTo>
                  <a:pt x="781" y="13875"/>
                </a:lnTo>
                <a:lnTo>
                  <a:pt x="781" y="6103"/>
                </a:lnTo>
                <a:lnTo>
                  <a:pt x="1941" y="6103"/>
                </a:lnTo>
                <a:lnTo>
                  <a:pt x="1941" y="4867"/>
                </a:lnTo>
                <a:lnTo>
                  <a:pt x="4469" y="4867"/>
                </a:lnTo>
                <a:lnTo>
                  <a:pt x="4469" y="2808"/>
                </a:lnTo>
                <a:lnTo>
                  <a:pt x="5088" y="2808"/>
                </a:lnTo>
                <a:lnTo>
                  <a:pt x="5088" y="4867"/>
                </a:lnTo>
                <a:lnTo>
                  <a:pt x="5964" y="4867"/>
                </a:lnTo>
                <a:lnTo>
                  <a:pt x="5964" y="6103"/>
                </a:lnTo>
                <a:lnTo>
                  <a:pt x="7124" y="6103"/>
                </a:lnTo>
                <a:lnTo>
                  <a:pt x="7124" y="13875"/>
                </a:lnTo>
                <a:lnTo>
                  <a:pt x="7512" y="13875"/>
                </a:lnTo>
                <a:lnTo>
                  <a:pt x="7512" y="618"/>
                </a:lnTo>
                <a:close/>
                <a:moveTo>
                  <a:pt x="1277" y="12419"/>
                </a:moveTo>
                <a:lnTo>
                  <a:pt x="2383" y="12419"/>
                </a:lnTo>
                <a:lnTo>
                  <a:pt x="2383" y="13523"/>
                </a:lnTo>
                <a:lnTo>
                  <a:pt x="1277" y="13523"/>
                </a:lnTo>
                <a:lnTo>
                  <a:pt x="1277" y="12419"/>
                </a:lnTo>
                <a:close/>
                <a:moveTo>
                  <a:pt x="5523" y="7916"/>
                </a:moveTo>
                <a:lnTo>
                  <a:pt x="6628" y="7916"/>
                </a:lnTo>
                <a:lnTo>
                  <a:pt x="6628" y="9020"/>
                </a:lnTo>
                <a:lnTo>
                  <a:pt x="5523" y="9020"/>
                </a:lnTo>
                <a:lnTo>
                  <a:pt x="5523" y="7916"/>
                </a:lnTo>
                <a:close/>
                <a:moveTo>
                  <a:pt x="4108" y="7916"/>
                </a:moveTo>
                <a:lnTo>
                  <a:pt x="5213" y="7916"/>
                </a:lnTo>
                <a:lnTo>
                  <a:pt x="5213" y="9020"/>
                </a:lnTo>
                <a:lnTo>
                  <a:pt x="4108" y="9020"/>
                </a:lnTo>
                <a:lnTo>
                  <a:pt x="4108" y="7916"/>
                </a:lnTo>
                <a:close/>
                <a:moveTo>
                  <a:pt x="2692" y="7916"/>
                </a:moveTo>
                <a:lnTo>
                  <a:pt x="3798" y="7916"/>
                </a:lnTo>
                <a:lnTo>
                  <a:pt x="3798" y="9020"/>
                </a:lnTo>
                <a:lnTo>
                  <a:pt x="2692" y="9020"/>
                </a:lnTo>
                <a:lnTo>
                  <a:pt x="2692" y="7916"/>
                </a:lnTo>
                <a:close/>
                <a:moveTo>
                  <a:pt x="1277" y="7916"/>
                </a:moveTo>
                <a:lnTo>
                  <a:pt x="2383" y="7916"/>
                </a:lnTo>
                <a:lnTo>
                  <a:pt x="2383" y="9020"/>
                </a:lnTo>
                <a:lnTo>
                  <a:pt x="1277" y="9020"/>
                </a:lnTo>
                <a:lnTo>
                  <a:pt x="1277" y="7916"/>
                </a:lnTo>
                <a:close/>
                <a:moveTo>
                  <a:pt x="5523" y="9417"/>
                </a:moveTo>
                <a:lnTo>
                  <a:pt x="6628" y="9417"/>
                </a:lnTo>
                <a:lnTo>
                  <a:pt x="6628" y="10521"/>
                </a:lnTo>
                <a:lnTo>
                  <a:pt x="5523" y="10521"/>
                </a:lnTo>
                <a:lnTo>
                  <a:pt x="5523" y="9417"/>
                </a:lnTo>
                <a:close/>
                <a:moveTo>
                  <a:pt x="4108" y="9417"/>
                </a:moveTo>
                <a:lnTo>
                  <a:pt x="5213" y="9417"/>
                </a:lnTo>
                <a:lnTo>
                  <a:pt x="5213" y="10521"/>
                </a:lnTo>
                <a:lnTo>
                  <a:pt x="4108" y="10521"/>
                </a:lnTo>
                <a:lnTo>
                  <a:pt x="4108" y="9417"/>
                </a:lnTo>
                <a:close/>
                <a:moveTo>
                  <a:pt x="2692" y="9417"/>
                </a:moveTo>
                <a:lnTo>
                  <a:pt x="3798" y="9417"/>
                </a:lnTo>
                <a:lnTo>
                  <a:pt x="3798" y="10521"/>
                </a:lnTo>
                <a:lnTo>
                  <a:pt x="2692" y="10521"/>
                </a:lnTo>
                <a:lnTo>
                  <a:pt x="2692" y="9417"/>
                </a:lnTo>
                <a:close/>
                <a:moveTo>
                  <a:pt x="1277" y="9417"/>
                </a:moveTo>
                <a:lnTo>
                  <a:pt x="2383" y="9417"/>
                </a:lnTo>
                <a:lnTo>
                  <a:pt x="2383" y="10521"/>
                </a:lnTo>
                <a:lnTo>
                  <a:pt x="1277" y="10521"/>
                </a:lnTo>
                <a:lnTo>
                  <a:pt x="1277" y="9417"/>
                </a:lnTo>
                <a:close/>
                <a:moveTo>
                  <a:pt x="5523" y="10919"/>
                </a:moveTo>
                <a:lnTo>
                  <a:pt x="6628" y="10919"/>
                </a:lnTo>
                <a:lnTo>
                  <a:pt x="6628" y="12023"/>
                </a:lnTo>
                <a:lnTo>
                  <a:pt x="5523" y="12023"/>
                </a:lnTo>
                <a:lnTo>
                  <a:pt x="5523" y="10919"/>
                </a:lnTo>
                <a:close/>
                <a:moveTo>
                  <a:pt x="4108" y="10919"/>
                </a:moveTo>
                <a:lnTo>
                  <a:pt x="5213" y="10919"/>
                </a:lnTo>
                <a:lnTo>
                  <a:pt x="5213" y="12023"/>
                </a:lnTo>
                <a:lnTo>
                  <a:pt x="4108" y="12023"/>
                </a:lnTo>
                <a:lnTo>
                  <a:pt x="4108" y="10919"/>
                </a:lnTo>
                <a:close/>
                <a:moveTo>
                  <a:pt x="2692" y="10919"/>
                </a:moveTo>
                <a:lnTo>
                  <a:pt x="3798" y="10919"/>
                </a:lnTo>
                <a:lnTo>
                  <a:pt x="3798" y="12023"/>
                </a:lnTo>
                <a:lnTo>
                  <a:pt x="2692" y="12023"/>
                </a:lnTo>
                <a:lnTo>
                  <a:pt x="2692" y="10919"/>
                </a:lnTo>
                <a:close/>
                <a:moveTo>
                  <a:pt x="1277" y="10919"/>
                </a:moveTo>
                <a:lnTo>
                  <a:pt x="2383" y="10919"/>
                </a:lnTo>
                <a:lnTo>
                  <a:pt x="2383" y="12023"/>
                </a:lnTo>
                <a:lnTo>
                  <a:pt x="1277" y="12023"/>
                </a:lnTo>
                <a:lnTo>
                  <a:pt x="1277" y="10919"/>
                </a:lnTo>
                <a:close/>
                <a:moveTo>
                  <a:pt x="5523" y="12419"/>
                </a:moveTo>
                <a:lnTo>
                  <a:pt x="6628" y="12419"/>
                </a:lnTo>
                <a:lnTo>
                  <a:pt x="6628" y="13523"/>
                </a:lnTo>
                <a:lnTo>
                  <a:pt x="5523" y="13523"/>
                </a:lnTo>
                <a:lnTo>
                  <a:pt x="5523" y="12419"/>
                </a:lnTo>
                <a:close/>
                <a:moveTo>
                  <a:pt x="4108" y="12419"/>
                </a:moveTo>
                <a:lnTo>
                  <a:pt x="5213" y="12419"/>
                </a:lnTo>
                <a:lnTo>
                  <a:pt x="5213" y="13523"/>
                </a:lnTo>
                <a:lnTo>
                  <a:pt x="4108" y="13523"/>
                </a:lnTo>
                <a:lnTo>
                  <a:pt x="4108" y="12419"/>
                </a:lnTo>
                <a:close/>
                <a:moveTo>
                  <a:pt x="2692" y="12419"/>
                </a:moveTo>
                <a:lnTo>
                  <a:pt x="3798" y="12419"/>
                </a:lnTo>
                <a:lnTo>
                  <a:pt x="3798" y="13523"/>
                </a:lnTo>
                <a:lnTo>
                  <a:pt x="2692" y="13523"/>
                </a:lnTo>
                <a:lnTo>
                  <a:pt x="2692" y="12419"/>
                </a:lnTo>
                <a:close/>
                <a:moveTo>
                  <a:pt x="8086" y="1911"/>
                </a:moveTo>
                <a:lnTo>
                  <a:pt x="9191" y="1911"/>
                </a:lnTo>
                <a:lnTo>
                  <a:pt x="9191" y="3015"/>
                </a:lnTo>
                <a:lnTo>
                  <a:pt x="8086" y="3015"/>
                </a:lnTo>
                <a:lnTo>
                  <a:pt x="8086" y="1911"/>
                </a:lnTo>
                <a:close/>
                <a:moveTo>
                  <a:pt x="8086" y="12419"/>
                </a:moveTo>
                <a:lnTo>
                  <a:pt x="9191" y="12419"/>
                </a:lnTo>
                <a:lnTo>
                  <a:pt x="9191" y="13523"/>
                </a:lnTo>
                <a:lnTo>
                  <a:pt x="8086" y="13523"/>
                </a:lnTo>
                <a:lnTo>
                  <a:pt x="8086" y="12419"/>
                </a:lnTo>
                <a:close/>
                <a:moveTo>
                  <a:pt x="9500" y="12419"/>
                </a:moveTo>
                <a:lnTo>
                  <a:pt x="10606" y="12419"/>
                </a:lnTo>
                <a:lnTo>
                  <a:pt x="10606" y="13523"/>
                </a:lnTo>
                <a:lnTo>
                  <a:pt x="9500" y="13523"/>
                </a:lnTo>
                <a:lnTo>
                  <a:pt x="9500" y="12419"/>
                </a:lnTo>
                <a:close/>
                <a:moveTo>
                  <a:pt x="10915" y="12419"/>
                </a:moveTo>
                <a:lnTo>
                  <a:pt x="12021" y="12419"/>
                </a:lnTo>
                <a:lnTo>
                  <a:pt x="12021" y="13523"/>
                </a:lnTo>
                <a:lnTo>
                  <a:pt x="10915" y="13523"/>
                </a:lnTo>
                <a:lnTo>
                  <a:pt x="10915" y="12419"/>
                </a:lnTo>
                <a:close/>
                <a:moveTo>
                  <a:pt x="12331" y="12419"/>
                </a:moveTo>
                <a:lnTo>
                  <a:pt x="13436" y="12419"/>
                </a:lnTo>
                <a:lnTo>
                  <a:pt x="13436" y="13523"/>
                </a:lnTo>
                <a:lnTo>
                  <a:pt x="12331" y="13523"/>
                </a:lnTo>
                <a:lnTo>
                  <a:pt x="12331" y="12419"/>
                </a:lnTo>
                <a:close/>
                <a:moveTo>
                  <a:pt x="8086" y="10919"/>
                </a:moveTo>
                <a:lnTo>
                  <a:pt x="9191" y="10919"/>
                </a:lnTo>
                <a:lnTo>
                  <a:pt x="9191" y="12023"/>
                </a:lnTo>
                <a:lnTo>
                  <a:pt x="8086" y="12023"/>
                </a:lnTo>
                <a:lnTo>
                  <a:pt x="8086" y="10919"/>
                </a:lnTo>
                <a:close/>
                <a:moveTo>
                  <a:pt x="9500" y="10919"/>
                </a:moveTo>
                <a:lnTo>
                  <a:pt x="10606" y="10919"/>
                </a:lnTo>
                <a:lnTo>
                  <a:pt x="10606" y="12023"/>
                </a:lnTo>
                <a:lnTo>
                  <a:pt x="9500" y="12023"/>
                </a:lnTo>
                <a:lnTo>
                  <a:pt x="9500" y="10919"/>
                </a:lnTo>
                <a:close/>
                <a:moveTo>
                  <a:pt x="10915" y="10919"/>
                </a:moveTo>
                <a:lnTo>
                  <a:pt x="12021" y="10919"/>
                </a:lnTo>
                <a:lnTo>
                  <a:pt x="12021" y="12023"/>
                </a:lnTo>
                <a:lnTo>
                  <a:pt x="10915" y="12023"/>
                </a:lnTo>
                <a:lnTo>
                  <a:pt x="10915" y="10919"/>
                </a:lnTo>
                <a:close/>
                <a:moveTo>
                  <a:pt x="12331" y="10919"/>
                </a:moveTo>
                <a:lnTo>
                  <a:pt x="13436" y="10919"/>
                </a:lnTo>
                <a:lnTo>
                  <a:pt x="13436" y="12023"/>
                </a:lnTo>
                <a:lnTo>
                  <a:pt x="12331" y="12023"/>
                </a:lnTo>
                <a:lnTo>
                  <a:pt x="12331" y="10919"/>
                </a:lnTo>
                <a:close/>
                <a:moveTo>
                  <a:pt x="8086" y="9417"/>
                </a:moveTo>
                <a:lnTo>
                  <a:pt x="9191" y="9417"/>
                </a:lnTo>
                <a:lnTo>
                  <a:pt x="9191" y="10521"/>
                </a:lnTo>
                <a:lnTo>
                  <a:pt x="8086" y="10521"/>
                </a:lnTo>
                <a:lnTo>
                  <a:pt x="8086" y="9417"/>
                </a:lnTo>
                <a:close/>
                <a:moveTo>
                  <a:pt x="9500" y="9417"/>
                </a:moveTo>
                <a:lnTo>
                  <a:pt x="10606" y="9417"/>
                </a:lnTo>
                <a:lnTo>
                  <a:pt x="10606" y="10521"/>
                </a:lnTo>
                <a:lnTo>
                  <a:pt x="9500" y="10521"/>
                </a:lnTo>
                <a:lnTo>
                  <a:pt x="9500" y="9417"/>
                </a:lnTo>
                <a:close/>
                <a:moveTo>
                  <a:pt x="10915" y="9417"/>
                </a:moveTo>
                <a:lnTo>
                  <a:pt x="12021" y="9417"/>
                </a:lnTo>
                <a:lnTo>
                  <a:pt x="12021" y="10521"/>
                </a:lnTo>
                <a:lnTo>
                  <a:pt x="10915" y="10521"/>
                </a:lnTo>
                <a:lnTo>
                  <a:pt x="10915" y="9417"/>
                </a:lnTo>
                <a:close/>
                <a:moveTo>
                  <a:pt x="12331" y="9417"/>
                </a:moveTo>
                <a:lnTo>
                  <a:pt x="13436" y="9417"/>
                </a:lnTo>
                <a:lnTo>
                  <a:pt x="13436" y="10521"/>
                </a:lnTo>
                <a:lnTo>
                  <a:pt x="12331" y="10521"/>
                </a:lnTo>
                <a:lnTo>
                  <a:pt x="12331" y="9417"/>
                </a:lnTo>
                <a:close/>
                <a:moveTo>
                  <a:pt x="8086" y="7916"/>
                </a:moveTo>
                <a:lnTo>
                  <a:pt x="9191" y="7916"/>
                </a:lnTo>
                <a:lnTo>
                  <a:pt x="9191" y="9020"/>
                </a:lnTo>
                <a:lnTo>
                  <a:pt x="8086" y="9020"/>
                </a:lnTo>
                <a:lnTo>
                  <a:pt x="8086" y="7916"/>
                </a:lnTo>
                <a:close/>
                <a:moveTo>
                  <a:pt x="9500" y="7916"/>
                </a:moveTo>
                <a:lnTo>
                  <a:pt x="10606" y="7916"/>
                </a:lnTo>
                <a:lnTo>
                  <a:pt x="10606" y="9020"/>
                </a:lnTo>
                <a:lnTo>
                  <a:pt x="9500" y="9020"/>
                </a:lnTo>
                <a:lnTo>
                  <a:pt x="9500" y="7916"/>
                </a:lnTo>
                <a:close/>
                <a:moveTo>
                  <a:pt x="10915" y="7916"/>
                </a:moveTo>
                <a:lnTo>
                  <a:pt x="12021" y="7916"/>
                </a:lnTo>
                <a:lnTo>
                  <a:pt x="12021" y="9020"/>
                </a:lnTo>
                <a:lnTo>
                  <a:pt x="10915" y="9020"/>
                </a:lnTo>
                <a:lnTo>
                  <a:pt x="10915" y="7916"/>
                </a:lnTo>
                <a:close/>
                <a:moveTo>
                  <a:pt x="12331" y="7916"/>
                </a:moveTo>
                <a:lnTo>
                  <a:pt x="13436" y="7916"/>
                </a:lnTo>
                <a:lnTo>
                  <a:pt x="13436" y="9020"/>
                </a:lnTo>
                <a:lnTo>
                  <a:pt x="12331" y="9020"/>
                </a:lnTo>
                <a:lnTo>
                  <a:pt x="12331" y="7916"/>
                </a:lnTo>
                <a:close/>
                <a:moveTo>
                  <a:pt x="8086" y="6414"/>
                </a:moveTo>
                <a:lnTo>
                  <a:pt x="9191" y="6414"/>
                </a:lnTo>
                <a:lnTo>
                  <a:pt x="9191" y="7518"/>
                </a:lnTo>
                <a:lnTo>
                  <a:pt x="8086" y="7518"/>
                </a:lnTo>
                <a:lnTo>
                  <a:pt x="8086" y="6414"/>
                </a:lnTo>
                <a:close/>
                <a:moveTo>
                  <a:pt x="9500" y="6414"/>
                </a:moveTo>
                <a:lnTo>
                  <a:pt x="10606" y="6414"/>
                </a:lnTo>
                <a:lnTo>
                  <a:pt x="10606" y="7518"/>
                </a:lnTo>
                <a:lnTo>
                  <a:pt x="9500" y="7518"/>
                </a:lnTo>
                <a:lnTo>
                  <a:pt x="9500" y="6414"/>
                </a:lnTo>
                <a:close/>
                <a:moveTo>
                  <a:pt x="10915" y="6414"/>
                </a:moveTo>
                <a:lnTo>
                  <a:pt x="12021" y="6414"/>
                </a:lnTo>
                <a:lnTo>
                  <a:pt x="12021" y="7518"/>
                </a:lnTo>
                <a:lnTo>
                  <a:pt x="10915" y="7518"/>
                </a:lnTo>
                <a:lnTo>
                  <a:pt x="10915" y="6414"/>
                </a:lnTo>
                <a:close/>
                <a:moveTo>
                  <a:pt x="12331" y="6414"/>
                </a:moveTo>
                <a:lnTo>
                  <a:pt x="13436" y="6414"/>
                </a:lnTo>
                <a:lnTo>
                  <a:pt x="13436" y="7518"/>
                </a:lnTo>
                <a:lnTo>
                  <a:pt x="12331" y="7518"/>
                </a:lnTo>
                <a:lnTo>
                  <a:pt x="12331" y="6414"/>
                </a:lnTo>
                <a:close/>
                <a:moveTo>
                  <a:pt x="8086" y="4914"/>
                </a:moveTo>
                <a:lnTo>
                  <a:pt x="9191" y="4914"/>
                </a:lnTo>
                <a:lnTo>
                  <a:pt x="9191" y="6018"/>
                </a:lnTo>
                <a:lnTo>
                  <a:pt x="8086" y="6018"/>
                </a:lnTo>
                <a:lnTo>
                  <a:pt x="8086" y="4914"/>
                </a:lnTo>
                <a:close/>
                <a:moveTo>
                  <a:pt x="9500" y="4914"/>
                </a:moveTo>
                <a:lnTo>
                  <a:pt x="10606" y="4914"/>
                </a:lnTo>
                <a:lnTo>
                  <a:pt x="10606" y="6018"/>
                </a:lnTo>
                <a:lnTo>
                  <a:pt x="9500" y="6018"/>
                </a:lnTo>
                <a:lnTo>
                  <a:pt x="9500" y="4914"/>
                </a:lnTo>
                <a:close/>
                <a:moveTo>
                  <a:pt x="10915" y="4914"/>
                </a:moveTo>
                <a:lnTo>
                  <a:pt x="12021" y="4914"/>
                </a:lnTo>
                <a:lnTo>
                  <a:pt x="12021" y="6018"/>
                </a:lnTo>
                <a:lnTo>
                  <a:pt x="10915" y="6018"/>
                </a:lnTo>
                <a:lnTo>
                  <a:pt x="10915" y="4914"/>
                </a:lnTo>
                <a:close/>
                <a:moveTo>
                  <a:pt x="12331" y="4914"/>
                </a:moveTo>
                <a:lnTo>
                  <a:pt x="13436" y="4914"/>
                </a:lnTo>
                <a:lnTo>
                  <a:pt x="13436" y="6018"/>
                </a:lnTo>
                <a:lnTo>
                  <a:pt x="12331" y="6018"/>
                </a:lnTo>
                <a:lnTo>
                  <a:pt x="12331" y="4914"/>
                </a:lnTo>
                <a:close/>
                <a:moveTo>
                  <a:pt x="8086" y="3413"/>
                </a:moveTo>
                <a:lnTo>
                  <a:pt x="9191" y="3413"/>
                </a:lnTo>
                <a:lnTo>
                  <a:pt x="9191" y="4516"/>
                </a:lnTo>
                <a:lnTo>
                  <a:pt x="8086" y="4516"/>
                </a:lnTo>
                <a:lnTo>
                  <a:pt x="8086" y="3413"/>
                </a:lnTo>
                <a:close/>
                <a:moveTo>
                  <a:pt x="9500" y="3413"/>
                </a:moveTo>
                <a:lnTo>
                  <a:pt x="10606" y="3413"/>
                </a:lnTo>
                <a:lnTo>
                  <a:pt x="10606" y="4516"/>
                </a:lnTo>
                <a:lnTo>
                  <a:pt x="9500" y="4516"/>
                </a:lnTo>
                <a:lnTo>
                  <a:pt x="9500" y="3413"/>
                </a:lnTo>
                <a:close/>
                <a:moveTo>
                  <a:pt x="10915" y="3413"/>
                </a:moveTo>
                <a:lnTo>
                  <a:pt x="12021" y="3413"/>
                </a:lnTo>
                <a:lnTo>
                  <a:pt x="12021" y="4516"/>
                </a:lnTo>
                <a:lnTo>
                  <a:pt x="10915" y="4516"/>
                </a:lnTo>
                <a:lnTo>
                  <a:pt x="10915" y="3413"/>
                </a:lnTo>
                <a:close/>
                <a:moveTo>
                  <a:pt x="9500" y="1911"/>
                </a:moveTo>
                <a:lnTo>
                  <a:pt x="10606" y="1911"/>
                </a:lnTo>
                <a:lnTo>
                  <a:pt x="10606" y="3015"/>
                </a:lnTo>
                <a:lnTo>
                  <a:pt x="9500" y="3015"/>
                </a:lnTo>
                <a:lnTo>
                  <a:pt x="9500" y="1911"/>
                </a:lnTo>
                <a:close/>
                <a:moveTo>
                  <a:pt x="10915" y="1911"/>
                </a:moveTo>
                <a:lnTo>
                  <a:pt x="12021" y="1911"/>
                </a:lnTo>
                <a:lnTo>
                  <a:pt x="12021" y="3015"/>
                </a:lnTo>
                <a:lnTo>
                  <a:pt x="10915" y="3015"/>
                </a:lnTo>
                <a:lnTo>
                  <a:pt x="10915" y="1911"/>
                </a:lnTo>
                <a:close/>
                <a:moveTo>
                  <a:pt x="12331" y="1911"/>
                </a:moveTo>
                <a:lnTo>
                  <a:pt x="13436" y="1911"/>
                </a:lnTo>
                <a:lnTo>
                  <a:pt x="13436" y="3015"/>
                </a:lnTo>
                <a:lnTo>
                  <a:pt x="12331" y="3015"/>
                </a:lnTo>
                <a:lnTo>
                  <a:pt x="12331" y="1911"/>
                </a:lnTo>
                <a:close/>
                <a:moveTo>
                  <a:pt x="12331" y="3413"/>
                </a:moveTo>
                <a:lnTo>
                  <a:pt x="13436" y="3413"/>
                </a:lnTo>
                <a:lnTo>
                  <a:pt x="13436" y="4516"/>
                </a:lnTo>
                <a:lnTo>
                  <a:pt x="12331" y="4516"/>
                </a:lnTo>
                <a:lnTo>
                  <a:pt x="12331" y="3413"/>
                </a:lnTo>
                <a:close/>
              </a:path>
            </a:pathLst>
          </a:custGeom>
          <a:solidFill>
            <a:schemeClr val="bg1">
              <a:lumMod val="50000"/>
            </a:schemeClr>
          </a:solid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pic>
        <p:nvPicPr>
          <p:cNvPr id="14" name="Picture 12" descr="E:\2016.01\1.12 扁平化图标\蓝色\AR-蓝色最新-40.png">
            <a:extLst>
              <a:ext uri="{FF2B5EF4-FFF2-40B4-BE49-F238E27FC236}">
                <a16:creationId xmlns:a16="http://schemas.microsoft.com/office/drawing/2014/main" id="{1D8E071F-501D-48FF-8ED1-076998A80BB3}"/>
              </a:ext>
            </a:extLst>
          </p:cNvPr>
          <p:cNvPicPr>
            <a:picLocks noChangeArrowheads="1"/>
          </p:cNvPicPr>
          <p:nvPr/>
        </p:nvPicPr>
        <p:blipFill>
          <a:blip r:embed="rId4" cstate="print"/>
          <a:srcRect/>
          <a:stretch>
            <a:fillRect/>
          </a:stretch>
        </p:blipFill>
        <p:spPr bwMode="gray">
          <a:xfrm>
            <a:off x="3187638" y="2085495"/>
            <a:ext cx="497660" cy="407176"/>
          </a:xfrm>
          <a:prstGeom prst="rect">
            <a:avLst/>
          </a:prstGeom>
          <a:noFill/>
        </p:spPr>
      </p:pic>
      <p:sp>
        <p:nvSpPr>
          <p:cNvPr id="36" name="矩形 35"/>
          <p:cNvSpPr/>
          <p:nvPr/>
        </p:nvSpPr>
        <p:spPr bwMode="gray">
          <a:xfrm>
            <a:off x="2403494" y="2028091"/>
            <a:ext cx="543527" cy="307657"/>
          </a:xfrm>
          <a:prstGeom prst="rect">
            <a:avLst/>
          </a:prstGeom>
        </p:spPr>
        <p:txBody>
          <a:bodyPr wrap="none">
            <a:spAutoFit/>
          </a:bodyPr>
          <a:lstStyle/>
          <a:p>
            <a:r>
              <a:rPr lang="zh-CN" altLang="en-US" sz="1399">
                <a:solidFill>
                  <a:schemeClr val="bg1">
                    <a:lumMod val="50000"/>
                  </a:schemeClr>
                </a:solidFill>
              </a:rPr>
              <a:t>总部</a:t>
            </a:r>
            <a:endParaRPr lang="en-US" altLang="zh-CN" sz="1399">
              <a:solidFill>
                <a:schemeClr val="bg1">
                  <a:lumMod val="50000"/>
                </a:schemeClr>
              </a:solidFill>
            </a:endParaRPr>
          </a:p>
        </p:txBody>
      </p:sp>
      <p:grpSp>
        <p:nvGrpSpPr>
          <p:cNvPr id="40" name="组合 39"/>
          <p:cNvGrpSpPr/>
          <p:nvPr/>
        </p:nvGrpSpPr>
        <p:grpSpPr bwMode="gray">
          <a:xfrm>
            <a:off x="1733747" y="3759130"/>
            <a:ext cx="644476" cy="768523"/>
            <a:chOff x="699103" y="4370478"/>
            <a:chExt cx="644728" cy="768823"/>
          </a:xfrm>
        </p:grpSpPr>
        <p:grpSp>
          <p:nvGrpSpPr>
            <p:cNvPr id="19" name="组合 262"/>
            <p:cNvGrpSpPr/>
            <p:nvPr/>
          </p:nvGrpSpPr>
          <p:grpSpPr bwMode="gray">
            <a:xfrm>
              <a:off x="759111" y="4658799"/>
              <a:ext cx="394083" cy="480502"/>
              <a:chOff x="6378575" y="2882900"/>
              <a:chExt cx="858950" cy="865188"/>
            </a:xfrm>
            <a:solidFill>
              <a:schemeClr val="bg1">
                <a:lumMod val="50000"/>
              </a:schemeClr>
            </a:solidFill>
          </p:grpSpPr>
          <p:sp>
            <p:nvSpPr>
              <p:cNvPr id="20" name="Freeform 11"/>
              <p:cNvSpPr>
                <a:spLocks/>
              </p:cNvSpPr>
              <p:nvPr/>
            </p:nvSpPr>
            <p:spPr bwMode="gray">
              <a:xfrm>
                <a:off x="6378575" y="2882900"/>
                <a:ext cx="425450" cy="179388"/>
              </a:xfrm>
              <a:custGeom>
                <a:avLst/>
                <a:gdLst/>
                <a:ahLst/>
                <a:cxnLst>
                  <a:cxn ang="0">
                    <a:pos x="3889" y="0"/>
                  </a:cxn>
                  <a:cxn ang="0">
                    <a:pos x="5834" y="1637"/>
                  </a:cxn>
                  <a:cxn ang="0">
                    <a:pos x="7779" y="3274"/>
                  </a:cxn>
                  <a:cxn ang="0">
                    <a:pos x="3889" y="3274"/>
                  </a:cxn>
                  <a:cxn ang="0">
                    <a:pos x="0" y="3274"/>
                  </a:cxn>
                  <a:cxn ang="0">
                    <a:pos x="1944" y="1637"/>
                  </a:cxn>
                  <a:cxn ang="0">
                    <a:pos x="3889" y="0"/>
                  </a:cxn>
                </a:cxnLst>
                <a:rect l="0" t="0" r="r" b="b"/>
                <a:pathLst>
                  <a:path w="7779" h="3274">
                    <a:moveTo>
                      <a:pt x="3889" y="0"/>
                    </a:moveTo>
                    <a:lnTo>
                      <a:pt x="5834" y="1637"/>
                    </a:lnTo>
                    <a:lnTo>
                      <a:pt x="7779" y="3274"/>
                    </a:lnTo>
                    <a:lnTo>
                      <a:pt x="3889" y="3274"/>
                    </a:lnTo>
                    <a:lnTo>
                      <a:pt x="0" y="3274"/>
                    </a:lnTo>
                    <a:lnTo>
                      <a:pt x="1944" y="1637"/>
                    </a:lnTo>
                    <a:lnTo>
                      <a:pt x="3889" y="0"/>
                    </a:lnTo>
                    <a:close/>
                  </a:path>
                </a:pathLst>
              </a:custGeom>
              <a:solidFill>
                <a:srgbClr val="7F7F7F"/>
              </a:solid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21" name="Freeform 12"/>
              <p:cNvSpPr>
                <a:spLocks/>
              </p:cNvSpPr>
              <p:nvPr/>
            </p:nvSpPr>
            <p:spPr bwMode="gray">
              <a:xfrm>
                <a:off x="6810487" y="3300413"/>
                <a:ext cx="425451" cy="179387"/>
              </a:xfrm>
              <a:custGeom>
                <a:avLst/>
                <a:gdLst/>
                <a:ahLst/>
                <a:cxnLst>
                  <a:cxn ang="0">
                    <a:pos x="3890" y="0"/>
                  </a:cxn>
                  <a:cxn ang="0">
                    <a:pos x="5834" y="1638"/>
                  </a:cxn>
                  <a:cxn ang="0">
                    <a:pos x="7779" y="3275"/>
                  </a:cxn>
                  <a:cxn ang="0">
                    <a:pos x="3890" y="3275"/>
                  </a:cxn>
                  <a:cxn ang="0">
                    <a:pos x="0" y="3275"/>
                  </a:cxn>
                  <a:cxn ang="0">
                    <a:pos x="1945" y="1638"/>
                  </a:cxn>
                  <a:cxn ang="0">
                    <a:pos x="3890" y="0"/>
                  </a:cxn>
                </a:cxnLst>
                <a:rect l="0" t="0" r="r" b="b"/>
                <a:pathLst>
                  <a:path w="7779" h="3275">
                    <a:moveTo>
                      <a:pt x="3890" y="0"/>
                    </a:moveTo>
                    <a:lnTo>
                      <a:pt x="5834" y="1638"/>
                    </a:lnTo>
                    <a:lnTo>
                      <a:pt x="7779" y="3275"/>
                    </a:lnTo>
                    <a:lnTo>
                      <a:pt x="3890" y="3275"/>
                    </a:lnTo>
                    <a:lnTo>
                      <a:pt x="0" y="3275"/>
                    </a:lnTo>
                    <a:lnTo>
                      <a:pt x="1945" y="1638"/>
                    </a:lnTo>
                    <a:lnTo>
                      <a:pt x="3890" y="0"/>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22" name="Freeform 13"/>
              <p:cNvSpPr>
                <a:spLocks noEditPoints="1"/>
              </p:cNvSpPr>
              <p:nvPr/>
            </p:nvSpPr>
            <p:spPr bwMode="gray">
              <a:xfrm>
                <a:off x="6810487" y="3502025"/>
                <a:ext cx="427038" cy="246063"/>
              </a:xfrm>
              <a:custGeom>
                <a:avLst/>
                <a:gdLst/>
                <a:ahLst/>
                <a:cxnLst>
                  <a:cxn ang="0">
                    <a:pos x="7792" y="0"/>
                  </a:cxn>
                  <a:cxn ang="0">
                    <a:pos x="0" y="0"/>
                  </a:cxn>
                  <a:cxn ang="0">
                    <a:pos x="0" y="4498"/>
                  </a:cxn>
                  <a:cxn ang="0">
                    <a:pos x="7792" y="4498"/>
                  </a:cxn>
                  <a:cxn ang="0">
                    <a:pos x="7792" y="0"/>
                  </a:cxn>
                  <a:cxn ang="0">
                    <a:pos x="687" y="578"/>
                  </a:cxn>
                  <a:cxn ang="0">
                    <a:pos x="2079" y="578"/>
                  </a:cxn>
                  <a:cxn ang="0">
                    <a:pos x="2079" y="1971"/>
                  </a:cxn>
                  <a:cxn ang="0">
                    <a:pos x="687" y="1971"/>
                  </a:cxn>
                  <a:cxn ang="0">
                    <a:pos x="687" y="578"/>
                  </a:cxn>
                  <a:cxn ang="0">
                    <a:pos x="687" y="2473"/>
                  </a:cxn>
                  <a:cxn ang="0">
                    <a:pos x="2079" y="2473"/>
                  </a:cxn>
                  <a:cxn ang="0">
                    <a:pos x="2079" y="3866"/>
                  </a:cxn>
                  <a:cxn ang="0">
                    <a:pos x="687" y="3866"/>
                  </a:cxn>
                  <a:cxn ang="0">
                    <a:pos x="687" y="2473"/>
                  </a:cxn>
                  <a:cxn ang="0">
                    <a:pos x="2361" y="2473"/>
                  </a:cxn>
                  <a:cxn ang="0">
                    <a:pos x="3755" y="2473"/>
                  </a:cxn>
                  <a:cxn ang="0">
                    <a:pos x="3755" y="3866"/>
                  </a:cxn>
                  <a:cxn ang="0">
                    <a:pos x="2361" y="3866"/>
                  </a:cxn>
                  <a:cxn ang="0">
                    <a:pos x="2361" y="2473"/>
                  </a:cxn>
                  <a:cxn ang="0">
                    <a:pos x="4037" y="2473"/>
                  </a:cxn>
                  <a:cxn ang="0">
                    <a:pos x="5429" y="2473"/>
                  </a:cxn>
                  <a:cxn ang="0">
                    <a:pos x="5429" y="3866"/>
                  </a:cxn>
                  <a:cxn ang="0">
                    <a:pos x="4037" y="3866"/>
                  </a:cxn>
                  <a:cxn ang="0">
                    <a:pos x="4037" y="2473"/>
                  </a:cxn>
                  <a:cxn ang="0">
                    <a:pos x="2361" y="578"/>
                  </a:cxn>
                  <a:cxn ang="0">
                    <a:pos x="3755" y="578"/>
                  </a:cxn>
                  <a:cxn ang="0">
                    <a:pos x="3755" y="1971"/>
                  </a:cxn>
                  <a:cxn ang="0">
                    <a:pos x="2361" y="1971"/>
                  </a:cxn>
                  <a:cxn ang="0">
                    <a:pos x="2361" y="578"/>
                  </a:cxn>
                  <a:cxn ang="0">
                    <a:pos x="4037" y="578"/>
                  </a:cxn>
                  <a:cxn ang="0">
                    <a:pos x="5429" y="578"/>
                  </a:cxn>
                  <a:cxn ang="0">
                    <a:pos x="5429" y="1971"/>
                  </a:cxn>
                  <a:cxn ang="0">
                    <a:pos x="4037" y="1971"/>
                  </a:cxn>
                  <a:cxn ang="0">
                    <a:pos x="4037" y="578"/>
                  </a:cxn>
                  <a:cxn ang="0">
                    <a:pos x="5713" y="578"/>
                  </a:cxn>
                  <a:cxn ang="0">
                    <a:pos x="7105" y="578"/>
                  </a:cxn>
                  <a:cxn ang="0">
                    <a:pos x="7105" y="1971"/>
                  </a:cxn>
                  <a:cxn ang="0">
                    <a:pos x="5713" y="1971"/>
                  </a:cxn>
                  <a:cxn ang="0">
                    <a:pos x="5713" y="578"/>
                  </a:cxn>
                  <a:cxn ang="0">
                    <a:pos x="5713" y="2473"/>
                  </a:cxn>
                  <a:cxn ang="0">
                    <a:pos x="7105" y="2473"/>
                  </a:cxn>
                  <a:cxn ang="0">
                    <a:pos x="7105" y="3866"/>
                  </a:cxn>
                  <a:cxn ang="0">
                    <a:pos x="5713" y="3866"/>
                  </a:cxn>
                  <a:cxn ang="0">
                    <a:pos x="5713" y="2473"/>
                  </a:cxn>
                </a:cxnLst>
                <a:rect l="0" t="0" r="r" b="b"/>
                <a:pathLst>
                  <a:path w="7792" h="4498">
                    <a:moveTo>
                      <a:pt x="7792" y="0"/>
                    </a:moveTo>
                    <a:lnTo>
                      <a:pt x="0" y="0"/>
                    </a:lnTo>
                    <a:lnTo>
                      <a:pt x="0" y="4498"/>
                    </a:lnTo>
                    <a:lnTo>
                      <a:pt x="7792" y="4498"/>
                    </a:lnTo>
                    <a:lnTo>
                      <a:pt x="7792" y="0"/>
                    </a:lnTo>
                    <a:close/>
                    <a:moveTo>
                      <a:pt x="687" y="578"/>
                    </a:moveTo>
                    <a:lnTo>
                      <a:pt x="2079" y="578"/>
                    </a:lnTo>
                    <a:lnTo>
                      <a:pt x="2079" y="1971"/>
                    </a:lnTo>
                    <a:lnTo>
                      <a:pt x="687" y="1971"/>
                    </a:lnTo>
                    <a:lnTo>
                      <a:pt x="687" y="578"/>
                    </a:lnTo>
                    <a:close/>
                    <a:moveTo>
                      <a:pt x="687" y="2473"/>
                    </a:moveTo>
                    <a:lnTo>
                      <a:pt x="2079" y="2473"/>
                    </a:lnTo>
                    <a:lnTo>
                      <a:pt x="2079" y="3866"/>
                    </a:lnTo>
                    <a:lnTo>
                      <a:pt x="687" y="3866"/>
                    </a:lnTo>
                    <a:lnTo>
                      <a:pt x="687" y="2473"/>
                    </a:lnTo>
                    <a:close/>
                    <a:moveTo>
                      <a:pt x="2361" y="2473"/>
                    </a:moveTo>
                    <a:lnTo>
                      <a:pt x="3755" y="2473"/>
                    </a:lnTo>
                    <a:lnTo>
                      <a:pt x="3755" y="3866"/>
                    </a:lnTo>
                    <a:lnTo>
                      <a:pt x="2361" y="3866"/>
                    </a:lnTo>
                    <a:lnTo>
                      <a:pt x="2361" y="2473"/>
                    </a:lnTo>
                    <a:close/>
                    <a:moveTo>
                      <a:pt x="4037" y="2473"/>
                    </a:moveTo>
                    <a:lnTo>
                      <a:pt x="5429" y="2473"/>
                    </a:lnTo>
                    <a:lnTo>
                      <a:pt x="5429" y="3866"/>
                    </a:lnTo>
                    <a:lnTo>
                      <a:pt x="4037" y="3866"/>
                    </a:lnTo>
                    <a:lnTo>
                      <a:pt x="4037" y="2473"/>
                    </a:lnTo>
                    <a:close/>
                    <a:moveTo>
                      <a:pt x="2361" y="578"/>
                    </a:moveTo>
                    <a:lnTo>
                      <a:pt x="3755" y="578"/>
                    </a:lnTo>
                    <a:lnTo>
                      <a:pt x="3755" y="1971"/>
                    </a:lnTo>
                    <a:lnTo>
                      <a:pt x="2361" y="1971"/>
                    </a:lnTo>
                    <a:lnTo>
                      <a:pt x="2361" y="578"/>
                    </a:lnTo>
                    <a:close/>
                    <a:moveTo>
                      <a:pt x="4037" y="578"/>
                    </a:moveTo>
                    <a:lnTo>
                      <a:pt x="5429" y="578"/>
                    </a:lnTo>
                    <a:lnTo>
                      <a:pt x="5429" y="1971"/>
                    </a:lnTo>
                    <a:lnTo>
                      <a:pt x="4037" y="1971"/>
                    </a:lnTo>
                    <a:lnTo>
                      <a:pt x="4037" y="578"/>
                    </a:lnTo>
                    <a:close/>
                    <a:moveTo>
                      <a:pt x="5713" y="578"/>
                    </a:moveTo>
                    <a:lnTo>
                      <a:pt x="7105" y="578"/>
                    </a:lnTo>
                    <a:lnTo>
                      <a:pt x="7105" y="1971"/>
                    </a:lnTo>
                    <a:lnTo>
                      <a:pt x="5713" y="1971"/>
                    </a:lnTo>
                    <a:lnTo>
                      <a:pt x="5713" y="578"/>
                    </a:lnTo>
                    <a:close/>
                    <a:moveTo>
                      <a:pt x="5713" y="2473"/>
                    </a:moveTo>
                    <a:lnTo>
                      <a:pt x="7105" y="2473"/>
                    </a:lnTo>
                    <a:lnTo>
                      <a:pt x="7105" y="3866"/>
                    </a:lnTo>
                    <a:lnTo>
                      <a:pt x="5713" y="3866"/>
                    </a:lnTo>
                    <a:lnTo>
                      <a:pt x="5713" y="2473"/>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23" name="Freeform 14"/>
              <p:cNvSpPr>
                <a:spLocks noEditPoints="1"/>
              </p:cNvSpPr>
              <p:nvPr/>
            </p:nvSpPr>
            <p:spPr bwMode="gray">
              <a:xfrm>
                <a:off x="6378575" y="3081338"/>
                <a:ext cx="427038" cy="666750"/>
              </a:xfrm>
              <a:custGeom>
                <a:avLst/>
                <a:gdLst/>
                <a:ahLst/>
                <a:cxnLst>
                  <a:cxn ang="0">
                    <a:pos x="7792" y="0"/>
                  </a:cxn>
                  <a:cxn ang="0">
                    <a:pos x="0" y="12190"/>
                  </a:cxn>
                  <a:cxn ang="0">
                    <a:pos x="687" y="690"/>
                  </a:cxn>
                  <a:cxn ang="0">
                    <a:pos x="2079" y="2084"/>
                  </a:cxn>
                  <a:cxn ang="0">
                    <a:pos x="687" y="690"/>
                  </a:cxn>
                  <a:cxn ang="0">
                    <a:pos x="2079" y="10165"/>
                  </a:cxn>
                  <a:cxn ang="0">
                    <a:pos x="687" y="11558"/>
                  </a:cxn>
                  <a:cxn ang="0">
                    <a:pos x="2363" y="10165"/>
                  </a:cxn>
                  <a:cxn ang="0">
                    <a:pos x="3755" y="11558"/>
                  </a:cxn>
                  <a:cxn ang="0">
                    <a:pos x="2363" y="10165"/>
                  </a:cxn>
                  <a:cxn ang="0">
                    <a:pos x="5431" y="10165"/>
                  </a:cxn>
                  <a:cxn ang="0">
                    <a:pos x="4037" y="11558"/>
                  </a:cxn>
                  <a:cxn ang="0">
                    <a:pos x="5713" y="10165"/>
                  </a:cxn>
                  <a:cxn ang="0">
                    <a:pos x="7105" y="11558"/>
                  </a:cxn>
                  <a:cxn ang="0">
                    <a:pos x="5713" y="10165"/>
                  </a:cxn>
                  <a:cxn ang="0">
                    <a:pos x="2079" y="8270"/>
                  </a:cxn>
                  <a:cxn ang="0">
                    <a:pos x="687" y="9663"/>
                  </a:cxn>
                  <a:cxn ang="0">
                    <a:pos x="2363" y="8270"/>
                  </a:cxn>
                  <a:cxn ang="0">
                    <a:pos x="3755" y="9663"/>
                  </a:cxn>
                  <a:cxn ang="0">
                    <a:pos x="2363" y="8270"/>
                  </a:cxn>
                  <a:cxn ang="0">
                    <a:pos x="5431" y="8270"/>
                  </a:cxn>
                  <a:cxn ang="0">
                    <a:pos x="4037" y="9663"/>
                  </a:cxn>
                  <a:cxn ang="0">
                    <a:pos x="5713" y="8270"/>
                  </a:cxn>
                  <a:cxn ang="0">
                    <a:pos x="7105" y="9663"/>
                  </a:cxn>
                  <a:cxn ang="0">
                    <a:pos x="5713" y="8270"/>
                  </a:cxn>
                  <a:cxn ang="0">
                    <a:pos x="2079" y="6376"/>
                  </a:cxn>
                  <a:cxn ang="0">
                    <a:pos x="687" y="7768"/>
                  </a:cxn>
                  <a:cxn ang="0">
                    <a:pos x="2363" y="6376"/>
                  </a:cxn>
                  <a:cxn ang="0">
                    <a:pos x="3755" y="7768"/>
                  </a:cxn>
                  <a:cxn ang="0">
                    <a:pos x="2363" y="6376"/>
                  </a:cxn>
                  <a:cxn ang="0">
                    <a:pos x="5431" y="6376"/>
                  </a:cxn>
                  <a:cxn ang="0">
                    <a:pos x="4037" y="7768"/>
                  </a:cxn>
                  <a:cxn ang="0">
                    <a:pos x="5713" y="6376"/>
                  </a:cxn>
                  <a:cxn ang="0">
                    <a:pos x="7105" y="7768"/>
                  </a:cxn>
                  <a:cxn ang="0">
                    <a:pos x="5713" y="6376"/>
                  </a:cxn>
                  <a:cxn ang="0">
                    <a:pos x="2079" y="4481"/>
                  </a:cxn>
                  <a:cxn ang="0">
                    <a:pos x="687" y="5874"/>
                  </a:cxn>
                  <a:cxn ang="0">
                    <a:pos x="2363" y="4481"/>
                  </a:cxn>
                  <a:cxn ang="0">
                    <a:pos x="3755" y="5874"/>
                  </a:cxn>
                  <a:cxn ang="0">
                    <a:pos x="2363" y="4481"/>
                  </a:cxn>
                  <a:cxn ang="0">
                    <a:pos x="5431" y="4481"/>
                  </a:cxn>
                  <a:cxn ang="0">
                    <a:pos x="4037" y="5874"/>
                  </a:cxn>
                  <a:cxn ang="0">
                    <a:pos x="5713" y="4481"/>
                  </a:cxn>
                  <a:cxn ang="0">
                    <a:pos x="7105" y="5874"/>
                  </a:cxn>
                  <a:cxn ang="0">
                    <a:pos x="5713" y="4481"/>
                  </a:cxn>
                  <a:cxn ang="0">
                    <a:pos x="2079" y="2585"/>
                  </a:cxn>
                  <a:cxn ang="0">
                    <a:pos x="687" y="3979"/>
                  </a:cxn>
                  <a:cxn ang="0">
                    <a:pos x="2363" y="2585"/>
                  </a:cxn>
                  <a:cxn ang="0">
                    <a:pos x="3755" y="3979"/>
                  </a:cxn>
                  <a:cxn ang="0">
                    <a:pos x="2363" y="2585"/>
                  </a:cxn>
                  <a:cxn ang="0">
                    <a:pos x="5431" y="2585"/>
                  </a:cxn>
                  <a:cxn ang="0">
                    <a:pos x="4037" y="3979"/>
                  </a:cxn>
                  <a:cxn ang="0">
                    <a:pos x="2363" y="690"/>
                  </a:cxn>
                  <a:cxn ang="0">
                    <a:pos x="3755" y="2084"/>
                  </a:cxn>
                  <a:cxn ang="0">
                    <a:pos x="2363" y="690"/>
                  </a:cxn>
                  <a:cxn ang="0">
                    <a:pos x="5431" y="690"/>
                  </a:cxn>
                  <a:cxn ang="0">
                    <a:pos x="4037" y="2084"/>
                  </a:cxn>
                  <a:cxn ang="0">
                    <a:pos x="5713" y="690"/>
                  </a:cxn>
                  <a:cxn ang="0">
                    <a:pos x="7105" y="2084"/>
                  </a:cxn>
                  <a:cxn ang="0">
                    <a:pos x="5713" y="690"/>
                  </a:cxn>
                  <a:cxn ang="0">
                    <a:pos x="7105" y="2585"/>
                  </a:cxn>
                  <a:cxn ang="0">
                    <a:pos x="5713" y="3979"/>
                  </a:cxn>
                </a:cxnLst>
                <a:rect l="0" t="0" r="r" b="b"/>
                <a:pathLst>
                  <a:path w="7792" h="12190">
                    <a:moveTo>
                      <a:pt x="0" y="0"/>
                    </a:moveTo>
                    <a:lnTo>
                      <a:pt x="7792" y="0"/>
                    </a:lnTo>
                    <a:lnTo>
                      <a:pt x="7792" y="12190"/>
                    </a:lnTo>
                    <a:lnTo>
                      <a:pt x="0" y="12190"/>
                    </a:lnTo>
                    <a:lnTo>
                      <a:pt x="0" y="0"/>
                    </a:lnTo>
                    <a:close/>
                    <a:moveTo>
                      <a:pt x="687" y="690"/>
                    </a:moveTo>
                    <a:lnTo>
                      <a:pt x="2079" y="690"/>
                    </a:lnTo>
                    <a:lnTo>
                      <a:pt x="2079" y="2084"/>
                    </a:lnTo>
                    <a:lnTo>
                      <a:pt x="687" y="2084"/>
                    </a:lnTo>
                    <a:lnTo>
                      <a:pt x="687" y="690"/>
                    </a:lnTo>
                    <a:close/>
                    <a:moveTo>
                      <a:pt x="687" y="10165"/>
                    </a:moveTo>
                    <a:lnTo>
                      <a:pt x="2079" y="10165"/>
                    </a:lnTo>
                    <a:lnTo>
                      <a:pt x="2079" y="11558"/>
                    </a:lnTo>
                    <a:lnTo>
                      <a:pt x="687" y="11558"/>
                    </a:lnTo>
                    <a:lnTo>
                      <a:pt x="687" y="10165"/>
                    </a:lnTo>
                    <a:close/>
                    <a:moveTo>
                      <a:pt x="2363" y="10165"/>
                    </a:moveTo>
                    <a:lnTo>
                      <a:pt x="3755" y="10165"/>
                    </a:lnTo>
                    <a:lnTo>
                      <a:pt x="3755" y="11558"/>
                    </a:lnTo>
                    <a:lnTo>
                      <a:pt x="2363" y="11558"/>
                    </a:lnTo>
                    <a:lnTo>
                      <a:pt x="2363" y="10165"/>
                    </a:lnTo>
                    <a:close/>
                    <a:moveTo>
                      <a:pt x="4037" y="10165"/>
                    </a:moveTo>
                    <a:lnTo>
                      <a:pt x="5431" y="10165"/>
                    </a:lnTo>
                    <a:lnTo>
                      <a:pt x="5431" y="11558"/>
                    </a:lnTo>
                    <a:lnTo>
                      <a:pt x="4037" y="11558"/>
                    </a:lnTo>
                    <a:lnTo>
                      <a:pt x="4037" y="10165"/>
                    </a:lnTo>
                    <a:close/>
                    <a:moveTo>
                      <a:pt x="5713" y="10165"/>
                    </a:moveTo>
                    <a:lnTo>
                      <a:pt x="7105" y="10165"/>
                    </a:lnTo>
                    <a:lnTo>
                      <a:pt x="7105" y="11558"/>
                    </a:lnTo>
                    <a:lnTo>
                      <a:pt x="5713" y="11558"/>
                    </a:lnTo>
                    <a:lnTo>
                      <a:pt x="5713" y="10165"/>
                    </a:lnTo>
                    <a:close/>
                    <a:moveTo>
                      <a:pt x="687" y="8270"/>
                    </a:moveTo>
                    <a:lnTo>
                      <a:pt x="2079" y="8270"/>
                    </a:lnTo>
                    <a:lnTo>
                      <a:pt x="2079" y="9663"/>
                    </a:lnTo>
                    <a:lnTo>
                      <a:pt x="687" y="9663"/>
                    </a:lnTo>
                    <a:lnTo>
                      <a:pt x="687" y="8270"/>
                    </a:lnTo>
                    <a:close/>
                    <a:moveTo>
                      <a:pt x="2363" y="8270"/>
                    </a:moveTo>
                    <a:lnTo>
                      <a:pt x="3755" y="8270"/>
                    </a:lnTo>
                    <a:lnTo>
                      <a:pt x="3755" y="9663"/>
                    </a:lnTo>
                    <a:lnTo>
                      <a:pt x="2363" y="9663"/>
                    </a:lnTo>
                    <a:lnTo>
                      <a:pt x="2363" y="8270"/>
                    </a:lnTo>
                    <a:close/>
                    <a:moveTo>
                      <a:pt x="4037" y="8270"/>
                    </a:moveTo>
                    <a:lnTo>
                      <a:pt x="5431" y="8270"/>
                    </a:lnTo>
                    <a:lnTo>
                      <a:pt x="5431" y="9663"/>
                    </a:lnTo>
                    <a:lnTo>
                      <a:pt x="4037" y="9663"/>
                    </a:lnTo>
                    <a:lnTo>
                      <a:pt x="4037" y="8270"/>
                    </a:lnTo>
                    <a:close/>
                    <a:moveTo>
                      <a:pt x="5713" y="8270"/>
                    </a:moveTo>
                    <a:lnTo>
                      <a:pt x="7105" y="8270"/>
                    </a:lnTo>
                    <a:lnTo>
                      <a:pt x="7105" y="9663"/>
                    </a:lnTo>
                    <a:lnTo>
                      <a:pt x="5713" y="9663"/>
                    </a:lnTo>
                    <a:lnTo>
                      <a:pt x="5713" y="8270"/>
                    </a:lnTo>
                    <a:close/>
                    <a:moveTo>
                      <a:pt x="687" y="6376"/>
                    </a:moveTo>
                    <a:lnTo>
                      <a:pt x="2079" y="6376"/>
                    </a:lnTo>
                    <a:lnTo>
                      <a:pt x="2079" y="7768"/>
                    </a:lnTo>
                    <a:lnTo>
                      <a:pt x="687" y="7768"/>
                    </a:lnTo>
                    <a:lnTo>
                      <a:pt x="687" y="6376"/>
                    </a:lnTo>
                    <a:close/>
                    <a:moveTo>
                      <a:pt x="2363" y="6376"/>
                    </a:moveTo>
                    <a:lnTo>
                      <a:pt x="3755" y="6376"/>
                    </a:lnTo>
                    <a:lnTo>
                      <a:pt x="3755" y="7768"/>
                    </a:lnTo>
                    <a:lnTo>
                      <a:pt x="2363" y="7768"/>
                    </a:lnTo>
                    <a:lnTo>
                      <a:pt x="2363" y="6376"/>
                    </a:lnTo>
                    <a:close/>
                    <a:moveTo>
                      <a:pt x="4037" y="6376"/>
                    </a:moveTo>
                    <a:lnTo>
                      <a:pt x="5431" y="6376"/>
                    </a:lnTo>
                    <a:lnTo>
                      <a:pt x="5431" y="7768"/>
                    </a:lnTo>
                    <a:lnTo>
                      <a:pt x="4037" y="7768"/>
                    </a:lnTo>
                    <a:lnTo>
                      <a:pt x="4037" y="6376"/>
                    </a:lnTo>
                    <a:close/>
                    <a:moveTo>
                      <a:pt x="5713" y="6376"/>
                    </a:moveTo>
                    <a:lnTo>
                      <a:pt x="7105" y="6376"/>
                    </a:lnTo>
                    <a:lnTo>
                      <a:pt x="7105" y="7768"/>
                    </a:lnTo>
                    <a:lnTo>
                      <a:pt x="5713" y="7768"/>
                    </a:lnTo>
                    <a:lnTo>
                      <a:pt x="5713" y="6376"/>
                    </a:lnTo>
                    <a:close/>
                    <a:moveTo>
                      <a:pt x="687" y="4481"/>
                    </a:moveTo>
                    <a:lnTo>
                      <a:pt x="2079" y="4481"/>
                    </a:lnTo>
                    <a:lnTo>
                      <a:pt x="2079" y="5874"/>
                    </a:lnTo>
                    <a:lnTo>
                      <a:pt x="687" y="5874"/>
                    </a:lnTo>
                    <a:lnTo>
                      <a:pt x="687" y="4481"/>
                    </a:lnTo>
                    <a:close/>
                    <a:moveTo>
                      <a:pt x="2363" y="4481"/>
                    </a:moveTo>
                    <a:lnTo>
                      <a:pt x="3755" y="4481"/>
                    </a:lnTo>
                    <a:lnTo>
                      <a:pt x="3755" y="5874"/>
                    </a:lnTo>
                    <a:lnTo>
                      <a:pt x="2363" y="5874"/>
                    </a:lnTo>
                    <a:lnTo>
                      <a:pt x="2363" y="4481"/>
                    </a:lnTo>
                    <a:close/>
                    <a:moveTo>
                      <a:pt x="4037" y="4481"/>
                    </a:moveTo>
                    <a:lnTo>
                      <a:pt x="5431" y="4481"/>
                    </a:lnTo>
                    <a:lnTo>
                      <a:pt x="5431" y="5874"/>
                    </a:lnTo>
                    <a:lnTo>
                      <a:pt x="4037" y="5874"/>
                    </a:lnTo>
                    <a:lnTo>
                      <a:pt x="4037" y="4481"/>
                    </a:lnTo>
                    <a:close/>
                    <a:moveTo>
                      <a:pt x="5713" y="4481"/>
                    </a:moveTo>
                    <a:lnTo>
                      <a:pt x="7105" y="4481"/>
                    </a:lnTo>
                    <a:lnTo>
                      <a:pt x="7105" y="5874"/>
                    </a:lnTo>
                    <a:lnTo>
                      <a:pt x="5713" y="5874"/>
                    </a:lnTo>
                    <a:lnTo>
                      <a:pt x="5713" y="4481"/>
                    </a:lnTo>
                    <a:close/>
                    <a:moveTo>
                      <a:pt x="687" y="2585"/>
                    </a:moveTo>
                    <a:lnTo>
                      <a:pt x="2079" y="2585"/>
                    </a:lnTo>
                    <a:lnTo>
                      <a:pt x="2079" y="3979"/>
                    </a:lnTo>
                    <a:lnTo>
                      <a:pt x="687" y="3979"/>
                    </a:lnTo>
                    <a:lnTo>
                      <a:pt x="687" y="2585"/>
                    </a:lnTo>
                    <a:close/>
                    <a:moveTo>
                      <a:pt x="2363" y="2585"/>
                    </a:moveTo>
                    <a:lnTo>
                      <a:pt x="3755" y="2585"/>
                    </a:lnTo>
                    <a:lnTo>
                      <a:pt x="3755" y="3979"/>
                    </a:lnTo>
                    <a:lnTo>
                      <a:pt x="2363" y="3979"/>
                    </a:lnTo>
                    <a:lnTo>
                      <a:pt x="2363" y="2585"/>
                    </a:lnTo>
                    <a:close/>
                    <a:moveTo>
                      <a:pt x="4037" y="2585"/>
                    </a:moveTo>
                    <a:lnTo>
                      <a:pt x="5431" y="2585"/>
                    </a:lnTo>
                    <a:lnTo>
                      <a:pt x="5431" y="3979"/>
                    </a:lnTo>
                    <a:lnTo>
                      <a:pt x="4037" y="3979"/>
                    </a:lnTo>
                    <a:lnTo>
                      <a:pt x="4037" y="2585"/>
                    </a:lnTo>
                    <a:close/>
                    <a:moveTo>
                      <a:pt x="2363" y="690"/>
                    </a:moveTo>
                    <a:lnTo>
                      <a:pt x="3755" y="690"/>
                    </a:lnTo>
                    <a:lnTo>
                      <a:pt x="3755" y="2084"/>
                    </a:lnTo>
                    <a:lnTo>
                      <a:pt x="2363" y="2084"/>
                    </a:lnTo>
                    <a:lnTo>
                      <a:pt x="2363" y="690"/>
                    </a:lnTo>
                    <a:close/>
                    <a:moveTo>
                      <a:pt x="4037" y="690"/>
                    </a:moveTo>
                    <a:lnTo>
                      <a:pt x="5431" y="690"/>
                    </a:lnTo>
                    <a:lnTo>
                      <a:pt x="5431" y="2084"/>
                    </a:lnTo>
                    <a:lnTo>
                      <a:pt x="4037" y="2084"/>
                    </a:lnTo>
                    <a:lnTo>
                      <a:pt x="4037" y="690"/>
                    </a:lnTo>
                    <a:close/>
                    <a:moveTo>
                      <a:pt x="5713" y="690"/>
                    </a:moveTo>
                    <a:lnTo>
                      <a:pt x="7105" y="690"/>
                    </a:lnTo>
                    <a:lnTo>
                      <a:pt x="7105" y="2084"/>
                    </a:lnTo>
                    <a:lnTo>
                      <a:pt x="5713" y="2084"/>
                    </a:lnTo>
                    <a:lnTo>
                      <a:pt x="5713" y="690"/>
                    </a:lnTo>
                    <a:close/>
                    <a:moveTo>
                      <a:pt x="5713" y="2585"/>
                    </a:moveTo>
                    <a:lnTo>
                      <a:pt x="7105" y="2585"/>
                    </a:lnTo>
                    <a:lnTo>
                      <a:pt x="7105" y="3979"/>
                    </a:lnTo>
                    <a:lnTo>
                      <a:pt x="5713" y="3979"/>
                    </a:lnTo>
                    <a:lnTo>
                      <a:pt x="5713" y="2585"/>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grpSp>
        <p:sp>
          <p:nvSpPr>
            <p:cNvPr id="37" name="矩形 36"/>
            <p:cNvSpPr/>
            <p:nvPr/>
          </p:nvSpPr>
          <p:spPr bwMode="gray">
            <a:xfrm>
              <a:off x="699103" y="4370478"/>
              <a:ext cx="644728" cy="307777"/>
            </a:xfrm>
            <a:prstGeom prst="rect">
              <a:avLst/>
            </a:prstGeom>
          </p:spPr>
          <p:txBody>
            <a:bodyPr wrap="none">
              <a:spAutoFit/>
            </a:bodyPr>
            <a:lstStyle/>
            <a:p>
              <a:r>
                <a:rPr lang="zh-CN" altLang="en-US" sz="1399">
                  <a:solidFill>
                    <a:schemeClr val="bg1">
                      <a:lumMod val="50000"/>
                    </a:schemeClr>
                  </a:solidFill>
                </a:rPr>
                <a:t>分支</a:t>
              </a:r>
              <a:r>
                <a:rPr lang="en-US" altLang="zh-CN" sz="1399">
                  <a:solidFill>
                    <a:schemeClr val="bg1">
                      <a:lumMod val="50000"/>
                    </a:schemeClr>
                  </a:solidFill>
                </a:rPr>
                <a:t>1</a:t>
              </a:r>
            </a:p>
          </p:txBody>
        </p:sp>
      </p:grpSp>
      <p:sp>
        <p:nvSpPr>
          <p:cNvPr id="39" name="圆角矩形 75"/>
          <p:cNvSpPr/>
          <p:nvPr/>
        </p:nvSpPr>
        <p:spPr bwMode="gray">
          <a:xfrm>
            <a:off x="1691425" y="3716226"/>
            <a:ext cx="3436025" cy="244287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a:lnSpc>
                <a:spcPts val="2599"/>
              </a:lnSpc>
              <a:spcAft>
                <a:spcPts val="600"/>
              </a:spcAft>
            </a:pPr>
            <a:endParaRPr lang="en-US" altLang="zh-CN" sz="15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0" name="直接箭头连接符 89"/>
          <p:cNvCxnSpPr>
            <a:stCxn id="14" idx="2"/>
            <a:endCxn id="82" idx="0"/>
          </p:cNvCxnSpPr>
          <p:nvPr/>
        </p:nvCxnSpPr>
        <p:spPr bwMode="gray">
          <a:xfrm flipH="1">
            <a:off x="2979262" y="2492671"/>
            <a:ext cx="457206" cy="1470264"/>
          </a:xfrm>
          <a:prstGeom prst="straightConnector1">
            <a:avLst/>
          </a:prstGeom>
          <a:noFill/>
          <a:ln w="19050" algn="ctr">
            <a:solidFill>
              <a:srgbClr val="EC7061"/>
            </a:solidFill>
            <a:prstDash val="sysDot"/>
            <a:round/>
            <a:headEnd type="triangle" w="med" len="med"/>
            <a:tailEnd type="triangle" w="med" len="med"/>
          </a:ln>
        </p:spPr>
      </p:cxnSp>
      <p:pic>
        <p:nvPicPr>
          <p:cNvPr id="82" name="图片 81"/>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2730431" y="3962935"/>
            <a:ext cx="497660" cy="407176"/>
          </a:xfrm>
          <a:prstGeom prst="rect">
            <a:avLst/>
          </a:prstGeom>
        </p:spPr>
      </p:pic>
      <p:pic>
        <p:nvPicPr>
          <p:cNvPr id="83" name="图片 82"/>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4205595" y="3953914"/>
            <a:ext cx="497660" cy="407176"/>
          </a:xfrm>
          <a:prstGeom prst="rect">
            <a:avLst/>
          </a:prstGeom>
        </p:spPr>
      </p:pic>
      <p:cxnSp>
        <p:nvCxnSpPr>
          <p:cNvPr id="87" name="直接连接符 86">
            <a:extLst>
              <a:ext uri="{FF2B5EF4-FFF2-40B4-BE49-F238E27FC236}">
                <a16:creationId xmlns:a16="http://schemas.microsoft.com/office/drawing/2014/main" id="{94275FFE-3BE6-4C12-8737-FDFE3456C4A2}"/>
              </a:ext>
            </a:extLst>
          </p:cNvPr>
          <p:cNvCxnSpPr>
            <a:stCxn id="5" idx="0"/>
            <a:endCxn id="68" idx="3"/>
          </p:cNvCxnSpPr>
          <p:nvPr/>
        </p:nvCxnSpPr>
        <p:spPr bwMode="gray">
          <a:xfrm flipV="1">
            <a:off x="2979262" y="5030180"/>
            <a:ext cx="985700" cy="612975"/>
          </a:xfrm>
          <a:prstGeom prst="line">
            <a:avLst/>
          </a:prstGeom>
          <a:noFill/>
          <a:ln w="19050" cap="flat" cmpd="sng" algn="ctr">
            <a:solidFill>
              <a:srgbClr val="56C4D2"/>
            </a:solidFill>
            <a:prstDash val="solid"/>
          </a:ln>
          <a:effectLst/>
        </p:spPr>
      </p:cxnSp>
      <p:cxnSp>
        <p:nvCxnSpPr>
          <p:cNvPr id="93" name="直接连接符 92">
            <a:extLst>
              <a:ext uri="{FF2B5EF4-FFF2-40B4-BE49-F238E27FC236}">
                <a16:creationId xmlns:a16="http://schemas.microsoft.com/office/drawing/2014/main" id="{94275FFE-3BE6-4C12-8737-FDFE3456C4A2}"/>
              </a:ext>
            </a:extLst>
          </p:cNvPr>
          <p:cNvCxnSpPr>
            <a:stCxn id="6" idx="0"/>
            <a:endCxn id="68" idx="1"/>
          </p:cNvCxnSpPr>
          <p:nvPr/>
        </p:nvCxnSpPr>
        <p:spPr bwMode="gray">
          <a:xfrm flipH="1" flipV="1">
            <a:off x="3467303" y="5030180"/>
            <a:ext cx="987123" cy="612975"/>
          </a:xfrm>
          <a:prstGeom prst="line">
            <a:avLst/>
          </a:prstGeom>
          <a:noFill/>
          <a:ln w="19050" cap="flat" cmpd="sng" algn="ctr">
            <a:solidFill>
              <a:srgbClr val="56C4D2"/>
            </a:solidFill>
            <a:prstDash val="solid"/>
          </a:ln>
          <a:effectLst/>
        </p:spPr>
      </p:cxnSp>
      <p:cxnSp>
        <p:nvCxnSpPr>
          <p:cNvPr id="104" name="直接连接符 103">
            <a:extLst>
              <a:ext uri="{FF2B5EF4-FFF2-40B4-BE49-F238E27FC236}">
                <a16:creationId xmlns:a16="http://schemas.microsoft.com/office/drawing/2014/main" id="{94275FFE-3BE6-4C12-8737-FDFE3456C4A2}"/>
              </a:ext>
            </a:extLst>
          </p:cNvPr>
          <p:cNvCxnSpPr>
            <a:stCxn id="68" idx="3"/>
            <a:endCxn id="82" idx="2"/>
          </p:cNvCxnSpPr>
          <p:nvPr/>
        </p:nvCxnSpPr>
        <p:spPr bwMode="gray">
          <a:xfrm flipH="1" flipV="1">
            <a:off x="2979262" y="4370110"/>
            <a:ext cx="985700" cy="660070"/>
          </a:xfrm>
          <a:prstGeom prst="line">
            <a:avLst/>
          </a:prstGeom>
          <a:noFill/>
          <a:ln w="19050" cap="flat" cmpd="sng" algn="ctr">
            <a:solidFill>
              <a:srgbClr val="56C4D2"/>
            </a:solidFill>
            <a:prstDash val="solid"/>
          </a:ln>
          <a:effectLst/>
        </p:spPr>
      </p:cxnSp>
      <p:cxnSp>
        <p:nvCxnSpPr>
          <p:cNvPr id="107" name="直接连接符 106">
            <a:extLst>
              <a:ext uri="{FF2B5EF4-FFF2-40B4-BE49-F238E27FC236}">
                <a16:creationId xmlns:a16="http://schemas.microsoft.com/office/drawing/2014/main" id="{94275FFE-3BE6-4C12-8737-FDFE3456C4A2}"/>
              </a:ext>
            </a:extLst>
          </p:cNvPr>
          <p:cNvCxnSpPr>
            <a:stCxn id="68" idx="1"/>
            <a:endCxn id="83" idx="2"/>
          </p:cNvCxnSpPr>
          <p:nvPr/>
        </p:nvCxnSpPr>
        <p:spPr bwMode="gray">
          <a:xfrm flipV="1">
            <a:off x="3467303" y="4361090"/>
            <a:ext cx="987123" cy="669091"/>
          </a:xfrm>
          <a:prstGeom prst="line">
            <a:avLst/>
          </a:prstGeom>
          <a:noFill/>
          <a:ln w="19050" cap="flat" cmpd="sng" algn="ctr">
            <a:solidFill>
              <a:srgbClr val="56C4D2"/>
            </a:solidFill>
            <a:prstDash val="solid"/>
          </a:ln>
          <a:effectLst/>
        </p:spPr>
      </p:cxnSp>
      <p:sp>
        <p:nvSpPr>
          <p:cNvPr id="122" name="矩形 121"/>
          <p:cNvSpPr/>
          <p:nvPr/>
        </p:nvSpPr>
        <p:spPr bwMode="gray">
          <a:xfrm>
            <a:off x="2635250" y="3081300"/>
            <a:ext cx="543527" cy="307657"/>
          </a:xfrm>
          <a:prstGeom prst="rect">
            <a:avLst/>
          </a:prstGeom>
        </p:spPr>
        <p:txBody>
          <a:bodyPr wrap="none">
            <a:spAutoFit/>
          </a:bodyPr>
          <a:lstStyle/>
          <a:p>
            <a:r>
              <a:rPr lang="zh-CN" altLang="en-US" sz="1399" b="1" dirty="0">
                <a:solidFill>
                  <a:srgbClr val="C7000B"/>
                </a:solidFill>
              </a:rPr>
              <a:t>专线</a:t>
            </a:r>
            <a:endParaRPr lang="en-US" altLang="zh-CN" sz="1399" b="1" dirty="0">
              <a:solidFill>
                <a:srgbClr val="C7000B"/>
              </a:solidFill>
            </a:endParaRPr>
          </a:p>
        </p:txBody>
      </p:sp>
      <p:sp>
        <p:nvSpPr>
          <p:cNvPr id="124" name="Freeform 159"/>
          <p:cNvSpPr/>
          <p:nvPr/>
        </p:nvSpPr>
        <p:spPr bwMode="gray">
          <a:xfrm flipH="1">
            <a:off x="4454425" y="2869605"/>
            <a:ext cx="835658" cy="43682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矩形 57"/>
          <p:cNvSpPr/>
          <p:nvPr/>
        </p:nvSpPr>
        <p:spPr bwMode="gray">
          <a:xfrm>
            <a:off x="4458129" y="3008519"/>
            <a:ext cx="831954" cy="307657"/>
          </a:xfrm>
          <a:prstGeom prst="rect">
            <a:avLst/>
          </a:prstGeom>
        </p:spPr>
        <p:txBody>
          <a:bodyPr wrap="none">
            <a:spAutoFit/>
          </a:bodyPr>
          <a:lstStyle/>
          <a:p>
            <a:pPr algn="ctr"/>
            <a:r>
              <a:rPr lang="en-US" altLang="zh-CN" sz="1399" dirty="0">
                <a:latin typeface="Huawei Sans" panose="020C0503030203020204" pitchFamily="34" charset="0"/>
                <a:ea typeface="方正兰亭黑简体" panose="02000000000000000000" pitchFamily="2" charset="-122"/>
                <a:sym typeface="Huawei Sans" panose="020C0503030203020204" pitchFamily="34" charset="0"/>
              </a:rPr>
              <a:t>Internet</a:t>
            </a:r>
          </a:p>
        </p:txBody>
      </p:sp>
      <p:cxnSp>
        <p:nvCxnSpPr>
          <p:cNvPr id="127" name="直接箭头连接符 126"/>
          <p:cNvCxnSpPr>
            <a:stCxn id="58" idx="2"/>
            <a:endCxn id="83" idx="0"/>
          </p:cNvCxnSpPr>
          <p:nvPr/>
        </p:nvCxnSpPr>
        <p:spPr bwMode="gray">
          <a:xfrm flipH="1">
            <a:off x="4454426" y="3316175"/>
            <a:ext cx="419681" cy="637739"/>
          </a:xfrm>
          <a:prstGeom prst="straightConnector1">
            <a:avLst/>
          </a:prstGeom>
          <a:noFill/>
          <a:ln w="19050" algn="ctr">
            <a:solidFill>
              <a:srgbClr val="56C4D2"/>
            </a:solidFill>
            <a:prstDash val="sysDot"/>
            <a:round/>
            <a:headEnd type="triangle" w="med" len="med"/>
            <a:tailEnd type="triangle" w="med" len="med"/>
          </a:ln>
        </p:spPr>
      </p:cxnSp>
      <p:cxnSp>
        <p:nvCxnSpPr>
          <p:cNvPr id="138" name="直接箭头连接符 137"/>
          <p:cNvCxnSpPr>
            <a:stCxn id="14" idx="2"/>
            <a:endCxn id="124" idx="0"/>
          </p:cNvCxnSpPr>
          <p:nvPr/>
        </p:nvCxnSpPr>
        <p:spPr bwMode="gray">
          <a:xfrm>
            <a:off x="3436468" y="2492671"/>
            <a:ext cx="1345616" cy="376934"/>
          </a:xfrm>
          <a:prstGeom prst="straightConnector1">
            <a:avLst/>
          </a:prstGeom>
          <a:noFill/>
          <a:ln w="19050" algn="ctr">
            <a:solidFill>
              <a:srgbClr val="56C4D2"/>
            </a:solidFill>
            <a:prstDash val="sysDot"/>
            <a:round/>
            <a:headEnd type="triangle" w="med" len="med"/>
            <a:tailEnd type="triangle" w="med" len="med"/>
          </a:ln>
        </p:spPr>
      </p:cxnSp>
      <p:sp>
        <p:nvSpPr>
          <p:cNvPr id="142" name="Can 9"/>
          <p:cNvSpPr/>
          <p:nvPr/>
        </p:nvSpPr>
        <p:spPr bwMode="gray">
          <a:xfrm rot="8835177">
            <a:off x="3881920" y="2504894"/>
            <a:ext cx="227671" cy="1502616"/>
          </a:xfrm>
          <a:prstGeom prst="can">
            <a:avLst>
              <a:gd name="adj" fmla="val 40000"/>
            </a:avLst>
          </a:prstGeom>
          <a:solidFill>
            <a:srgbClr val="BEE9E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3" name="文本框 142"/>
          <p:cNvSpPr txBox="1"/>
          <p:nvPr/>
        </p:nvSpPr>
        <p:spPr bwMode="gray">
          <a:xfrm rot="19560079">
            <a:off x="3811087" y="2836421"/>
            <a:ext cx="369332" cy="792846"/>
          </a:xfrm>
          <a:prstGeom prst="rect">
            <a:avLst/>
          </a:prstGeom>
          <a:noFill/>
        </p:spPr>
        <p:txBody>
          <a:bodyPr vert="eaVert" wrap="none" rtlCol="0">
            <a:spAutoFit/>
          </a:bodyPr>
          <a:lstStyle/>
          <a:p>
            <a:r>
              <a:rPr lang="en-US" altLang="zh-CN" sz="1200" dirty="0">
                <a:solidFill>
                  <a:srgbClr val="C7000B"/>
                </a:solidFill>
              </a:rPr>
              <a:t>IPsec</a:t>
            </a:r>
            <a:r>
              <a:rPr lang="zh-CN" altLang="en-US" sz="1200" dirty="0">
                <a:solidFill>
                  <a:srgbClr val="C7000B"/>
                </a:solidFill>
              </a:rPr>
              <a:t> </a:t>
            </a:r>
            <a:r>
              <a:rPr lang="en-US" altLang="zh-CN" sz="1200" dirty="0">
                <a:solidFill>
                  <a:srgbClr val="C7000B"/>
                </a:solidFill>
              </a:rPr>
              <a:t>VPN</a:t>
            </a:r>
          </a:p>
        </p:txBody>
      </p:sp>
      <p:sp>
        <p:nvSpPr>
          <p:cNvPr id="150" name="文本框 149"/>
          <p:cNvSpPr txBox="1"/>
          <p:nvPr/>
        </p:nvSpPr>
        <p:spPr bwMode="gray">
          <a:xfrm>
            <a:off x="5257482" y="5678414"/>
            <a:ext cx="1028003" cy="332592"/>
          </a:xfrm>
          <a:prstGeom prst="rect">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600" kern="0">
                <a:solidFill>
                  <a:srgbClr val="FFFFFF"/>
                </a:solidFill>
                <a:latin typeface="Huawei Sans" panose="020C0503030203020204" pitchFamily="34" charset="0"/>
                <a:ea typeface="方正兰亭黑简体" panose="02000000000000000000" pitchFamily="2" charset="-122"/>
              </a:defRPr>
            </a:lvl1pPr>
          </a:lstStyle>
          <a:p>
            <a:r>
              <a:rPr lang="zh-CN" altLang="en-US" sz="1399" dirty="0"/>
              <a:t>汇聚层</a:t>
            </a:r>
          </a:p>
        </p:txBody>
      </p:sp>
      <p:sp>
        <p:nvSpPr>
          <p:cNvPr id="66" name="文本框 65"/>
          <p:cNvSpPr txBox="1"/>
          <p:nvPr/>
        </p:nvSpPr>
        <p:spPr bwMode="gray">
          <a:xfrm>
            <a:off x="6504927" y="5069055"/>
            <a:ext cx="5236401" cy="1019374"/>
          </a:xfrm>
          <a:prstGeom prst="rect">
            <a:avLst/>
          </a:prstGeom>
          <a:solidFill>
            <a:srgbClr val="FFFFCC"/>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ts val="2599"/>
              </a:lnSpc>
            </a:pPr>
            <a:r>
              <a:rPr lang="zh-CN" altLang="en-US" sz="1399" i="0" dirty="0">
                <a:solidFill>
                  <a:srgbClr val="C7000B"/>
                </a:solidFill>
              </a:rPr>
              <a:t>汇聚层采用双上行接入，与集群后的核心交换机建立链路聚合。</a:t>
            </a:r>
            <a:endParaRPr lang="en-US" altLang="zh-CN" sz="1399" i="0" dirty="0">
              <a:solidFill>
                <a:srgbClr val="C7000B"/>
              </a:solidFill>
            </a:endParaRPr>
          </a:p>
          <a:p>
            <a:pPr>
              <a:lnSpc>
                <a:spcPts val="2599"/>
              </a:lnSpc>
            </a:pPr>
            <a:r>
              <a:rPr lang="zh-CN" altLang="en-US" sz="1399" i="0" dirty="0">
                <a:solidFill>
                  <a:srgbClr val="C7000B"/>
                </a:solidFill>
              </a:rPr>
              <a:t>网关设置在核心交换机的</a:t>
            </a:r>
            <a:r>
              <a:rPr lang="en-US" altLang="zh-CN" sz="1399" i="0" dirty="0">
                <a:solidFill>
                  <a:srgbClr val="C7000B"/>
                </a:solidFill>
              </a:rPr>
              <a:t>VLANIF</a:t>
            </a:r>
            <a:r>
              <a:rPr lang="zh-CN" altLang="en-US" sz="1399" i="0" dirty="0">
                <a:solidFill>
                  <a:srgbClr val="C7000B"/>
                </a:solidFill>
              </a:rPr>
              <a:t>接口上，依赖核心交换机的集群、链路聚合提高可靠性，无需部署</a:t>
            </a:r>
            <a:r>
              <a:rPr lang="en-US" altLang="zh-CN" sz="1399" i="0" dirty="0">
                <a:solidFill>
                  <a:srgbClr val="C7000B"/>
                </a:solidFill>
              </a:rPr>
              <a:t>VRRP</a:t>
            </a:r>
            <a:r>
              <a:rPr lang="zh-CN" altLang="en-US" sz="1399" i="0" dirty="0">
                <a:solidFill>
                  <a:srgbClr val="C7000B"/>
                </a:solidFill>
              </a:rPr>
              <a:t>。</a:t>
            </a:r>
          </a:p>
        </p:txBody>
      </p:sp>
      <p:pic>
        <p:nvPicPr>
          <p:cNvPr id="68" name="图片 67" descr="堆叠CE交换机蓝.png"/>
          <p:cNvPicPr>
            <a:picLocks/>
          </p:cNvPicPr>
          <p:nvPr/>
        </p:nvPicPr>
        <p:blipFill>
          <a:blip r:embed="rId6" cstate="print"/>
          <a:stretch>
            <a:fillRect/>
          </a:stretch>
        </p:blipFill>
        <p:spPr bwMode="gray">
          <a:xfrm>
            <a:off x="3467302" y="4826593"/>
            <a:ext cx="497660" cy="407176"/>
          </a:xfrm>
          <a:prstGeom prst="rect">
            <a:avLst/>
          </a:prstGeom>
        </p:spPr>
      </p:pic>
      <p:grpSp>
        <p:nvGrpSpPr>
          <p:cNvPr id="42" name="组合 41"/>
          <p:cNvGrpSpPr/>
          <p:nvPr/>
        </p:nvGrpSpPr>
        <p:grpSpPr bwMode="gray">
          <a:xfrm>
            <a:off x="546334" y="2712112"/>
            <a:ext cx="1322957" cy="523016"/>
            <a:chOff x="561545" y="1222329"/>
            <a:chExt cx="1323474" cy="523220"/>
          </a:xfrm>
        </p:grpSpPr>
        <p:sp>
          <p:nvSpPr>
            <p:cNvPr id="92" name="矩形 91"/>
            <p:cNvSpPr/>
            <p:nvPr/>
          </p:nvSpPr>
          <p:spPr bwMode="gray">
            <a:xfrm>
              <a:off x="982208" y="1222329"/>
              <a:ext cx="902811" cy="523220"/>
            </a:xfrm>
            <a:prstGeom prst="rect">
              <a:avLst/>
            </a:prstGeom>
          </p:spPr>
          <p:txBody>
            <a:bodyPr wrap="none">
              <a:spAutoFit/>
            </a:bodyPr>
            <a:lstStyle/>
            <a:p>
              <a:pPr algn="ctr"/>
              <a:r>
                <a:rPr lang="zh-CN" altLang="en-US" sz="1399" dirty="0">
                  <a:latin typeface="Huawei Sans" panose="020C0503030203020204" pitchFamily="34" charset="0"/>
                  <a:ea typeface="方正兰亭黑简体" panose="02000000000000000000" pitchFamily="2" charset="-122"/>
                  <a:sym typeface="Huawei Sans" panose="020C0503030203020204" pitchFamily="34" charset="0"/>
                </a:rPr>
                <a:t>链路聚合</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399" dirty="0">
                  <a:latin typeface="Huawei Sans" panose="020C0503030203020204" pitchFamily="34" charset="0"/>
                  <a:ea typeface="方正兰亭黑简体" panose="02000000000000000000" pitchFamily="2" charset="-122"/>
                  <a:sym typeface="Huawei Sans" panose="020C0503030203020204" pitchFamily="34" charset="0"/>
                </a:rPr>
                <a:t>逻辑链路</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6" name="直接连接符 85">
              <a:extLst>
                <a:ext uri="{FF2B5EF4-FFF2-40B4-BE49-F238E27FC236}">
                  <a16:creationId xmlns:a16="http://schemas.microsoft.com/office/drawing/2014/main" id="{94275FFE-3BE6-4C12-8737-FDFE3456C4A2}"/>
                </a:ext>
              </a:extLst>
            </p:cNvPr>
            <p:cNvCxnSpPr/>
            <p:nvPr/>
          </p:nvCxnSpPr>
          <p:spPr bwMode="gray">
            <a:xfrm flipH="1">
              <a:off x="561545" y="1483939"/>
              <a:ext cx="420663" cy="0"/>
            </a:xfrm>
            <a:prstGeom prst="line">
              <a:avLst/>
            </a:prstGeom>
            <a:noFill/>
            <a:ln w="19050" cap="flat" cmpd="sng" algn="ctr">
              <a:solidFill>
                <a:srgbClr val="56C4D2"/>
              </a:solidFill>
              <a:prstDash val="solid"/>
            </a:ln>
            <a:effectLst/>
          </p:spPr>
        </p:cxnSp>
      </p:grpSp>
      <p:sp>
        <p:nvSpPr>
          <p:cNvPr id="41" name="五边形 6"/>
          <p:cNvSpPr/>
          <p:nvPr/>
        </p:nvSpPr>
        <p:spPr bwMode="gray">
          <a:xfrm>
            <a:off x="9011894" y="120131"/>
            <a:ext cx="1560036"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注意事项与课堂环节</a:t>
            </a:r>
          </a:p>
        </p:txBody>
      </p:sp>
      <p:sp>
        <p:nvSpPr>
          <p:cNvPr id="43" name="燕尾形 7"/>
          <p:cNvSpPr/>
          <p:nvPr/>
        </p:nvSpPr>
        <p:spPr bwMode="gray">
          <a:xfrm>
            <a:off x="10481819" y="120131"/>
            <a:ext cx="1259508"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割接场景</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2626677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Freeform 159"/>
          <p:cNvSpPr/>
          <p:nvPr/>
        </p:nvSpPr>
        <p:spPr bwMode="gray">
          <a:xfrm flipH="1">
            <a:off x="2331144" y="1265685"/>
            <a:ext cx="2142753" cy="112007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7958" rtlCol="0" anchor="ctr">
            <a:noAutofit/>
          </a:bodyPr>
          <a:lstStyle/>
          <a:p>
            <a:pPr algn="ctr"/>
            <a:endParaRPr lang="en-US" sz="1200" b="1">
              <a:solidFill>
                <a:schemeClr val="bg1">
                  <a:lumMod val="50000"/>
                </a:schemeClr>
              </a:solidFill>
            </a:endParaRPr>
          </a:p>
        </p:txBody>
      </p:sp>
      <p:sp>
        <p:nvSpPr>
          <p:cNvPr id="147" name="圆角矩形 146"/>
          <p:cNvSpPr/>
          <p:nvPr/>
        </p:nvSpPr>
        <p:spPr bwMode="gray">
          <a:xfrm>
            <a:off x="2385713" y="4755131"/>
            <a:ext cx="4012589" cy="487439"/>
          </a:xfrm>
          <a:prstGeom prst="roundRect">
            <a:avLst>
              <a:gd name="adj" fmla="val 6484"/>
            </a:avLst>
          </a:prstGeom>
          <a:noFill/>
          <a:ln w="12700" cap="flat" cmpd="sng" algn="ctr">
            <a:solidFill>
              <a:srgbClr val="56C4D2"/>
            </a:solidFill>
            <a:prstDash val="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599" kern="0">
              <a:solidFill>
                <a:srgbClr val="1D1D1A"/>
              </a:solidFill>
              <a:latin typeface="Huawei Sans" panose="020C0503030203020204" pitchFamily="34" charset="0"/>
              <a:ea typeface="方正兰亭黑简体" panose="02000000000000000000" pitchFamily="2" charset="-122"/>
            </a:endParaRPr>
          </a:p>
        </p:txBody>
      </p:sp>
      <p:sp>
        <p:nvSpPr>
          <p:cNvPr id="2" name="标题 1"/>
          <p:cNvSpPr>
            <a:spLocks noGrp="1"/>
          </p:cNvSpPr>
          <p:nvPr>
            <p:ph type="title"/>
          </p:nvPr>
        </p:nvSpPr>
        <p:spPr bwMode="gray"/>
        <p:txBody>
          <a:bodyPr/>
          <a:lstStyle/>
          <a:p>
            <a:r>
              <a:rPr lang="zh-CN" altLang="en-US" dirty="0"/>
              <a:t>目标逻辑拓扑 </a:t>
            </a:r>
            <a:r>
              <a:rPr lang="en-US" altLang="zh-CN" dirty="0"/>
              <a:t>(2)</a:t>
            </a:r>
            <a:endParaRPr lang="zh-CN" altLang="en-US" dirty="0"/>
          </a:p>
        </p:txBody>
      </p:sp>
      <p:sp>
        <p:nvSpPr>
          <p:cNvPr id="150" name="文本框 149"/>
          <p:cNvSpPr txBox="1"/>
          <p:nvPr/>
        </p:nvSpPr>
        <p:spPr bwMode="gray">
          <a:xfrm>
            <a:off x="5257482" y="4845946"/>
            <a:ext cx="1028003" cy="332592"/>
          </a:xfrm>
          <a:prstGeom prst="rect">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600" kern="0">
                <a:solidFill>
                  <a:srgbClr val="FFFFFF"/>
                </a:solidFill>
                <a:latin typeface="Huawei Sans" panose="020C0503030203020204" pitchFamily="34" charset="0"/>
                <a:ea typeface="方正兰亭黑简体" panose="02000000000000000000" pitchFamily="2" charset="-122"/>
              </a:defRPr>
            </a:lvl1pPr>
          </a:lstStyle>
          <a:p>
            <a:r>
              <a:rPr lang="zh-CN" altLang="en-US" sz="1399" dirty="0"/>
              <a:t>核心层</a:t>
            </a:r>
          </a:p>
        </p:txBody>
      </p:sp>
      <p:sp>
        <p:nvSpPr>
          <p:cNvPr id="66" name="文本框 65"/>
          <p:cNvSpPr txBox="1"/>
          <p:nvPr/>
        </p:nvSpPr>
        <p:spPr bwMode="gray">
          <a:xfrm>
            <a:off x="6504926" y="4223196"/>
            <a:ext cx="5236401" cy="1419959"/>
          </a:xfrm>
          <a:prstGeom prst="rect">
            <a:avLst/>
          </a:prstGeom>
          <a:solidFill>
            <a:srgbClr val="FFFFCC"/>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ts val="2599"/>
              </a:lnSpc>
            </a:pPr>
            <a:r>
              <a:rPr lang="zh-CN" altLang="en-US" sz="1399" i="0" dirty="0">
                <a:solidFill>
                  <a:srgbClr val="C7000B"/>
                </a:solidFill>
              </a:rPr>
              <a:t>作为内网终端的网关，配置静态路由将不同业务的流量分别指向专线、</a:t>
            </a:r>
            <a:r>
              <a:rPr lang="en-US" altLang="zh-CN" sz="1399" i="0" dirty="0">
                <a:solidFill>
                  <a:srgbClr val="C7000B"/>
                </a:solidFill>
              </a:rPr>
              <a:t>IPsec VPN</a:t>
            </a:r>
            <a:r>
              <a:rPr lang="zh-CN" altLang="en-US" sz="1399" i="0" dirty="0">
                <a:solidFill>
                  <a:srgbClr val="C7000B"/>
                </a:solidFill>
              </a:rPr>
              <a:t>出口设备上，并配置浮动路由作为路由备份。</a:t>
            </a:r>
            <a:endParaRPr lang="en-US" altLang="zh-CN" sz="1399" i="0" dirty="0">
              <a:solidFill>
                <a:srgbClr val="C7000B"/>
              </a:solidFill>
            </a:endParaRPr>
          </a:p>
          <a:p>
            <a:pPr>
              <a:lnSpc>
                <a:spcPts val="2599"/>
              </a:lnSpc>
            </a:pPr>
            <a:r>
              <a:rPr lang="zh-CN" altLang="en-US" sz="1399" i="0" dirty="0">
                <a:solidFill>
                  <a:srgbClr val="C7000B"/>
                </a:solidFill>
              </a:rPr>
              <a:t>配置</a:t>
            </a:r>
            <a:r>
              <a:rPr lang="en-US" altLang="zh-CN" sz="1399" i="0" dirty="0">
                <a:solidFill>
                  <a:srgbClr val="C7000B"/>
                </a:solidFill>
              </a:rPr>
              <a:t>NQA</a:t>
            </a:r>
            <a:r>
              <a:rPr lang="zh-CN" altLang="en-US" sz="1399" i="0" dirty="0">
                <a:solidFill>
                  <a:srgbClr val="C7000B"/>
                </a:solidFill>
              </a:rPr>
              <a:t>分别检测专线、</a:t>
            </a:r>
            <a:r>
              <a:rPr lang="en-US" altLang="zh-CN" sz="1399" i="0" dirty="0">
                <a:solidFill>
                  <a:srgbClr val="C7000B"/>
                </a:solidFill>
              </a:rPr>
              <a:t>IPsec VPN</a:t>
            </a:r>
            <a:r>
              <a:rPr lang="zh-CN" altLang="en-US" sz="1399" i="0" dirty="0">
                <a:solidFill>
                  <a:srgbClr val="C7000B"/>
                </a:solidFill>
              </a:rPr>
              <a:t>的可用性，静态路由</a:t>
            </a:r>
            <a:r>
              <a:rPr lang="en-US" altLang="zh-CN" sz="1399" i="0" dirty="0">
                <a:solidFill>
                  <a:srgbClr val="C7000B"/>
                </a:solidFill>
              </a:rPr>
              <a:t>Track NQA</a:t>
            </a:r>
            <a:r>
              <a:rPr lang="zh-CN" altLang="en-US" sz="1399" i="0" dirty="0">
                <a:solidFill>
                  <a:srgbClr val="C7000B"/>
                </a:solidFill>
              </a:rPr>
              <a:t>以实现当链路故障时，可以将流量切换到备份路径。</a:t>
            </a:r>
            <a:endParaRPr lang="en-US" altLang="zh-CN" sz="1399" i="0" dirty="0">
              <a:solidFill>
                <a:srgbClr val="C7000B"/>
              </a:solidFill>
            </a:endParaRPr>
          </a:p>
        </p:txBody>
      </p:sp>
      <p:pic>
        <p:nvPicPr>
          <p:cNvPr id="53" name="图片 5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730431" y="5643156"/>
            <a:ext cx="497660" cy="407176"/>
          </a:xfrm>
          <a:prstGeom prst="rect">
            <a:avLst/>
          </a:prstGeom>
        </p:spPr>
      </p:pic>
      <p:pic>
        <p:nvPicPr>
          <p:cNvPr id="54" name="图片 5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205595" y="5643156"/>
            <a:ext cx="497660" cy="407176"/>
          </a:xfrm>
          <a:prstGeom prst="rect">
            <a:avLst/>
          </a:prstGeom>
        </p:spPr>
      </p:pic>
      <p:sp>
        <p:nvSpPr>
          <p:cNvPr id="55" name="Freeform 186"/>
          <p:cNvSpPr>
            <a:spLocks noEditPoints="1"/>
          </p:cNvSpPr>
          <p:nvPr/>
        </p:nvSpPr>
        <p:spPr bwMode="gray">
          <a:xfrm>
            <a:off x="2731539" y="1553981"/>
            <a:ext cx="460123" cy="461432"/>
          </a:xfrm>
          <a:custGeom>
            <a:avLst/>
            <a:gdLst/>
            <a:ahLst/>
            <a:cxnLst>
              <a:cxn ang="0">
                <a:pos x="12772" y="618"/>
              </a:cxn>
              <a:cxn ang="0">
                <a:pos x="0" y="15651"/>
              </a:cxn>
              <a:cxn ang="0">
                <a:pos x="1941" y="4867"/>
              </a:cxn>
              <a:cxn ang="0">
                <a:pos x="5964" y="4867"/>
              </a:cxn>
              <a:cxn ang="0">
                <a:pos x="7512" y="618"/>
              </a:cxn>
              <a:cxn ang="0">
                <a:pos x="1277" y="12419"/>
              </a:cxn>
              <a:cxn ang="0">
                <a:pos x="5523" y="7916"/>
              </a:cxn>
              <a:cxn ang="0">
                <a:pos x="4108" y="7916"/>
              </a:cxn>
              <a:cxn ang="0">
                <a:pos x="2692" y="7916"/>
              </a:cxn>
              <a:cxn ang="0">
                <a:pos x="1277" y="7916"/>
              </a:cxn>
              <a:cxn ang="0">
                <a:pos x="5523" y="9417"/>
              </a:cxn>
              <a:cxn ang="0">
                <a:pos x="4108" y="9417"/>
              </a:cxn>
              <a:cxn ang="0">
                <a:pos x="2692" y="9417"/>
              </a:cxn>
              <a:cxn ang="0">
                <a:pos x="1277" y="9417"/>
              </a:cxn>
              <a:cxn ang="0">
                <a:pos x="5523" y="10919"/>
              </a:cxn>
              <a:cxn ang="0">
                <a:pos x="4108" y="10919"/>
              </a:cxn>
              <a:cxn ang="0">
                <a:pos x="2692" y="10919"/>
              </a:cxn>
              <a:cxn ang="0">
                <a:pos x="1277" y="10919"/>
              </a:cxn>
              <a:cxn ang="0">
                <a:pos x="5523" y="12419"/>
              </a:cxn>
              <a:cxn ang="0">
                <a:pos x="4108" y="12419"/>
              </a:cxn>
              <a:cxn ang="0">
                <a:pos x="2692" y="12419"/>
              </a:cxn>
              <a:cxn ang="0">
                <a:pos x="8086" y="1911"/>
              </a:cxn>
              <a:cxn ang="0">
                <a:pos x="8086" y="12419"/>
              </a:cxn>
              <a:cxn ang="0">
                <a:pos x="9500" y="12419"/>
              </a:cxn>
              <a:cxn ang="0">
                <a:pos x="10915" y="12419"/>
              </a:cxn>
              <a:cxn ang="0">
                <a:pos x="12331" y="12419"/>
              </a:cxn>
              <a:cxn ang="0">
                <a:pos x="8086" y="10919"/>
              </a:cxn>
              <a:cxn ang="0">
                <a:pos x="9500" y="10919"/>
              </a:cxn>
              <a:cxn ang="0">
                <a:pos x="10915" y="10919"/>
              </a:cxn>
              <a:cxn ang="0">
                <a:pos x="12331" y="10919"/>
              </a:cxn>
              <a:cxn ang="0">
                <a:pos x="8086" y="9417"/>
              </a:cxn>
              <a:cxn ang="0">
                <a:pos x="9500" y="9417"/>
              </a:cxn>
              <a:cxn ang="0">
                <a:pos x="10915" y="9417"/>
              </a:cxn>
              <a:cxn ang="0">
                <a:pos x="12331" y="9417"/>
              </a:cxn>
              <a:cxn ang="0">
                <a:pos x="8086" y="7916"/>
              </a:cxn>
              <a:cxn ang="0">
                <a:pos x="9500" y="7916"/>
              </a:cxn>
              <a:cxn ang="0">
                <a:pos x="10915" y="7916"/>
              </a:cxn>
              <a:cxn ang="0">
                <a:pos x="12331" y="7916"/>
              </a:cxn>
              <a:cxn ang="0">
                <a:pos x="8086" y="6414"/>
              </a:cxn>
              <a:cxn ang="0">
                <a:pos x="9500" y="6414"/>
              </a:cxn>
              <a:cxn ang="0">
                <a:pos x="10915" y="6414"/>
              </a:cxn>
              <a:cxn ang="0">
                <a:pos x="12331" y="6414"/>
              </a:cxn>
              <a:cxn ang="0">
                <a:pos x="8086" y="4914"/>
              </a:cxn>
              <a:cxn ang="0">
                <a:pos x="9500" y="4914"/>
              </a:cxn>
              <a:cxn ang="0">
                <a:pos x="10915" y="4914"/>
              </a:cxn>
              <a:cxn ang="0">
                <a:pos x="12331" y="4914"/>
              </a:cxn>
              <a:cxn ang="0">
                <a:pos x="8086" y="3413"/>
              </a:cxn>
              <a:cxn ang="0">
                <a:pos x="9500" y="3413"/>
              </a:cxn>
              <a:cxn ang="0">
                <a:pos x="10915" y="3413"/>
              </a:cxn>
              <a:cxn ang="0">
                <a:pos x="9500" y="1911"/>
              </a:cxn>
              <a:cxn ang="0">
                <a:pos x="10915" y="1911"/>
              </a:cxn>
              <a:cxn ang="0">
                <a:pos x="12331" y="1911"/>
              </a:cxn>
              <a:cxn ang="0">
                <a:pos x="12331" y="3413"/>
              </a:cxn>
            </a:cxnLst>
            <a:rect l="0" t="0" r="r" b="b"/>
            <a:pathLst>
              <a:path w="16169" h="15651">
                <a:moveTo>
                  <a:pt x="7512" y="618"/>
                </a:moveTo>
                <a:lnTo>
                  <a:pt x="8749" y="618"/>
                </a:lnTo>
                <a:lnTo>
                  <a:pt x="8749" y="0"/>
                </a:lnTo>
                <a:lnTo>
                  <a:pt x="12772" y="0"/>
                </a:lnTo>
                <a:lnTo>
                  <a:pt x="12772" y="618"/>
                </a:lnTo>
                <a:lnTo>
                  <a:pt x="14010" y="618"/>
                </a:lnTo>
                <a:lnTo>
                  <a:pt x="14010" y="13875"/>
                </a:lnTo>
                <a:lnTo>
                  <a:pt x="16169" y="13875"/>
                </a:lnTo>
                <a:lnTo>
                  <a:pt x="16169" y="15651"/>
                </a:lnTo>
                <a:lnTo>
                  <a:pt x="0" y="15651"/>
                </a:lnTo>
                <a:lnTo>
                  <a:pt x="0" y="13875"/>
                </a:lnTo>
                <a:lnTo>
                  <a:pt x="781" y="13875"/>
                </a:lnTo>
                <a:lnTo>
                  <a:pt x="781" y="6103"/>
                </a:lnTo>
                <a:lnTo>
                  <a:pt x="1941" y="6103"/>
                </a:lnTo>
                <a:lnTo>
                  <a:pt x="1941" y="4867"/>
                </a:lnTo>
                <a:lnTo>
                  <a:pt x="4469" y="4867"/>
                </a:lnTo>
                <a:lnTo>
                  <a:pt x="4469" y="2808"/>
                </a:lnTo>
                <a:lnTo>
                  <a:pt x="5088" y="2808"/>
                </a:lnTo>
                <a:lnTo>
                  <a:pt x="5088" y="4867"/>
                </a:lnTo>
                <a:lnTo>
                  <a:pt x="5964" y="4867"/>
                </a:lnTo>
                <a:lnTo>
                  <a:pt x="5964" y="6103"/>
                </a:lnTo>
                <a:lnTo>
                  <a:pt x="7124" y="6103"/>
                </a:lnTo>
                <a:lnTo>
                  <a:pt x="7124" y="13875"/>
                </a:lnTo>
                <a:lnTo>
                  <a:pt x="7512" y="13875"/>
                </a:lnTo>
                <a:lnTo>
                  <a:pt x="7512" y="618"/>
                </a:lnTo>
                <a:close/>
                <a:moveTo>
                  <a:pt x="1277" y="12419"/>
                </a:moveTo>
                <a:lnTo>
                  <a:pt x="2383" y="12419"/>
                </a:lnTo>
                <a:lnTo>
                  <a:pt x="2383" y="13523"/>
                </a:lnTo>
                <a:lnTo>
                  <a:pt x="1277" y="13523"/>
                </a:lnTo>
                <a:lnTo>
                  <a:pt x="1277" y="12419"/>
                </a:lnTo>
                <a:close/>
                <a:moveTo>
                  <a:pt x="5523" y="7916"/>
                </a:moveTo>
                <a:lnTo>
                  <a:pt x="6628" y="7916"/>
                </a:lnTo>
                <a:lnTo>
                  <a:pt x="6628" y="9020"/>
                </a:lnTo>
                <a:lnTo>
                  <a:pt x="5523" y="9020"/>
                </a:lnTo>
                <a:lnTo>
                  <a:pt x="5523" y="7916"/>
                </a:lnTo>
                <a:close/>
                <a:moveTo>
                  <a:pt x="4108" y="7916"/>
                </a:moveTo>
                <a:lnTo>
                  <a:pt x="5213" y="7916"/>
                </a:lnTo>
                <a:lnTo>
                  <a:pt x="5213" y="9020"/>
                </a:lnTo>
                <a:lnTo>
                  <a:pt x="4108" y="9020"/>
                </a:lnTo>
                <a:lnTo>
                  <a:pt x="4108" y="7916"/>
                </a:lnTo>
                <a:close/>
                <a:moveTo>
                  <a:pt x="2692" y="7916"/>
                </a:moveTo>
                <a:lnTo>
                  <a:pt x="3798" y="7916"/>
                </a:lnTo>
                <a:lnTo>
                  <a:pt x="3798" y="9020"/>
                </a:lnTo>
                <a:lnTo>
                  <a:pt x="2692" y="9020"/>
                </a:lnTo>
                <a:lnTo>
                  <a:pt x="2692" y="7916"/>
                </a:lnTo>
                <a:close/>
                <a:moveTo>
                  <a:pt x="1277" y="7916"/>
                </a:moveTo>
                <a:lnTo>
                  <a:pt x="2383" y="7916"/>
                </a:lnTo>
                <a:lnTo>
                  <a:pt x="2383" y="9020"/>
                </a:lnTo>
                <a:lnTo>
                  <a:pt x="1277" y="9020"/>
                </a:lnTo>
                <a:lnTo>
                  <a:pt x="1277" y="7916"/>
                </a:lnTo>
                <a:close/>
                <a:moveTo>
                  <a:pt x="5523" y="9417"/>
                </a:moveTo>
                <a:lnTo>
                  <a:pt x="6628" y="9417"/>
                </a:lnTo>
                <a:lnTo>
                  <a:pt x="6628" y="10521"/>
                </a:lnTo>
                <a:lnTo>
                  <a:pt x="5523" y="10521"/>
                </a:lnTo>
                <a:lnTo>
                  <a:pt x="5523" y="9417"/>
                </a:lnTo>
                <a:close/>
                <a:moveTo>
                  <a:pt x="4108" y="9417"/>
                </a:moveTo>
                <a:lnTo>
                  <a:pt x="5213" y="9417"/>
                </a:lnTo>
                <a:lnTo>
                  <a:pt x="5213" y="10521"/>
                </a:lnTo>
                <a:lnTo>
                  <a:pt x="4108" y="10521"/>
                </a:lnTo>
                <a:lnTo>
                  <a:pt x="4108" y="9417"/>
                </a:lnTo>
                <a:close/>
                <a:moveTo>
                  <a:pt x="2692" y="9417"/>
                </a:moveTo>
                <a:lnTo>
                  <a:pt x="3798" y="9417"/>
                </a:lnTo>
                <a:lnTo>
                  <a:pt x="3798" y="10521"/>
                </a:lnTo>
                <a:lnTo>
                  <a:pt x="2692" y="10521"/>
                </a:lnTo>
                <a:lnTo>
                  <a:pt x="2692" y="9417"/>
                </a:lnTo>
                <a:close/>
                <a:moveTo>
                  <a:pt x="1277" y="9417"/>
                </a:moveTo>
                <a:lnTo>
                  <a:pt x="2383" y="9417"/>
                </a:lnTo>
                <a:lnTo>
                  <a:pt x="2383" y="10521"/>
                </a:lnTo>
                <a:lnTo>
                  <a:pt x="1277" y="10521"/>
                </a:lnTo>
                <a:lnTo>
                  <a:pt x="1277" y="9417"/>
                </a:lnTo>
                <a:close/>
                <a:moveTo>
                  <a:pt x="5523" y="10919"/>
                </a:moveTo>
                <a:lnTo>
                  <a:pt x="6628" y="10919"/>
                </a:lnTo>
                <a:lnTo>
                  <a:pt x="6628" y="12023"/>
                </a:lnTo>
                <a:lnTo>
                  <a:pt x="5523" y="12023"/>
                </a:lnTo>
                <a:lnTo>
                  <a:pt x="5523" y="10919"/>
                </a:lnTo>
                <a:close/>
                <a:moveTo>
                  <a:pt x="4108" y="10919"/>
                </a:moveTo>
                <a:lnTo>
                  <a:pt x="5213" y="10919"/>
                </a:lnTo>
                <a:lnTo>
                  <a:pt x="5213" y="12023"/>
                </a:lnTo>
                <a:lnTo>
                  <a:pt x="4108" y="12023"/>
                </a:lnTo>
                <a:lnTo>
                  <a:pt x="4108" y="10919"/>
                </a:lnTo>
                <a:close/>
                <a:moveTo>
                  <a:pt x="2692" y="10919"/>
                </a:moveTo>
                <a:lnTo>
                  <a:pt x="3798" y="10919"/>
                </a:lnTo>
                <a:lnTo>
                  <a:pt x="3798" y="12023"/>
                </a:lnTo>
                <a:lnTo>
                  <a:pt x="2692" y="12023"/>
                </a:lnTo>
                <a:lnTo>
                  <a:pt x="2692" y="10919"/>
                </a:lnTo>
                <a:close/>
                <a:moveTo>
                  <a:pt x="1277" y="10919"/>
                </a:moveTo>
                <a:lnTo>
                  <a:pt x="2383" y="10919"/>
                </a:lnTo>
                <a:lnTo>
                  <a:pt x="2383" y="12023"/>
                </a:lnTo>
                <a:lnTo>
                  <a:pt x="1277" y="12023"/>
                </a:lnTo>
                <a:lnTo>
                  <a:pt x="1277" y="10919"/>
                </a:lnTo>
                <a:close/>
                <a:moveTo>
                  <a:pt x="5523" y="12419"/>
                </a:moveTo>
                <a:lnTo>
                  <a:pt x="6628" y="12419"/>
                </a:lnTo>
                <a:lnTo>
                  <a:pt x="6628" y="13523"/>
                </a:lnTo>
                <a:lnTo>
                  <a:pt x="5523" y="13523"/>
                </a:lnTo>
                <a:lnTo>
                  <a:pt x="5523" y="12419"/>
                </a:lnTo>
                <a:close/>
                <a:moveTo>
                  <a:pt x="4108" y="12419"/>
                </a:moveTo>
                <a:lnTo>
                  <a:pt x="5213" y="12419"/>
                </a:lnTo>
                <a:lnTo>
                  <a:pt x="5213" y="13523"/>
                </a:lnTo>
                <a:lnTo>
                  <a:pt x="4108" y="13523"/>
                </a:lnTo>
                <a:lnTo>
                  <a:pt x="4108" y="12419"/>
                </a:lnTo>
                <a:close/>
                <a:moveTo>
                  <a:pt x="2692" y="12419"/>
                </a:moveTo>
                <a:lnTo>
                  <a:pt x="3798" y="12419"/>
                </a:lnTo>
                <a:lnTo>
                  <a:pt x="3798" y="13523"/>
                </a:lnTo>
                <a:lnTo>
                  <a:pt x="2692" y="13523"/>
                </a:lnTo>
                <a:lnTo>
                  <a:pt x="2692" y="12419"/>
                </a:lnTo>
                <a:close/>
                <a:moveTo>
                  <a:pt x="8086" y="1911"/>
                </a:moveTo>
                <a:lnTo>
                  <a:pt x="9191" y="1911"/>
                </a:lnTo>
                <a:lnTo>
                  <a:pt x="9191" y="3015"/>
                </a:lnTo>
                <a:lnTo>
                  <a:pt x="8086" y="3015"/>
                </a:lnTo>
                <a:lnTo>
                  <a:pt x="8086" y="1911"/>
                </a:lnTo>
                <a:close/>
                <a:moveTo>
                  <a:pt x="8086" y="12419"/>
                </a:moveTo>
                <a:lnTo>
                  <a:pt x="9191" y="12419"/>
                </a:lnTo>
                <a:lnTo>
                  <a:pt x="9191" y="13523"/>
                </a:lnTo>
                <a:lnTo>
                  <a:pt x="8086" y="13523"/>
                </a:lnTo>
                <a:lnTo>
                  <a:pt x="8086" y="12419"/>
                </a:lnTo>
                <a:close/>
                <a:moveTo>
                  <a:pt x="9500" y="12419"/>
                </a:moveTo>
                <a:lnTo>
                  <a:pt x="10606" y="12419"/>
                </a:lnTo>
                <a:lnTo>
                  <a:pt x="10606" y="13523"/>
                </a:lnTo>
                <a:lnTo>
                  <a:pt x="9500" y="13523"/>
                </a:lnTo>
                <a:lnTo>
                  <a:pt x="9500" y="12419"/>
                </a:lnTo>
                <a:close/>
                <a:moveTo>
                  <a:pt x="10915" y="12419"/>
                </a:moveTo>
                <a:lnTo>
                  <a:pt x="12021" y="12419"/>
                </a:lnTo>
                <a:lnTo>
                  <a:pt x="12021" y="13523"/>
                </a:lnTo>
                <a:lnTo>
                  <a:pt x="10915" y="13523"/>
                </a:lnTo>
                <a:lnTo>
                  <a:pt x="10915" y="12419"/>
                </a:lnTo>
                <a:close/>
                <a:moveTo>
                  <a:pt x="12331" y="12419"/>
                </a:moveTo>
                <a:lnTo>
                  <a:pt x="13436" y="12419"/>
                </a:lnTo>
                <a:lnTo>
                  <a:pt x="13436" y="13523"/>
                </a:lnTo>
                <a:lnTo>
                  <a:pt x="12331" y="13523"/>
                </a:lnTo>
                <a:lnTo>
                  <a:pt x="12331" y="12419"/>
                </a:lnTo>
                <a:close/>
                <a:moveTo>
                  <a:pt x="8086" y="10919"/>
                </a:moveTo>
                <a:lnTo>
                  <a:pt x="9191" y="10919"/>
                </a:lnTo>
                <a:lnTo>
                  <a:pt x="9191" y="12023"/>
                </a:lnTo>
                <a:lnTo>
                  <a:pt x="8086" y="12023"/>
                </a:lnTo>
                <a:lnTo>
                  <a:pt x="8086" y="10919"/>
                </a:lnTo>
                <a:close/>
                <a:moveTo>
                  <a:pt x="9500" y="10919"/>
                </a:moveTo>
                <a:lnTo>
                  <a:pt x="10606" y="10919"/>
                </a:lnTo>
                <a:lnTo>
                  <a:pt x="10606" y="12023"/>
                </a:lnTo>
                <a:lnTo>
                  <a:pt x="9500" y="12023"/>
                </a:lnTo>
                <a:lnTo>
                  <a:pt x="9500" y="10919"/>
                </a:lnTo>
                <a:close/>
                <a:moveTo>
                  <a:pt x="10915" y="10919"/>
                </a:moveTo>
                <a:lnTo>
                  <a:pt x="12021" y="10919"/>
                </a:lnTo>
                <a:lnTo>
                  <a:pt x="12021" y="12023"/>
                </a:lnTo>
                <a:lnTo>
                  <a:pt x="10915" y="12023"/>
                </a:lnTo>
                <a:lnTo>
                  <a:pt x="10915" y="10919"/>
                </a:lnTo>
                <a:close/>
                <a:moveTo>
                  <a:pt x="12331" y="10919"/>
                </a:moveTo>
                <a:lnTo>
                  <a:pt x="13436" y="10919"/>
                </a:lnTo>
                <a:lnTo>
                  <a:pt x="13436" y="12023"/>
                </a:lnTo>
                <a:lnTo>
                  <a:pt x="12331" y="12023"/>
                </a:lnTo>
                <a:lnTo>
                  <a:pt x="12331" y="10919"/>
                </a:lnTo>
                <a:close/>
                <a:moveTo>
                  <a:pt x="8086" y="9417"/>
                </a:moveTo>
                <a:lnTo>
                  <a:pt x="9191" y="9417"/>
                </a:lnTo>
                <a:lnTo>
                  <a:pt x="9191" y="10521"/>
                </a:lnTo>
                <a:lnTo>
                  <a:pt x="8086" y="10521"/>
                </a:lnTo>
                <a:lnTo>
                  <a:pt x="8086" y="9417"/>
                </a:lnTo>
                <a:close/>
                <a:moveTo>
                  <a:pt x="9500" y="9417"/>
                </a:moveTo>
                <a:lnTo>
                  <a:pt x="10606" y="9417"/>
                </a:lnTo>
                <a:lnTo>
                  <a:pt x="10606" y="10521"/>
                </a:lnTo>
                <a:lnTo>
                  <a:pt x="9500" y="10521"/>
                </a:lnTo>
                <a:lnTo>
                  <a:pt x="9500" y="9417"/>
                </a:lnTo>
                <a:close/>
                <a:moveTo>
                  <a:pt x="10915" y="9417"/>
                </a:moveTo>
                <a:lnTo>
                  <a:pt x="12021" y="9417"/>
                </a:lnTo>
                <a:lnTo>
                  <a:pt x="12021" y="10521"/>
                </a:lnTo>
                <a:lnTo>
                  <a:pt x="10915" y="10521"/>
                </a:lnTo>
                <a:lnTo>
                  <a:pt x="10915" y="9417"/>
                </a:lnTo>
                <a:close/>
                <a:moveTo>
                  <a:pt x="12331" y="9417"/>
                </a:moveTo>
                <a:lnTo>
                  <a:pt x="13436" y="9417"/>
                </a:lnTo>
                <a:lnTo>
                  <a:pt x="13436" y="10521"/>
                </a:lnTo>
                <a:lnTo>
                  <a:pt x="12331" y="10521"/>
                </a:lnTo>
                <a:lnTo>
                  <a:pt x="12331" y="9417"/>
                </a:lnTo>
                <a:close/>
                <a:moveTo>
                  <a:pt x="8086" y="7916"/>
                </a:moveTo>
                <a:lnTo>
                  <a:pt x="9191" y="7916"/>
                </a:lnTo>
                <a:lnTo>
                  <a:pt x="9191" y="9020"/>
                </a:lnTo>
                <a:lnTo>
                  <a:pt x="8086" y="9020"/>
                </a:lnTo>
                <a:lnTo>
                  <a:pt x="8086" y="7916"/>
                </a:lnTo>
                <a:close/>
                <a:moveTo>
                  <a:pt x="9500" y="7916"/>
                </a:moveTo>
                <a:lnTo>
                  <a:pt x="10606" y="7916"/>
                </a:lnTo>
                <a:lnTo>
                  <a:pt x="10606" y="9020"/>
                </a:lnTo>
                <a:lnTo>
                  <a:pt x="9500" y="9020"/>
                </a:lnTo>
                <a:lnTo>
                  <a:pt x="9500" y="7916"/>
                </a:lnTo>
                <a:close/>
                <a:moveTo>
                  <a:pt x="10915" y="7916"/>
                </a:moveTo>
                <a:lnTo>
                  <a:pt x="12021" y="7916"/>
                </a:lnTo>
                <a:lnTo>
                  <a:pt x="12021" y="9020"/>
                </a:lnTo>
                <a:lnTo>
                  <a:pt x="10915" y="9020"/>
                </a:lnTo>
                <a:lnTo>
                  <a:pt x="10915" y="7916"/>
                </a:lnTo>
                <a:close/>
                <a:moveTo>
                  <a:pt x="12331" y="7916"/>
                </a:moveTo>
                <a:lnTo>
                  <a:pt x="13436" y="7916"/>
                </a:lnTo>
                <a:lnTo>
                  <a:pt x="13436" y="9020"/>
                </a:lnTo>
                <a:lnTo>
                  <a:pt x="12331" y="9020"/>
                </a:lnTo>
                <a:lnTo>
                  <a:pt x="12331" y="7916"/>
                </a:lnTo>
                <a:close/>
                <a:moveTo>
                  <a:pt x="8086" y="6414"/>
                </a:moveTo>
                <a:lnTo>
                  <a:pt x="9191" y="6414"/>
                </a:lnTo>
                <a:lnTo>
                  <a:pt x="9191" y="7518"/>
                </a:lnTo>
                <a:lnTo>
                  <a:pt x="8086" y="7518"/>
                </a:lnTo>
                <a:lnTo>
                  <a:pt x="8086" y="6414"/>
                </a:lnTo>
                <a:close/>
                <a:moveTo>
                  <a:pt x="9500" y="6414"/>
                </a:moveTo>
                <a:lnTo>
                  <a:pt x="10606" y="6414"/>
                </a:lnTo>
                <a:lnTo>
                  <a:pt x="10606" y="7518"/>
                </a:lnTo>
                <a:lnTo>
                  <a:pt x="9500" y="7518"/>
                </a:lnTo>
                <a:lnTo>
                  <a:pt x="9500" y="6414"/>
                </a:lnTo>
                <a:close/>
                <a:moveTo>
                  <a:pt x="10915" y="6414"/>
                </a:moveTo>
                <a:lnTo>
                  <a:pt x="12021" y="6414"/>
                </a:lnTo>
                <a:lnTo>
                  <a:pt x="12021" y="7518"/>
                </a:lnTo>
                <a:lnTo>
                  <a:pt x="10915" y="7518"/>
                </a:lnTo>
                <a:lnTo>
                  <a:pt x="10915" y="6414"/>
                </a:lnTo>
                <a:close/>
                <a:moveTo>
                  <a:pt x="12331" y="6414"/>
                </a:moveTo>
                <a:lnTo>
                  <a:pt x="13436" y="6414"/>
                </a:lnTo>
                <a:lnTo>
                  <a:pt x="13436" y="7518"/>
                </a:lnTo>
                <a:lnTo>
                  <a:pt x="12331" y="7518"/>
                </a:lnTo>
                <a:lnTo>
                  <a:pt x="12331" y="6414"/>
                </a:lnTo>
                <a:close/>
                <a:moveTo>
                  <a:pt x="8086" y="4914"/>
                </a:moveTo>
                <a:lnTo>
                  <a:pt x="9191" y="4914"/>
                </a:lnTo>
                <a:lnTo>
                  <a:pt x="9191" y="6018"/>
                </a:lnTo>
                <a:lnTo>
                  <a:pt x="8086" y="6018"/>
                </a:lnTo>
                <a:lnTo>
                  <a:pt x="8086" y="4914"/>
                </a:lnTo>
                <a:close/>
                <a:moveTo>
                  <a:pt x="9500" y="4914"/>
                </a:moveTo>
                <a:lnTo>
                  <a:pt x="10606" y="4914"/>
                </a:lnTo>
                <a:lnTo>
                  <a:pt x="10606" y="6018"/>
                </a:lnTo>
                <a:lnTo>
                  <a:pt x="9500" y="6018"/>
                </a:lnTo>
                <a:lnTo>
                  <a:pt x="9500" y="4914"/>
                </a:lnTo>
                <a:close/>
                <a:moveTo>
                  <a:pt x="10915" y="4914"/>
                </a:moveTo>
                <a:lnTo>
                  <a:pt x="12021" y="4914"/>
                </a:lnTo>
                <a:lnTo>
                  <a:pt x="12021" y="6018"/>
                </a:lnTo>
                <a:lnTo>
                  <a:pt x="10915" y="6018"/>
                </a:lnTo>
                <a:lnTo>
                  <a:pt x="10915" y="4914"/>
                </a:lnTo>
                <a:close/>
                <a:moveTo>
                  <a:pt x="12331" y="4914"/>
                </a:moveTo>
                <a:lnTo>
                  <a:pt x="13436" y="4914"/>
                </a:lnTo>
                <a:lnTo>
                  <a:pt x="13436" y="6018"/>
                </a:lnTo>
                <a:lnTo>
                  <a:pt x="12331" y="6018"/>
                </a:lnTo>
                <a:lnTo>
                  <a:pt x="12331" y="4914"/>
                </a:lnTo>
                <a:close/>
                <a:moveTo>
                  <a:pt x="8086" y="3413"/>
                </a:moveTo>
                <a:lnTo>
                  <a:pt x="9191" y="3413"/>
                </a:lnTo>
                <a:lnTo>
                  <a:pt x="9191" y="4516"/>
                </a:lnTo>
                <a:lnTo>
                  <a:pt x="8086" y="4516"/>
                </a:lnTo>
                <a:lnTo>
                  <a:pt x="8086" y="3413"/>
                </a:lnTo>
                <a:close/>
                <a:moveTo>
                  <a:pt x="9500" y="3413"/>
                </a:moveTo>
                <a:lnTo>
                  <a:pt x="10606" y="3413"/>
                </a:lnTo>
                <a:lnTo>
                  <a:pt x="10606" y="4516"/>
                </a:lnTo>
                <a:lnTo>
                  <a:pt x="9500" y="4516"/>
                </a:lnTo>
                <a:lnTo>
                  <a:pt x="9500" y="3413"/>
                </a:lnTo>
                <a:close/>
                <a:moveTo>
                  <a:pt x="10915" y="3413"/>
                </a:moveTo>
                <a:lnTo>
                  <a:pt x="12021" y="3413"/>
                </a:lnTo>
                <a:lnTo>
                  <a:pt x="12021" y="4516"/>
                </a:lnTo>
                <a:lnTo>
                  <a:pt x="10915" y="4516"/>
                </a:lnTo>
                <a:lnTo>
                  <a:pt x="10915" y="3413"/>
                </a:lnTo>
                <a:close/>
                <a:moveTo>
                  <a:pt x="9500" y="1911"/>
                </a:moveTo>
                <a:lnTo>
                  <a:pt x="10606" y="1911"/>
                </a:lnTo>
                <a:lnTo>
                  <a:pt x="10606" y="3015"/>
                </a:lnTo>
                <a:lnTo>
                  <a:pt x="9500" y="3015"/>
                </a:lnTo>
                <a:lnTo>
                  <a:pt x="9500" y="1911"/>
                </a:lnTo>
                <a:close/>
                <a:moveTo>
                  <a:pt x="10915" y="1911"/>
                </a:moveTo>
                <a:lnTo>
                  <a:pt x="12021" y="1911"/>
                </a:lnTo>
                <a:lnTo>
                  <a:pt x="12021" y="3015"/>
                </a:lnTo>
                <a:lnTo>
                  <a:pt x="10915" y="3015"/>
                </a:lnTo>
                <a:lnTo>
                  <a:pt x="10915" y="1911"/>
                </a:lnTo>
                <a:close/>
                <a:moveTo>
                  <a:pt x="12331" y="1911"/>
                </a:moveTo>
                <a:lnTo>
                  <a:pt x="13436" y="1911"/>
                </a:lnTo>
                <a:lnTo>
                  <a:pt x="13436" y="3015"/>
                </a:lnTo>
                <a:lnTo>
                  <a:pt x="12331" y="3015"/>
                </a:lnTo>
                <a:lnTo>
                  <a:pt x="12331" y="1911"/>
                </a:lnTo>
                <a:close/>
                <a:moveTo>
                  <a:pt x="12331" y="3413"/>
                </a:moveTo>
                <a:lnTo>
                  <a:pt x="13436" y="3413"/>
                </a:lnTo>
                <a:lnTo>
                  <a:pt x="13436" y="4516"/>
                </a:lnTo>
                <a:lnTo>
                  <a:pt x="12331" y="4516"/>
                </a:lnTo>
                <a:lnTo>
                  <a:pt x="12331" y="3413"/>
                </a:lnTo>
                <a:close/>
              </a:path>
            </a:pathLst>
          </a:custGeom>
          <a:solidFill>
            <a:schemeClr val="bg1">
              <a:lumMod val="50000"/>
            </a:schemeClr>
          </a:solid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pic>
        <p:nvPicPr>
          <p:cNvPr id="56" name="Picture 12" descr="E:\2016.01\1.12 扁平化图标\蓝色\AR-蓝色最新-40.png">
            <a:extLst>
              <a:ext uri="{FF2B5EF4-FFF2-40B4-BE49-F238E27FC236}">
                <a16:creationId xmlns:a16="http://schemas.microsoft.com/office/drawing/2014/main" id="{1D8E071F-501D-48FF-8ED1-076998A80BB3}"/>
              </a:ext>
            </a:extLst>
          </p:cNvPr>
          <p:cNvPicPr>
            <a:picLocks noChangeArrowheads="1"/>
          </p:cNvPicPr>
          <p:nvPr/>
        </p:nvPicPr>
        <p:blipFill>
          <a:blip r:embed="rId4" cstate="print"/>
          <a:srcRect/>
          <a:stretch>
            <a:fillRect/>
          </a:stretch>
        </p:blipFill>
        <p:spPr bwMode="gray">
          <a:xfrm>
            <a:off x="3187638" y="2085495"/>
            <a:ext cx="497660" cy="407176"/>
          </a:xfrm>
          <a:prstGeom prst="rect">
            <a:avLst/>
          </a:prstGeom>
          <a:noFill/>
        </p:spPr>
      </p:pic>
      <p:sp>
        <p:nvSpPr>
          <p:cNvPr id="57" name="矩形 56"/>
          <p:cNvSpPr/>
          <p:nvPr/>
        </p:nvSpPr>
        <p:spPr bwMode="gray">
          <a:xfrm>
            <a:off x="2403494" y="2028091"/>
            <a:ext cx="543527" cy="307657"/>
          </a:xfrm>
          <a:prstGeom prst="rect">
            <a:avLst/>
          </a:prstGeom>
        </p:spPr>
        <p:txBody>
          <a:bodyPr wrap="none">
            <a:spAutoFit/>
          </a:bodyPr>
          <a:lstStyle/>
          <a:p>
            <a:r>
              <a:rPr lang="zh-CN" altLang="en-US" sz="1399">
                <a:solidFill>
                  <a:schemeClr val="bg1">
                    <a:lumMod val="50000"/>
                  </a:schemeClr>
                </a:solidFill>
              </a:rPr>
              <a:t>总部</a:t>
            </a:r>
            <a:endParaRPr lang="en-US" altLang="zh-CN" sz="1399">
              <a:solidFill>
                <a:schemeClr val="bg1">
                  <a:lumMod val="50000"/>
                </a:schemeClr>
              </a:solidFill>
            </a:endParaRPr>
          </a:p>
        </p:txBody>
      </p:sp>
      <p:grpSp>
        <p:nvGrpSpPr>
          <p:cNvPr id="60" name="组合 59"/>
          <p:cNvGrpSpPr/>
          <p:nvPr/>
        </p:nvGrpSpPr>
        <p:grpSpPr bwMode="gray">
          <a:xfrm>
            <a:off x="1733747" y="3759130"/>
            <a:ext cx="644476" cy="768523"/>
            <a:chOff x="699103" y="4370478"/>
            <a:chExt cx="644728" cy="768823"/>
          </a:xfrm>
        </p:grpSpPr>
        <p:grpSp>
          <p:nvGrpSpPr>
            <p:cNvPr id="61" name="组合 262"/>
            <p:cNvGrpSpPr/>
            <p:nvPr/>
          </p:nvGrpSpPr>
          <p:grpSpPr bwMode="gray">
            <a:xfrm>
              <a:off x="759111" y="4658799"/>
              <a:ext cx="394083" cy="480502"/>
              <a:chOff x="6378575" y="2882900"/>
              <a:chExt cx="858950" cy="865188"/>
            </a:xfrm>
            <a:solidFill>
              <a:schemeClr val="bg1">
                <a:lumMod val="50000"/>
              </a:schemeClr>
            </a:solidFill>
          </p:grpSpPr>
          <p:sp>
            <p:nvSpPr>
              <p:cNvPr id="63" name="Freeform 11"/>
              <p:cNvSpPr>
                <a:spLocks/>
              </p:cNvSpPr>
              <p:nvPr/>
            </p:nvSpPr>
            <p:spPr bwMode="gray">
              <a:xfrm>
                <a:off x="6378575" y="2882900"/>
                <a:ext cx="425450" cy="179388"/>
              </a:xfrm>
              <a:custGeom>
                <a:avLst/>
                <a:gdLst/>
                <a:ahLst/>
                <a:cxnLst>
                  <a:cxn ang="0">
                    <a:pos x="3889" y="0"/>
                  </a:cxn>
                  <a:cxn ang="0">
                    <a:pos x="5834" y="1637"/>
                  </a:cxn>
                  <a:cxn ang="0">
                    <a:pos x="7779" y="3274"/>
                  </a:cxn>
                  <a:cxn ang="0">
                    <a:pos x="3889" y="3274"/>
                  </a:cxn>
                  <a:cxn ang="0">
                    <a:pos x="0" y="3274"/>
                  </a:cxn>
                  <a:cxn ang="0">
                    <a:pos x="1944" y="1637"/>
                  </a:cxn>
                  <a:cxn ang="0">
                    <a:pos x="3889" y="0"/>
                  </a:cxn>
                </a:cxnLst>
                <a:rect l="0" t="0" r="r" b="b"/>
                <a:pathLst>
                  <a:path w="7779" h="3274">
                    <a:moveTo>
                      <a:pt x="3889" y="0"/>
                    </a:moveTo>
                    <a:lnTo>
                      <a:pt x="5834" y="1637"/>
                    </a:lnTo>
                    <a:lnTo>
                      <a:pt x="7779" y="3274"/>
                    </a:lnTo>
                    <a:lnTo>
                      <a:pt x="3889" y="3274"/>
                    </a:lnTo>
                    <a:lnTo>
                      <a:pt x="0" y="3274"/>
                    </a:lnTo>
                    <a:lnTo>
                      <a:pt x="1944" y="1637"/>
                    </a:lnTo>
                    <a:lnTo>
                      <a:pt x="3889" y="0"/>
                    </a:lnTo>
                    <a:close/>
                  </a:path>
                </a:pathLst>
              </a:custGeom>
              <a:solidFill>
                <a:srgbClr val="7F7F7F"/>
              </a:solid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64" name="Freeform 12"/>
              <p:cNvSpPr>
                <a:spLocks/>
              </p:cNvSpPr>
              <p:nvPr/>
            </p:nvSpPr>
            <p:spPr bwMode="gray">
              <a:xfrm>
                <a:off x="6810487" y="3300413"/>
                <a:ext cx="425451" cy="179387"/>
              </a:xfrm>
              <a:custGeom>
                <a:avLst/>
                <a:gdLst/>
                <a:ahLst/>
                <a:cxnLst>
                  <a:cxn ang="0">
                    <a:pos x="3890" y="0"/>
                  </a:cxn>
                  <a:cxn ang="0">
                    <a:pos x="5834" y="1638"/>
                  </a:cxn>
                  <a:cxn ang="0">
                    <a:pos x="7779" y="3275"/>
                  </a:cxn>
                  <a:cxn ang="0">
                    <a:pos x="3890" y="3275"/>
                  </a:cxn>
                  <a:cxn ang="0">
                    <a:pos x="0" y="3275"/>
                  </a:cxn>
                  <a:cxn ang="0">
                    <a:pos x="1945" y="1638"/>
                  </a:cxn>
                  <a:cxn ang="0">
                    <a:pos x="3890" y="0"/>
                  </a:cxn>
                </a:cxnLst>
                <a:rect l="0" t="0" r="r" b="b"/>
                <a:pathLst>
                  <a:path w="7779" h="3275">
                    <a:moveTo>
                      <a:pt x="3890" y="0"/>
                    </a:moveTo>
                    <a:lnTo>
                      <a:pt x="5834" y="1638"/>
                    </a:lnTo>
                    <a:lnTo>
                      <a:pt x="7779" y="3275"/>
                    </a:lnTo>
                    <a:lnTo>
                      <a:pt x="3890" y="3275"/>
                    </a:lnTo>
                    <a:lnTo>
                      <a:pt x="0" y="3275"/>
                    </a:lnTo>
                    <a:lnTo>
                      <a:pt x="1945" y="1638"/>
                    </a:lnTo>
                    <a:lnTo>
                      <a:pt x="3890" y="0"/>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65" name="Freeform 13"/>
              <p:cNvSpPr>
                <a:spLocks noEditPoints="1"/>
              </p:cNvSpPr>
              <p:nvPr/>
            </p:nvSpPr>
            <p:spPr bwMode="gray">
              <a:xfrm>
                <a:off x="6810487" y="3502025"/>
                <a:ext cx="427038" cy="246063"/>
              </a:xfrm>
              <a:custGeom>
                <a:avLst/>
                <a:gdLst/>
                <a:ahLst/>
                <a:cxnLst>
                  <a:cxn ang="0">
                    <a:pos x="7792" y="0"/>
                  </a:cxn>
                  <a:cxn ang="0">
                    <a:pos x="0" y="0"/>
                  </a:cxn>
                  <a:cxn ang="0">
                    <a:pos x="0" y="4498"/>
                  </a:cxn>
                  <a:cxn ang="0">
                    <a:pos x="7792" y="4498"/>
                  </a:cxn>
                  <a:cxn ang="0">
                    <a:pos x="7792" y="0"/>
                  </a:cxn>
                  <a:cxn ang="0">
                    <a:pos x="687" y="578"/>
                  </a:cxn>
                  <a:cxn ang="0">
                    <a:pos x="2079" y="578"/>
                  </a:cxn>
                  <a:cxn ang="0">
                    <a:pos x="2079" y="1971"/>
                  </a:cxn>
                  <a:cxn ang="0">
                    <a:pos x="687" y="1971"/>
                  </a:cxn>
                  <a:cxn ang="0">
                    <a:pos x="687" y="578"/>
                  </a:cxn>
                  <a:cxn ang="0">
                    <a:pos x="687" y="2473"/>
                  </a:cxn>
                  <a:cxn ang="0">
                    <a:pos x="2079" y="2473"/>
                  </a:cxn>
                  <a:cxn ang="0">
                    <a:pos x="2079" y="3866"/>
                  </a:cxn>
                  <a:cxn ang="0">
                    <a:pos x="687" y="3866"/>
                  </a:cxn>
                  <a:cxn ang="0">
                    <a:pos x="687" y="2473"/>
                  </a:cxn>
                  <a:cxn ang="0">
                    <a:pos x="2361" y="2473"/>
                  </a:cxn>
                  <a:cxn ang="0">
                    <a:pos x="3755" y="2473"/>
                  </a:cxn>
                  <a:cxn ang="0">
                    <a:pos x="3755" y="3866"/>
                  </a:cxn>
                  <a:cxn ang="0">
                    <a:pos x="2361" y="3866"/>
                  </a:cxn>
                  <a:cxn ang="0">
                    <a:pos x="2361" y="2473"/>
                  </a:cxn>
                  <a:cxn ang="0">
                    <a:pos x="4037" y="2473"/>
                  </a:cxn>
                  <a:cxn ang="0">
                    <a:pos x="5429" y="2473"/>
                  </a:cxn>
                  <a:cxn ang="0">
                    <a:pos x="5429" y="3866"/>
                  </a:cxn>
                  <a:cxn ang="0">
                    <a:pos x="4037" y="3866"/>
                  </a:cxn>
                  <a:cxn ang="0">
                    <a:pos x="4037" y="2473"/>
                  </a:cxn>
                  <a:cxn ang="0">
                    <a:pos x="2361" y="578"/>
                  </a:cxn>
                  <a:cxn ang="0">
                    <a:pos x="3755" y="578"/>
                  </a:cxn>
                  <a:cxn ang="0">
                    <a:pos x="3755" y="1971"/>
                  </a:cxn>
                  <a:cxn ang="0">
                    <a:pos x="2361" y="1971"/>
                  </a:cxn>
                  <a:cxn ang="0">
                    <a:pos x="2361" y="578"/>
                  </a:cxn>
                  <a:cxn ang="0">
                    <a:pos x="4037" y="578"/>
                  </a:cxn>
                  <a:cxn ang="0">
                    <a:pos x="5429" y="578"/>
                  </a:cxn>
                  <a:cxn ang="0">
                    <a:pos x="5429" y="1971"/>
                  </a:cxn>
                  <a:cxn ang="0">
                    <a:pos x="4037" y="1971"/>
                  </a:cxn>
                  <a:cxn ang="0">
                    <a:pos x="4037" y="578"/>
                  </a:cxn>
                  <a:cxn ang="0">
                    <a:pos x="5713" y="578"/>
                  </a:cxn>
                  <a:cxn ang="0">
                    <a:pos x="7105" y="578"/>
                  </a:cxn>
                  <a:cxn ang="0">
                    <a:pos x="7105" y="1971"/>
                  </a:cxn>
                  <a:cxn ang="0">
                    <a:pos x="5713" y="1971"/>
                  </a:cxn>
                  <a:cxn ang="0">
                    <a:pos x="5713" y="578"/>
                  </a:cxn>
                  <a:cxn ang="0">
                    <a:pos x="5713" y="2473"/>
                  </a:cxn>
                  <a:cxn ang="0">
                    <a:pos x="7105" y="2473"/>
                  </a:cxn>
                  <a:cxn ang="0">
                    <a:pos x="7105" y="3866"/>
                  </a:cxn>
                  <a:cxn ang="0">
                    <a:pos x="5713" y="3866"/>
                  </a:cxn>
                  <a:cxn ang="0">
                    <a:pos x="5713" y="2473"/>
                  </a:cxn>
                </a:cxnLst>
                <a:rect l="0" t="0" r="r" b="b"/>
                <a:pathLst>
                  <a:path w="7792" h="4498">
                    <a:moveTo>
                      <a:pt x="7792" y="0"/>
                    </a:moveTo>
                    <a:lnTo>
                      <a:pt x="0" y="0"/>
                    </a:lnTo>
                    <a:lnTo>
                      <a:pt x="0" y="4498"/>
                    </a:lnTo>
                    <a:lnTo>
                      <a:pt x="7792" y="4498"/>
                    </a:lnTo>
                    <a:lnTo>
                      <a:pt x="7792" y="0"/>
                    </a:lnTo>
                    <a:close/>
                    <a:moveTo>
                      <a:pt x="687" y="578"/>
                    </a:moveTo>
                    <a:lnTo>
                      <a:pt x="2079" y="578"/>
                    </a:lnTo>
                    <a:lnTo>
                      <a:pt x="2079" y="1971"/>
                    </a:lnTo>
                    <a:lnTo>
                      <a:pt x="687" y="1971"/>
                    </a:lnTo>
                    <a:lnTo>
                      <a:pt x="687" y="578"/>
                    </a:lnTo>
                    <a:close/>
                    <a:moveTo>
                      <a:pt x="687" y="2473"/>
                    </a:moveTo>
                    <a:lnTo>
                      <a:pt x="2079" y="2473"/>
                    </a:lnTo>
                    <a:lnTo>
                      <a:pt x="2079" y="3866"/>
                    </a:lnTo>
                    <a:lnTo>
                      <a:pt x="687" y="3866"/>
                    </a:lnTo>
                    <a:lnTo>
                      <a:pt x="687" y="2473"/>
                    </a:lnTo>
                    <a:close/>
                    <a:moveTo>
                      <a:pt x="2361" y="2473"/>
                    </a:moveTo>
                    <a:lnTo>
                      <a:pt x="3755" y="2473"/>
                    </a:lnTo>
                    <a:lnTo>
                      <a:pt x="3755" y="3866"/>
                    </a:lnTo>
                    <a:lnTo>
                      <a:pt x="2361" y="3866"/>
                    </a:lnTo>
                    <a:lnTo>
                      <a:pt x="2361" y="2473"/>
                    </a:lnTo>
                    <a:close/>
                    <a:moveTo>
                      <a:pt x="4037" y="2473"/>
                    </a:moveTo>
                    <a:lnTo>
                      <a:pt x="5429" y="2473"/>
                    </a:lnTo>
                    <a:lnTo>
                      <a:pt x="5429" y="3866"/>
                    </a:lnTo>
                    <a:lnTo>
                      <a:pt x="4037" y="3866"/>
                    </a:lnTo>
                    <a:lnTo>
                      <a:pt x="4037" y="2473"/>
                    </a:lnTo>
                    <a:close/>
                    <a:moveTo>
                      <a:pt x="2361" y="578"/>
                    </a:moveTo>
                    <a:lnTo>
                      <a:pt x="3755" y="578"/>
                    </a:lnTo>
                    <a:lnTo>
                      <a:pt x="3755" y="1971"/>
                    </a:lnTo>
                    <a:lnTo>
                      <a:pt x="2361" y="1971"/>
                    </a:lnTo>
                    <a:lnTo>
                      <a:pt x="2361" y="578"/>
                    </a:lnTo>
                    <a:close/>
                    <a:moveTo>
                      <a:pt x="4037" y="578"/>
                    </a:moveTo>
                    <a:lnTo>
                      <a:pt x="5429" y="578"/>
                    </a:lnTo>
                    <a:lnTo>
                      <a:pt x="5429" y="1971"/>
                    </a:lnTo>
                    <a:lnTo>
                      <a:pt x="4037" y="1971"/>
                    </a:lnTo>
                    <a:lnTo>
                      <a:pt x="4037" y="578"/>
                    </a:lnTo>
                    <a:close/>
                    <a:moveTo>
                      <a:pt x="5713" y="578"/>
                    </a:moveTo>
                    <a:lnTo>
                      <a:pt x="7105" y="578"/>
                    </a:lnTo>
                    <a:lnTo>
                      <a:pt x="7105" y="1971"/>
                    </a:lnTo>
                    <a:lnTo>
                      <a:pt x="5713" y="1971"/>
                    </a:lnTo>
                    <a:lnTo>
                      <a:pt x="5713" y="578"/>
                    </a:lnTo>
                    <a:close/>
                    <a:moveTo>
                      <a:pt x="5713" y="2473"/>
                    </a:moveTo>
                    <a:lnTo>
                      <a:pt x="7105" y="2473"/>
                    </a:lnTo>
                    <a:lnTo>
                      <a:pt x="7105" y="3866"/>
                    </a:lnTo>
                    <a:lnTo>
                      <a:pt x="5713" y="3866"/>
                    </a:lnTo>
                    <a:lnTo>
                      <a:pt x="5713" y="2473"/>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67" name="Freeform 14"/>
              <p:cNvSpPr>
                <a:spLocks noEditPoints="1"/>
              </p:cNvSpPr>
              <p:nvPr/>
            </p:nvSpPr>
            <p:spPr bwMode="gray">
              <a:xfrm>
                <a:off x="6378575" y="3081338"/>
                <a:ext cx="427038" cy="666750"/>
              </a:xfrm>
              <a:custGeom>
                <a:avLst/>
                <a:gdLst/>
                <a:ahLst/>
                <a:cxnLst>
                  <a:cxn ang="0">
                    <a:pos x="7792" y="0"/>
                  </a:cxn>
                  <a:cxn ang="0">
                    <a:pos x="0" y="12190"/>
                  </a:cxn>
                  <a:cxn ang="0">
                    <a:pos x="687" y="690"/>
                  </a:cxn>
                  <a:cxn ang="0">
                    <a:pos x="2079" y="2084"/>
                  </a:cxn>
                  <a:cxn ang="0">
                    <a:pos x="687" y="690"/>
                  </a:cxn>
                  <a:cxn ang="0">
                    <a:pos x="2079" y="10165"/>
                  </a:cxn>
                  <a:cxn ang="0">
                    <a:pos x="687" y="11558"/>
                  </a:cxn>
                  <a:cxn ang="0">
                    <a:pos x="2363" y="10165"/>
                  </a:cxn>
                  <a:cxn ang="0">
                    <a:pos x="3755" y="11558"/>
                  </a:cxn>
                  <a:cxn ang="0">
                    <a:pos x="2363" y="10165"/>
                  </a:cxn>
                  <a:cxn ang="0">
                    <a:pos x="5431" y="10165"/>
                  </a:cxn>
                  <a:cxn ang="0">
                    <a:pos x="4037" y="11558"/>
                  </a:cxn>
                  <a:cxn ang="0">
                    <a:pos x="5713" y="10165"/>
                  </a:cxn>
                  <a:cxn ang="0">
                    <a:pos x="7105" y="11558"/>
                  </a:cxn>
                  <a:cxn ang="0">
                    <a:pos x="5713" y="10165"/>
                  </a:cxn>
                  <a:cxn ang="0">
                    <a:pos x="2079" y="8270"/>
                  </a:cxn>
                  <a:cxn ang="0">
                    <a:pos x="687" y="9663"/>
                  </a:cxn>
                  <a:cxn ang="0">
                    <a:pos x="2363" y="8270"/>
                  </a:cxn>
                  <a:cxn ang="0">
                    <a:pos x="3755" y="9663"/>
                  </a:cxn>
                  <a:cxn ang="0">
                    <a:pos x="2363" y="8270"/>
                  </a:cxn>
                  <a:cxn ang="0">
                    <a:pos x="5431" y="8270"/>
                  </a:cxn>
                  <a:cxn ang="0">
                    <a:pos x="4037" y="9663"/>
                  </a:cxn>
                  <a:cxn ang="0">
                    <a:pos x="5713" y="8270"/>
                  </a:cxn>
                  <a:cxn ang="0">
                    <a:pos x="7105" y="9663"/>
                  </a:cxn>
                  <a:cxn ang="0">
                    <a:pos x="5713" y="8270"/>
                  </a:cxn>
                  <a:cxn ang="0">
                    <a:pos x="2079" y="6376"/>
                  </a:cxn>
                  <a:cxn ang="0">
                    <a:pos x="687" y="7768"/>
                  </a:cxn>
                  <a:cxn ang="0">
                    <a:pos x="2363" y="6376"/>
                  </a:cxn>
                  <a:cxn ang="0">
                    <a:pos x="3755" y="7768"/>
                  </a:cxn>
                  <a:cxn ang="0">
                    <a:pos x="2363" y="6376"/>
                  </a:cxn>
                  <a:cxn ang="0">
                    <a:pos x="5431" y="6376"/>
                  </a:cxn>
                  <a:cxn ang="0">
                    <a:pos x="4037" y="7768"/>
                  </a:cxn>
                  <a:cxn ang="0">
                    <a:pos x="5713" y="6376"/>
                  </a:cxn>
                  <a:cxn ang="0">
                    <a:pos x="7105" y="7768"/>
                  </a:cxn>
                  <a:cxn ang="0">
                    <a:pos x="5713" y="6376"/>
                  </a:cxn>
                  <a:cxn ang="0">
                    <a:pos x="2079" y="4481"/>
                  </a:cxn>
                  <a:cxn ang="0">
                    <a:pos x="687" y="5874"/>
                  </a:cxn>
                  <a:cxn ang="0">
                    <a:pos x="2363" y="4481"/>
                  </a:cxn>
                  <a:cxn ang="0">
                    <a:pos x="3755" y="5874"/>
                  </a:cxn>
                  <a:cxn ang="0">
                    <a:pos x="2363" y="4481"/>
                  </a:cxn>
                  <a:cxn ang="0">
                    <a:pos x="5431" y="4481"/>
                  </a:cxn>
                  <a:cxn ang="0">
                    <a:pos x="4037" y="5874"/>
                  </a:cxn>
                  <a:cxn ang="0">
                    <a:pos x="5713" y="4481"/>
                  </a:cxn>
                  <a:cxn ang="0">
                    <a:pos x="7105" y="5874"/>
                  </a:cxn>
                  <a:cxn ang="0">
                    <a:pos x="5713" y="4481"/>
                  </a:cxn>
                  <a:cxn ang="0">
                    <a:pos x="2079" y="2585"/>
                  </a:cxn>
                  <a:cxn ang="0">
                    <a:pos x="687" y="3979"/>
                  </a:cxn>
                  <a:cxn ang="0">
                    <a:pos x="2363" y="2585"/>
                  </a:cxn>
                  <a:cxn ang="0">
                    <a:pos x="3755" y="3979"/>
                  </a:cxn>
                  <a:cxn ang="0">
                    <a:pos x="2363" y="2585"/>
                  </a:cxn>
                  <a:cxn ang="0">
                    <a:pos x="5431" y="2585"/>
                  </a:cxn>
                  <a:cxn ang="0">
                    <a:pos x="4037" y="3979"/>
                  </a:cxn>
                  <a:cxn ang="0">
                    <a:pos x="2363" y="690"/>
                  </a:cxn>
                  <a:cxn ang="0">
                    <a:pos x="3755" y="2084"/>
                  </a:cxn>
                  <a:cxn ang="0">
                    <a:pos x="2363" y="690"/>
                  </a:cxn>
                  <a:cxn ang="0">
                    <a:pos x="5431" y="690"/>
                  </a:cxn>
                  <a:cxn ang="0">
                    <a:pos x="4037" y="2084"/>
                  </a:cxn>
                  <a:cxn ang="0">
                    <a:pos x="5713" y="690"/>
                  </a:cxn>
                  <a:cxn ang="0">
                    <a:pos x="7105" y="2084"/>
                  </a:cxn>
                  <a:cxn ang="0">
                    <a:pos x="5713" y="690"/>
                  </a:cxn>
                  <a:cxn ang="0">
                    <a:pos x="7105" y="2585"/>
                  </a:cxn>
                  <a:cxn ang="0">
                    <a:pos x="5713" y="3979"/>
                  </a:cxn>
                </a:cxnLst>
                <a:rect l="0" t="0" r="r" b="b"/>
                <a:pathLst>
                  <a:path w="7792" h="12190">
                    <a:moveTo>
                      <a:pt x="0" y="0"/>
                    </a:moveTo>
                    <a:lnTo>
                      <a:pt x="7792" y="0"/>
                    </a:lnTo>
                    <a:lnTo>
                      <a:pt x="7792" y="12190"/>
                    </a:lnTo>
                    <a:lnTo>
                      <a:pt x="0" y="12190"/>
                    </a:lnTo>
                    <a:lnTo>
                      <a:pt x="0" y="0"/>
                    </a:lnTo>
                    <a:close/>
                    <a:moveTo>
                      <a:pt x="687" y="690"/>
                    </a:moveTo>
                    <a:lnTo>
                      <a:pt x="2079" y="690"/>
                    </a:lnTo>
                    <a:lnTo>
                      <a:pt x="2079" y="2084"/>
                    </a:lnTo>
                    <a:lnTo>
                      <a:pt x="687" y="2084"/>
                    </a:lnTo>
                    <a:lnTo>
                      <a:pt x="687" y="690"/>
                    </a:lnTo>
                    <a:close/>
                    <a:moveTo>
                      <a:pt x="687" y="10165"/>
                    </a:moveTo>
                    <a:lnTo>
                      <a:pt x="2079" y="10165"/>
                    </a:lnTo>
                    <a:lnTo>
                      <a:pt x="2079" y="11558"/>
                    </a:lnTo>
                    <a:lnTo>
                      <a:pt x="687" y="11558"/>
                    </a:lnTo>
                    <a:lnTo>
                      <a:pt x="687" y="10165"/>
                    </a:lnTo>
                    <a:close/>
                    <a:moveTo>
                      <a:pt x="2363" y="10165"/>
                    </a:moveTo>
                    <a:lnTo>
                      <a:pt x="3755" y="10165"/>
                    </a:lnTo>
                    <a:lnTo>
                      <a:pt x="3755" y="11558"/>
                    </a:lnTo>
                    <a:lnTo>
                      <a:pt x="2363" y="11558"/>
                    </a:lnTo>
                    <a:lnTo>
                      <a:pt x="2363" y="10165"/>
                    </a:lnTo>
                    <a:close/>
                    <a:moveTo>
                      <a:pt x="4037" y="10165"/>
                    </a:moveTo>
                    <a:lnTo>
                      <a:pt x="5431" y="10165"/>
                    </a:lnTo>
                    <a:lnTo>
                      <a:pt x="5431" y="11558"/>
                    </a:lnTo>
                    <a:lnTo>
                      <a:pt x="4037" y="11558"/>
                    </a:lnTo>
                    <a:lnTo>
                      <a:pt x="4037" y="10165"/>
                    </a:lnTo>
                    <a:close/>
                    <a:moveTo>
                      <a:pt x="5713" y="10165"/>
                    </a:moveTo>
                    <a:lnTo>
                      <a:pt x="7105" y="10165"/>
                    </a:lnTo>
                    <a:lnTo>
                      <a:pt x="7105" y="11558"/>
                    </a:lnTo>
                    <a:lnTo>
                      <a:pt x="5713" y="11558"/>
                    </a:lnTo>
                    <a:lnTo>
                      <a:pt x="5713" y="10165"/>
                    </a:lnTo>
                    <a:close/>
                    <a:moveTo>
                      <a:pt x="687" y="8270"/>
                    </a:moveTo>
                    <a:lnTo>
                      <a:pt x="2079" y="8270"/>
                    </a:lnTo>
                    <a:lnTo>
                      <a:pt x="2079" y="9663"/>
                    </a:lnTo>
                    <a:lnTo>
                      <a:pt x="687" y="9663"/>
                    </a:lnTo>
                    <a:lnTo>
                      <a:pt x="687" y="8270"/>
                    </a:lnTo>
                    <a:close/>
                    <a:moveTo>
                      <a:pt x="2363" y="8270"/>
                    </a:moveTo>
                    <a:lnTo>
                      <a:pt x="3755" y="8270"/>
                    </a:lnTo>
                    <a:lnTo>
                      <a:pt x="3755" y="9663"/>
                    </a:lnTo>
                    <a:lnTo>
                      <a:pt x="2363" y="9663"/>
                    </a:lnTo>
                    <a:lnTo>
                      <a:pt x="2363" y="8270"/>
                    </a:lnTo>
                    <a:close/>
                    <a:moveTo>
                      <a:pt x="4037" y="8270"/>
                    </a:moveTo>
                    <a:lnTo>
                      <a:pt x="5431" y="8270"/>
                    </a:lnTo>
                    <a:lnTo>
                      <a:pt x="5431" y="9663"/>
                    </a:lnTo>
                    <a:lnTo>
                      <a:pt x="4037" y="9663"/>
                    </a:lnTo>
                    <a:lnTo>
                      <a:pt x="4037" y="8270"/>
                    </a:lnTo>
                    <a:close/>
                    <a:moveTo>
                      <a:pt x="5713" y="8270"/>
                    </a:moveTo>
                    <a:lnTo>
                      <a:pt x="7105" y="8270"/>
                    </a:lnTo>
                    <a:lnTo>
                      <a:pt x="7105" y="9663"/>
                    </a:lnTo>
                    <a:lnTo>
                      <a:pt x="5713" y="9663"/>
                    </a:lnTo>
                    <a:lnTo>
                      <a:pt x="5713" y="8270"/>
                    </a:lnTo>
                    <a:close/>
                    <a:moveTo>
                      <a:pt x="687" y="6376"/>
                    </a:moveTo>
                    <a:lnTo>
                      <a:pt x="2079" y="6376"/>
                    </a:lnTo>
                    <a:lnTo>
                      <a:pt x="2079" y="7768"/>
                    </a:lnTo>
                    <a:lnTo>
                      <a:pt x="687" y="7768"/>
                    </a:lnTo>
                    <a:lnTo>
                      <a:pt x="687" y="6376"/>
                    </a:lnTo>
                    <a:close/>
                    <a:moveTo>
                      <a:pt x="2363" y="6376"/>
                    </a:moveTo>
                    <a:lnTo>
                      <a:pt x="3755" y="6376"/>
                    </a:lnTo>
                    <a:lnTo>
                      <a:pt x="3755" y="7768"/>
                    </a:lnTo>
                    <a:lnTo>
                      <a:pt x="2363" y="7768"/>
                    </a:lnTo>
                    <a:lnTo>
                      <a:pt x="2363" y="6376"/>
                    </a:lnTo>
                    <a:close/>
                    <a:moveTo>
                      <a:pt x="4037" y="6376"/>
                    </a:moveTo>
                    <a:lnTo>
                      <a:pt x="5431" y="6376"/>
                    </a:lnTo>
                    <a:lnTo>
                      <a:pt x="5431" y="7768"/>
                    </a:lnTo>
                    <a:lnTo>
                      <a:pt x="4037" y="7768"/>
                    </a:lnTo>
                    <a:lnTo>
                      <a:pt x="4037" y="6376"/>
                    </a:lnTo>
                    <a:close/>
                    <a:moveTo>
                      <a:pt x="5713" y="6376"/>
                    </a:moveTo>
                    <a:lnTo>
                      <a:pt x="7105" y="6376"/>
                    </a:lnTo>
                    <a:lnTo>
                      <a:pt x="7105" y="7768"/>
                    </a:lnTo>
                    <a:lnTo>
                      <a:pt x="5713" y="7768"/>
                    </a:lnTo>
                    <a:lnTo>
                      <a:pt x="5713" y="6376"/>
                    </a:lnTo>
                    <a:close/>
                    <a:moveTo>
                      <a:pt x="687" y="4481"/>
                    </a:moveTo>
                    <a:lnTo>
                      <a:pt x="2079" y="4481"/>
                    </a:lnTo>
                    <a:lnTo>
                      <a:pt x="2079" y="5874"/>
                    </a:lnTo>
                    <a:lnTo>
                      <a:pt x="687" y="5874"/>
                    </a:lnTo>
                    <a:lnTo>
                      <a:pt x="687" y="4481"/>
                    </a:lnTo>
                    <a:close/>
                    <a:moveTo>
                      <a:pt x="2363" y="4481"/>
                    </a:moveTo>
                    <a:lnTo>
                      <a:pt x="3755" y="4481"/>
                    </a:lnTo>
                    <a:lnTo>
                      <a:pt x="3755" y="5874"/>
                    </a:lnTo>
                    <a:lnTo>
                      <a:pt x="2363" y="5874"/>
                    </a:lnTo>
                    <a:lnTo>
                      <a:pt x="2363" y="4481"/>
                    </a:lnTo>
                    <a:close/>
                    <a:moveTo>
                      <a:pt x="4037" y="4481"/>
                    </a:moveTo>
                    <a:lnTo>
                      <a:pt x="5431" y="4481"/>
                    </a:lnTo>
                    <a:lnTo>
                      <a:pt x="5431" y="5874"/>
                    </a:lnTo>
                    <a:lnTo>
                      <a:pt x="4037" y="5874"/>
                    </a:lnTo>
                    <a:lnTo>
                      <a:pt x="4037" y="4481"/>
                    </a:lnTo>
                    <a:close/>
                    <a:moveTo>
                      <a:pt x="5713" y="4481"/>
                    </a:moveTo>
                    <a:lnTo>
                      <a:pt x="7105" y="4481"/>
                    </a:lnTo>
                    <a:lnTo>
                      <a:pt x="7105" y="5874"/>
                    </a:lnTo>
                    <a:lnTo>
                      <a:pt x="5713" y="5874"/>
                    </a:lnTo>
                    <a:lnTo>
                      <a:pt x="5713" y="4481"/>
                    </a:lnTo>
                    <a:close/>
                    <a:moveTo>
                      <a:pt x="687" y="2585"/>
                    </a:moveTo>
                    <a:lnTo>
                      <a:pt x="2079" y="2585"/>
                    </a:lnTo>
                    <a:lnTo>
                      <a:pt x="2079" y="3979"/>
                    </a:lnTo>
                    <a:lnTo>
                      <a:pt x="687" y="3979"/>
                    </a:lnTo>
                    <a:lnTo>
                      <a:pt x="687" y="2585"/>
                    </a:lnTo>
                    <a:close/>
                    <a:moveTo>
                      <a:pt x="2363" y="2585"/>
                    </a:moveTo>
                    <a:lnTo>
                      <a:pt x="3755" y="2585"/>
                    </a:lnTo>
                    <a:lnTo>
                      <a:pt x="3755" y="3979"/>
                    </a:lnTo>
                    <a:lnTo>
                      <a:pt x="2363" y="3979"/>
                    </a:lnTo>
                    <a:lnTo>
                      <a:pt x="2363" y="2585"/>
                    </a:lnTo>
                    <a:close/>
                    <a:moveTo>
                      <a:pt x="4037" y="2585"/>
                    </a:moveTo>
                    <a:lnTo>
                      <a:pt x="5431" y="2585"/>
                    </a:lnTo>
                    <a:lnTo>
                      <a:pt x="5431" y="3979"/>
                    </a:lnTo>
                    <a:lnTo>
                      <a:pt x="4037" y="3979"/>
                    </a:lnTo>
                    <a:lnTo>
                      <a:pt x="4037" y="2585"/>
                    </a:lnTo>
                    <a:close/>
                    <a:moveTo>
                      <a:pt x="2363" y="690"/>
                    </a:moveTo>
                    <a:lnTo>
                      <a:pt x="3755" y="690"/>
                    </a:lnTo>
                    <a:lnTo>
                      <a:pt x="3755" y="2084"/>
                    </a:lnTo>
                    <a:lnTo>
                      <a:pt x="2363" y="2084"/>
                    </a:lnTo>
                    <a:lnTo>
                      <a:pt x="2363" y="690"/>
                    </a:lnTo>
                    <a:close/>
                    <a:moveTo>
                      <a:pt x="4037" y="690"/>
                    </a:moveTo>
                    <a:lnTo>
                      <a:pt x="5431" y="690"/>
                    </a:lnTo>
                    <a:lnTo>
                      <a:pt x="5431" y="2084"/>
                    </a:lnTo>
                    <a:lnTo>
                      <a:pt x="4037" y="2084"/>
                    </a:lnTo>
                    <a:lnTo>
                      <a:pt x="4037" y="690"/>
                    </a:lnTo>
                    <a:close/>
                    <a:moveTo>
                      <a:pt x="5713" y="690"/>
                    </a:moveTo>
                    <a:lnTo>
                      <a:pt x="7105" y="690"/>
                    </a:lnTo>
                    <a:lnTo>
                      <a:pt x="7105" y="2084"/>
                    </a:lnTo>
                    <a:lnTo>
                      <a:pt x="5713" y="2084"/>
                    </a:lnTo>
                    <a:lnTo>
                      <a:pt x="5713" y="690"/>
                    </a:lnTo>
                    <a:close/>
                    <a:moveTo>
                      <a:pt x="5713" y="2585"/>
                    </a:moveTo>
                    <a:lnTo>
                      <a:pt x="7105" y="2585"/>
                    </a:lnTo>
                    <a:lnTo>
                      <a:pt x="7105" y="3979"/>
                    </a:lnTo>
                    <a:lnTo>
                      <a:pt x="5713" y="3979"/>
                    </a:lnTo>
                    <a:lnTo>
                      <a:pt x="5713" y="2585"/>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grpSp>
        <p:sp>
          <p:nvSpPr>
            <p:cNvPr id="62" name="矩形 61"/>
            <p:cNvSpPr/>
            <p:nvPr/>
          </p:nvSpPr>
          <p:spPr bwMode="gray">
            <a:xfrm>
              <a:off x="699103" y="4370478"/>
              <a:ext cx="644728" cy="307777"/>
            </a:xfrm>
            <a:prstGeom prst="rect">
              <a:avLst/>
            </a:prstGeom>
          </p:spPr>
          <p:txBody>
            <a:bodyPr wrap="none">
              <a:spAutoFit/>
            </a:bodyPr>
            <a:lstStyle/>
            <a:p>
              <a:r>
                <a:rPr lang="zh-CN" altLang="en-US" sz="1399">
                  <a:solidFill>
                    <a:schemeClr val="bg1">
                      <a:lumMod val="50000"/>
                    </a:schemeClr>
                  </a:solidFill>
                </a:rPr>
                <a:t>分支</a:t>
              </a:r>
              <a:r>
                <a:rPr lang="en-US" altLang="zh-CN" sz="1399">
                  <a:solidFill>
                    <a:schemeClr val="bg1">
                      <a:lumMod val="50000"/>
                    </a:schemeClr>
                  </a:solidFill>
                </a:rPr>
                <a:t>1</a:t>
              </a:r>
            </a:p>
          </p:txBody>
        </p:sp>
      </p:grpSp>
      <p:sp>
        <p:nvSpPr>
          <p:cNvPr id="68" name="圆角矩形 75"/>
          <p:cNvSpPr/>
          <p:nvPr/>
        </p:nvSpPr>
        <p:spPr bwMode="gray">
          <a:xfrm>
            <a:off x="1691425" y="3716226"/>
            <a:ext cx="3436025" cy="244287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a:lnSpc>
                <a:spcPts val="2599"/>
              </a:lnSpc>
              <a:spcAft>
                <a:spcPts val="600"/>
              </a:spcAft>
            </a:pPr>
            <a:endParaRPr lang="en-US" altLang="zh-CN" sz="15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9" name="直接箭头连接符 68"/>
          <p:cNvCxnSpPr>
            <a:stCxn id="56" idx="2"/>
            <a:endCxn id="70" idx="0"/>
          </p:cNvCxnSpPr>
          <p:nvPr/>
        </p:nvCxnSpPr>
        <p:spPr bwMode="gray">
          <a:xfrm flipH="1">
            <a:off x="2979262" y="2492671"/>
            <a:ext cx="457206" cy="1470264"/>
          </a:xfrm>
          <a:prstGeom prst="straightConnector1">
            <a:avLst/>
          </a:prstGeom>
          <a:noFill/>
          <a:ln w="19050" algn="ctr">
            <a:solidFill>
              <a:srgbClr val="EC7061"/>
            </a:solidFill>
            <a:prstDash val="sysDot"/>
            <a:round/>
            <a:headEnd type="triangle" w="med" len="med"/>
            <a:tailEnd type="triangle" w="med" len="med"/>
          </a:ln>
        </p:spPr>
      </p:cxnSp>
      <p:pic>
        <p:nvPicPr>
          <p:cNvPr id="70" name="图片 69"/>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2730431" y="3962935"/>
            <a:ext cx="497660" cy="407176"/>
          </a:xfrm>
          <a:prstGeom prst="rect">
            <a:avLst/>
          </a:prstGeom>
        </p:spPr>
      </p:pic>
      <p:pic>
        <p:nvPicPr>
          <p:cNvPr id="71" name="图片 70"/>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4205595" y="3953914"/>
            <a:ext cx="497660" cy="407176"/>
          </a:xfrm>
          <a:prstGeom prst="rect">
            <a:avLst/>
          </a:prstGeom>
        </p:spPr>
      </p:pic>
      <p:cxnSp>
        <p:nvCxnSpPr>
          <p:cNvPr id="72" name="直接连接符 71">
            <a:extLst>
              <a:ext uri="{FF2B5EF4-FFF2-40B4-BE49-F238E27FC236}">
                <a16:creationId xmlns:a16="http://schemas.microsoft.com/office/drawing/2014/main" id="{94275FFE-3BE6-4C12-8737-FDFE3456C4A2}"/>
              </a:ext>
            </a:extLst>
          </p:cNvPr>
          <p:cNvCxnSpPr>
            <a:stCxn id="53" idx="0"/>
            <a:endCxn id="89" idx="3"/>
          </p:cNvCxnSpPr>
          <p:nvPr/>
        </p:nvCxnSpPr>
        <p:spPr bwMode="gray">
          <a:xfrm flipV="1">
            <a:off x="2979262" y="5030180"/>
            <a:ext cx="985700" cy="612975"/>
          </a:xfrm>
          <a:prstGeom prst="line">
            <a:avLst/>
          </a:prstGeom>
          <a:noFill/>
          <a:ln w="19050" cap="flat" cmpd="sng" algn="ctr">
            <a:solidFill>
              <a:srgbClr val="56C4D2"/>
            </a:solidFill>
            <a:prstDash val="solid"/>
          </a:ln>
          <a:effectLst/>
        </p:spPr>
      </p:cxnSp>
      <p:cxnSp>
        <p:nvCxnSpPr>
          <p:cNvPr id="73" name="直接连接符 72">
            <a:extLst>
              <a:ext uri="{FF2B5EF4-FFF2-40B4-BE49-F238E27FC236}">
                <a16:creationId xmlns:a16="http://schemas.microsoft.com/office/drawing/2014/main" id="{94275FFE-3BE6-4C12-8737-FDFE3456C4A2}"/>
              </a:ext>
            </a:extLst>
          </p:cNvPr>
          <p:cNvCxnSpPr>
            <a:stCxn id="54" idx="0"/>
            <a:endCxn id="89" idx="1"/>
          </p:cNvCxnSpPr>
          <p:nvPr/>
        </p:nvCxnSpPr>
        <p:spPr bwMode="gray">
          <a:xfrm flipH="1" flipV="1">
            <a:off x="3467303" y="5030180"/>
            <a:ext cx="987123" cy="612975"/>
          </a:xfrm>
          <a:prstGeom prst="line">
            <a:avLst/>
          </a:prstGeom>
          <a:noFill/>
          <a:ln w="19050" cap="flat" cmpd="sng" algn="ctr">
            <a:solidFill>
              <a:srgbClr val="56C4D2"/>
            </a:solidFill>
            <a:prstDash val="solid"/>
          </a:ln>
          <a:effectLst/>
        </p:spPr>
      </p:cxnSp>
      <p:cxnSp>
        <p:nvCxnSpPr>
          <p:cNvPr id="74" name="直接连接符 73">
            <a:extLst>
              <a:ext uri="{FF2B5EF4-FFF2-40B4-BE49-F238E27FC236}">
                <a16:creationId xmlns:a16="http://schemas.microsoft.com/office/drawing/2014/main" id="{94275FFE-3BE6-4C12-8737-FDFE3456C4A2}"/>
              </a:ext>
            </a:extLst>
          </p:cNvPr>
          <p:cNvCxnSpPr>
            <a:stCxn id="89" idx="3"/>
            <a:endCxn id="70" idx="2"/>
          </p:cNvCxnSpPr>
          <p:nvPr/>
        </p:nvCxnSpPr>
        <p:spPr bwMode="gray">
          <a:xfrm flipH="1" flipV="1">
            <a:off x="2979262" y="4370110"/>
            <a:ext cx="985700" cy="660070"/>
          </a:xfrm>
          <a:prstGeom prst="line">
            <a:avLst/>
          </a:prstGeom>
          <a:noFill/>
          <a:ln w="19050" cap="flat" cmpd="sng" algn="ctr">
            <a:solidFill>
              <a:srgbClr val="56C4D2"/>
            </a:solidFill>
            <a:prstDash val="solid"/>
          </a:ln>
          <a:effectLst/>
        </p:spPr>
      </p:cxnSp>
      <p:cxnSp>
        <p:nvCxnSpPr>
          <p:cNvPr id="75" name="直接连接符 74">
            <a:extLst>
              <a:ext uri="{FF2B5EF4-FFF2-40B4-BE49-F238E27FC236}">
                <a16:creationId xmlns:a16="http://schemas.microsoft.com/office/drawing/2014/main" id="{94275FFE-3BE6-4C12-8737-FDFE3456C4A2}"/>
              </a:ext>
            </a:extLst>
          </p:cNvPr>
          <p:cNvCxnSpPr>
            <a:stCxn id="89" idx="1"/>
            <a:endCxn id="71" idx="2"/>
          </p:cNvCxnSpPr>
          <p:nvPr/>
        </p:nvCxnSpPr>
        <p:spPr bwMode="gray">
          <a:xfrm flipV="1">
            <a:off x="3467303" y="4361090"/>
            <a:ext cx="987123" cy="669091"/>
          </a:xfrm>
          <a:prstGeom prst="line">
            <a:avLst/>
          </a:prstGeom>
          <a:noFill/>
          <a:ln w="19050" cap="flat" cmpd="sng" algn="ctr">
            <a:solidFill>
              <a:srgbClr val="56C4D2"/>
            </a:solidFill>
            <a:prstDash val="solid"/>
          </a:ln>
          <a:effectLst/>
        </p:spPr>
      </p:cxnSp>
      <p:sp>
        <p:nvSpPr>
          <p:cNvPr id="76" name="矩形 75"/>
          <p:cNvSpPr/>
          <p:nvPr/>
        </p:nvSpPr>
        <p:spPr bwMode="gray">
          <a:xfrm>
            <a:off x="2635250" y="3081300"/>
            <a:ext cx="543527" cy="307657"/>
          </a:xfrm>
          <a:prstGeom prst="rect">
            <a:avLst/>
          </a:prstGeom>
        </p:spPr>
        <p:txBody>
          <a:bodyPr wrap="none">
            <a:spAutoFit/>
          </a:bodyPr>
          <a:lstStyle/>
          <a:p>
            <a:r>
              <a:rPr lang="zh-CN" altLang="en-US" sz="1399" b="1" dirty="0">
                <a:solidFill>
                  <a:srgbClr val="C7000B"/>
                </a:solidFill>
              </a:rPr>
              <a:t>专线</a:t>
            </a:r>
            <a:endParaRPr lang="en-US" altLang="zh-CN" sz="1399" b="1" dirty="0">
              <a:solidFill>
                <a:srgbClr val="C7000B"/>
              </a:solidFill>
            </a:endParaRPr>
          </a:p>
        </p:txBody>
      </p:sp>
      <p:sp>
        <p:nvSpPr>
          <p:cNvPr id="77" name="Freeform 159"/>
          <p:cNvSpPr/>
          <p:nvPr/>
        </p:nvSpPr>
        <p:spPr bwMode="gray">
          <a:xfrm flipH="1">
            <a:off x="4454425" y="2869605"/>
            <a:ext cx="835658" cy="43682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矩形 77"/>
          <p:cNvSpPr/>
          <p:nvPr/>
        </p:nvSpPr>
        <p:spPr bwMode="gray">
          <a:xfrm>
            <a:off x="4458129" y="3008519"/>
            <a:ext cx="831954" cy="307657"/>
          </a:xfrm>
          <a:prstGeom prst="rect">
            <a:avLst/>
          </a:prstGeom>
        </p:spPr>
        <p:txBody>
          <a:bodyPr wrap="none">
            <a:spAutoFit/>
          </a:bodyPr>
          <a:lstStyle/>
          <a:p>
            <a:pPr algn="ctr"/>
            <a:r>
              <a:rPr lang="en-US" altLang="zh-CN" sz="1399" dirty="0">
                <a:latin typeface="Huawei Sans" panose="020C0503030203020204" pitchFamily="34" charset="0"/>
                <a:ea typeface="方正兰亭黑简体" panose="02000000000000000000" pitchFamily="2" charset="-122"/>
                <a:sym typeface="Huawei Sans" panose="020C0503030203020204" pitchFamily="34" charset="0"/>
              </a:rPr>
              <a:t>Internet</a:t>
            </a:r>
          </a:p>
        </p:txBody>
      </p:sp>
      <p:cxnSp>
        <p:nvCxnSpPr>
          <p:cNvPr id="79" name="直接箭头连接符 78"/>
          <p:cNvCxnSpPr>
            <a:stCxn id="78" idx="2"/>
            <a:endCxn id="71" idx="0"/>
          </p:cNvCxnSpPr>
          <p:nvPr/>
        </p:nvCxnSpPr>
        <p:spPr bwMode="gray">
          <a:xfrm flipH="1">
            <a:off x="4454426" y="3316175"/>
            <a:ext cx="419681" cy="637739"/>
          </a:xfrm>
          <a:prstGeom prst="straightConnector1">
            <a:avLst/>
          </a:prstGeom>
          <a:noFill/>
          <a:ln w="19050" algn="ctr">
            <a:solidFill>
              <a:srgbClr val="56C4D2"/>
            </a:solidFill>
            <a:prstDash val="sysDot"/>
            <a:round/>
            <a:headEnd type="triangle" w="med" len="med"/>
            <a:tailEnd type="triangle" w="med" len="med"/>
          </a:ln>
        </p:spPr>
      </p:cxnSp>
      <p:cxnSp>
        <p:nvCxnSpPr>
          <p:cNvPr id="80" name="直接箭头连接符 79"/>
          <p:cNvCxnSpPr>
            <a:stCxn id="56" idx="2"/>
            <a:endCxn id="77" idx="0"/>
          </p:cNvCxnSpPr>
          <p:nvPr/>
        </p:nvCxnSpPr>
        <p:spPr bwMode="gray">
          <a:xfrm>
            <a:off x="3436468" y="2492671"/>
            <a:ext cx="1345616" cy="376934"/>
          </a:xfrm>
          <a:prstGeom prst="straightConnector1">
            <a:avLst/>
          </a:prstGeom>
          <a:noFill/>
          <a:ln w="19050" algn="ctr">
            <a:solidFill>
              <a:srgbClr val="56C4D2"/>
            </a:solidFill>
            <a:prstDash val="sysDot"/>
            <a:round/>
            <a:headEnd type="triangle" w="med" len="med"/>
            <a:tailEnd type="triangle" w="med" len="med"/>
          </a:ln>
        </p:spPr>
      </p:cxnSp>
      <p:sp>
        <p:nvSpPr>
          <p:cNvPr id="85" name="Can 9"/>
          <p:cNvSpPr/>
          <p:nvPr/>
        </p:nvSpPr>
        <p:spPr bwMode="gray">
          <a:xfrm rot="8835177">
            <a:off x="3881920" y="2504894"/>
            <a:ext cx="227671" cy="1502616"/>
          </a:xfrm>
          <a:prstGeom prst="can">
            <a:avLst>
              <a:gd name="adj" fmla="val 40000"/>
            </a:avLst>
          </a:prstGeom>
          <a:solidFill>
            <a:srgbClr val="BEE9E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文本框 85"/>
          <p:cNvSpPr txBox="1"/>
          <p:nvPr/>
        </p:nvSpPr>
        <p:spPr bwMode="gray">
          <a:xfrm rot="19560079">
            <a:off x="3811087" y="2836421"/>
            <a:ext cx="369332" cy="792846"/>
          </a:xfrm>
          <a:prstGeom prst="rect">
            <a:avLst/>
          </a:prstGeom>
          <a:noFill/>
        </p:spPr>
        <p:txBody>
          <a:bodyPr vert="eaVert" wrap="none" rtlCol="0">
            <a:spAutoFit/>
          </a:bodyPr>
          <a:lstStyle/>
          <a:p>
            <a:r>
              <a:rPr lang="en-US" altLang="zh-CN" sz="1200" dirty="0">
                <a:solidFill>
                  <a:srgbClr val="C7000B"/>
                </a:solidFill>
              </a:rPr>
              <a:t>IPsec</a:t>
            </a:r>
            <a:r>
              <a:rPr lang="zh-CN" altLang="en-US" sz="1200" dirty="0">
                <a:solidFill>
                  <a:srgbClr val="C7000B"/>
                </a:solidFill>
              </a:rPr>
              <a:t> </a:t>
            </a:r>
            <a:r>
              <a:rPr lang="en-US" altLang="zh-CN" sz="1200" dirty="0">
                <a:solidFill>
                  <a:srgbClr val="C7000B"/>
                </a:solidFill>
              </a:rPr>
              <a:t>VPN</a:t>
            </a:r>
          </a:p>
        </p:txBody>
      </p:sp>
      <p:pic>
        <p:nvPicPr>
          <p:cNvPr id="89" name="图片 88" descr="堆叠CE交换机蓝.png"/>
          <p:cNvPicPr>
            <a:picLocks/>
          </p:cNvPicPr>
          <p:nvPr/>
        </p:nvPicPr>
        <p:blipFill>
          <a:blip r:embed="rId6" cstate="print"/>
          <a:stretch>
            <a:fillRect/>
          </a:stretch>
        </p:blipFill>
        <p:spPr bwMode="gray">
          <a:xfrm>
            <a:off x="3467302" y="4826593"/>
            <a:ext cx="497660" cy="407176"/>
          </a:xfrm>
          <a:prstGeom prst="rect">
            <a:avLst/>
          </a:prstGeom>
        </p:spPr>
      </p:pic>
      <p:grpSp>
        <p:nvGrpSpPr>
          <p:cNvPr id="92" name="组合 91"/>
          <p:cNvGrpSpPr/>
          <p:nvPr/>
        </p:nvGrpSpPr>
        <p:grpSpPr bwMode="gray">
          <a:xfrm>
            <a:off x="546334" y="2712112"/>
            <a:ext cx="1322957" cy="523016"/>
            <a:chOff x="561545" y="1222329"/>
            <a:chExt cx="1323474" cy="523220"/>
          </a:xfrm>
        </p:grpSpPr>
        <p:sp>
          <p:nvSpPr>
            <p:cNvPr id="94" name="矩形 93"/>
            <p:cNvSpPr/>
            <p:nvPr/>
          </p:nvSpPr>
          <p:spPr bwMode="gray">
            <a:xfrm>
              <a:off x="982208" y="1222329"/>
              <a:ext cx="902811" cy="523220"/>
            </a:xfrm>
            <a:prstGeom prst="rect">
              <a:avLst/>
            </a:prstGeom>
          </p:spPr>
          <p:txBody>
            <a:bodyPr wrap="none">
              <a:spAutoFit/>
            </a:bodyPr>
            <a:lstStyle/>
            <a:p>
              <a:pPr algn="ctr"/>
              <a:r>
                <a:rPr lang="zh-CN" altLang="en-US" sz="1399" dirty="0">
                  <a:latin typeface="Huawei Sans" panose="020C0503030203020204" pitchFamily="34" charset="0"/>
                  <a:ea typeface="方正兰亭黑简体" panose="02000000000000000000" pitchFamily="2" charset="-122"/>
                  <a:sym typeface="Huawei Sans" panose="020C0503030203020204" pitchFamily="34" charset="0"/>
                </a:rPr>
                <a:t>链路聚合</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399" dirty="0">
                  <a:latin typeface="Huawei Sans" panose="020C0503030203020204" pitchFamily="34" charset="0"/>
                  <a:ea typeface="方正兰亭黑简体" panose="02000000000000000000" pitchFamily="2" charset="-122"/>
                  <a:sym typeface="Huawei Sans" panose="020C0503030203020204" pitchFamily="34" charset="0"/>
                </a:rPr>
                <a:t>逻辑链路</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5" name="直接连接符 94">
              <a:extLst>
                <a:ext uri="{FF2B5EF4-FFF2-40B4-BE49-F238E27FC236}">
                  <a16:creationId xmlns:a16="http://schemas.microsoft.com/office/drawing/2014/main" id="{94275FFE-3BE6-4C12-8737-FDFE3456C4A2}"/>
                </a:ext>
              </a:extLst>
            </p:cNvPr>
            <p:cNvCxnSpPr/>
            <p:nvPr/>
          </p:nvCxnSpPr>
          <p:spPr bwMode="gray">
            <a:xfrm flipH="1">
              <a:off x="561545" y="1483939"/>
              <a:ext cx="420663" cy="0"/>
            </a:xfrm>
            <a:prstGeom prst="line">
              <a:avLst/>
            </a:prstGeom>
            <a:noFill/>
            <a:ln w="19050" cap="flat" cmpd="sng" algn="ctr">
              <a:solidFill>
                <a:srgbClr val="56C4D2"/>
              </a:solidFill>
              <a:prstDash val="solid"/>
            </a:ln>
            <a:effectLst/>
          </p:spPr>
        </p:cxnSp>
      </p:grpSp>
      <p:sp>
        <p:nvSpPr>
          <p:cNvPr id="41" name="五边形 6"/>
          <p:cNvSpPr/>
          <p:nvPr/>
        </p:nvSpPr>
        <p:spPr bwMode="gray">
          <a:xfrm>
            <a:off x="9011894" y="120131"/>
            <a:ext cx="1560036"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注意事项与课堂环节</a:t>
            </a:r>
          </a:p>
        </p:txBody>
      </p:sp>
      <p:sp>
        <p:nvSpPr>
          <p:cNvPr id="42" name="燕尾形 7"/>
          <p:cNvSpPr/>
          <p:nvPr/>
        </p:nvSpPr>
        <p:spPr bwMode="gray">
          <a:xfrm>
            <a:off x="10481819" y="120131"/>
            <a:ext cx="1259508"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割接场景</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1954812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Freeform 159"/>
          <p:cNvSpPr/>
          <p:nvPr/>
        </p:nvSpPr>
        <p:spPr bwMode="gray">
          <a:xfrm flipH="1">
            <a:off x="2331144" y="1265685"/>
            <a:ext cx="2142753" cy="112007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7958" rtlCol="0" anchor="ctr">
            <a:noAutofit/>
          </a:bodyPr>
          <a:lstStyle/>
          <a:p>
            <a:pPr algn="ctr"/>
            <a:endParaRPr lang="en-US" sz="1200" b="1">
              <a:solidFill>
                <a:schemeClr val="bg1">
                  <a:lumMod val="50000"/>
                </a:schemeClr>
              </a:solidFill>
            </a:endParaRPr>
          </a:p>
        </p:txBody>
      </p:sp>
      <p:sp>
        <p:nvSpPr>
          <p:cNvPr id="147" name="圆角矩形 146"/>
          <p:cNvSpPr/>
          <p:nvPr/>
        </p:nvSpPr>
        <p:spPr bwMode="gray">
          <a:xfrm>
            <a:off x="2385713" y="3909549"/>
            <a:ext cx="4012589" cy="487439"/>
          </a:xfrm>
          <a:prstGeom prst="roundRect">
            <a:avLst>
              <a:gd name="adj" fmla="val 6484"/>
            </a:avLst>
          </a:prstGeom>
          <a:noFill/>
          <a:ln w="12700" cap="flat" cmpd="sng" algn="ctr">
            <a:solidFill>
              <a:srgbClr val="56C4D2"/>
            </a:solidFill>
            <a:prstDash val="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599" kern="0">
              <a:solidFill>
                <a:srgbClr val="1D1D1A"/>
              </a:solidFill>
              <a:latin typeface="Huawei Sans" panose="020C0503030203020204" pitchFamily="34" charset="0"/>
              <a:ea typeface="方正兰亭黑简体" panose="02000000000000000000" pitchFamily="2" charset="-122"/>
            </a:endParaRPr>
          </a:p>
        </p:txBody>
      </p:sp>
      <p:sp>
        <p:nvSpPr>
          <p:cNvPr id="2" name="标题 1"/>
          <p:cNvSpPr>
            <a:spLocks noGrp="1"/>
          </p:cNvSpPr>
          <p:nvPr>
            <p:ph type="title"/>
          </p:nvPr>
        </p:nvSpPr>
        <p:spPr bwMode="gray"/>
        <p:txBody>
          <a:bodyPr/>
          <a:lstStyle/>
          <a:p>
            <a:r>
              <a:rPr lang="zh-CN" altLang="en-US" dirty="0"/>
              <a:t>目标逻辑拓扑 </a:t>
            </a:r>
            <a:r>
              <a:rPr lang="en-US" altLang="zh-CN" dirty="0"/>
              <a:t>(3)</a:t>
            </a:r>
            <a:endParaRPr lang="zh-CN" altLang="en-US" dirty="0"/>
          </a:p>
        </p:txBody>
      </p:sp>
      <p:sp>
        <p:nvSpPr>
          <p:cNvPr id="150" name="文本框 149"/>
          <p:cNvSpPr txBox="1"/>
          <p:nvPr/>
        </p:nvSpPr>
        <p:spPr bwMode="gray">
          <a:xfrm>
            <a:off x="5257482" y="4000363"/>
            <a:ext cx="1028003" cy="332592"/>
          </a:xfrm>
          <a:prstGeom prst="rect">
            <a:avLst/>
          </a:prstGeom>
          <a:solidFill>
            <a:srgbClr val="56C4D2"/>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600" kern="0">
                <a:solidFill>
                  <a:srgbClr val="FFFFFF"/>
                </a:solidFill>
                <a:latin typeface="Huawei Sans" panose="020C0503030203020204" pitchFamily="34" charset="0"/>
                <a:ea typeface="方正兰亭黑简体" panose="02000000000000000000" pitchFamily="2" charset="-122"/>
              </a:defRPr>
            </a:lvl1pPr>
          </a:lstStyle>
          <a:p>
            <a:r>
              <a:rPr lang="zh-CN" altLang="en-US" sz="1399" dirty="0"/>
              <a:t>出口设备</a:t>
            </a:r>
          </a:p>
        </p:txBody>
      </p:sp>
      <p:sp>
        <p:nvSpPr>
          <p:cNvPr id="66" name="文本框 65"/>
          <p:cNvSpPr txBox="1"/>
          <p:nvPr/>
        </p:nvSpPr>
        <p:spPr bwMode="gray">
          <a:xfrm>
            <a:off x="6504926" y="3685380"/>
            <a:ext cx="5236401" cy="822581"/>
          </a:xfrm>
          <a:prstGeom prst="rect">
            <a:avLst/>
          </a:prstGeom>
          <a:solidFill>
            <a:srgbClr val="FFFFCC"/>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ts val="2599"/>
              </a:lnSpc>
            </a:pPr>
            <a:r>
              <a:rPr lang="zh-CN" altLang="en-US" sz="1399" i="0" dirty="0">
                <a:solidFill>
                  <a:srgbClr val="C7000B"/>
                </a:solidFill>
              </a:rPr>
              <a:t>两台设备分别连接专线、</a:t>
            </a:r>
            <a:r>
              <a:rPr lang="en-US" altLang="zh-CN" sz="1399" i="0" dirty="0">
                <a:solidFill>
                  <a:srgbClr val="C7000B"/>
                </a:solidFill>
              </a:rPr>
              <a:t>Internet</a:t>
            </a:r>
            <a:r>
              <a:rPr lang="zh-CN" altLang="en-US" sz="1399" i="0" dirty="0">
                <a:solidFill>
                  <a:srgbClr val="C7000B"/>
                </a:solidFill>
              </a:rPr>
              <a:t>，承载不同的业务，内网终端访问不同业务的流量切换依赖于核心交换机上的路由切换。</a:t>
            </a:r>
            <a:endParaRPr lang="en-US" altLang="zh-CN" sz="1399" i="0" dirty="0">
              <a:solidFill>
                <a:srgbClr val="C7000B"/>
              </a:solidFill>
            </a:endParaRPr>
          </a:p>
        </p:txBody>
      </p:sp>
      <p:pic>
        <p:nvPicPr>
          <p:cNvPr id="53" name="图片 5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730431" y="5643156"/>
            <a:ext cx="497660" cy="407176"/>
          </a:xfrm>
          <a:prstGeom prst="rect">
            <a:avLst/>
          </a:prstGeom>
        </p:spPr>
      </p:pic>
      <p:pic>
        <p:nvPicPr>
          <p:cNvPr id="54" name="图片 5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205595" y="5643156"/>
            <a:ext cx="497660" cy="407176"/>
          </a:xfrm>
          <a:prstGeom prst="rect">
            <a:avLst/>
          </a:prstGeom>
        </p:spPr>
      </p:pic>
      <p:sp>
        <p:nvSpPr>
          <p:cNvPr id="55" name="Freeform 186"/>
          <p:cNvSpPr>
            <a:spLocks noEditPoints="1"/>
          </p:cNvSpPr>
          <p:nvPr/>
        </p:nvSpPr>
        <p:spPr bwMode="gray">
          <a:xfrm>
            <a:off x="2731539" y="1553981"/>
            <a:ext cx="460123" cy="461432"/>
          </a:xfrm>
          <a:custGeom>
            <a:avLst/>
            <a:gdLst/>
            <a:ahLst/>
            <a:cxnLst>
              <a:cxn ang="0">
                <a:pos x="12772" y="618"/>
              </a:cxn>
              <a:cxn ang="0">
                <a:pos x="0" y="15651"/>
              </a:cxn>
              <a:cxn ang="0">
                <a:pos x="1941" y="4867"/>
              </a:cxn>
              <a:cxn ang="0">
                <a:pos x="5964" y="4867"/>
              </a:cxn>
              <a:cxn ang="0">
                <a:pos x="7512" y="618"/>
              </a:cxn>
              <a:cxn ang="0">
                <a:pos x="1277" y="12419"/>
              </a:cxn>
              <a:cxn ang="0">
                <a:pos x="5523" y="7916"/>
              </a:cxn>
              <a:cxn ang="0">
                <a:pos x="4108" y="7916"/>
              </a:cxn>
              <a:cxn ang="0">
                <a:pos x="2692" y="7916"/>
              </a:cxn>
              <a:cxn ang="0">
                <a:pos x="1277" y="7916"/>
              </a:cxn>
              <a:cxn ang="0">
                <a:pos x="5523" y="9417"/>
              </a:cxn>
              <a:cxn ang="0">
                <a:pos x="4108" y="9417"/>
              </a:cxn>
              <a:cxn ang="0">
                <a:pos x="2692" y="9417"/>
              </a:cxn>
              <a:cxn ang="0">
                <a:pos x="1277" y="9417"/>
              </a:cxn>
              <a:cxn ang="0">
                <a:pos x="5523" y="10919"/>
              </a:cxn>
              <a:cxn ang="0">
                <a:pos x="4108" y="10919"/>
              </a:cxn>
              <a:cxn ang="0">
                <a:pos x="2692" y="10919"/>
              </a:cxn>
              <a:cxn ang="0">
                <a:pos x="1277" y="10919"/>
              </a:cxn>
              <a:cxn ang="0">
                <a:pos x="5523" y="12419"/>
              </a:cxn>
              <a:cxn ang="0">
                <a:pos x="4108" y="12419"/>
              </a:cxn>
              <a:cxn ang="0">
                <a:pos x="2692" y="12419"/>
              </a:cxn>
              <a:cxn ang="0">
                <a:pos x="8086" y="1911"/>
              </a:cxn>
              <a:cxn ang="0">
                <a:pos x="8086" y="12419"/>
              </a:cxn>
              <a:cxn ang="0">
                <a:pos x="9500" y="12419"/>
              </a:cxn>
              <a:cxn ang="0">
                <a:pos x="10915" y="12419"/>
              </a:cxn>
              <a:cxn ang="0">
                <a:pos x="12331" y="12419"/>
              </a:cxn>
              <a:cxn ang="0">
                <a:pos x="8086" y="10919"/>
              </a:cxn>
              <a:cxn ang="0">
                <a:pos x="9500" y="10919"/>
              </a:cxn>
              <a:cxn ang="0">
                <a:pos x="10915" y="10919"/>
              </a:cxn>
              <a:cxn ang="0">
                <a:pos x="12331" y="10919"/>
              </a:cxn>
              <a:cxn ang="0">
                <a:pos x="8086" y="9417"/>
              </a:cxn>
              <a:cxn ang="0">
                <a:pos x="9500" y="9417"/>
              </a:cxn>
              <a:cxn ang="0">
                <a:pos x="10915" y="9417"/>
              </a:cxn>
              <a:cxn ang="0">
                <a:pos x="12331" y="9417"/>
              </a:cxn>
              <a:cxn ang="0">
                <a:pos x="8086" y="7916"/>
              </a:cxn>
              <a:cxn ang="0">
                <a:pos x="9500" y="7916"/>
              </a:cxn>
              <a:cxn ang="0">
                <a:pos x="10915" y="7916"/>
              </a:cxn>
              <a:cxn ang="0">
                <a:pos x="12331" y="7916"/>
              </a:cxn>
              <a:cxn ang="0">
                <a:pos x="8086" y="6414"/>
              </a:cxn>
              <a:cxn ang="0">
                <a:pos x="9500" y="6414"/>
              </a:cxn>
              <a:cxn ang="0">
                <a:pos x="10915" y="6414"/>
              </a:cxn>
              <a:cxn ang="0">
                <a:pos x="12331" y="6414"/>
              </a:cxn>
              <a:cxn ang="0">
                <a:pos x="8086" y="4914"/>
              </a:cxn>
              <a:cxn ang="0">
                <a:pos x="9500" y="4914"/>
              </a:cxn>
              <a:cxn ang="0">
                <a:pos x="10915" y="4914"/>
              </a:cxn>
              <a:cxn ang="0">
                <a:pos x="12331" y="4914"/>
              </a:cxn>
              <a:cxn ang="0">
                <a:pos x="8086" y="3413"/>
              </a:cxn>
              <a:cxn ang="0">
                <a:pos x="9500" y="3413"/>
              </a:cxn>
              <a:cxn ang="0">
                <a:pos x="10915" y="3413"/>
              </a:cxn>
              <a:cxn ang="0">
                <a:pos x="9500" y="1911"/>
              </a:cxn>
              <a:cxn ang="0">
                <a:pos x="10915" y="1911"/>
              </a:cxn>
              <a:cxn ang="0">
                <a:pos x="12331" y="1911"/>
              </a:cxn>
              <a:cxn ang="0">
                <a:pos x="12331" y="3413"/>
              </a:cxn>
            </a:cxnLst>
            <a:rect l="0" t="0" r="r" b="b"/>
            <a:pathLst>
              <a:path w="16169" h="15651">
                <a:moveTo>
                  <a:pt x="7512" y="618"/>
                </a:moveTo>
                <a:lnTo>
                  <a:pt x="8749" y="618"/>
                </a:lnTo>
                <a:lnTo>
                  <a:pt x="8749" y="0"/>
                </a:lnTo>
                <a:lnTo>
                  <a:pt x="12772" y="0"/>
                </a:lnTo>
                <a:lnTo>
                  <a:pt x="12772" y="618"/>
                </a:lnTo>
                <a:lnTo>
                  <a:pt x="14010" y="618"/>
                </a:lnTo>
                <a:lnTo>
                  <a:pt x="14010" y="13875"/>
                </a:lnTo>
                <a:lnTo>
                  <a:pt x="16169" y="13875"/>
                </a:lnTo>
                <a:lnTo>
                  <a:pt x="16169" y="15651"/>
                </a:lnTo>
                <a:lnTo>
                  <a:pt x="0" y="15651"/>
                </a:lnTo>
                <a:lnTo>
                  <a:pt x="0" y="13875"/>
                </a:lnTo>
                <a:lnTo>
                  <a:pt x="781" y="13875"/>
                </a:lnTo>
                <a:lnTo>
                  <a:pt x="781" y="6103"/>
                </a:lnTo>
                <a:lnTo>
                  <a:pt x="1941" y="6103"/>
                </a:lnTo>
                <a:lnTo>
                  <a:pt x="1941" y="4867"/>
                </a:lnTo>
                <a:lnTo>
                  <a:pt x="4469" y="4867"/>
                </a:lnTo>
                <a:lnTo>
                  <a:pt x="4469" y="2808"/>
                </a:lnTo>
                <a:lnTo>
                  <a:pt x="5088" y="2808"/>
                </a:lnTo>
                <a:lnTo>
                  <a:pt x="5088" y="4867"/>
                </a:lnTo>
                <a:lnTo>
                  <a:pt x="5964" y="4867"/>
                </a:lnTo>
                <a:lnTo>
                  <a:pt x="5964" y="6103"/>
                </a:lnTo>
                <a:lnTo>
                  <a:pt x="7124" y="6103"/>
                </a:lnTo>
                <a:lnTo>
                  <a:pt x="7124" y="13875"/>
                </a:lnTo>
                <a:lnTo>
                  <a:pt x="7512" y="13875"/>
                </a:lnTo>
                <a:lnTo>
                  <a:pt x="7512" y="618"/>
                </a:lnTo>
                <a:close/>
                <a:moveTo>
                  <a:pt x="1277" y="12419"/>
                </a:moveTo>
                <a:lnTo>
                  <a:pt x="2383" y="12419"/>
                </a:lnTo>
                <a:lnTo>
                  <a:pt x="2383" y="13523"/>
                </a:lnTo>
                <a:lnTo>
                  <a:pt x="1277" y="13523"/>
                </a:lnTo>
                <a:lnTo>
                  <a:pt x="1277" y="12419"/>
                </a:lnTo>
                <a:close/>
                <a:moveTo>
                  <a:pt x="5523" y="7916"/>
                </a:moveTo>
                <a:lnTo>
                  <a:pt x="6628" y="7916"/>
                </a:lnTo>
                <a:lnTo>
                  <a:pt x="6628" y="9020"/>
                </a:lnTo>
                <a:lnTo>
                  <a:pt x="5523" y="9020"/>
                </a:lnTo>
                <a:lnTo>
                  <a:pt x="5523" y="7916"/>
                </a:lnTo>
                <a:close/>
                <a:moveTo>
                  <a:pt x="4108" y="7916"/>
                </a:moveTo>
                <a:lnTo>
                  <a:pt x="5213" y="7916"/>
                </a:lnTo>
                <a:lnTo>
                  <a:pt x="5213" y="9020"/>
                </a:lnTo>
                <a:lnTo>
                  <a:pt x="4108" y="9020"/>
                </a:lnTo>
                <a:lnTo>
                  <a:pt x="4108" y="7916"/>
                </a:lnTo>
                <a:close/>
                <a:moveTo>
                  <a:pt x="2692" y="7916"/>
                </a:moveTo>
                <a:lnTo>
                  <a:pt x="3798" y="7916"/>
                </a:lnTo>
                <a:lnTo>
                  <a:pt x="3798" y="9020"/>
                </a:lnTo>
                <a:lnTo>
                  <a:pt x="2692" y="9020"/>
                </a:lnTo>
                <a:lnTo>
                  <a:pt x="2692" y="7916"/>
                </a:lnTo>
                <a:close/>
                <a:moveTo>
                  <a:pt x="1277" y="7916"/>
                </a:moveTo>
                <a:lnTo>
                  <a:pt x="2383" y="7916"/>
                </a:lnTo>
                <a:lnTo>
                  <a:pt x="2383" y="9020"/>
                </a:lnTo>
                <a:lnTo>
                  <a:pt x="1277" y="9020"/>
                </a:lnTo>
                <a:lnTo>
                  <a:pt x="1277" y="7916"/>
                </a:lnTo>
                <a:close/>
                <a:moveTo>
                  <a:pt x="5523" y="9417"/>
                </a:moveTo>
                <a:lnTo>
                  <a:pt x="6628" y="9417"/>
                </a:lnTo>
                <a:lnTo>
                  <a:pt x="6628" y="10521"/>
                </a:lnTo>
                <a:lnTo>
                  <a:pt x="5523" y="10521"/>
                </a:lnTo>
                <a:lnTo>
                  <a:pt x="5523" y="9417"/>
                </a:lnTo>
                <a:close/>
                <a:moveTo>
                  <a:pt x="4108" y="9417"/>
                </a:moveTo>
                <a:lnTo>
                  <a:pt x="5213" y="9417"/>
                </a:lnTo>
                <a:lnTo>
                  <a:pt x="5213" y="10521"/>
                </a:lnTo>
                <a:lnTo>
                  <a:pt x="4108" y="10521"/>
                </a:lnTo>
                <a:lnTo>
                  <a:pt x="4108" y="9417"/>
                </a:lnTo>
                <a:close/>
                <a:moveTo>
                  <a:pt x="2692" y="9417"/>
                </a:moveTo>
                <a:lnTo>
                  <a:pt x="3798" y="9417"/>
                </a:lnTo>
                <a:lnTo>
                  <a:pt x="3798" y="10521"/>
                </a:lnTo>
                <a:lnTo>
                  <a:pt x="2692" y="10521"/>
                </a:lnTo>
                <a:lnTo>
                  <a:pt x="2692" y="9417"/>
                </a:lnTo>
                <a:close/>
                <a:moveTo>
                  <a:pt x="1277" y="9417"/>
                </a:moveTo>
                <a:lnTo>
                  <a:pt x="2383" y="9417"/>
                </a:lnTo>
                <a:lnTo>
                  <a:pt x="2383" y="10521"/>
                </a:lnTo>
                <a:lnTo>
                  <a:pt x="1277" y="10521"/>
                </a:lnTo>
                <a:lnTo>
                  <a:pt x="1277" y="9417"/>
                </a:lnTo>
                <a:close/>
                <a:moveTo>
                  <a:pt x="5523" y="10919"/>
                </a:moveTo>
                <a:lnTo>
                  <a:pt x="6628" y="10919"/>
                </a:lnTo>
                <a:lnTo>
                  <a:pt x="6628" y="12023"/>
                </a:lnTo>
                <a:lnTo>
                  <a:pt x="5523" y="12023"/>
                </a:lnTo>
                <a:lnTo>
                  <a:pt x="5523" y="10919"/>
                </a:lnTo>
                <a:close/>
                <a:moveTo>
                  <a:pt x="4108" y="10919"/>
                </a:moveTo>
                <a:lnTo>
                  <a:pt x="5213" y="10919"/>
                </a:lnTo>
                <a:lnTo>
                  <a:pt x="5213" y="12023"/>
                </a:lnTo>
                <a:lnTo>
                  <a:pt x="4108" y="12023"/>
                </a:lnTo>
                <a:lnTo>
                  <a:pt x="4108" y="10919"/>
                </a:lnTo>
                <a:close/>
                <a:moveTo>
                  <a:pt x="2692" y="10919"/>
                </a:moveTo>
                <a:lnTo>
                  <a:pt x="3798" y="10919"/>
                </a:lnTo>
                <a:lnTo>
                  <a:pt x="3798" y="12023"/>
                </a:lnTo>
                <a:lnTo>
                  <a:pt x="2692" y="12023"/>
                </a:lnTo>
                <a:lnTo>
                  <a:pt x="2692" y="10919"/>
                </a:lnTo>
                <a:close/>
                <a:moveTo>
                  <a:pt x="1277" y="10919"/>
                </a:moveTo>
                <a:lnTo>
                  <a:pt x="2383" y="10919"/>
                </a:lnTo>
                <a:lnTo>
                  <a:pt x="2383" y="12023"/>
                </a:lnTo>
                <a:lnTo>
                  <a:pt x="1277" y="12023"/>
                </a:lnTo>
                <a:lnTo>
                  <a:pt x="1277" y="10919"/>
                </a:lnTo>
                <a:close/>
                <a:moveTo>
                  <a:pt x="5523" y="12419"/>
                </a:moveTo>
                <a:lnTo>
                  <a:pt x="6628" y="12419"/>
                </a:lnTo>
                <a:lnTo>
                  <a:pt x="6628" y="13523"/>
                </a:lnTo>
                <a:lnTo>
                  <a:pt x="5523" y="13523"/>
                </a:lnTo>
                <a:lnTo>
                  <a:pt x="5523" y="12419"/>
                </a:lnTo>
                <a:close/>
                <a:moveTo>
                  <a:pt x="4108" y="12419"/>
                </a:moveTo>
                <a:lnTo>
                  <a:pt x="5213" y="12419"/>
                </a:lnTo>
                <a:lnTo>
                  <a:pt x="5213" y="13523"/>
                </a:lnTo>
                <a:lnTo>
                  <a:pt x="4108" y="13523"/>
                </a:lnTo>
                <a:lnTo>
                  <a:pt x="4108" y="12419"/>
                </a:lnTo>
                <a:close/>
                <a:moveTo>
                  <a:pt x="2692" y="12419"/>
                </a:moveTo>
                <a:lnTo>
                  <a:pt x="3798" y="12419"/>
                </a:lnTo>
                <a:lnTo>
                  <a:pt x="3798" y="13523"/>
                </a:lnTo>
                <a:lnTo>
                  <a:pt x="2692" y="13523"/>
                </a:lnTo>
                <a:lnTo>
                  <a:pt x="2692" y="12419"/>
                </a:lnTo>
                <a:close/>
                <a:moveTo>
                  <a:pt x="8086" y="1911"/>
                </a:moveTo>
                <a:lnTo>
                  <a:pt x="9191" y="1911"/>
                </a:lnTo>
                <a:lnTo>
                  <a:pt x="9191" y="3015"/>
                </a:lnTo>
                <a:lnTo>
                  <a:pt x="8086" y="3015"/>
                </a:lnTo>
                <a:lnTo>
                  <a:pt x="8086" y="1911"/>
                </a:lnTo>
                <a:close/>
                <a:moveTo>
                  <a:pt x="8086" y="12419"/>
                </a:moveTo>
                <a:lnTo>
                  <a:pt x="9191" y="12419"/>
                </a:lnTo>
                <a:lnTo>
                  <a:pt x="9191" y="13523"/>
                </a:lnTo>
                <a:lnTo>
                  <a:pt x="8086" y="13523"/>
                </a:lnTo>
                <a:lnTo>
                  <a:pt x="8086" y="12419"/>
                </a:lnTo>
                <a:close/>
                <a:moveTo>
                  <a:pt x="9500" y="12419"/>
                </a:moveTo>
                <a:lnTo>
                  <a:pt x="10606" y="12419"/>
                </a:lnTo>
                <a:lnTo>
                  <a:pt x="10606" y="13523"/>
                </a:lnTo>
                <a:lnTo>
                  <a:pt x="9500" y="13523"/>
                </a:lnTo>
                <a:lnTo>
                  <a:pt x="9500" y="12419"/>
                </a:lnTo>
                <a:close/>
                <a:moveTo>
                  <a:pt x="10915" y="12419"/>
                </a:moveTo>
                <a:lnTo>
                  <a:pt x="12021" y="12419"/>
                </a:lnTo>
                <a:lnTo>
                  <a:pt x="12021" y="13523"/>
                </a:lnTo>
                <a:lnTo>
                  <a:pt x="10915" y="13523"/>
                </a:lnTo>
                <a:lnTo>
                  <a:pt x="10915" y="12419"/>
                </a:lnTo>
                <a:close/>
                <a:moveTo>
                  <a:pt x="12331" y="12419"/>
                </a:moveTo>
                <a:lnTo>
                  <a:pt x="13436" y="12419"/>
                </a:lnTo>
                <a:lnTo>
                  <a:pt x="13436" y="13523"/>
                </a:lnTo>
                <a:lnTo>
                  <a:pt x="12331" y="13523"/>
                </a:lnTo>
                <a:lnTo>
                  <a:pt x="12331" y="12419"/>
                </a:lnTo>
                <a:close/>
                <a:moveTo>
                  <a:pt x="8086" y="10919"/>
                </a:moveTo>
                <a:lnTo>
                  <a:pt x="9191" y="10919"/>
                </a:lnTo>
                <a:lnTo>
                  <a:pt x="9191" y="12023"/>
                </a:lnTo>
                <a:lnTo>
                  <a:pt x="8086" y="12023"/>
                </a:lnTo>
                <a:lnTo>
                  <a:pt x="8086" y="10919"/>
                </a:lnTo>
                <a:close/>
                <a:moveTo>
                  <a:pt x="9500" y="10919"/>
                </a:moveTo>
                <a:lnTo>
                  <a:pt x="10606" y="10919"/>
                </a:lnTo>
                <a:lnTo>
                  <a:pt x="10606" y="12023"/>
                </a:lnTo>
                <a:lnTo>
                  <a:pt x="9500" y="12023"/>
                </a:lnTo>
                <a:lnTo>
                  <a:pt x="9500" y="10919"/>
                </a:lnTo>
                <a:close/>
                <a:moveTo>
                  <a:pt x="10915" y="10919"/>
                </a:moveTo>
                <a:lnTo>
                  <a:pt x="12021" y="10919"/>
                </a:lnTo>
                <a:lnTo>
                  <a:pt x="12021" y="12023"/>
                </a:lnTo>
                <a:lnTo>
                  <a:pt x="10915" y="12023"/>
                </a:lnTo>
                <a:lnTo>
                  <a:pt x="10915" y="10919"/>
                </a:lnTo>
                <a:close/>
                <a:moveTo>
                  <a:pt x="12331" y="10919"/>
                </a:moveTo>
                <a:lnTo>
                  <a:pt x="13436" y="10919"/>
                </a:lnTo>
                <a:lnTo>
                  <a:pt x="13436" y="12023"/>
                </a:lnTo>
                <a:lnTo>
                  <a:pt x="12331" y="12023"/>
                </a:lnTo>
                <a:lnTo>
                  <a:pt x="12331" y="10919"/>
                </a:lnTo>
                <a:close/>
                <a:moveTo>
                  <a:pt x="8086" y="9417"/>
                </a:moveTo>
                <a:lnTo>
                  <a:pt x="9191" y="9417"/>
                </a:lnTo>
                <a:lnTo>
                  <a:pt x="9191" y="10521"/>
                </a:lnTo>
                <a:lnTo>
                  <a:pt x="8086" y="10521"/>
                </a:lnTo>
                <a:lnTo>
                  <a:pt x="8086" y="9417"/>
                </a:lnTo>
                <a:close/>
                <a:moveTo>
                  <a:pt x="9500" y="9417"/>
                </a:moveTo>
                <a:lnTo>
                  <a:pt x="10606" y="9417"/>
                </a:lnTo>
                <a:lnTo>
                  <a:pt x="10606" y="10521"/>
                </a:lnTo>
                <a:lnTo>
                  <a:pt x="9500" y="10521"/>
                </a:lnTo>
                <a:lnTo>
                  <a:pt x="9500" y="9417"/>
                </a:lnTo>
                <a:close/>
                <a:moveTo>
                  <a:pt x="10915" y="9417"/>
                </a:moveTo>
                <a:lnTo>
                  <a:pt x="12021" y="9417"/>
                </a:lnTo>
                <a:lnTo>
                  <a:pt x="12021" y="10521"/>
                </a:lnTo>
                <a:lnTo>
                  <a:pt x="10915" y="10521"/>
                </a:lnTo>
                <a:lnTo>
                  <a:pt x="10915" y="9417"/>
                </a:lnTo>
                <a:close/>
                <a:moveTo>
                  <a:pt x="12331" y="9417"/>
                </a:moveTo>
                <a:lnTo>
                  <a:pt x="13436" y="9417"/>
                </a:lnTo>
                <a:lnTo>
                  <a:pt x="13436" y="10521"/>
                </a:lnTo>
                <a:lnTo>
                  <a:pt x="12331" y="10521"/>
                </a:lnTo>
                <a:lnTo>
                  <a:pt x="12331" y="9417"/>
                </a:lnTo>
                <a:close/>
                <a:moveTo>
                  <a:pt x="8086" y="7916"/>
                </a:moveTo>
                <a:lnTo>
                  <a:pt x="9191" y="7916"/>
                </a:lnTo>
                <a:lnTo>
                  <a:pt x="9191" y="9020"/>
                </a:lnTo>
                <a:lnTo>
                  <a:pt x="8086" y="9020"/>
                </a:lnTo>
                <a:lnTo>
                  <a:pt x="8086" y="7916"/>
                </a:lnTo>
                <a:close/>
                <a:moveTo>
                  <a:pt x="9500" y="7916"/>
                </a:moveTo>
                <a:lnTo>
                  <a:pt x="10606" y="7916"/>
                </a:lnTo>
                <a:lnTo>
                  <a:pt x="10606" y="9020"/>
                </a:lnTo>
                <a:lnTo>
                  <a:pt x="9500" y="9020"/>
                </a:lnTo>
                <a:lnTo>
                  <a:pt x="9500" y="7916"/>
                </a:lnTo>
                <a:close/>
                <a:moveTo>
                  <a:pt x="10915" y="7916"/>
                </a:moveTo>
                <a:lnTo>
                  <a:pt x="12021" y="7916"/>
                </a:lnTo>
                <a:lnTo>
                  <a:pt x="12021" y="9020"/>
                </a:lnTo>
                <a:lnTo>
                  <a:pt x="10915" y="9020"/>
                </a:lnTo>
                <a:lnTo>
                  <a:pt x="10915" y="7916"/>
                </a:lnTo>
                <a:close/>
                <a:moveTo>
                  <a:pt x="12331" y="7916"/>
                </a:moveTo>
                <a:lnTo>
                  <a:pt x="13436" y="7916"/>
                </a:lnTo>
                <a:lnTo>
                  <a:pt x="13436" y="9020"/>
                </a:lnTo>
                <a:lnTo>
                  <a:pt x="12331" y="9020"/>
                </a:lnTo>
                <a:lnTo>
                  <a:pt x="12331" y="7916"/>
                </a:lnTo>
                <a:close/>
                <a:moveTo>
                  <a:pt x="8086" y="6414"/>
                </a:moveTo>
                <a:lnTo>
                  <a:pt x="9191" y="6414"/>
                </a:lnTo>
                <a:lnTo>
                  <a:pt x="9191" y="7518"/>
                </a:lnTo>
                <a:lnTo>
                  <a:pt x="8086" y="7518"/>
                </a:lnTo>
                <a:lnTo>
                  <a:pt x="8086" y="6414"/>
                </a:lnTo>
                <a:close/>
                <a:moveTo>
                  <a:pt x="9500" y="6414"/>
                </a:moveTo>
                <a:lnTo>
                  <a:pt x="10606" y="6414"/>
                </a:lnTo>
                <a:lnTo>
                  <a:pt x="10606" y="7518"/>
                </a:lnTo>
                <a:lnTo>
                  <a:pt x="9500" y="7518"/>
                </a:lnTo>
                <a:lnTo>
                  <a:pt x="9500" y="6414"/>
                </a:lnTo>
                <a:close/>
                <a:moveTo>
                  <a:pt x="10915" y="6414"/>
                </a:moveTo>
                <a:lnTo>
                  <a:pt x="12021" y="6414"/>
                </a:lnTo>
                <a:lnTo>
                  <a:pt x="12021" y="7518"/>
                </a:lnTo>
                <a:lnTo>
                  <a:pt x="10915" y="7518"/>
                </a:lnTo>
                <a:lnTo>
                  <a:pt x="10915" y="6414"/>
                </a:lnTo>
                <a:close/>
                <a:moveTo>
                  <a:pt x="12331" y="6414"/>
                </a:moveTo>
                <a:lnTo>
                  <a:pt x="13436" y="6414"/>
                </a:lnTo>
                <a:lnTo>
                  <a:pt x="13436" y="7518"/>
                </a:lnTo>
                <a:lnTo>
                  <a:pt x="12331" y="7518"/>
                </a:lnTo>
                <a:lnTo>
                  <a:pt x="12331" y="6414"/>
                </a:lnTo>
                <a:close/>
                <a:moveTo>
                  <a:pt x="8086" y="4914"/>
                </a:moveTo>
                <a:lnTo>
                  <a:pt x="9191" y="4914"/>
                </a:lnTo>
                <a:lnTo>
                  <a:pt x="9191" y="6018"/>
                </a:lnTo>
                <a:lnTo>
                  <a:pt x="8086" y="6018"/>
                </a:lnTo>
                <a:lnTo>
                  <a:pt x="8086" y="4914"/>
                </a:lnTo>
                <a:close/>
                <a:moveTo>
                  <a:pt x="9500" y="4914"/>
                </a:moveTo>
                <a:lnTo>
                  <a:pt x="10606" y="4914"/>
                </a:lnTo>
                <a:lnTo>
                  <a:pt x="10606" y="6018"/>
                </a:lnTo>
                <a:lnTo>
                  <a:pt x="9500" y="6018"/>
                </a:lnTo>
                <a:lnTo>
                  <a:pt x="9500" y="4914"/>
                </a:lnTo>
                <a:close/>
                <a:moveTo>
                  <a:pt x="10915" y="4914"/>
                </a:moveTo>
                <a:lnTo>
                  <a:pt x="12021" y="4914"/>
                </a:lnTo>
                <a:lnTo>
                  <a:pt x="12021" y="6018"/>
                </a:lnTo>
                <a:lnTo>
                  <a:pt x="10915" y="6018"/>
                </a:lnTo>
                <a:lnTo>
                  <a:pt x="10915" y="4914"/>
                </a:lnTo>
                <a:close/>
                <a:moveTo>
                  <a:pt x="12331" y="4914"/>
                </a:moveTo>
                <a:lnTo>
                  <a:pt x="13436" y="4914"/>
                </a:lnTo>
                <a:lnTo>
                  <a:pt x="13436" y="6018"/>
                </a:lnTo>
                <a:lnTo>
                  <a:pt x="12331" y="6018"/>
                </a:lnTo>
                <a:lnTo>
                  <a:pt x="12331" y="4914"/>
                </a:lnTo>
                <a:close/>
                <a:moveTo>
                  <a:pt x="8086" y="3413"/>
                </a:moveTo>
                <a:lnTo>
                  <a:pt x="9191" y="3413"/>
                </a:lnTo>
                <a:lnTo>
                  <a:pt x="9191" y="4516"/>
                </a:lnTo>
                <a:lnTo>
                  <a:pt x="8086" y="4516"/>
                </a:lnTo>
                <a:lnTo>
                  <a:pt x="8086" y="3413"/>
                </a:lnTo>
                <a:close/>
                <a:moveTo>
                  <a:pt x="9500" y="3413"/>
                </a:moveTo>
                <a:lnTo>
                  <a:pt x="10606" y="3413"/>
                </a:lnTo>
                <a:lnTo>
                  <a:pt x="10606" y="4516"/>
                </a:lnTo>
                <a:lnTo>
                  <a:pt x="9500" y="4516"/>
                </a:lnTo>
                <a:lnTo>
                  <a:pt x="9500" y="3413"/>
                </a:lnTo>
                <a:close/>
                <a:moveTo>
                  <a:pt x="10915" y="3413"/>
                </a:moveTo>
                <a:lnTo>
                  <a:pt x="12021" y="3413"/>
                </a:lnTo>
                <a:lnTo>
                  <a:pt x="12021" y="4516"/>
                </a:lnTo>
                <a:lnTo>
                  <a:pt x="10915" y="4516"/>
                </a:lnTo>
                <a:lnTo>
                  <a:pt x="10915" y="3413"/>
                </a:lnTo>
                <a:close/>
                <a:moveTo>
                  <a:pt x="9500" y="1911"/>
                </a:moveTo>
                <a:lnTo>
                  <a:pt x="10606" y="1911"/>
                </a:lnTo>
                <a:lnTo>
                  <a:pt x="10606" y="3015"/>
                </a:lnTo>
                <a:lnTo>
                  <a:pt x="9500" y="3015"/>
                </a:lnTo>
                <a:lnTo>
                  <a:pt x="9500" y="1911"/>
                </a:lnTo>
                <a:close/>
                <a:moveTo>
                  <a:pt x="10915" y="1911"/>
                </a:moveTo>
                <a:lnTo>
                  <a:pt x="12021" y="1911"/>
                </a:lnTo>
                <a:lnTo>
                  <a:pt x="12021" y="3015"/>
                </a:lnTo>
                <a:lnTo>
                  <a:pt x="10915" y="3015"/>
                </a:lnTo>
                <a:lnTo>
                  <a:pt x="10915" y="1911"/>
                </a:lnTo>
                <a:close/>
                <a:moveTo>
                  <a:pt x="12331" y="1911"/>
                </a:moveTo>
                <a:lnTo>
                  <a:pt x="13436" y="1911"/>
                </a:lnTo>
                <a:lnTo>
                  <a:pt x="13436" y="3015"/>
                </a:lnTo>
                <a:lnTo>
                  <a:pt x="12331" y="3015"/>
                </a:lnTo>
                <a:lnTo>
                  <a:pt x="12331" y="1911"/>
                </a:lnTo>
                <a:close/>
                <a:moveTo>
                  <a:pt x="12331" y="3413"/>
                </a:moveTo>
                <a:lnTo>
                  <a:pt x="13436" y="3413"/>
                </a:lnTo>
                <a:lnTo>
                  <a:pt x="13436" y="4516"/>
                </a:lnTo>
                <a:lnTo>
                  <a:pt x="12331" y="4516"/>
                </a:lnTo>
                <a:lnTo>
                  <a:pt x="12331" y="3413"/>
                </a:lnTo>
                <a:close/>
              </a:path>
            </a:pathLst>
          </a:custGeom>
          <a:solidFill>
            <a:schemeClr val="bg1">
              <a:lumMod val="50000"/>
            </a:schemeClr>
          </a:solid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pic>
        <p:nvPicPr>
          <p:cNvPr id="56" name="Picture 12" descr="E:\2016.01\1.12 扁平化图标\蓝色\AR-蓝色最新-40.png">
            <a:extLst>
              <a:ext uri="{FF2B5EF4-FFF2-40B4-BE49-F238E27FC236}">
                <a16:creationId xmlns:a16="http://schemas.microsoft.com/office/drawing/2014/main" id="{1D8E071F-501D-48FF-8ED1-076998A80BB3}"/>
              </a:ext>
            </a:extLst>
          </p:cNvPr>
          <p:cNvPicPr>
            <a:picLocks noChangeArrowheads="1"/>
          </p:cNvPicPr>
          <p:nvPr/>
        </p:nvPicPr>
        <p:blipFill>
          <a:blip r:embed="rId4" cstate="print"/>
          <a:srcRect/>
          <a:stretch>
            <a:fillRect/>
          </a:stretch>
        </p:blipFill>
        <p:spPr bwMode="gray">
          <a:xfrm>
            <a:off x="3187638" y="2085495"/>
            <a:ext cx="497660" cy="407176"/>
          </a:xfrm>
          <a:prstGeom prst="rect">
            <a:avLst/>
          </a:prstGeom>
          <a:noFill/>
        </p:spPr>
      </p:pic>
      <p:sp>
        <p:nvSpPr>
          <p:cNvPr id="57" name="矩形 56"/>
          <p:cNvSpPr/>
          <p:nvPr/>
        </p:nvSpPr>
        <p:spPr bwMode="gray">
          <a:xfrm>
            <a:off x="2403494" y="2028091"/>
            <a:ext cx="543527" cy="307657"/>
          </a:xfrm>
          <a:prstGeom prst="rect">
            <a:avLst/>
          </a:prstGeom>
        </p:spPr>
        <p:txBody>
          <a:bodyPr wrap="none">
            <a:spAutoFit/>
          </a:bodyPr>
          <a:lstStyle/>
          <a:p>
            <a:r>
              <a:rPr lang="zh-CN" altLang="en-US" sz="1399">
                <a:solidFill>
                  <a:schemeClr val="bg1">
                    <a:lumMod val="50000"/>
                  </a:schemeClr>
                </a:solidFill>
              </a:rPr>
              <a:t>总部</a:t>
            </a:r>
            <a:endParaRPr lang="en-US" altLang="zh-CN" sz="1399">
              <a:solidFill>
                <a:schemeClr val="bg1">
                  <a:lumMod val="50000"/>
                </a:schemeClr>
              </a:solidFill>
            </a:endParaRPr>
          </a:p>
        </p:txBody>
      </p:sp>
      <p:grpSp>
        <p:nvGrpSpPr>
          <p:cNvPr id="60" name="组合 59"/>
          <p:cNvGrpSpPr/>
          <p:nvPr/>
        </p:nvGrpSpPr>
        <p:grpSpPr bwMode="gray">
          <a:xfrm>
            <a:off x="1733747" y="3759130"/>
            <a:ext cx="644476" cy="768523"/>
            <a:chOff x="699103" y="4370478"/>
            <a:chExt cx="644728" cy="768823"/>
          </a:xfrm>
        </p:grpSpPr>
        <p:grpSp>
          <p:nvGrpSpPr>
            <p:cNvPr id="61" name="组合 262"/>
            <p:cNvGrpSpPr/>
            <p:nvPr/>
          </p:nvGrpSpPr>
          <p:grpSpPr bwMode="gray">
            <a:xfrm>
              <a:off x="759111" y="4658799"/>
              <a:ext cx="394083" cy="480502"/>
              <a:chOff x="6378575" y="2882900"/>
              <a:chExt cx="858950" cy="865188"/>
            </a:xfrm>
            <a:solidFill>
              <a:schemeClr val="bg1">
                <a:lumMod val="50000"/>
              </a:schemeClr>
            </a:solidFill>
          </p:grpSpPr>
          <p:sp>
            <p:nvSpPr>
              <p:cNvPr id="63" name="Freeform 11"/>
              <p:cNvSpPr>
                <a:spLocks/>
              </p:cNvSpPr>
              <p:nvPr/>
            </p:nvSpPr>
            <p:spPr bwMode="gray">
              <a:xfrm>
                <a:off x="6378575" y="2882900"/>
                <a:ext cx="425450" cy="179388"/>
              </a:xfrm>
              <a:custGeom>
                <a:avLst/>
                <a:gdLst/>
                <a:ahLst/>
                <a:cxnLst>
                  <a:cxn ang="0">
                    <a:pos x="3889" y="0"/>
                  </a:cxn>
                  <a:cxn ang="0">
                    <a:pos x="5834" y="1637"/>
                  </a:cxn>
                  <a:cxn ang="0">
                    <a:pos x="7779" y="3274"/>
                  </a:cxn>
                  <a:cxn ang="0">
                    <a:pos x="3889" y="3274"/>
                  </a:cxn>
                  <a:cxn ang="0">
                    <a:pos x="0" y="3274"/>
                  </a:cxn>
                  <a:cxn ang="0">
                    <a:pos x="1944" y="1637"/>
                  </a:cxn>
                  <a:cxn ang="0">
                    <a:pos x="3889" y="0"/>
                  </a:cxn>
                </a:cxnLst>
                <a:rect l="0" t="0" r="r" b="b"/>
                <a:pathLst>
                  <a:path w="7779" h="3274">
                    <a:moveTo>
                      <a:pt x="3889" y="0"/>
                    </a:moveTo>
                    <a:lnTo>
                      <a:pt x="5834" y="1637"/>
                    </a:lnTo>
                    <a:lnTo>
                      <a:pt x="7779" y="3274"/>
                    </a:lnTo>
                    <a:lnTo>
                      <a:pt x="3889" y="3274"/>
                    </a:lnTo>
                    <a:lnTo>
                      <a:pt x="0" y="3274"/>
                    </a:lnTo>
                    <a:lnTo>
                      <a:pt x="1944" y="1637"/>
                    </a:lnTo>
                    <a:lnTo>
                      <a:pt x="3889" y="0"/>
                    </a:lnTo>
                    <a:close/>
                  </a:path>
                </a:pathLst>
              </a:custGeom>
              <a:solidFill>
                <a:srgbClr val="7F7F7F"/>
              </a:solid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64" name="Freeform 12"/>
              <p:cNvSpPr>
                <a:spLocks/>
              </p:cNvSpPr>
              <p:nvPr/>
            </p:nvSpPr>
            <p:spPr bwMode="gray">
              <a:xfrm>
                <a:off x="6810487" y="3300413"/>
                <a:ext cx="425451" cy="179387"/>
              </a:xfrm>
              <a:custGeom>
                <a:avLst/>
                <a:gdLst/>
                <a:ahLst/>
                <a:cxnLst>
                  <a:cxn ang="0">
                    <a:pos x="3890" y="0"/>
                  </a:cxn>
                  <a:cxn ang="0">
                    <a:pos x="5834" y="1638"/>
                  </a:cxn>
                  <a:cxn ang="0">
                    <a:pos x="7779" y="3275"/>
                  </a:cxn>
                  <a:cxn ang="0">
                    <a:pos x="3890" y="3275"/>
                  </a:cxn>
                  <a:cxn ang="0">
                    <a:pos x="0" y="3275"/>
                  </a:cxn>
                  <a:cxn ang="0">
                    <a:pos x="1945" y="1638"/>
                  </a:cxn>
                  <a:cxn ang="0">
                    <a:pos x="3890" y="0"/>
                  </a:cxn>
                </a:cxnLst>
                <a:rect l="0" t="0" r="r" b="b"/>
                <a:pathLst>
                  <a:path w="7779" h="3275">
                    <a:moveTo>
                      <a:pt x="3890" y="0"/>
                    </a:moveTo>
                    <a:lnTo>
                      <a:pt x="5834" y="1638"/>
                    </a:lnTo>
                    <a:lnTo>
                      <a:pt x="7779" y="3275"/>
                    </a:lnTo>
                    <a:lnTo>
                      <a:pt x="3890" y="3275"/>
                    </a:lnTo>
                    <a:lnTo>
                      <a:pt x="0" y="3275"/>
                    </a:lnTo>
                    <a:lnTo>
                      <a:pt x="1945" y="1638"/>
                    </a:lnTo>
                    <a:lnTo>
                      <a:pt x="3890" y="0"/>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65" name="Freeform 13"/>
              <p:cNvSpPr>
                <a:spLocks noEditPoints="1"/>
              </p:cNvSpPr>
              <p:nvPr/>
            </p:nvSpPr>
            <p:spPr bwMode="gray">
              <a:xfrm>
                <a:off x="6810487" y="3502025"/>
                <a:ext cx="427038" cy="246063"/>
              </a:xfrm>
              <a:custGeom>
                <a:avLst/>
                <a:gdLst/>
                <a:ahLst/>
                <a:cxnLst>
                  <a:cxn ang="0">
                    <a:pos x="7792" y="0"/>
                  </a:cxn>
                  <a:cxn ang="0">
                    <a:pos x="0" y="0"/>
                  </a:cxn>
                  <a:cxn ang="0">
                    <a:pos x="0" y="4498"/>
                  </a:cxn>
                  <a:cxn ang="0">
                    <a:pos x="7792" y="4498"/>
                  </a:cxn>
                  <a:cxn ang="0">
                    <a:pos x="7792" y="0"/>
                  </a:cxn>
                  <a:cxn ang="0">
                    <a:pos x="687" y="578"/>
                  </a:cxn>
                  <a:cxn ang="0">
                    <a:pos x="2079" y="578"/>
                  </a:cxn>
                  <a:cxn ang="0">
                    <a:pos x="2079" y="1971"/>
                  </a:cxn>
                  <a:cxn ang="0">
                    <a:pos x="687" y="1971"/>
                  </a:cxn>
                  <a:cxn ang="0">
                    <a:pos x="687" y="578"/>
                  </a:cxn>
                  <a:cxn ang="0">
                    <a:pos x="687" y="2473"/>
                  </a:cxn>
                  <a:cxn ang="0">
                    <a:pos x="2079" y="2473"/>
                  </a:cxn>
                  <a:cxn ang="0">
                    <a:pos x="2079" y="3866"/>
                  </a:cxn>
                  <a:cxn ang="0">
                    <a:pos x="687" y="3866"/>
                  </a:cxn>
                  <a:cxn ang="0">
                    <a:pos x="687" y="2473"/>
                  </a:cxn>
                  <a:cxn ang="0">
                    <a:pos x="2361" y="2473"/>
                  </a:cxn>
                  <a:cxn ang="0">
                    <a:pos x="3755" y="2473"/>
                  </a:cxn>
                  <a:cxn ang="0">
                    <a:pos x="3755" y="3866"/>
                  </a:cxn>
                  <a:cxn ang="0">
                    <a:pos x="2361" y="3866"/>
                  </a:cxn>
                  <a:cxn ang="0">
                    <a:pos x="2361" y="2473"/>
                  </a:cxn>
                  <a:cxn ang="0">
                    <a:pos x="4037" y="2473"/>
                  </a:cxn>
                  <a:cxn ang="0">
                    <a:pos x="5429" y="2473"/>
                  </a:cxn>
                  <a:cxn ang="0">
                    <a:pos x="5429" y="3866"/>
                  </a:cxn>
                  <a:cxn ang="0">
                    <a:pos x="4037" y="3866"/>
                  </a:cxn>
                  <a:cxn ang="0">
                    <a:pos x="4037" y="2473"/>
                  </a:cxn>
                  <a:cxn ang="0">
                    <a:pos x="2361" y="578"/>
                  </a:cxn>
                  <a:cxn ang="0">
                    <a:pos x="3755" y="578"/>
                  </a:cxn>
                  <a:cxn ang="0">
                    <a:pos x="3755" y="1971"/>
                  </a:cxn>
                  <a:cxn ang="0">
                    <a:pos x="2361" y="1971"/>
                  </a:cxn>
                  <a:cxn ang="0">
                    <a:pos x="2361" y="578"/>
                  </a:cxn>
                  <a:cxn ang="0">
                    <a:pos x="4037" y="578"/>
                  </a:cxn>
                  <a:cxn ang="0">
                    <a:pos x="5429" y="578"/>
                  </a:cxn>
                  <a:cxn ang="0">
                    <a:pos x="5429" y="1971"/>
                  </a:cxn>
                  <a:cxn ang="0">
                    <a:pos x="4037" y="1971"/>
                  </a:cxn>
                  <a:cxn ang="0">
                    <a:pos x="4037" y="578"/>
                  </a:cxn>
                  <a:cxn ang="0">
                    <a:pos x="5713" y="578"/>
                  </a:cxn>
                  <a:cxn ang="0">
                    <a:pos x="7105" y="578"/>
                  </a:cxn>
                  <a:cxn ang="0">
                    <a:pos x="7105" y="1971"/>
                  </a:cxn>
                  <a:cxn ang="0">
                    <a:pos x="5713" y="1971"/>
                  </a:cxn>
                  <a:cxn ang="0">
                    <a:pos x="5713" y="578"/>
                  </a:cxn>
                  <a:cxn ang="0">
                    <a:pos x="5713" y="2473"/>
                  </a:cxn>
                  <a:cxn ang="0">
                    <a:pos x="7105" y="2473"/>
                  </a:cxn>
                  <a:cxn ang="0">
                    <a:pos x="7105" y="3866"/>
                  </a:cxn>
                  <a:cxn ang="0">
                    <a:pos x="5713" y="3866"/>
                  </a:cxn>
                  <a:cxn ang="0">
                    <a:pos x="5713" y="2473"/>
                  </a:cxn>
                </a:cxnLst>
                <a:rect l="0" t="0" r="r" b="b"/>
                <a:pathLst>
                  <a:path w="7792" h="4498">
                    <a:moveTo>
                      <a:pt x="7792" y="0"/>
                    </a:moveTo>
                    <a:lnTo>
                      <a:pt x="0" y="0"/>
                    </a:lnTo>
                    <a:lnTo>
                      <a:pt x="0" y="4498"/>
                    </a:lnTo>
                    <a:lnTo>
                      <a:pt x="7792" y="4498"/>
                    </a:lnTo>
                    <a:lnTo>
                      <a:pt x="7792" y="0"/>
                    </a:lnTo>
                    <a:close/>
                    <a:moveTo>
                      <a:pt x="687" y="578"/>
                    </a:moveTo>
                    <a:lnTo>
                      <a:pt x="2079" y="578"/>
                    </a:lnTo>
                    <a:lnTo>
                      <a:pt x="2079" y="1971"/>
                    </a:lnTo>
                    <a:lnTo>
                      <a:pt x="687" y="1971"/>
                    </a:lnTo>
                    <a:lnTo>
                      <a:pt x="687" y="578"/>
                    </a:lnTo>
                    <a:close/>
                    <a:moveTo>
                      <a:pt x="687" y="2473"/>
                    </a:moveTo>
                    <a:lnTo>
                      <a:pt x="2079" y="2473"/>
                    </a:lnTo>
                    <a:lnTo>
                      <a:pt x="2079" y="3866"/>
                    </a:lnTo>
                    <a:lnTo>
                      <a:pt x="687" y="3866"/>
                    </a:lnTo>
                    <a:lnTo>
                      <a:pt x="687" y="2473"/>
                    </a:lnTo>
                    <a:close/>
                    <a:moveTo>
                      <a:pt x="2361" y="2473"/>
                    </a:moveTo>
                    <a:lnTo>
                      <a:pt x="3755" y="2473"/>
                    </a:lnTo>
                    <a:lnTo>
                      <a:pt x="3755" y="3866"/>
                    </a:lnTo>
                    <a:lnTo>
                      <a:pt x="2361" y="3866"/>
                    </a:lnTo>
                    <a:lnTo>
                      <a:pt x="2361" y="2473"/>
                    </a:lnTo>
                    <a:close/>
                    <a:moveTo>
                      <a:pt x="4037" y="2473"/>
                    </a:moveTo>
                    <a:lnTo>
                      <a:pt x="5429" y="2473"/>
                    </a:lnTo>
                    <a:lnTo>
                      <a:pt x="5429" y="3866"/>
                    </a:lnTo>
                    <a:lnTo>
                      <a:pt x="4037" y="3866"/>
                    </a:lnTo>
                    <a:lnTo>
                      <a:pt x="4037" y="2473"/>
                    </a:lnTo>
                    <a:close/>
                    <a:moveTo>
                      <a:pt x="2361" y="578"/>
                    </a:moveTo>
                    <a:lnTo>
                      <a:pt x="3755" y="578"/>
                    </a:lnTo>
                    <a:lnTo>
                      <a:pt x="3755" y="1971"/>
                    </a:lnTo>
                    <a:lnTo>
                      <a:pt x="2361" y="1971"/>
                    </a:lnTo>
                    <a:lnTo>
                      <a:pt x="2361" y="578"/>
                    </a:lnTo>
                    <a:close/>
                    <a:moveTo>
                      <a:pt x="4037" y="578"/>
                    </a:moveTo>
                    <a:lnTo>
                      <a:pt x="5429" y="578"/>
                    </a:lnTo>
                    <a:lnTo>
                      <a:pt x="5429" y="1971"/>
                    </a:lnTo>
                    <a:lnTo>
                      <a:pt x="4037" y="1971"/>
                    </a:lnTo>
                    <a:lnTo>
                      <a:pt x="4037" y="578"/>
                    </a:lnTo>
                    <a:close/>
                    <a:moveTo>
                      <a:pt x="5713" y="578"/>
                    </a:moveTo>
                    <a:lnTo>
                      <a:pt x="7105" y="578"/>
                    </a:lnTo>
                    <a:lnTo>
                      <a:pt x="7105" y="1971"/>
                    </a:lnTo>
                    <a:lnTo>
                      <a:pt x="5713" y="1971"/>
                    </a:lnTo>
                    <a:lnTo>
                      <a:pt x="5713" y="578"/>
                    </a:lnTo>
                    <a:close/>
                    <a:moveTo>
                      <a:pt x="5713" y="2473"/>
                    </a:moveTo>
                    <a:lnTo>
                      <a:pt x="7105" y="2473"/>
                    </a:lnTo>
                    <a:lnTo>
                      <a:pt x="7105" y="3866"/>
                    </a:lnTo>
                    <a:lnTo>
                      <a:pt x="5713" y="3866"/>
                    </a:lnTo>
                    <a:lnTo>
                      <a:pt x="5713" y="2473"/>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67" name="Freeform 14"/>
              <p:cNvSpPr>
                <a:spLocks noEditPoints="1"/>
              </p:cNvSpPr>
              <p:nvPr/>
            </p:nvSpPr>
            <p:spPr bwMode="gray">
              <a:xfrm>
                <a:off x="6378575" y="3081338"/>
                <a:ext cx="427038" cy="666750"/>
              </a:xfrm>
              <a:custGeom>
                <a:avLst/>
                <a:gdLst/>
                <a:ahLst/>
                <a:cxnLst>
                  <a:cxn ang="0">
                    <a:pos x="7792" y="0"/>
                  </a:cxn>
                  <a:cxn ang="0">
                    <a:pos x="0" y="12190"/>
                  </a:cxn>
                  <a:cxn ang="0">
                    <a:pos x="687" y="690"/>
                  </a:cxn>
                  <a:cxn ang="0">
                    <a:pos x="2079" y="2084"/>
                  </a:cxn>
                  <a:cxn ang="0">
                    <a:pos x="687" y="690"/>
                  </a:cxn>
                  <a:cxn ang="0">
                    <a:pos x="2079" y="10165"/>
                  </a:cxn>
                  <a:cxn ang="0">
                    <a:pos x="687" y="11558"/>
                  </a:cxn>
                  <a:cxn ang="0">
                    <a:pos x="2363" y="10165"/>
                  </a:cxn>
                  <a:cxn ang="0">
                    <a:pos x="3755" y="11558"/>
                  </a:cxn>
                  <a:cxn ang="0">
                    <a:pos x="2363" y="10165"/>
                  </a:cxn>
                  <a:cxn ang="0">
                    <a:pos x="5431" y="10165"/>
                  </a:cxn>
                  <a:cxn ang="0">
                    <a:pos x="4037" y="11558"/>
                  </a:cxn>
                  <a:cxn ang="0">
                    <a:pos x="5713" y="10165"/>
                  </a:cxn>
                  <a:cxn ang="0">
                    <a:pos x="7105" y="11558"/>
                  </a:cxn>
                  <a:cxn ang="0">
                    <a:pos x="5713" y="10165"/>
                  </a:cxn>
                  <a:cxn ang="0">
                    <a:pos x="2079" y="8270"/>
                  </a:cxn>
                  <a:cxn ang="0">
                    <a:pos x="687" y="9663"/>
                  </a:cxn>
                  <a:cxn ang="0">
                    <a:pos x="2363" y="8270"/>
                  </a:cxn>
                  <a:cxn ang="0">
                    <a:pos x="3755" y="9663"/>
                  </a:cxn>
                  <a:cxn ang="0">
                    <a:pos x="2363" y="8270"/>
                  </a:cxn>
                  <a:cxn ang="0">
                    <a:pos x="5431" y="8270"/>
                  </a:cxn>
                  <a:cxn ang="0">
                    <a:pos x="4037" y="9663"/>
                  </a:cxn>
                  <a:cxn ang="0">
                    <a:pos x="5713" y="8270"/>
                  </a:cxn>
                  <a:cxn ang="0">
                    <a:pos x="7105" y="9663"/>
                  </a:cxn>
                  <a:cxn ang="0">
                    <a:pos x="5713" y="8270"/>
                  </a:cxn>
                  <a:cxn ang="0">
                    <a:pos x="2079" y="6376"/>
                  </a:cxn>
                  <a:cxn ang="0">
                    <a:pos x="687" y="7768"/>
                  </a:cxn>
                  <a:cxn ang="0">
                    <a:pos x="2363" y="6376"/>
                  </a:cxn>
                  <a:cxn ang="0">
                    <a:pos x="3755" y="7768"/>
                  </a:cxn>
                  <a:cxn ang="0">
                    <a:pos x="2363" y="6376"/>
                  </a:cxn>
                  <a:cxn ang="0">
                    <a:pos x="5431" y="6376"/>
                  </a:cxn>
                  <a:cxn ang="0">
                    <a:pos x="4037" y="7768"/>
                  </a:cxn>
                  <a:cxn ang="0">
                    <a:pos x="5713" y="6376"/>
                  </a:cxn>
                  <a:cxn ang="0">
                    <a:pos x="7105" y="7768"/>
                  </a:cxn>
                  <a:cxn ang="0">
                    <a:pos x="5713" y="6376"/>
                  </a:cxn>
                  <a:cxn ang="0">
                    <a:pos x="2079" y="4481"/>
                  </a:cxn>
                  <a:cxn ang="0">
                    <a:pos x="687" y="5874"/>
                  </a:cxn>
                  <a:cxn ang="0">
                    <a:pos x="2363" y="4481"/>
                  </a:cxn>
                  <a:cxn ang="0">
                    <a:pos x="3755" y="5874"/>
                  </a:cxn>
                  <a:cxn ang="0">
                    <a:pos x="2363" y="4481"/>
                  </a:cxn>
                  <a:cxn ang="0">
                    <a:pos x="5431" y="4481"/>
                  </a:cxn>
                  <a:cxn ang="0">
                    <a:pos x="4037" y="5874"/>
                  </a:cxn>
                  <a:cxn ang="0">
                    <a:pos x="5713" y="4481"/>
                  </a:cxn>
                  <a:cxn ang="0">
                    <a:pos x="7105" y="5874"/>
                  </a:cxn>
                  <a:cxn ang="0">
                    <a:pos x="5713" y="4481"/>
                  </a:cxn>
                  <a:cxn ang="0">
                    <a:pos x="2079" y="2585"/>
                  </a:cxn>
                  <a:cxn ang="0">
                    <a:pos x="687" y="3979"/>
                  </a:cxn>
                  <a:cxn ang="0">
                    <a:pos x="2363" y="2585"/>
                  </a:cxn>
                  <a:cxn ang="0">
                    <a:pos x="3755" y="3979"/>
                  </a:cxn>
                  <a:cxn ang="0">
                    <a:pos x="2363" y="2585"/>
                  </a:cxn>
                  <a:cxn ang="0">
                    <a:pos x="5431" y="2585"/>
                  </a:cxn>
                  <a:cxn ang="0">
                    <a:pos x="4037" y="3979"/>
                  </a:cxn>
                  <a:cxn ang="0">
                    <a:pos x="2363" y="690"/>
                  </a:cxn>
                  <a:cxn ang="0">
                    <a:pos x="3755" y="2084"/>
                  </a:cxn>
                  <a:cxn ang="0">
                    <a:pos x="2363" y="690"/>
                  </a:cxn>
                  <a:cxn ang="0">
                    <a:pos x="5431" y="690"/>
                  </a:cxn>
                  <a:cxn ang="0">
                    <a:pos x="4037" y="2084"/>
                  </a:cxn>
                  <a:cxn ang="0">
                    <a:pos x="5713" y="690"/>
                  </a:cxn>
                  <a:cxn ang="0">
                    <a:pos x="7105" y="2084"/>
                  </a:cxn>
                  <a:cxn ang="0">
                    <a:pos x="5713" y="690"/>
                  </a:cxn>
                  <a:cxn ang="0">
                    <a:pos x="7105" y="2585"/>
                  </a:cxn>
                  <a:cxn ang="0">
                    <a:pos x="5713" y="3979"/>
                  </a:cxn>
                </a:cxnLst>
                <a:rect l="0" t="0" r="r" b="b"/>
                <a:pathLst>
                  <a:path w="7792" h="12190">
                    <a:moveTo>
                      <a:pt x="0" y="0"/>
                    </a:moveTo>
                    <a:lnTo>
                      <a:pt x="7792" y="0"/>
                    </a:lnTo>
                    <a:lnTo>
                      <a:pt x="7792" y="12190"/>
                    </a:lnTo>
                    <a:lnTo>
                      <a:pt x="0" y="12190"/>
                    </a:lnTo>
                    <a:lnTo>
                      <a:pt x="0" y="0"/>
                    </a:lnTo>
                    <a:close/>
                    <a:moveTo>
                      <a:pt x="687" y="690"/>
                    </a:moveTo>
                    <a:lnTo>
                      <a:pt x="2079" y="690"/>
                    </a:lnTo>
                    <a:lnTo>
                      <a:pt x="2079" y="2084"/>
                    </a:lnTo>
                    <a:lnTo>
                      <a:pt x="687" y="2084"/>
                    </a:lnTo>
                    <a:lnTo>
                      <a:pt x="687" y="690"/>
                    </a:lnTo>
                    <a:close/>
                    <a:moveTo>
                      <a:pt x="687" y="10165"/>
                    </a:moveTo>
                    <a:lnTo>
                      <a:pt x="2079" y="10165"/>
                    </a:lnTo>
                    <a:lnTo>
                      <a:pt x="2079" y="11558"/>
                    </a:lnTo>
                    <a:lnTo>
                      <a:pt x="687" y="11558"/>
                    </a:lnTo>
                    <a:lnTo>
                      <a:pt x="687" y="10165"/>
                    </a:lnTo>
                    <a:close/>
                    <a:moveTo>
                      <a:pt x="2363" y="10165"/>
                    </a:moveTo>
                    <a:lnTo>
                      <a:pt x="3755" y="10165"/>
                    </a:lnTo>
                    <a:lnTo>
                      <a:pt x="3755" y="11558"/>
                    </a:lnTo>
                    <a:lnTo>
                      <a:pt x="2363" y="11558"/>
                    </a:lnTo>
                    <a:lnTo>
                      <a:pt x="2363" y="10165"/>
                    </a:lnTo>
                    <a:close/>
                    <a:moveTo>
                      <a:pt x="4037" y="10165"/>
                    </a:moveTo>
                    <a:lnTo>
                      <a:pt x="5431" y="10165"/>
                    </a:lnTo>
                    <a:lnTo>
                      <a:pt x="5431" y="11558"/>
                    </a:lnTo>
                    <a:lnTo>
                      <a:pt x="4037" y="11558"/>
                    </a:lnTo>
                    <a:lnTo>
                      <a:pt x="4037" y="10165"/>
                    </a:lnTo>
                    <a:close/>
                    <a:moveTo>
                      <a:pt x="5713" y="10165"/>
                    </a:moveTo>
                    <a:lnTo>
                      <a:pt x="7105" y="10165"/>
                    </a:lnTo>
                    <a:lnTo>
                      <a:pt x="7105" y="11558"/>
                    </a:lnTo>
                    <a:lnTo>
                      <a:pt x="5713" y="11558"/>
                    </a:lnTo>
                    <a:lnTo>
                      <a:pt x="5713" y="10165"/>
                    </a:lnTo>
                    <a:close/>
                    <a:moveTo>
                      <a:pt x="687" y="8270"/>
                    </a:moveTo>
                    <a:lnTo>
                      <a:pt x="2079" y="8270"/>
                    </a:lnTo>
                    <a:lnTo>
                      <a:pt x="2079" y="9663"/>
                    </a:lnTo>
                    <a:lnTo>
                      <a:pt x="687" y="9663"/>
                    </a:lnTo>
                    <a:lnTo>
                      <a:pt x="687" y="8270"/>
                    </a:lnTo>
                    <a:close/>
                    <a:moveTo>
                      <a:pt x="2363" y="8270"/>
                    </a:moveTo>
                    <a:lnTo>
                      <a:pt x="3755" y="8270"/>
                    </a:lnTo>
                    <a:lnTo>
                      <a:pt x="3755" y="9663"/>
                    </a:lnTo>
                    <a:lnTo>
                      <a:pt x="2363" y="9663"/>
                    </a:lnTo>
                    <a:lnTo>
                      <a:pt x="2363" y="8270"/>
                    </a:lnTo>
                    <a:close/>
                    <a:moveTo>
                      <a:pt x="4037" y="8270"/>
                    </a:moveTo>
                    <a:lnTo>
                      <a:pt x="5431" y="8270"/>
                    </a:lnTo>
                    <a:lnTo>
                      <a:pt x="5431" y="9663"/>
                    </a:lnTo>
                    <a:lnTo>
                      <a:pt x="4037" y="9663"/>
                    </a:lnTo>
                    <a:lnTo>
                      <a:pt x="4037" y="8270"/>
                    </a:lnTo>
                    <a:close/>
                    <a:moveTo>
                      <a:pt x="5713" y="8270"/>
                    </a:moveTo>
                    <a:lnTo>
                      <a:pt x="7105" y="8270"/>
                    </a:lnTo>
                    <a:lnTo>
                      <a:pt x="7105" y="9663"/>
                    </a:lnTo>
                    <a:lnTo>
                      <a:pt x="5713" y="9663"/>
                    </a:lnTo>
                    <a:lnTo>
                      <a:pt x="5713" y="8270"/>
                    </a:lnTo>
                    <a:close/>
                    <a:moveTo>
                      <a:pt x="687" y="6376"/>
                    </a:moveTo>
                    <a:lnTo>
                      <a:pt x="2079" y="6376"/>
                    </a:lnTo>
                    <a:lnTo>
                      <a:pt x="2079" y="7768"/>
                    </a:lnTo>
                    <a:lnTo>
                      <a:pt x="687" y="7768"/>
                    </a:lnTo>
                    <a:lnTo>
                      <a:pt x="687" y="6376"/>
                    </a:lnTo>
                    <a:close/>
                    <a:moveTo>
                      <a:pt x="2363" y="6376"/>
                    </a:moveTo>
                    <a:lnTo>
                      <a:pt x="3755" y="6376"/>
                    </a:lnTo>
                    <a:lnTo>
                      <a:pt x="3755" y="7768"/>
                    </a:lnTo>
                    <a:lnTo>
                      <a:pt x="2363" y="7768"/>
                    </a:lnTo>
                    <a:lnTo>
                      <a:pt x="2363" y="6376"/>
                    </a:lnTo>
                    <a:close/>
                    <a:moveTo>
                      <a:pt x="4037" y="6376"/>
                    </a:moveTo>
                    <a:lnTo>
                      <a:pt x="5431" y="6376"/>
                    </a:lnTo>
                    <a:lnTo>
                      <a:pt x="5431" y="7768"/>
                    </a:lnTo>
                    <a:lnTo>
                      <a:pt x="4037" y="7768"/>
                    </a:lnTo>
                    <a:lnTo>
                      <a:pt x="4037" y="6376"/>
                    </a:lnTo>
                    <a:close/>
                    <a:moveTo>
                      <a:pt x="5713" y="6376"/>
                    </a:moveTo>
                    <a:lnTo>
                      <a:pt x="7105" y="6376"/>
                    </a:lnTo>
                    <a:lnTo>
                      <a:pt x="7105" y="7768"/>
                    </a:lnTo>
                    <a:lnTo>
                      <a:pt x="5713" y="7768"/>
                    </a:lnTo>
                    <a:lnTo>
                      <a:pt x="5713" y="6376"/>
                    </a:lnTo>
                    <a:close/>
                    <a:moveTo>
                      <a:pt x="687" y="4481"/>
                    </a:moveTo>
                    <a:lnTo>
                      <a:pt x="2079" y="4481"/>
                    </a:lnTo>
                    <a:lnTo>
                      <a:pt x="2079" y="5874"/>
                    </a:lnTo>
                    <a:lnTo>
                      <a:pt x="687" y="5874"/>
                    </a:lnTo>
                    <a:lnTo>
                      <a:pt x="687" y="4481"/>
                    </a:lnTo>
                    <a:close/>
                    <a:moveTo>
                      <a:pt x="2363" y="4481"/>
                    </a:moveTo>
                    <a:lnTo>
                      <a:pt x="3755" y="4481"/>
                    </a:lnTo>
                    <a:lnTo>
                      <a:pt x="3755" y="5874"/>
                    </a:lnTo>
                    <a:lnTo>
                      <a:pt x="2363" y="5874"/>
                    </a:lnTo>
                    <a:lnTo>
                      <a:pt x="2363" y="4481"/>
                    </a:lnTo>
                    <a:close/>
                    <a:moveTo>
                      <a:pt x="4037" y="4481"/>
                    </a:moveTo>
                    <a:lnTo>
                      <a:pt x="5431" y="4481"/>
                    </a:lnTo>
                    <a:lnTo>
                      <a:pt x="5431" y="5874"/>
                    </a:lnTo>
                    <a:lnTo>
                      <a:pt x="4037" y="5874"/>
                    </a:lnTo>
                    <a:lnTo>
                      <a:pt x="4037" y="4481"/>
                    </a:lnTo>
                    <a:close/>
                    <a:moveTo>
                      <a:pt x="5713" y="4481"/>
                    </a:moveTo>
                    <a:lnTo>
                      <a:pt x="7105" y="4481"/>
                    </a:lnTo>
                    <a:lnTo>
                      <a:pt x="7105" y="5874"/>
                    </a:lnTo>
                    <a:lnTo>
                      <a:pt x="5713" y="5874"/>
                    </a:lnTo>
                    <a:lnTo>
                      <a:pt x="5713" y="4481"/>
                    </a:lnTo>
                    <a:close/>
                    <a:moveTo>
                      <a:pt x="687" y="2585"/>
                    </a:moveTo>
                    <a:lnTo>
                      <a:pt x="2079" y="2585"/>
                    </a:lnTo>
                    <a:lnTo>
                      <a:pt x="2079" y="3979"/>
                    </a:lnTo>
                    <a:lnTo>
                      <a:pt x="687" y="3979"/>
                    </a:lnTo>
                    <a:lnTo>
                      <a:pt x="687" y="2585"/>
                    </a:lnTo>
                    <a:close/>
                    <a:moveTo>
                      <a:pt x="2363" y="2585"/>
                    </a:moveTo>
                    <a:lnTo>
                      <a:pt x="3755" y="2585"/>
                    </a:lnTo>
                    <a:lnTo>
                      <a:pt x="3755" y="3979"/>
                    </a:lnTo>
                    <a:lnTo>
                      <a:pt x="2363" y="3979"/>
                    </a:lnTo>
                    <a:lnTo>
                      <a:pt x="2363" y="2585"/>
                    </a:lnTo>
                    <a:close/>
                    <a:moveTo>
                      <a:pt x="4037" y="2585"/>
                    </a:moveTo>
                    <a:lnTo>
                      <a:pt x="5431" y="2585"/>
                    </a:lnTo>
                    <a:lnTo>
                      <a:pt x="5431" y="3979"/>
                    </a:lnTo>
                    <a:lnTo>
                      <a:pt x="4037" y="3979"/>
                    </a:lnTo>
                    <a:lnTo>
                      <a:pt x="4037" y="2585"/>
                    </a:lnTo>
                    <a:close/>
                    <a:moveTo>
                      <a:pt x="2363" y="690"/>
                    </a:moveTo>
                    <a:lnTo>
                      <a:pt x="3755" y="690"/>
                    </a:lnTo>
                    <a:lnTo>
                      <a:pt x="3755" y="2084"/>
                    </a:lnTo>
                    <a:lnTo>
                      <a:pt x="2363" y="2084"/>
                    </a:lnTo>
                    <a:lnTo>
                      <a:pt x="2363" y="690"/>
                    </a:lnTo>
                    <a:close/>
                    <a:moveTo>
                      <a:pt x="4037" y="690"/>
                    </a:moveTo>
                    <a:lnTo>
                      <a:pt x="5431" y="690"/>
                    </a:lnTo>
                    <a:lnTo>
                      <a:pt x="5431" y="2084"/>
                    </a:lnTo>
                    <a:lnTo>
                      <a:pt x="4037" y="2084"/>
                    </a:lnTo>
                    <a:lnTo>
                      <a:pt x="4037" y="690"/>
                    </a:lnTo>
                    <a:close/>
                    <a:moveTo>
                      <a:pt x="5713" y="690"/>
                    </a:moveTo>
                    <a:lnTo>
                      <a:pt x="7105" y="690"/>
                    </a:lnTo>
                    <a:lnTo>
                      <a:pt x="7105" y="2084"/>
                    </a:lnTo>
                    <a:lnTo>
                      <a:pt x="5713" y="2084"/>
                    </a:lnTo>
                    <a:lnTo>
                      <a:pt x="5713" y="690"/>
                    </a:lnTo>
                    <a:close/>
                    <a:moveTo>
                      <a:pt x="5713" y="2585"/>
                    </a:moveTo>
                    <a:lnTo>
                      <a:pt x="7105" y="2585"/>
                    </a:lnTo>
                    <a:lnTo>
                      <a:pt x="7105" y="3979"/>
                    </a:lnTo>
                    <a:lnTo>
                      <a:pt x="5713" y="3979"/>
                    </a:lnTo>
                    <a:lnTo>
                      <a:pt x="5713" y="2585"/>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grpSp>
        <p:sp>
          <p:nvSpPr>
            <p:cNvPr id="62" name="矩形 61"/>
            <p:cNvSpPr/>
            <p:nvPr/>
          </p:nvSpPr>
          <p:spPr bwMode="gray">
            <a:xfrm>
              <a:off x="699103" y="4370478"/>
              <a:ext cx="644728" cy="307777"/>
            </a:xfrm>
            <a:prstGeom prst="rect">
              <a:avLst/>
            </a:prstGeom>
          </p:spPr>
          <p:txBody>
            <a:bodyPr wrap="none">
              <a:spAutoFit/>
            </a:bodyPr>
            <a:lstStyle/>
            <a:p>
              <a:r>
                <a:rPr lang="zh-CN" altLang="en-US" sz="1399">
                  <a:solidFill>
                    <a:schemeClr val="bg1">
                      <a:lumMod val="50000"/>
                    </a:schemeClr>
                  </a:solidFill>
                </a:rPr>
                <a:t>分支</a:t>
              </a:r>
              <a:r>
                <a:rPr lang="en-US" altLang="zh-CN" sz="1399">
                  <a:solidFill>
                    <a:schemeClr val="bg1">
                      <a:lumMod val="50000"/>
                    </a:schemeClr>
                  </a:solidFill>
                </a:rPr>
                <a:t>1</a:t>
              </a:r>
            </a:p>
          </p:txBody>
        </p:sp>
      </p:grpSp>
      <p:sp>
        <p:nvSpPr>
          <p:cNvPr id="68" name="圆角矩形 75"/>
          <p:cNvSpPr/>
          <p:nvPr/>
        </p:nvSpPr>
        <p:spPr bwMode="gray">
          <a:xfrm>
            <a:off x="1691425" y="3716226"/>
            <a:ext cx="3436025" cy="244287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a:lnSpc>
                <a:spcPts val="2599"/>
              </a:lnSpc>
              <a:spcAft>
                <a:spcPts val="600"/>
              </a:spcAft>
            </a:pPr>
            <a:endParaRPr lang="en-US" altLang="zh-CN" sz="15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9" name="直接箭头连接符 68"/>
          <p:cNvCxnSpPr>
            <a:stCxn id="56" idx="2"/>
            <a:endCxn id="70" idx="0"/>
          </p:cNvCxnSpPr>
          <p:nvPr/>
        </p:nvCxnSpPr>
        <p:spPr bwMode="gray">
          <a:xfrm flipH="1">
            <a:off x="2979262" y="2492671"/>
            <a:ext cx="457206" cy="1470264"/>
          </a:xfrm>
          <a:prstGeom prst="straightConnector1">
            <a:avLst/>
          </a:prstGeom>
          <a:noFill/>
          <a:ln w="19050" algn="ctr">
            <a:solidFill>
              <a:srgbClr val="EC7061"/>
            </a:solidFill>
            <a:prstDash val="sysDot"/>
            <a:round/>
            <a:headEnd type="triangle" w="med" len="med"/>
            <a:tailEnd type="triangle" w="med" len="med"/>
          </a:ln>
        </p:spPr>
      </p:cxnSp>
      <p:pic>
        <p:nvPicPr>
          <p:cNvPr id="70" name="图片 69"/>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2730431" y="3962935"/>
            <a:ext cx="497660" cy="407176"/>
          </a:xfrm>
          <a:prstGeom prst="rect">
            <a:avLst/>
          </a:prstGeom>
        </p:spPr>
      </p:pic>
      <p:pic>
        <p:nvPicPr>
          <p:cNvPr id="71" name="图片 70"/>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4205595" y="3953914"/>
            <a:ext cx="497660" cy="407176"/>
          </a:xfrm>
          <a:prstGeom prst="rect">
            <a:avLst/>
          </a:prstGeom>
        </p:spPr>
      </p:pic>
      <p:cxnSp>
        <p:nvCxnSpPr>
          <p:cNvPr id="72" name="直接连接符 71">
            <a:extLst>
              <a:ext uri="{FF2B5EF4-FFF2-40B4-BE49-F238E27FC236}">
                <a16:creationId xmlns:a16="http://schemas.microsoft.com/office/drawing/2014/main" id="{94275FFE-3BE6-4C12-8737-FDFE3456C4A2}"/>
              </a:ext>
            </a:extLst>
          </p:cNvPr>
          <p:cNvCxnSpPr>
            <a:stCxn id="53" idx="0"/>
            <a:endCxn id="89" idx="3"/>
          </p:cNvCxnSpPr>
          <p:nvPr/>
        </p:nvCxnSpPr>
        <p:spPr bwMode="gray">
          <a:xfrm flipV="1">
            <a:off x="2979262" y="5030180"/>
            <a:ext cx="985700" cy="612975"/>
          </a:xfrm>
          <a:prstGeom prst="line">
            <a:avLst/>
          </a:prstGeom>
          <a:noFill/>
          <a:ln w="19050" cap="flat" cmpd="sng" algn="ctr">
            <a:solidFill>
              <a:srgbClr val="56C4D2"/>
            </a:solidFill>
            <a:prstDash val="solid"/>
          </a:ln>
          <a:effectLst/>
        </p:spPr>
      </p:cxnSp>
      <p:cxnSp>
        <p:nvCxnSpPr>
          <p:cNvPr id="73" name="直接连接符 72">
            <a:extLst>
              <a:ext uri="{FF2B5EF4-FFF2-40B4-BE49-F238E27FC236}">
                <a16:creationId xmlns:a16="http://schemas.microsoft.com/office/drawing/2014/main" id="{94275FFE-3BE6-4C12-8737-FDFE3456C4A2}"/>
              </a:ext>
            </a:extLst>
          </p:cNvPr>
          <p:cNvCxnSpPr>
            <a:stCxn id="54" idx="0"/>
            <a:endCxn id="89" idx="1"/>
          </p:cNvCxnSpPr>
          <p:nvPr/>
        </p:nvCxnSpPr>
        <p:spPr bwMode="gray">
          <a:xfrm flipH="1" flipV="1">
            <a:off x="3467303" y="5030180"/>
            <a:ext cx="987123" cy="612975"/>
          </a:xfrm>
          <a:prstGeom prst="line">
            <a:avLst/>
          </a:prstGeom>
          <a:noFill/>
          <a:ln w="19050" cap="flat" cmpd="sng" algn="ctr">
            <a:solidFill>
              <a:srgbClr val="56C4D2"/>
            </a:solidFill>
            <a:prstDash val="solid"/>
          </a:ln>
          <a:effectLst/>
        </p:spPr>
      </p:cxnSp>
      <p:cxnSp>
        <p:nvCxnSpPr>
          <p:cNvPr id="74" name="直接连接符 73">
            <a:extLst>
              <a:ext uri="{FF2B5EF4-FFF2-40B4-BE49-F238E27FC236}">
                <a16:creationId xmlns:a16="http://schemas.microsoft.com/office/drawing/2014/main" id="{94275FFE-3BE6-4C12-8737-FDFE3456C4A2}"/>
              </a:ext>
            </a:extLst>
          </p:cNvPr>
          <p:cNvCxnSpPr>
            <a:stCxn id="89" idx="3"/>
            <a:endCxn id="70" idx="2"/>
          </p:cNvCxnSpPr>
          <p:nvPr/>
        </p:nvCxnSpPr>
        <p:spPr bwMode="gray">
          <a:xfrm flipH="1" flipV="1">
            <a:off x="2979262" y="4370110"/>
            <a:ext cx="985700" cy="660070"/>
          </a:xfrm>
          <a:prstGeom prst="line">
            <a:avLst/>
          </a:prstGeom>
          <a:noFill/>
          <a:ln w="19050" cap="flat" cmpd="sng" algn="ctr">
            <a:solidFill>
              <a:srgbClr val="56C4D2"/>
            </a:solidFill>
            <a:prstDash val="solid"/>
          </a:ln>
          <a:effectLst/>
        </p:spPr>
      </p:cxnSp>
      <p:cxnSp>
        <p:nvCxnSpPr>
          <p:cNvPr id="75" name="直接连接符 74">
            <a:extLst>
              <a:ext uri="{FF2B5EF4-FFF2-40B4-BE49-F238E27FC236}">
                <a16:creationId xmlns:a16="http://schemas.microsoft.com/office/drawing/2014/main" id="{94275FFE-3BE6-4C12-8737-FDFE3456C4A2}"/>
              </a:ext>
            </a:extLst>
          </p:cNvPr>
          <p:cNvCxnSpPr>
            <a:stCxn id="89" idx="1"/>
            <a:endCxn id="71" idx="2"/>
          </p:cNvCxnSpPr>
          <p:nvPr/>
        </p:nvCxnSpPr>
        <p:spPr bwMode="gray">
          <a:xfrm flipV="1">
            <a:off x="3467303" y="4361090"/>
            <a:ext cx="987123" cy="669091"/>
          </a:xfrm>
          <a:prstGeom prst="line">
            <a:avLst/>
          </a:prstGeom>
          <a:noFill/>
          <a:ln w="19050" cap="flat" cmpd="sng" algn="ctr">
            <a:solidFill>
              <a:srgbClr val="56C4D2"/>
            </a:solidFill>
            <a:prstDash val="solid"/>
          </a:ln>
          <a:effectLst/>
        </p:spPr>
      </p:cxnSp>
      <p:sp>
        <p:nvSpPr>
          <p:cNvPr id="76" name="矩形 75"/>
          <p:cNvSpPr/>
          <p:nvPr/>
        </p:nvSpPr>
        <p:spPr bwMode="gray">
          <a:xfrm>
            <a:off x="2635250" y="3081300"/>
            <a:ext cx="543527" cy="307657"/>
          </a:xfrm>
          <a:prstGeom prst="rect">
            <a:avLst/>
          </a:prstGeom>
        </p:spPr>
        <p:txBody>
          <a:bodyPr wrap="none">
            <a:spAutoFit/>
          </a:bodyPr>
          <a:lstStyle/>
          <a:p>
            <a:r>
              <a:rPr lang="zh-CN" altLang="en-US" sz="1399" b="1" dirty="0">
                <a:solidFill>
                  <a:srgbClr val="C7000B"/>
                </a:solidFill>
              </a:rPr>
              <a:t>专线</a:t>
            </a:r>
            <a:endParaRPr lang="en-US" altLang="zh-CN" sz="1399" b="1" dirty="0">
              <a:solidFill>
                <a:srgbClr val="C7000B"/>
              </a:solidFill>
            </a:endParaRPr>
          </a:p>
        </p:txBody>
      </p:sp>
      <p:sp>
        <p:nvSpPr>
          <p:cNvPr id="77" name="Freeform 159"/>
          <p:cNvSpPr/>
          <p:nvPr/>
        </p:nvSpPr>
        <p:spPr bwMode="gray">
          <a:xfrm flipH="1">
            <a:off x="4454425" y="2869605"/>
            <a:ext cx="835658" cy="43682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矩形 77"/>
          <p:cNvSpPr/>
          <p:nvPr/>
        </p:nvSpPr>
        <p:spPr bwMode="gray">
          <a:xfrm>
            <a:off x="4458129" y="3008519"/>
            <a:ext cx="831954" cy="307657"/>
          </a:xfrm>
          <a:prstGeom prst="rect">
            <a:avLst/>
          </a:prstGeom>
        </p:spPr>
        <p:txBody>
          <a:bodyPr wrap="none">
            <a:spAutoFit/>
          </a:bodyPr>
          <a:lstStyle/>
          <a:p>
            <a:pPr algn="ctr"/>
            <a:r>
              <a:rPr lang="en-US" altLang="zh-CN" sz="1399" dirty="0">
                <a:latin typeface="Huawei Sans" panose="020C0503030203020204" pitchFamily="34" charset="0"/>
                <a:ea typeface="方正兰亭黑简体" panose="02000000000000000000" pitchFamily="2" charset="-122"/>
                <a:sym typeface="Huawei Sans" panose="020C0503030203020204" pitchFamily="34" charset="0"/>
              </a:rPr>
              <a:t>Internet</a:t>
            </a:r>
          </a:p>
        </p:txBody>
      </p:sp>
      <p:cxnSp>
        <p:nvCxnSpPr>
          <p:cNvPr id="79" name="直接箭头连接符 78"/>
          <p:cNvCxnSpPr>
            <a:stCxn id="78" idx="2"/>
            <a:endCxn id="71" idx="0"/>
          </p:cNvCxnSpPr>
          <p:nvPr/>
        </p:nvCxnSpPr>
        <p:spPr bwMode="gray">
          <a:xfrm flipH="1">
            <a:off x="4454426" y="3316175"/>
            <a:ext cx="419681" cy="637739"/>
          </a:xfrm>
          <a:prstGeom prst="straightConnector1">
            <a:avLst/>
          </a:prstGeom>
          <a:noFill/>
          <a:ln w="19050" algn="ctr">
            <a:solidFill>
              <a:srgbClr val="56C4D2"/>
            </a:solidFill>
            <a:prstDash val="sysDot"/>
            <a:round/>
            <a:headEnd type="triangle" w="med" len="med"/>
            <a:tailEnd type="triangle" w="med" len="med"/>
          </a:ln>
        </p:spPr>
      </p:cxnSp>
      <p:cxnSp>
        <p:nvCxnSpPr>
          <p:cNvPr id="80" name="直接箭头连接符 79"/>
          <p:cNvCxnSpPr>
            <a:stCxn id="56" idx="2"/>
            <a:endCxn id="77" idx="0"/>
          </p:cNvCxnSpPr>
          <p:nvPr/>
        </p:nvCxnSpPr>
        <p:spPr bwMode="gray">
          <a:xfrm>
            <a:off x="3436468" y="2492671"/>
            <a:ext cx="1345616" cy="376934"/>
          </a:xfrm>
          <a:prstGeom prst="straightConnector1">
            <a:avLst/>
          </a:prstGeom>
          <a:noFill/>
          <a:ln w="19050" algn="ctr">
            <a:solidFill>
              <a:srgbClr val="56C4D2"/>
            </a:solidFill>
            <a:prstDash val="sysDot"/>
            <a:round/>
            <a:headEnd type="triangle" w="med" len="med"/>
            <a:tailEnd type="triangle" w="med" len="med"/>
          </a:ln>
        </p:spPr>
      </p:cxnSp>
      <p:sp>
        <p:nvSpPr>
          <p:cNvPr id="85" name="Can 9"/>
          <p:cNvSpPr/>
          <p:nvPr/>
        </p:nvSpPr>
        <p:spPr bwMode="gray">
          <a:xfrm rot="8835177">
            <a:off x="3881920" y="2504894"/>
            <a:ext cx="227671" cy="1502616"/>
          </a:xfrm>
          <a:prstGeom prst="can">
            <a:avLst>
              <a:gd name="adj" fmla="val 40000"/>
            </a:avLst>
          </a:prstGeom>
          <a:solidFill>
            <a:srgbClr val="BEE9E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文本框 85"/>
          <p:cNvSpPr txBox="1"/>
          <p:nvPr/>
        </p:nvSpPr>
        <p:spPr bwMode="gray">
          <a:xfrm rot="19560079">
            <a:off x="3811087" y="2836421"/>
            <a:ext cx="369332" cy="792846"/>
          </a:xfrm>
          <a:prstGeom prst="rect">
            <a:avLst/>
          </a:prstGeom>
          <a:noFill/>
        </p:spPr>
        <p:txBody>
          <a:bodyPr vert="eaVert" wrap="none" rtlCol="0">
            <a:spAutoFit/>
          </a:bodyPr>
          <a:lstStyle/>
          <a:p>
            <a:r>
              <a:rPr lang="en-US" altLang="zh-CN" sz="1200" dirty="0">
                <a:solidFill>
                  <a:srgbClr val="C7000B"/>
                </a:solidFill>
              </a:rPr>
              <a:t>IPsec</a:t>
            </a:r>
            <a:r>
              <a:rPr lang="zh-CN" altLang="en-US" sz="1200" dirty="0">
                <a:solidFill>
                  <a:srgbClr val="C7000B"/>
                </a:solidFill>
              </a:rPr>
              <a:t> </a:t>
            </a:r>
            <a:r>
              <a:rPr lang="en-US" altLang="zh-CN" sz="1200" dirty="0">
                <a:solidFill>
                  <a:srgbClr val="C7000B"/>
                </a:solidFill>
              </a:rPr>
              <a:t>VPN</a:t>
            </a:r>
          </a:p>
        </p:txBody>
      </p:sp>
      <p:pic>
        <p:nvPicPr>
          <p:cNvPr id="89" name="图片 88" descr="堆叠CE交换机蓝.png"/>
          <p:cNvPicPr>
            <a:picLocks/>
          </p:cNvPicPr>
          <p:nvPr/>
        </p:nvPicPr>
        <p:blipFill>
          <a:blip r:embed="rId6" cstate="print"/>
          <a:stretch>
            <a:fillRect/>
          </a:stretch>
        </p:blipFill>
        <p:spPr bwMode="gray">
          <a:xfrm>
            <a:off x="3467302" y="4826593"/>
            <a:ext cx="497660" cy="407176"/>
          </a:xfrm>
          <a:prstGeom prst="rect">
            <a:avLst/>
          </a:prstGeom>
        </p:spPr>
      </p:pic>
      <p:grpSp>
        <p:nvGrpSpPr>
          <p:cNvPr id="92" name="组合 91"/>
          <p:cNvGrpSpPr/>
          <p:nvPr/>
        </p:nvGrpSpPr>
        <p:grpSpPr bwMode="gray">
          <a:xfrm>
            <a:off x="546334" y="2712112"/>
            <a:ext cx="1322957" cy="523016"/>
            <a:chOff x="561545" y="1222329"/>
            <a:chExt cx="1323474" cy="523220"/>
          </a:xfrm>
        </p:grpSpPr>
        <p:sp>
          <p:nvSpPr>
            <p:cNvPr id="94" name="矩形 93"/>
            <p:cNvSpPr/>
            <p:nvPr/>
          </p:nvSpPr>
          <p:spPr bwMode="gray">
            <a:xfrm>
              <a:off x="982208" y="1222329"/>
              <a:ext cx="902811" cy="523220"/>
            </a:xfrm>
            <a:prstGeom prst="rect">
              <a:avLst/>
            </a:prstGeom>
          </p:spPr>
          <p:txBody>
            <a:bodyPr wrap="none">
              <a:spAutoFit/>
            </a:bodyPr>
            <a:lstStyle/>
            <a:p>
              <a:pPr algn="ctr"/>
              <a:r>
                <a:rPr lang="zh-CN" altLang="en-US" sz="1399" dirty="0">
                  <a:latin typeface="Huawei Sans" panose="020C0503030203020204" pitchFamily="34" charset="0"/>
                  <a:ea typeface="方正兰亭黑简体" panose="02000000000000000000" pitchFamily="2" charset="-122"/>
                  <a:sym typeface="Huawei Sans" panose="020C0503030203020204" pitchFamily="34" charset="0"/>
                </a:rPr>
                <a:t>链路聚合</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399" dirty="0">
                  <a:latin typeface="Huawei Sans" panose="020C0503030203020204" pitchFamily="34" charset="0"/>
                  <a:ea typeface="方正兰亭黑简体" panose="02000000000000000000" pitchFamily="2" charset="-122"/>
                  <a:sym typeface="Huawei Sans" panose="020C0503030203020204" pitchFamily="34" charset="0"/>
                </a:rPr>
                <a:t>逻辑链路</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5" name="直接连接符 94">
              <a:extLst>
                <a:ext uri="{FF2B5EF4-FFF2-40B4-BE49-F238E27FC236}">
                  <a16:creationId xmlns:a16="http://schemas.microsoft.com/office/drawing/2014/main" id="{94275FFE-3BE6-4C12-8737-FDFE3456C4A2}"/>
                </a:ext>
              </a:extLst>
            </p:cNvPr>
            <p:cNvCxnSpPr/>
            <p:nvPr/>
          </p:nvCxnSpPr>
          <p:spPr bwMode="gray">
            <a:xfrm flipH="1">
              <a:off x="561545" y="1483939"/>
              <a:ext cx="420663" cy="0"/>
            </a:xfrm>
            <a:prstGeom prst="line">
              <a:avLst/>
            </a:prstGeom>
            <a:noFill/>
            <a:ln w="19050" cap="flat" cmpd="sng" algn="ctr">
              <a:solidFill>
                <a:srgbClr val="56C4D2"/>
              </a:solidFill>
              <a:prstDash val="solid"/>
            </a:ln>
            <a:effectLst/>
          </p:spPr>
        </p:cxnSp>
      </p:grpSp>
      <p:sp>
        <p:nvSpPr>
          <p:cNvPr id="41" name="五边形 6"/>
          <p:cNvSpPr/>
          <p:nvPr/>
        </p:nvSpPr>
        <p:spPr bwMode="gray">
          <a:xfrm>
            <a:off x="9011894" y="120131"/>
            <a:ext cx="1560036"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注意事项与课堂环节</a:t>
            </a:r>
          </a:p>
        </p:txBody>
      </p:sp>
      <p:sp>
        <p:nvSpPr>
          <p:cNvPr id="42" name="燕尾形 7"/>
          <p:cNvSpPr/>
          <p:nvPr/>
        </p:nvSpPr>
        <p:spPr bwMode="gray">
          <a:xfrm>
            <a:off x="10481819" y="120131"/>
            <a:ext cx="1259508"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割接场景</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9322128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t>NQA</a:t>
            </a:r>
            <a:r>
              <a:rPr lang="zh-CN" altLang="en-US" dirty="0"/>
              <a:t>检测设计</a:t>
            </a:r>
          </a:p>
        </p:txBody>
      </p:sp>
      <p:sp>
        <p:nvSpPr>
          <p:cNvPr id="6" name="Freeform 159"/>
          <p:cNvSpPr/>
          <p:nvPr/>
        </p:nvSpPr>
        <p:spPr bwMode="gray">
          <a:xfrm flipH="1">
            <a:off x="2331144" y="1265685"/>
            <a:ext cx="2142753" cy="112007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7958" rtlCol="0" anchor="ctr">
            <a:noAutofit/>
          </a:bodyPr>
          <a:lstStyle/>
          <a:p>
            <a:pPr algn="ctr"/>
            <a:endParaRPr lang="en-US" sz="1200" b="1">
              <a:solidFill>
                <a:schemeClr val="bg1">
                  <a:lumMod val="50000"/>
                </a:schemeClr>
              </a:solidFill>
            </a:endParaRPr>
          </a:p>
        </p:txBody>
      </p:sp>
      <p:pic>
        <p:nvPicPr>
          <p:cNvPr id="9" name="图片 8"/>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730431" y="5643156"/>
            <a:ext cx="497660" cy="407176"/>
          </a:xfrm>
          <a:prstGeom prst="rect">
            <a:avLst/>
          </a:prstGeom>
        </p:spPr>
      </p:pic>
      <p:pic>
        <p:nvPicPr>
          <p:cNvPr id="10" name="图片 9"/>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205595" y="5643156"/>
            <a:ext cx="497660" cy="407176"/>
          </a:xfrm>
          <a:prstGeom prst="rect">
            <a:avLst/>
          </a:prstGeom>
        </p:spPr>
      </p:pic>
      <p:sp>
        <p:nvSpPr>
          <p:cNvPr id="11" name="Freeform 186"/>
          <p:cNvSpPr>
            <a:spLocks noEditPoints="1"/>
          </p:cNvSpPr>
          <p:nvPr/>
        </p:nvSpPr>
        <p:spPr bwMode="gray">
          <a:xfrm>
            <a:off x="2731539" y="1553981"/>
            <a:ext cx="460123" cy="461432"/>
          </a:xfrm>
          <a:custGeom>
            <a:avLst/>
            <a:gdLst/>
            <a:ahLst/>
            <a:cxnLst>
              <a:cxn ang="0">
                <a:pos x="12772" y="618"/>
              </a:cxn>
              <a:cxn ang="0">
                <a:pos x="0" y="15651"/>
              </a:cxn>
              <a:cxn ang="0">
                <a:pos x="1941" y="4867"/>
              </a:cxn>
              <a:cxn ang="0">
                <a:pos x="5964" y="4867"/>
              </a:cxn>
              <a:cxn ang="0">
                <a:pos x="7512" y="618"/>
              </a:cxn>
              <a:cxn ang="0">
                <a:pos x="1277" y="12419"/>
              </a:cxn>
              <a:cxn ang="0">
                <a:pos x="5523" y="7916"/>
              </a:cxn>
              <a:cxn ang="0">
                <a:pos x="4108" y="7916"/>
              </a:cxn>
              <a:cxn ang="0">
                <a:pos x="2692" y="7916"/>
              </a:cxn>
              <a:cxn ang="0">
                <a:pos x="1277" y="7916"/>
              </a:cxn>
              <a:cxn ang="0">
                <a:pos x="5523" y="9417"/>
              </a:cxn>
              <a:cxn ang="0">
                <a:pos x="4108" y="9417"/>
              </a:cxn>
              <a:cxn ang="0">
                <a:pos x="2692" y="9417"/>
              </a:cxn>
              <a:cxn ang="0">
                <a:pos x="1277" y="9417"/>
              </a:cxn>
              <a:cxn ang="0">
                <a:pos x="5523" y="10919"/>
              </a:cxn>
              <a:cxn ang="0">
                <a:pos x="4108" y="10919"/>
              </a:cxn>
              <a:cxn ang="0">
                <a:pos x="2692" y="10919"/>
              </a:cxn>
              <a:cxn ang="0">
                <a:pos x="1277" y="10919"/>
              </a:cxn>
              <a:cxn ang="0">
                <a:pos x="5523" y="12419"/>
              </a:cxn>
              <a:cxn ang="0">
                <a:pos x="4108" y="12419"/>
              </a:cxn>
              <a:cxn ang="0">
                <a:pos x="2692" y="12419"/>
              </a:cxn>
              <a:cxn ang="0">
                <a:pos x="8086" y="1911"/>
              </a:cxn>
              <a:cxn ang="0">
                <a:pos x="8086" y="12419"/>
              </a:cxn>
              <a:cxn ang="0">
                <a:pos x="9500" y="12419"/>
              </a:cxn>
              <a:cxn ang="0">
                <a:pos x="10915" y="12419"/>
              </a:cxn>
              <a:cxn ang="0">
                <a:pos x="12331" y="12419"/>
              </a:cxn>
              <a:cxn ang="0">
                <a:pos x="8086" y="10919"/>
              </a:cxn>
              <a:cxn ang="0">
                <a:pos x="9500" y="10919"/>
              </a:cxn>
              <a:cxn ang="0">
                <a:pos x="10915" y="10919"/>
              </a:cxn>
              <a:cxn ang="0">
                <a:pos x="12331" y="10919"/>
              </a:cxn>
              <a:cxn ang="0">
                <a:pos x="8086" y="9417"/>
              </a:cxn>
              <a:cxn ang="0">
                <a:pos x="9500" y="9417"/>
              </a:cxn>
              <a:cxn ang="0">
                <a:pos x="10915" y="9417"/>
              </a:cxn>
              <a:cxn ang="0">
                <a:pos x="12331" y="9417"/>
              </a:cxn>
              <a:cxn ang="0">
                <a:pos x="8086" y="7916"/>
              </a:cxn>
              <a:cxn ang="0">
                <a:pos x="9500" y="7916"/>
              </a:cxn>
              <a:cxn ang="0">
                <a:pos x="10915" y="7916"/>
              </a:cxn>
              <a:cxn ang="0">
                <a:pos x="12331" y="7916"/>
              </a:cxn>
              <a:cxn ang="0">
                <a:pos x="8086" y="6414"/>
              </a:cxn>
              <a:cxn ang="0">
                <a:pos x="9500" y="6414"/>
              </a:cxn>
              <a:cxn ang="0">
                <a:pos x="10915" y="6414"/>
              </a:cxn>
              <a:cxn ang="0">
                <a:pos x="12331" y="6414"/>
              </a:cxn>
              <a:cxn ang="0">
                <a:pos x="8086" y="4914"/>
              </a:cxn>
              <a:cxn ang="0">
                <a:pos x="9500" y="4914"/>
              </a:cxn>
              <a:cxn ang="0">
                <a:pos x="10915" y="4914"/>
              </a:cxn>
              <a:cxn ang="0">
                <a:pos x="12331" y="4914"/>
              </a:cxn>
              <a:cxn ang="0">
                <a:pos x="8086" y="3413"/>
              </a:cxn>
              <a:cxn ang="0">
                <a:pos x="9500" y="3413"/>
              </a:cxn>
              <a:cxn ang="0">
                <a:pos x="10915" y="3413"/>
              </a:cxn>
              <a:cxn ang="0">
                <a:pos x="9500" y="1911"/>
              </a:cxn>
              <a:cxn ang="0">
                <a:pos x="10915" y="1911"/>
              </a:cxn>
              <a:cxn ang="0">
                <a:pos x="12331" y="1911"/>
              </a:cxn>
              <a:cxn ang="0">
                <a:pos x="12331" y="3413"/>
              </a:cxn>
            </a:cxnLst>
            <a:rect l="0" t="0" r="r" b="b"/>
            <a:pathLst>
              <a:path w="16169" h="15651">
                <a:moveTo>
                  <a:pt x="7512" y="618"/>
                </a:moveTo>
                <a:lnTo>
                  <a:pt x="8749" y="618"/>
                </a:lnTo>
                <a:lnTo>
                  <a:pt x="8749" y="0"/>
                </a:lnTo>
                <a:lnTo>
                  <a:pt x="12772" y="0"/>
                </a:lnTo>
                <a:lnTo>
                  <a:pt x="12772" y="618"/>
                </a:lnTo>
                <a:lnTo>
                  <a:pt x="14010" y="618"/>
                </a:lnTo>
                <a:lnTo>
                  <a:pt x="14010" y="13875"/>
                </a:lnTo>
                <a:lnTo>
                  <a:pt x="16169" y="13875"/>
                </a:lnTo>
                <a:lnTo>
                  <a:pt x="16169" y="15651"/>
                </a:lnTo>
                <a:lnTo>
                  <a:pt x="0" y="15651"/>
                </a:lnTo>
                <a:lnTo>
                  <a:pt x="0" y="13875"/>
                </a:lnTo>
                <a:lnTo>
                  <a:pt x="781" y="13875"/>
                </a:lnTo>
                <a:lnTo>
                  <a:pt x="781" y="6103"/>
                </a:lnTo>
                <a:lnTo>
                  <a:pt x="1941" y="6103"/>
                </a:lnTo>
                <a:lnTo>
                  <a:pt x="1941" y="4867"/>
                </a:lnTo>
                <a:lnTo>
                  <a:pt x="4469" y="4867"/>
                </a:lnTo>
                <a:lnTo>
                  <a:pt x="4469" y="2808"/>
                </a:lnTo>
                <a:lnTo>
                  <a:pt x="5088" y="2808"/>
                </a:lnTo>
                <a:lnTo>
                  <a:pt x="5088" y="4867"/>
                </a:lnTo>
                <a:lnTo>
                  <a:pt x="5964" y="4867"/>
                </a:lnTo>
                <a:lnTo>
                  <a:pt x="5964" y="6103"/>
                </a:lnTo>
                <a:lnTo>
                  <a:pt x="7124" y="6103"/>
                </a:lnTo>
                <a:lnTo>
                  <a:pt x="7124" y="13875"/>
                </a:lnTo>
                <a:lnTo>
                  <a:pt x="7512" y="13875"/>
                </a:lnTo>
                <a:lnTo>
                  <a:pt x="7512" y="618"/>
                </a:lnTo>
                <a:close/>
                <a:moveTo>
                  <a:pt x="1277" y="12419"/>
                </a:moveTo>
                <a:lnTo>
                  <a:pt x="2383" y="12419"/>
                </a:lnTo>
                <a:lnTo>
                  <a:pt x="2383" y="13523"/>
                </a:lnTo>
                <a:lnTo>
                  <a:pt x="1277" y="13523"/>
                </a:lnTo>
                <a:lnTo>
                  <a:pt x="1277" y="12419"/>
                </a:lnTo>
                <a:close/>
                <a:moveTo>
                  <a:pt x="5523" y="7916"/>
                </a:moveTo>
                <a:lnTo>
                  <a:pt x="6628" y="7916"/>
                </a:lnTo>
                <a:lnTo>
                  <a:pt x="6628" y="9020"/>
                </a:lnTo>
                <a:lnTo>
                  <a:pt x="5523" y="9020"/>
                </a:lnTo>
                <a:lnTo>
                  <a:pt x="5523" y="7916"/>
                </a:lnTo>
                <a:close/>
                <a:moveTo>
                  <a:pt x="4108" y="7916"/>
                </a:moveTo>
                <a:lnTo>
                  <a:pt x="5213" y="7916"/>
                </a:lnTo>
                <a:lnTo>
                  <a:pt x="5213" y="9020"/>
                </a:lnTo>
                <a:lnTo>
                  <a:pt x="4108" y="9020"/>
                </a:lnTo>
                <a:lnTo>
                  <a:pt x="4108" y="7916"/>
                </a:lnTo>
                <a:close/>
                <a:moveTo>
                  <a:pt x="2692" y="7916"/>
                </a:moveTo>
                <a:lnTo>
                  <a:pt x="3798" y="7916"/>
                </a:lnTo>
                <a:lnTo>
                  <a:pt x="3798" y="9020"/>
                </a:lnTo>
                <a:lnTo>
                  <a:pt x="2692" y="9020"/>
                </a:lnTo>
                <a:lnTo>
                  <a:pt x="2692" y="7916"/>
                </a:lnTo>
                <a:close/>
                <a:moveTo>
                  <a:pt x="1277" y="7916"/>
                </a:moveTo>
                <a:lnTo>
                  <a:pt x="2383" y="7916"/>
                </a:lnTo>
                <a:lnTo>
                  <a:pt x="2383" y="9020"/>
                </a:lnTo>
                <a:lnTo>
                  <a:pt x="1277" y="9020"/>
                </a:lnTo>
                <a:lnTo>
                  <a:pt x="1277" y="7916"/>
                </a:lnTo>
                <a:close/>
                <a:moveTo>
                  <a:pt x="5523" y="9417"/>
                </a:moveTo>
                <a:lnTo>
                  <a:pt x="6628" y="9417"/>
                </a:lnTo>
                <a:lnTo>
                  <a:pt x="6628" y="10521"/>
                </a:lnTo>
                <a:lnTo>
                  <a:pt x="5523" y="10521"/>
                </a:lnTo>
                <a:lnTo>
                  <a:pt x="5523" y="9417"/>
                </a:lnTo>
                <a:close/>
                <a:moveTo>
                  <a:pt x="4108" y="9417"/>
                </a:moveTo>
                <a:lnTo>
                  <a:pt x="5213" y="9417"/>
                </a:lnTo>
                <a:lnTo>
                  <a:pt x="5213" y="10521"/>
                </a:lnTo>
                <a:lnTo>
                  <a:pt x="4108" y="10521"/>
                </a:lnTo>
                <a:lnTo>
                  <a:pt x="4108" y="9417"/>
                </a:lnTo>
                <a:close/>
                <a:moveTo>
                  <a:pt x="2692" y="9417"/>
                </a:moveTo>
                <a:lnTo>
                  <a:pt x="3798" y="9417"/>
                </a:lnTo>
                <a:lnTo>
                  <a:pt x="3798" y="10521"/>
                </a:lnTo>
                <a:lnTo>
                  <a:pt x="2692" y="10521"/>
                </a:lnTo>
                <a:lnTo>
                  <a:pt x="2692" y="9417"/>
                </a:lnTo>
                <a:close/>
                <a:moveTo>
                  <a:pt x="1277" y="9417"/>
                </a:moveTo>
                <a:lnTo>
                  <a:pt x="2383" y="9417"/>
                </a:lnTo>
                <a:lnTo>
                  <a:pt x="2383" y="10521"/>
                </a:lnTo>
                <a:lnTo>
                  <a:pt x="1277" y="10521"/>
                </a:lnTo>
                <a:lnTo>
                  <a:pt x="1277" y="9417"/>
                </a:lnTo>
                <a:close/>
                <a:moveTo>
                  <a:pt x="5523" y="10919"/>
                </a:moveTo>
                <a:lnTo>
                  <a:pt x="6628" y="10919"/>
                </a:lnTo>
                <a:lnTo>
                  <a:pt x="6628" y="12023"/>
                </a:lnTo>
                <a:lnTo>
                  <a:pt x="5523" y="12023"/>
                </a:lnTo>
                <a:lnTo>
                  <a:pt x="5523" y="10919"/>
                </a:lnTo>
                <a:close/>
                <a:moveTo>
                  <a:pt x="4108" y="10919"/>
                </a:moveTo>
                <a:lnTo>
                  <a:pt x="5213" y="10919"/>
                </a:lnTo>
                <a:lnTo>
                  <a:pt x="5213" y="12023"/>
                </a:lnTo>
                <a:lnTo>
                  <a:pt x="4108" y="12023"/>
                </a:lnTo>
                <a:lnTo>
                  <a:pt x="4108" y="10919"/>
                </a:lnTo>
                <a:close/>
                <a:moveTo>
                  <a:pt x="2692" y="10919"/>
                </a:moveTo>
                <a:lnTo>
                  <a:pt x="3798" y="10919"/>
                </a:lnTo>
                <a:lnTo>
                  <a:pt x="3798" y="12023"/>
                </a:lnTo>
                <a:lnTo>
                  <a:pt x="2692" y="12023"/>
                </a:lnTo>
                <a:lnTo>
                  <a:pt x="2692" y="10919"/>
                </a:lnTo>
                <a:close/>
                <a:moveTo>
                  <a:pt x="1277" y="10919"/>
                </a:moveTo>
                <a:lnTo>
                  <a:pt x="2383" y="10919"/>
                </a:lnTo>
                <a:lnTo>
                  <a:pt x="2383" y="12023"/>
                </a:lnTo>
                <a:lnTo>
                  <a:pt x="1277" y="12023"/>
                </a:lnTo>
                <a:lnTo>
                  <a:pt x="1277" y="10919"/>
                </a:lnTo>
                <a:close/>
                <a:moveTo>
                  <a:pt x="5523" y="12419"/>
                </a:moveTo>
                <a:lnTo>
                  <a:pt x="6628" y="12419"/>
                </a:lnTo>
                <a:lnTo>
                  <a:pt x="6628" y="13523"/>
                </a:lnTo>
                <a:lnTo>
                  <a:pt x="5523" y="13523"/>
                </a:lnTo>
                <a:lnTo>
                  <a:pt x="5523" y="12419"/>
                </a:lnTo>
                <a:close/>
                <a:moveTo>
                  <a:pt x="4108" y="12419"/>
                </a:moveTo>
                <a:lnTo>
                  <a:pt x="5213" y="12419"/>
                </a:lnTo>
                <a:lnTo>
                  <a:pt x="5213" y="13523"/>
                </a:lnTo>
                <a:lnTo>
                  <a:pt x="4108" y="13523"/>
                </a:lnTo>
                <a:lnTo>
                  <a:pt x="4108" y="12419"/>
                </a:lnTo>
                <a:close/>
                <a:moveTo>
                  <a:pt x="2692" y="12419"/>
                </a:moveTo>
                <a:lnTo>
                  <a:pt x="3798" y="12419"/>
                </a:lnTo>
                <a:lnTo>
                  <a:pt x="3798" y="13523"/>
                </a:lnTo>
                <a:lnTo>
                  <a:pt x="2692" y="13523"/>
                </a:lnTo>
                <a:lnTo>
                  <a:pt x="2692" y="12419"/>
                </a:lnTo>
                <a:close/>
                <a:moveTo>
                  <a:pt x="8086" y="1911"/>
                </a:moveTo>
                <a:lnTo>
                  <a:pt x="9191" y="1911"/>
                </a:lnTo>
                <a:lnTo>
                  <a:pt x="9191" y="3015"/>
                </a:lnTo>
                <a:lnTo>
                  <a:pt x="8086" y="3015"/>
                </a:lnTo>
                <a:lnTo>
                  <a:pt x="8086" y="1911"/>
                </a:lnTo>
                <a:close/>
                <a:moveTo>
                  <a:pt x="8086" y="12419"/>
                </a:moveTo>
                <a:lnTo>
                  <a:pt x="9191" y="12419"/>
                </a:lnTo>
                <a:lnTo>
                  <a:pt x="9191" y="13523"/>
                </a:lnTo>
                <a:lnTo>
                  <a:pt x="8086" y="13523"/>
                </a:lnTo>
                <a:lnTo>
                  <a:pt x="8086" y="12419"/>
                </a:lnTo>
                <a:close/>
                <a:moveTo>
                  <a:pt x="9500" y="12419"/>
                </a:moveTo>
                <a:lnTo>
                  <a:pt x="10606" y="12419"/>
                </a:lnTo>
                <a:lnTo>
                  <a:pt x="10606" y="13523"/>
                </a:lnTo>
                <a:lnTo>
                  <a:pt x="9500" y="13523"/>
                </a:lnTo>
                <a:lnTo>
                  <a:pt x="9500" y="12419"/>
                </a:lnTo>
                <a:close/>
                <a:moveTo>
                  <a:pt x="10915" y="12419"/>
                </a:moveTo>
                <a:lnTo>
                  <a:pt x="12021" y="12419"/>
                </a:lnTo>
                <a:lnTo>
                  <a:pt x="12021" y="13523"/>
                </a:lnTo>
                <a:lnTo>
                  <a:pt x="10915" y="13523"/>
                </a:lnTo>
                <a:lnTo>
                  <a:pt x="10915" y="12419"/>
                </a:lnTo>
                <a:close/>
                <a:moveTo>
                  <a:pt x="12331" y="12419"/>
                </a:moveTo>
                <a:lnTo>
                  <a:pt x="13436" y="12419"/>
                </a:lnTo>
                <a:lnTo>
                  <a:pt x="13436" y="13523"/>
                </a:lnTo>
                <a:lnTo>
                  <a:pt x="12331" y="13523"/>
                </a:lnTo>
                <a:lnTo>
                  <a:pt x="12331" y="12419"/>
                </a:lnTo>
                <a:close/>
                <a:moveTo>
                  <a:pt x="8086" y="10919"/>
                </a:moveTo>
                <a:lnTo>
                  <a:pt x="9191" y="10919"/>
                </a:lnTo>
                <a:lnTo>
                  <a:pt x="9191" y="12023"/>
                </a:lnTo>
                <a:lnTo>
                  <a:pt x="8086" y="12023"/>
                </a:lnTo>
                <a:lnTo>
                  <a:pt x="8086" y="10919"/>
                </a:lnTo>
                <a:close/>
                <a:moveTo>
                  <a:pt x="9500" y="10919"/>
                </a:moveTo>
                <a:lnTo>
                  <a:pt x="10606" y="10919"/>
                </a:lnTo>
                <a:lnTo>
                  <a:pt x="10606" y="12023"/>
                </a:lnTo>
                <a:lnTo>
                  <a:pt x="9500" y="12023"/>
                </a:lnTo>
                <a:lnTo>
                  <a:pt x="9500" y="10919"/>
                </a:lnTo>
                <a:close/>
                <a:moveTo>
                  <a:pt x="10915" y="10919"/>
                </a:moveTo>
                <a:lnTo>
                  <a:pt x="12021" y="10919"/>
                </a:lnTo>
                <a:lnTo>
                  <a:pt x="12021" y="12023"/>
                </a:lnTo>
                <a:lnTo>
                  <a:pt x="10915" y="12023"/>
                </a:lnTo>
                <a:lnTo>
                  <a:pt x="10915" y="10919"/>
                </a:lnTo>
                <a:close/>
                <a:moveTo>
                  <a:pt x="12331" y="10919"/>
                </a:moveTo>
                <a:lnTo>
                  <a:pt x="13436" y="10919"/>
                </a:lnTo>
                <a:lnTo>
                  <a:pt x="13436" y="12023"/>
                </a:lnTo>
                <a:lnTo>
                  <a:pt x="12331" y="12023"/>
                </a:lnTo>
                <a:lnTo>
                  <a:pt x="12331" y="10919"/>
                </a:lnTo>
                <a:close/>
                <a:moveTo>
                  <a:pt x="8086" y="9417"/>
                </a:moveTo>
                <a:lnTo>
                  <a:pt x="9191" y="9417"/>
                </a:lnTo>
                <a:lnTo>
                  <a:pt x="9191" y="10521"/>
                </a:lnTo>
                <a:lnTo>
                  <a:pt x="8086" y="10521"/>
                </a:lnTo>
                <a:lnTo>
                  <a:pt x="8086" y="9417"/>
                </a:lnTo>
                <a:close/>
                <a:moveTo>
                  <a:pt x="9500" y="9417"/>
                </a:moveTo>
                <a:lnTo>
                  <a:pt x="10606" y="9417"/>
                </a:lnTo>
                <a:lnTo>
                  <a:pt x="10606" y="10521"/>
                </a:lnTo>
                <a:lnTo>
                  <a:pt x="9500" y="10521"/>
                </a:lnTo>
                <a:lnTo>
                  <a:pt x="9500" y="9417"/>
                </a:lnTo>
                <a:close/>
                <a:moveTo>
                  <a:pt x="10915" y="9417"/>
                </a:moveTo>
                <a:lnTo>
                  <a:pt x="12021" y="9417"/>
                </a:lnTo>
                <a:lnTo>
                  <a:pt x="12021" y="10521"/>
                </a:lnTo>
                <a:lnTo>
                  <a:pt x="10915" y="10521"/>
                </a:lnTo>
                <a:lnTo>
                  <a:pt x="10915" y="9417"/>
                </a:lnTo>
                <a:close/>
                <a:moveTo>
                  <a:pt x="12331" y="9417"/>
                </a:moveTo>
                <a:lnTo>
                  <a:pt x="13436" y="9417"/>
                </a:lnTo>
                <a:lnTo>
                  <a:pt x="13436" y="10521"/>
                </a:lnTo>
                <a:lnTo>
                  <a:pt x="12331" y="10521"/>
                </a:lnTo>
                <a:lnTo>
                  <a:pt x="12331" y="9417"/>
                </a:lnTo>
                <a:close/>
                <a:moveTo>
                  <a:pt x="8086" y="7916"/>
                </a:moveTo>
                <a:lnTo>
                  <a:pt x="9191" y="7916"/>
                </a:lnTo>
                <a:lnTo>
                  <a:pt x="9191" y="9020"/>
                </a:lnTo>
                <a:lnTo>
                  <a:pt x="8086" y="9020"/>
                </a:lnTo>
                <a:lnTo>
                  <a:pt x="8086" y="7916"/>
                </a:lnTo>
                <a:close/>
                <a:moveTo>
                  <a:pt x="9500" y="7916"/>
                </a:moveTo>
                <a:lnTo>
                  <a:pt x="10606" y="7916"/>
                </a:lnTo>
                <a:lnTo>
                  <a:pt x="10606" y="9020"/>
                </a:lnTo>
                <a:lnTo>
                  <a:pt x="9500" y="9020"/>
                </a:lnTo>
                <a:lnTo>
                  <a:pt x="9500" y="7916"/>
                </a:lnTo>
                <a:close/>
                <a:moveTo>
                  <a:pt x="10915" y="7916"/>
                </a:moveTo>
                <a:lnTo>
                  <a:pt x="12021" y="7916"/>
                </a:lnTo>
                <a:lnTo>
                  <a:pt x="12021" y="9020"/>
                </a:lnTo>
                <a:lnTo>
                  <a:pt x="10915" y="9020"/>
                </a:lnTo>
                <a:lnTo>
                  <a:pt x="10915" y="7916"/>
                </a:lnTo>
                <a:close/>
                <a:moveTo>
                  <a:pt x="12331" y="7916"/>
                </a:moveTo>
                <a:lnTo>
                  <a:pt x="13436" y="7916"/>
                </a:lnTo>
                <a:lnTo>
                  <a:pt x="13436" y="9020"/>
                </a:lnTo>
                <a:lnTo>
                  <a:pt x="12331" y="9020"/>
                </a:lnTo>
                <a:lnTo>
                  <a:pt x="12331" y="7916"/>
                </a:lnTo>
                <a:close/>
                <a:moveTo>
                  <a:pt x="8086" y="6414"/>
                </a:moveTo>
                <a:lnTo>
                  <a:pt x="9191" y="6414"/>
                </a:lnTo>
                <a:lnTo>
                  <a:pt x="9191" y="7518"/>
                </a:lnTo>
                <a:lnTo>
                  <a:pt x="8086" y="7518"/>
                </a:lnTo>
                <a:lnTo>
                  <a:pt x="8086" y="6414"/>
                </a:lnTo>
                <a:close/>
                <a:moveTo>
                  <a:pt x="9500" y="6414"/>
                </a:moveTo>
                <a:lnTo>
                  <a:pt x="10606" y="6414"/>
                </a:lnTo>
                <a:lnTo>
                  <a:pt x="10606" y="7518"/>
                </a:lnTo>
                <a:lnTo>
                  <a:pt x="9500" y="7518"/>
                </a:lnTo>
                <a:lnTo>
                  <a:pt x="9500" y="6414"/>
                </a:lnTo>
                <a:close/>
                <a:moveTo>
                  <a:pt x="10915" y="6414"/>
                </a:moveTo>
                <a:lnTo>
                  <a:pt x="12021" y="6414"/>
                </a:lnTo>
                <a:lnTo>
                  <a:pt x="12021" y="7518"/>
                </a:lnTo>
                <a:lnTo>
                  <a:pt x="10915" y="7518"/>
                </a:lnTo>
                <a:lnTo>
                  <a:pt x="10915" y="6414"/>
                </a:lnTo>
                <a:close/>
                <a:moveTo>
                  <a:pt x="12331" y="6414"/>
                </a:moveTo>
                <a:lnTo>
                  <a:pt x="13436" y="6414"/>
                </a:lnTo>
                <a:lnTo>
                  <a:pt x="13436" y="7518"/>
                </a:lnTo>
                <a:lnTo>
                  <a:pt x="12331" y="7518"/>
                </a:lnTo>
                <a:lnTo>
                  <a:pt x="12331" y="6414"/>
                </a:lnTo>
                <a:close/>
                <a:moveTo>
                  <a:pt x="8086" y="4914"/>
                </a:moveTo>
                <a:lnTo>
                  <a:pt x="9191" y="4914"/>
                </a:lnTo>
                <a:lnTo>
                  <a:pt x="9191" y="6018"/>
                </a:lnTo>
                <a:lnTo>
                  <a:pt x="8086" y="6018"/>
                </a:lnTo>
                <a:lnTo>
                  <a:pt x="8086" y="4914"/>
                </a:lnTo>
                <a:close/>
                <a:moveTo>
                  <a:pt x="9500" y="4914"/>
                </a:moveTo>
                <a:lnTo>
                  <a:pt x="10606" y="4914"/>
                </a:lnTo>
                <a:lnTo>
                  <a:pt x="10606" y="6018"/>
                </a:lnTo>
                <a:lnTo>
                  <a:pt x="9500" y="6018"/>
                </a:lnTo>
                <a:lnTo>
                  <a:pt x="9500" y="4914"/>
                </a:lnTo>
                <a:close/>
                <a:moveTo>
                  <a:pt x="10915" y="4914"/>
                </a:moveTo>
                <a:lnTo>
                  <a:pt x="12021" y="4914"/>
                </a:lnTo>
                <a:lnTo>
                  <a:pt x="12021" y="6018"/>
                </a:lnTo>
                <a:lnTo>
                  <a:pt x="10915" y="6018"/>
                </a:lnTo>
                <a:lnTo>
                  <a:pt x="10915" y="4914"/>
                </a:lnTo>
                <a:close/>
                <a:moveTo>
                  <a:pt x="12331" y="4914"/>
                </a:moveTo>
                <a:lnTo>
                  <a:pt x="13436" y="4914"/>
                </a:lnTo>
                <a:lnTo>
                  <a:pt x="13436" y="6018"/>
                </a:lnTo>
                <a:lnTo>
                  <a:pt x="12331" y="6018"/>
                </a:lnTo>
                <a:lnTo>
                  <a:pt x="12331" y="4914"/>
                </a:lnTo>
                <a:close/>
                <a:moveTo>
                  <a:pt x="8086" y="3413"/>
                </a:moveTo>
                <a:lnTo>
                  <a:pt x="9191" y="3413"/>
                </a:lnTo>
                <a:lnTo>
                  <a:pt x="9191" y="4516"/>
                </a:lnTo>
                <a:lnTo>
                  <a:pt x="8086" y="4516"/>
                </a:lnTo>
                <a:lnTo>
                  <a:pt x="8086" y="3413"/>
                </a:lnTo>
                <a:close/>
                <a:moveTo>
                  <a:pt x="9500" y="3413"/>
                </a:moveTo>
                <a:lnTo>
                  <a:pt x="10606" y="3413"/>
                </a:lnTo>
                <a:lnTo>
                  <a:pt x="10606" y="4516"/>
                </a:lnTo>
                <a:lnTo>
                  <a:pt x="9500" y="4516"/>
                </a:lnTo>
                <a:lnTo>
                  <a:pt x="9500" y="3413"/>
                </a:lnTo>
                <a:close/>
                <a:moveTo>
                  <a:pt x="10915" y="3413"/>
                </a:moveTo>
                <a:lnTo>
                  <a:pt x="12021" y="3413"/>
                </a:lnTo>
                <a:lnTo>
                  <a:pt x="12021" y="4516"/>
                </a:lnTo>
                <a:lnTo>
                  <a:pt x="10915" y="4516"/>
                </a:lnTo>
                <a:lnTo>
                  <a:pt x="10915" y="3413"/>
                </a:lnTo>
                <a:close/>
                <a:moveTo>
                  <a:pt x="9500" y="1911"/>
                </a:moveTo>
                <a:lnTo>
                  <a:pt x="10606" y="1911"/>
                </a:lnTo>
                <a:lnTo>
                  <a:pt x="10606" y="3015"/>
                </a:lnTo>
                <a:lnTo>
                  <a:pt x="9500" y="3015"/>
                </a:lnTo>
                <a:lnTo>
                  <a:pt x="9500" y="1911"/>
                </a:lnTo>
                <a:close/>
                <a:moveTo>
                  <a:pt x="10915" y="1911"/>
                </a:moveTo>
                <a:lnTo>
                  <a:pt x="12021" y="1911"/>
                </a:lnTo>
                <a:lnTo>
                  <a:pt x="12021" y="3015"/>
                </a:lnTo>
                <a:lnTo>
                  <a:pt x="10915" y="3015"/>
                </a:lnTo>
                <a:lnTo>
                  <a:pt x="10915" y="1911"/>
                </a:lnTo>
                <a:close/>
                <a:moveTo>
                  <a:pt x="12331" y="1911"/>
                </a:moveTo>
                <a:lnTo>
                  <a:pt x="13436" y="1911"/>
                </a:lnTo>
                <a:lnTo>
                  <a:pt x="13436" y="3015"/>
                </a:lnTo>
                <a:lnTo>
                  <a:pt x="12331" y="3015"/>
                </a:lnTo>
                <a:lnTo>
                  <a:pt x="12331" y="1911"/>
                </a:lnTo>
                <a:close/>
                <a:moveTo>
                  <a:pt x="12331" y="3413"/>
                </a:moveTo>
                <a:lnTo>
                  <a:pt x="13436" y="3413"/>
                </a:lnTo>
                <a:lnTo>
                  <a:pt x="13436" y="4516"/>
                </a:lnTo>
                <a:lnTo>
                  <a:pt x="12331" y="4516"/>
                </a:lnTo>
                <a:lnTo>
                  <a:pt x="12331" y="3413"/>
                </a:lnTo>
                <a:close/>
              </a:path>
            </a:pathLst>
          </a:custGeom>
          <a:solidFill>
            <a:schemeClr val="bg1">
              <a:lumMod val="50000"/>
            </a:schemeClr>
          </a:solid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pic>
        <p:nvPicPr>
          <p:cNvPr id="12" name="Picture 12" descr="E:\2016.01\1.12 扁平化图标\蓝色\AR-蓝色最新-40.png">
            <a:extLst>
              <a:ext uri="{FF2B5EF4-FFF2-40B4-BE49-F238E27FC236}">
                <a16:creationId xmlns:a16="http://schemas.microsoft.com/office/drawing/2014/main" id="{1D8E071F-501D-48FF-8ED1-076998A80BB3}"/>
              </a:ext>
            </a:extLst>
          </p:cNvPr>
          <p:cNvPicPr>
            <a:picLocks noChangeArrowheads="1"/>
          </p:cNvPicPr>
          <p:nvPr/>
        </p:nvPicPr>
        <p:blipFill>
          <a:blip r:embed="rId4" cstate="print"/>
          <a:srcRect/>
          <a:stretch>
            <a:fillRect/>
          </a:stretch>
        </p:blipFill>
        <p:spPr bwMode="gray">
          <a:xfrm>
            <a:off x="3187638" y="2085495"/>
            <a:ext cx="497660" cy="407176"/>
          </a:xfrm>
          <a:prstGeom prst="rect">
            <a:avLst/>
          </a:prstGeom>
          <a:noFill/>
        </p:spPr>
      </p:pic>
      <p:sp>
        <p:nvSpPr>
          <p:cNvPr id="13" name="矩形 12"/>
          <p:cNvSpPr/>
          <p:nvPr/>
        </p:nvSpPr>
        <p:spPr bwMode="gray">
          <a:xfrm>
            <a:off x="2403494" y="2028091"/>
            <a:ext cx="543527" cy="307657"/>
          </a:xfrm>
          <a:prstGeom prst="rect">
            <a:avLst/>
          </a:prstGeom>
        </p:spPr>
        <p:txBody>
          <a:bodyPr wrap="none">
            <a:spAutoFit/>
          </a:bodyPr>
          <a:lstStyle/>
          <a:p>
            <a:r>
              <a:rPr lang="zh-CN" altLang="en-US" sz="1399">
                <a:solidFill>
                  <a:schemeClr val="bg1">
                    <a:lumMod val="50000"/>
                  </a:schemeClr>
                </a:solidFill>
              </a:rPr>
              <a:t>总部</a:t>
            </a:r>
            <a:endParaRPr lang="en-US" altLang="zh-CN" sz="1399">
              <a:solidFill>
                <a:schemeClr val="bg1">
                  <a:lumMod val="50000"/>
                </a:schemeClr>
              </a:solidFill>
            </a:endParaRPr>
          </a:p>
        </p:txBody>
      </p:sp>
      <p:grpSp>
        <p:nvGrpSpPr>
          <p:cNvPr id="14" name="组合 13"/>
          <p:cNvGrpSpPr/>
          <p:nvPr/>
        </p:nvGrpSpPr>
        <p:grpSpPr bwMode="gray">
          <a:xfrm>
            <a:off x="1733747" y="3759130"/>
            <a:ext cx="644476" cy="768523"/>
            <a:chOff x="699103" y="4370478"/>
            <a:chExt cx="644728" cy="768823"/>
          </a:xfrm>
        </p:grpSpPr>
        <p:grpSp>
          <p:nvGrpSpPr>
            <p:cNvPr id="15" name="组合 262"/>
            <p:cNvGrpSpPr/>
            <p:nvPr/>
          </p:nvGrpSpPr>
          <p:grpSpPr bwMode="gray">
            <a:xfrm>
              <a:off x="759111" y="4658799"/>
              <a:ext cx="394083" cy="480502"/>
              <a:chOff x="6378575" y="2882900"/>
              <a:chExt cx="858950" cy="865188"/>
            </a:xfrm>
            <a:solidFill>
              <a:schemeClr val="bg1">
                <a:lumMod val="50000"/>
              </a:schemeClr>
            </a:solidFill>
          </p:grpSpPr>
          <p:sp>
            <p:nvSpPr>
              <p:cNvPr id="17" name="Freeform 11"/>
              <p:cNvSpPr>
                <a:spLocks/>
              </p:cNvSpPr>
              <p:nvPr/>
            </p:nvSpPr>
            <p:spPr bwMode="gray">
              <a:xfrm>
                <a:off x="6378575" y="2882900"/>
                <a:ext cx="425450" cy="179388"/>
              </a:xfrm>
              <a:custGeom>
                <a:avLst/>
                <a:gdLst/>
                <a:ahLst/>
                <a:cxnLst>
                  <a:cxn ang="0">
                    <a:pos x="3889" y="0"/>
                  </a:cxn>
                  <a:cxn ang="0">
                    <a:pos x="5834" y="1637"/>
                  </a:cxn>
                  <a:cxn ang="0">
                    <a:pos x="7779" y="3274"/>
                  </a:cxn>
                  <a:cxn ang="0">
                    <a:pos x="3889" y="3274"/>
                  </a:cxn>
                  <a:cxn ang="0">
                    <a:pos x="0" y="3274"/>
                  </a:cxn>
                  <a:cxn ang="0">
                    <a:pos x="1944" y="1637"/>
                  </a:cxn>
                  <a:cxn ang="0">
                    <a:pos x="3889" y="0"/>
                  </a:cxn>
                </a:cxnLst>
                <a:rect l="0" t="0" r="r" b="b"/>
                <a:pathLst>
                  <a:path w="7779" h="3274">
                    <a:moveTo>
                      <a:pt x="3889" y="0"/>
                    </a:moveTo>
                    <a:lnTo>
                      <a:pt x="5834" y="1637"/>
                    </a:lnTo>
                    <a:lnTo>
                      <a:pt x="7779" y="3274"/>
                    </a:lnTo>
                    <a:lnTo>
                      <a:pt x="3889" y="3274"/>
                    </a:lnTo>
                    <a:lnTo>
                      <a:pt x="0" y="3274"/>
                    </a:lnTo>
                    <a:lnTo>
                      <a:pt x="1944" y="1637"/>
                    </a:lnTo>
                    <a:lnTo>
                      <a:pt x="3889" y="0"/>
                    </a:lnTo>
                    <a:close/>
                  </a:path>
                </a:pathLst>
              </a:custGeom>
              <a:solidFill>
                <a:srgbClr val="7F7F7F"/>
              </a:solid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18" name="Freeform 12"/>
              <p:cNvSpPr>
                <a:spLocks/>
              </p:cNvSpPr>
              <p:nvPr/>
            </p:nvSpPr>
            <p:spPr bwMode="gray">
              <a:xfrm>
                <a:off x="6810487" y="3300413"/>
                <a:ext cx="425451" cy="179387"/>
              </a:xfrm>
              <a:custGeom>
                <a:avLst/>
                <a:gdLst/>
                <a:ahLst/>
                <a:cxnLst>
                  <a:cxn ang="0">
                    <a:pos x="3890" y="0"/>
                  </a:cxn>
                  <a:cxn ang="0">
                    <a:pos x="5834" y="1638"/>
                  </a:cxn>
                  <a:cxn ang="0">
                    <a:pos x="7779" y="3275"/>
                  </a:cxn>
                  <a:cxn ang="0">
                    <a:pos x="3890" y="3275"/>
                  </a:cxn>
                  <a:cxn ang="0">
                    <a:pos x="0" y="3275"/>
                  </a:cxn>
                  <a:cxn ang="0">
                    <a:pos x="1945" y="1638"/>
                  </a:cxn>
                  <a:cxn ang="0">
                    <a:pos x="3890" y="0"/>
                  </a:cxn>
                </a:cxnLst>
                <a:rect l="0" t="0" r="r" b="b"/>
                <a:pathLst>
                  <a:path w="7779" h="3275">
                    <a:moveTo>
                      <a:pt x="3890" y="0"/>
                    </a:moveTo>
                    <a:lnTo>
                      <a:pt x="5834" y="1638"/>
                    </a:lnTo>
                    <a:lnTo>
                      <a:pt x="7779" y="3275"/>
                    </a:lnTo>
                    <a:lnTo>
                      <a:pt x="3890" y="3275"/>
                    </a:lnTo>
                    <a:lnTo>
                      <a:pt x="0" y="3275"/>
                    </a:lnTo>
                    <a:lnTo>
                      <a:pt x="1945" y="1638"/>
                    </a:lnTo>
                    <a:lnTo>
                      <a:pt x="3890" y="0"/>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19" name="Freeform 13"/>
              <p:cNvSpPr>
                <a:spLocks noEditPoints="1"/>
              </p:cNvSpPr>
              <p:nvPr/>
            </p:nvSpPr>
            <p:spPr bwMode="gray">
              <a:xfrm>
                <a:off x="6810487" y="3502025"/>
                <a:ext cx="427038" cy="246063"/>
              </a:xfrm>
              <a:custGeom>
                <a:avLst/>
                <a:gdLst/>
                <a:ahLst/>
                <a:cxnLst>
                  <a:cxn ang="0">
                    <a:pos x="7792" y="0"/>
                  </a:cxn>
                  <a:cxn ang="0">
                    <a:pos x="0" y="0"/>
                  </a:cxn>
                  <a:cxn ang="0">
                    <a:pos x="0" y="4498"/>
                  </a:cxn>
                  <a:cxn ang="0">
                    <a:pos x="7792" y="4498"/>
                  </a:cxn>
                  <a:cxn ang="0">
                    <a:pos x="7792" y="0"/>
                  </a:cxn>
                  <a:cxn ang="0">
                    <a:pos x="687" y="578"/>
                  </a:cxn>
                  <a:cxn ang="0">
                    <a:pos x="2079" y="578"/>
                  </a:cxn>
                  <a:cxn ang="0">
                    <a:pos x="2079" y="1971"/>
                  </a:cxn>
                  <a:cxn ang="0">
                    <a:pos x="687" y="1971"/>
                  </a:cxn>
                  <a:cxn ang="0">
                    <a:pos x="687" y="578"/>
                  </a:cxn>
                  <a:cxn ang="0">
                    <a:pos x="687" y="2473"/>
                  </a:cxn>
                  <a:cxn ang="0">
                    <a:pos x="2079" y="2473"/>
                  </a:cxn>
                  <a:cxn ang="0">
                    <a:pos x="2079" y="3866"/>
                  </a:cxn>
                  <a:cxn ang="0">
                    <a:pos x="687" y="3866"/>
                  </a:cxn>
                  <a:cxn ang="0">
                    <a:pos x="687" y="2473"/>
                  </a:cxn>
                  <a:cxn ang="0">
                    <a:pos x="2361" y="2473"/>
                  </a:cxn>
                  <a:cxn ang="0">
                    <a:pos x="3755" y="2473"/>
                  </a:cxn>
                  <a:cxn ang="0">
                    <a:pos x="3755" y="3866"/>
                  </a:cxn>
                  <a:cxn ang="0">
                    <a:pos x="2361" y="3866"/>
                  </a:cxn>
                  <a:cxn ang="0">
                    <a:pos x="2361" y="2473"/>
                  </a:cxn>
                  <a:cxn ang="0">
                    <a:pos x="4037" y="2473"/>
                  </a:cxn>
                  <a:cxn ang="0">
                    <a:pos x="5429" y="2473"/>
                  </a:cxn>
                  <a:cxn ang="0">
                    <a:pos x="5429" y="3866"/>
                  </a:cxn>
                  <a:cxn ang="0">
                    <a:pos x="4037" y="3866"/>
                  </a:cxn>
                  <a:cxn ang="0">
                    <a:pos x="4037" y="2473"/>
                  </a:cxn>
                  <a:cxn ang="0">
                    <a:pos x="2361" y="578"/>
                  </a:cxn>
                  <a:cxn ang="0">
                    <a:pos x="3755" y="578"/>
                  </a:cxn>
                  <a:cxn ang="0">
                    <a:pos x="3755" y="1971"/>
                  </a:cxn>
                  <a:cxn ang="0">
                    <a:pos x="2361" y="1971"/>
                  </a:cxn>
                  <a:cxn ang="0">
                    <a:pos x="2361" y="578"/>
                  </a:cxn>
                  <a:cxn ang="0">
                    <a:pos x="4037" y="578"/>
                  </a:cxn>
                  <a:cxn ang="0">
                    <a:pos x="5429" y="578"/>
                  </a:cxn>
                  <a:cxn ang="0">
                    <a:pos x="5429" y="1971"/>
                  </a:cxn>
                  <a:cxn ang="0">
                    <a:pos x="4037" y="1971"/>
                  </a:cxn>
                  <a:cxn ang="0">
                    <a:pos x="4037" y="578"/>
                  </a:cxn>
                  <a:cxn ang="0">
                    <a:pos x="5713" y="578"/>
                  </a:cxn>
                  <a:cxn ang="0">
                    <a:pos x="7105" y="578"/>
                  </a:cxn>
                  <a:cxn ang="0">
                    <a:pos x="7105" y="1971"/>
                  </a:cxn>
                  <a:cxn ang="0">
                    <a:pos x="5713" y="1971"/>
                  </a:cxn>
                  <a:cxn ang="0">
                    <a:pos x="5713" y="578"/>
                  </a:cxn>
                  <a:cxn ang="0">
                    <a:pos x="5713" y="2473"/>
                  </a:cxn>
                  <a:cxn ang="0">
                    <a:pos x="7105" y="2473"/>
                  </a:cxn>
                  <a:cxn ang="0">
                    <a:pos x="7105" y="3866"/>
                  </a:cxn>
                  <a:cxn ang="0">
                    <a:pos x="5713" y="3866"/>
                  </a:cxn>
                  <a:cxn ang="0">
                    <a:pos x="5713" y="2473"/>
                  </a:cxn>
                </a:cxnLst>
                <a:rect l="0" t="0" r="r" b="b"/>
                <a:pathLst>
                  <a:path w="7792" h="4498">
                    <a:moveTo>
                      <a:pt x="7792" y="0"/>
                    </a:moveTo>
                    <a:lnTo>
                      <a:pt x="0" y="0"/>
                    </a:lnTo>
                    <a:lnTo>
                      <a:pt x="0" y="4498"/>
                    </a:lnTo>
                    <a:lnTo>
                      <a:pt x="7792" y="4498"/>
                    </a:lnTo>
                    <a:lnTo>
                      <a:pt x="7792" y="0"/>
                    </a:lnTo>
                    <a:close/>
                    <a:moveTo>
                      <a:pt x="687" y="578"/>
                    </a:moveTo>
                    <a:lnTo>
                      <a:pt x="2079" y="578"/>
                    </a:lnTo>
                    <a:lnTo>
                      <a:pt x="2079" y="1971"/>
                    </a:lnTo>
                    <a:lnTo>
                      <a:pt x="687" y="1971"/>
                    </a:lnTo>
                    <a:lnTo>
                      <a:pt x="687" y="578"/>
                    </a:lnTo>
                    <a:close/>
                    <a:moveTo>
                      <a:pt x="687" y="2473"/>
                    </a:moveTo>
                    <a:lnTo>
                      <a:pt x="2079" y="2473"/>
                    </a:lnTo>
                    <a:lnTo>
                      <a:pt x="2079" y="3866"/>
                    </a:lnTo>
                    <a:lnTo>
                      <a:pt x="687" y="3866"/>
                    </a:lnTo>
                    <a:lnTo>
                      <a:pt x="687" y="2473"/>
                    </a:lnTo>
                    <a:close/>
                    <a:moveTo>
                      <a:pt x="2361" y="2473"/>
                    </a:moveTo>
                    <a:lnTo>
                      <a:pt x="3755" y="2473"/>
                    </a:lnTo>
                    <a:lnTo>
                      <a:pt x="3755" y="3866"/>
                    </a:lnTo>
                    <a:lnTo>
                      <a:pt x="2361" y="3866"/>
                    </a:lnTo>
                    <a:lnTo>
                      <a:pt x="2361" y="2473"/>
                    </a:lnTo>
                    <a:close/>
                    <a:moveTo>
                      <a:pt x="4037" y="2473"/>
                    </a:moveTo>
                    <a:lnTo>
                      <a:pt x="5429" y="2473"/>
                    </a:lnTo>
                    <a:lnTo>
                      <a:pt x="5429" y="3866"/>
                    </a:lnTo>
                    <a:lnTo>
                      <a:pt x="4037" y="3866"/>
                    </a:lnTo>
                    <a:lnTo>
                      <a:pt x="4037" y="2473"/>
                    </a:lnTo>
                    <a:close/>
                    <a:moveTo>
                      <a:pt x="2361" y="578"/>
                    </a:moveTo>
                    <a:lnTo>
                      <a:pt x="3755" y="578"/>
                    </a:lnTo>
                    <a:lnTo>
                      <a:pt x="3755" y="1971"/>
                    </a:lnTo>
                    <a:lnTo>
                      <a:pt x="2361" y="1971"/>
                    </a:lnTo>
                    <a:lnTo>
                      <a:pt x="2361" y="578"/>
                    </a:lnTo>
                    <a:close/>
                    <a:moveTo>
                      <a:pt x="4037" y="578"/>
                    </a:moveTo>
                    <a:lnTo>
                      <a:pt x="5429" y="578"/>
                    </a:lnTo>
                    <a:lnTo>
                      <a:pt x="5429" y="1971"/>
                    </a:lnTo>
                    <a:lnTo>
                      <a:pt x="4037" y="1971"/>
                    </a:lnTo>
                    <a:lnTo>
                      <a:pt x="4037" y="578"/>
                    </a:lnTo>
                    <a:close/>
                    <a:moveTo>
                      <a:pt x="5713" y="578"/>
                    </a:moveTo>
                    <a:lnTo>
                      <a:pt x="7105" y="578"/>
                    </a:lnTo>
                    <a:lnTo>
                      <a:pt x="7105" y="1971"/>
                    </a:lnTo>
                    <a:lnTo>
                      <a:pt x="5713" y="1971"/>
                    </a:lnTo>
                    <a:lnTo>
                      <a:pt x="5713" y="578"/>
                    </a:lnTo>
                    <a:close/>
                    <a:moveTo>
                      <a:pt x="5713" y="2473"/>
                    </a:moveTo>
                    <a:lnTo>
                      <a:pt x="7105" y="2473"/>
                    </a:lnTo>
                    <a:lnTo>
                      <a:pt x="7105" y="3866"/>
                    </a:lnTo>
                    <a:lnTo>
                      <a:pt x="5713" y="3866"/>
                    </a:lnTo>
                    <a:lnTo>
                      <a:pt x="5713" y="2473"/>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20" name="Freeform 14"/>
              <p:cNvSpPr>
                <a:spLocks noEditPoints="1"/>
              </p:cNvSpPr>
              <p:nvPr/>
            </p:nvSpPr>
            <p:spPr bwMode="gray">
              <a:xfrm>
                <a:off x="6378575" y="3081338"/>
                <a:ext cx="427038" cy="666750"/>
              </a:xfrm>
              <a:custGeom>
                <a:avLst/>
                <a:gdLst/>
                <a:ahLst/>
                <a:cxnLst>
                  <a:cxn ang="0">
                    <a:pos x="7792" y="0"/>
                  </a:cxn>
                  <a:cxn ang="0">
                    <a:pos x="0" y="12190"/>
                  </a:cxn>
                  <a:cxn ang="0">
                    <a:pos x="687" y="690"/>
                  </a:cxn>
                  <a:cxn ang="0">
                    <a:pos x="2079" y="2084"/>
                  </a:cxn>
                  <a:cxn ang="0">
                    <a:pos x="687" y="690"/>
                  </a:cxn>
                  <a:cxn ang="0">
                    <a:pos x="2079" y="10165"/>
                  </a:cxn>
                  <a:cxn ang="0">
                    <a:pos x="687" y="11558"/>
                  </a:cxn>
                  <a:cxn ang="0">
                    <a:pos x="2363" y="10165"/>
                  </a:cxn>
                  <a:cxn ang="0">
                    <a:pos x="3755" y="11558"/>
                  </a:cxn>
                  <a:cxn ang="0">
                    <a:pos x="2363" y="10165"/>
                  </a:cxn>
                  <a:cxn ang="0">
                    <a:pos x="5431" y="10165"/>
                  </a:cxn>
                  <a:cxn ang="0">
                    <a:pos x="4037" y="11558"/>
                  </a:cxn>
                  <a:cxn ang="0">
                    <a:pos x="5713" y="10165"/>
                  </a:cxn>
                  <a:cxn ang="0">
                    <a:pos x="7105" y="11558"/>
                  </a:cxn>
                  <a:cxn ang="0">
                    <a:pos x="5713" y="10165"/>
                  </a:cxn>
                  <a:cxn ang="0">
                    <a:pos x="2079" y="8270"/>
                  </a:cxn>
                  <a:cxn ang="0">
                    <a:pos x="687" y="9663"/>
                  </a:cxn>
                  <a:cxn ang="0">
                    <a:pos x="2363" y="8270"/>
                  </a:cxn>
                  <a:cxn ang="0">
                    <a:pos x="3755" y="9663"/>
                  </a:cxn>
                  <a:cxn ang="0">
                    <a:pos x="2363" y="8270"/>
                  </a:cxn>
                  <a:cxn ang="0">
                    <a:pos x="5431" y="8270"/>
                  </a:cxn>
                  <a:cxn ang="0">
                    <a:pos x="4037" y="9663"/>
                  </a:cxn>
                  <a:cxn ang="0">
                    <a:pos x="5713" y="8270"/>
                  </a:cxn>
                  <a:cxn ang="0">
                    <a:pos x="7105" y="9663"/>
                  </a:cxn>
                  <a:cxn ang="0">
                    <a:pos x="5713" y="8270"/>
                  </a:cxn>
                  <a:cxn ang="0">
                    <a:pos x="2079" y="6376"/>
                  </a:cxn>
                  <a:cxn ang="0">
                    <a:pos x="687" y="7768"/>
                  </a:cxn>
                  <a:cxn ang="0">
                    <a:pos x="2363" y="6376"/>
                  </a:cxn>
                  <a:cxn ang="0">
                    <a:pos x="3755" y="7768"/>
                  </a:cxn>
                  <a:cxn ang="0">
                    <a:pos x="2363" y="6376"/>
                  </a:cxn>
                  <a:cxn ang="0">
                    <a:pos x="5431" y="6376"/>
                  </a:cxn>
                  <a:cxn ang="0">
                    <a:pos x="4037" y="7768"/>
                  </a:cxn>
                  <a:cxn ang="0">
                    <a:pos x="5713" y="6376"/>
                  </a:cxn>
                  <a:cxn ang="0">
                    <a:pos x="7105" y="7768"/>
                  </a:cxn>
                  <a:cxn ang="0">
                    <a:pos x="5713" y="6376"/>
                  </a:cxn>
                  <a:cxn ang="0">
                    <a:pos x="2079" y="4481"/>
                  </a:cxn>
                  <a:cxn ang="0">
                    <a:pos x="687" y="5874"/>
                  </a:cxn>
                  <a:cxn ang="0">
                    <a:pos x="2363" y="4481"/>
                  </a:cxn>
                  <a:cxn ang="0">
                    <a:pos x="3755" y="5874"/>
                  </a:cxn>
                  <a:cxn ang="0">
                    <a:pos x="2363" y="4481"/>
                  </a:cxn>
                  <a:cxn ang="0">
                    <a:pos x="5431" y="4481"/>
                  </a:cxn>
                  <a:cxn ang="0">
                    <a:pos x="4037" y="5874"/>
                  </a:cxn>
                  <a:cxn ang="0">
                    <a:pos x="5713" y="4481"/>
                  </a:cxn>
                  <a:cxn ang="0">
                    <a:pos x="7105" y="5874"/>
                  </a:cxn>
                  <a:cxn ang="0">
                    <a:pos x="5713" y="4481"/>
                  </a:cxn>
                  <a:cxn ang="0">
                    <a:pos x="2079" y="2585"/>
                  </a:cxn>
                  <a:cxn ang="0">
                    <a:pos x="687" y="3979"/>
                  </a:cxn>
                  <a:cxn ang="0">
                    <a:pos x="2363" y="2585"/>
                  </a:cxn>
                  <a:cxn ang="0">
                    <a:pos x="3755" y="3979"/>
                  </a:cxn>
                  <a:cxn ang="0">
                    <a:pos x="2363" y="2585"/>
                  </a:cxn>
                  <a:cxn ang="0">
                    <a:pos x="5431" y="2585"/>
                  </a:cxn>
                  <a:cxn ang="0">
                    <a:pos x="4037" y="3979"/>
                  </a:cxn>
                  <a:cxn ang="0">
                    <a:pos x="2363" y="690"/>
                  </a:cxn>
                  <a:cxn ang="0">
                    <a:pos x="3755" y="2084"/>
                  </a:cxn>
                  <a:cxn ang="0">
                    <a:pos x="2363" y="690"/>
                  </a:cxn>
                  <a:cxn ang="0">
                    <a:pos x="5431" y="690"/>
                  </a:cxn>
                  <a:cxn ang="0">
                    <a:pos x="4037" y="2084"/>
                  </a:cxn>
                  <a:cxn ang="0">
                    <a:pos x="5713" y="690"/>
                  </a:cxn>
                  <a:cxn ang="0">
                    <a:pos x="7105" y="2084"/>
                  </a:cxn>
                  <a:cxn ang="0">
                    <a:pos x="5713" y="690"/>
                  </a:cxn>
                  <a:cxn ang="0">
                    <a:pos x="7105" y="2585"/>
                  </a:cxn>
                  <a:cxn ang="0">
                    <a:pos x="5713" y="3979"/>
                  </a:cxn>
                </a:cxnLst>
                <a:rect l="0" t="0" r="r" b="b"/>
                <a:pathLst>
                  <a:path w="7792" h="12190">
                    <a:moveTo>
                      <a:pt x="0" y="0"/>
                    </a:moveTo>
                    <a:lnTo>
                      <a:pt x="7792" y="0"/>
                    </a:lnTo>
                    <a:lnTo>
                      <a:pt x="7792" y="12190"/>
                    </a:lnTo>
                    <a:lnTo>
                      <a:pt x="0" y="12190"/>
                    </a:lnTo>
                    <a:lnTo>
                      <a:pt x="0" y="0"/>
                    </a:lnTo>
                    <a:close/>
                    <a:moveTo>
                      <a:pt x="687" y="690"/>
                    </a:moveTo>
                    <a:lnTo>
                      <a:pt x="2079" y="690"/>
                    </a:lnTo>
                    <a:lnTo>
                      <a:pt x="2079" y="2084"/>
                    </a:lnTo>
                    <a:lnTo>
                      <a:pt x="687" y="2084"/>
                    </a:lnTo>
                    <a:lnTo>
                      <a:pt x="687" y="690"/>
                    </a:lnTo>
                    <a:close/>
                    <a:moveTo>
                      <a:pt x="687" y="10165"/>
                    </a:moveTo>
                    <a:lnTo>
                      <a:pt x="2079" y="10165"/>
                    </a:lnTo>
                    <a:lnTo>
                      <a:pt x="2079" y="11558"/>
                    </a:lnTo>
                    <a:lnTo>
                      <a:pt x="687" y="11558"/>
                    </a:lnTo>
                    <a:lnTo>
                      <a:pt x="687" y="10165"/>
                    </a:lnTo>
                    <a:close/>
                    <a:moveTo>
                      <a:pt x="2363" y="10165"/>
                    </a:moveTo>
                    <a:lnTo>
                      <a:pt x="3755" y="10165"/>
                    </a:lnTo>
                    <a:lnTo>
                      <a:pt x="3755" y="11558"/>
                    </a:lnTo>
                    <a:lnTo>
                      <a:pt x="2363" y="11558"/>
                    </a:lnTo>
                    <a:lnTo>
                      <a:pt x="2363" y="10165"/>
                    </a:lnTo>
                    <a:close/>
                    <a:moveTo>
                      <a:pt x="4037" y="10165"/>
                    </a:moveTo>
                    <a:lnTo>
                      <a:pt x="5431" y="10165"/>
                    </a:lnTo>
                    <a:lnTo>
                      <a:pt x="5431" y="11558"/>
                    </a:lnTo>
                    <a:lnTo>
                      <a:pt x="4037" y="11558"/>
                    </a:lnTo>
                    <a:lnTo>
                      <a:pt x="4037" y="10165"/>
                    </a:lnTo>
                    <a:close/>
                    <a:moveTo>
                      <a:pt x="5713" y="10165"/>
                    </a:moveTo>
                    <a:lnTo>
                      <a:pt x="7105" y="10165"/>
                    </a:lnTo>
                    <a:lnTo>
                      <a:pt x="7105" y="11558"/>
                    </a:lnTo>
                    <a:lnTo>
                      <a:pt x="5713" y="11558"/>
                    </a:lnTo>
                    <a:lnTo>
                      <a:pt x="5713" y="10165"/>
                    </a:lnTo>
                    <a:close/>
                    <a:moveTo>
                      <a:pt x="687" y="8270"/>
                    </a:moveTo>
                    <a:lnTo>
                      <a:pt x="2079" y="8270"/>
                    </a:lnTo>
                    <a:lnTo>
                      <a:pt x="2079" y="9663"/>
                    </a:lnTo>
                    <a:lnTo>
                      <a:pt x="687" y="9663"/>
                    </a:lnTo>
                    <a:lnTo>
                      <a:pt x="687" y="8270"/>
                    </a:lnTo>
                    <a:close/>
                    <a:moveTo>
                      <a:pt x="2363" y="8270"/>
                    </a:moveTo>
                    <a:lnTo>
                      <a:pt x="3755" y="8270"/>
                    </a:lnTo>
                    <a:lnTo>
                      <a:pt x="3755" y="9663"/>
                    </a:lnTo>
                    <a:lnTo>
                      <a:pt x="2363" y="9663"/>
                    </a:lnTo>
                    <a:lnTo>
                      <a:pt x="2363" y="8270"/>
                    </a:lnTo>
                    <a:close/>
                    <a:moveTo>
                      <a:pt x="4037" y="8270"/>
                    </a:moveTo>
                    <a:lnTo>
                      <a:pt x="5431" y="8270"/>
                    </a:lnTo>
                    <a:lnTo>
                      <a:pt x="5431" y="9663"/>
                    </a:lnTo>
                    <a:lnTo>
                      <a:pt x="4037" y="9663"/>
                    </a:lnTo>
                    <a:lnTo>
                      <a:pt x="4037" y="8270"/>
                    </a:lnTo>
                    <a:close/>
                    <a:moveTo>
                      <a:pt x="5713" y="8270"/>
                    </a:moveTo>
                    <a:lnTo>
                      <a:pt x="7105" y="8270"/>
                    </a:lnTo>
                    <a:lnTo>
                      <a:pt x="7105" y="9663"/>
                    </a:lnTo>
                    <a:lnTo>
                      <a:pt x="5713" y="9663"/>
                    </a:lnTo>
                    <a:lnTo>
                      <a:pt x="5713" y="8270"/>
                    </a:lnTo>
                    <a:close/>
                    <a:moveTo>
                      <a:pt x="687" y="6376"/>
                    </a:moveTo>
                    <a:lnTo>
                      <a:pt x="2079" y="6376"/>
                    </a:lnTo>
                    <a:lnTo>
                      <a:pt x="2079" y="7768"/>
                    </a:lnTo>
                    <a:lnTo>
                      <a:pt x="687" y="7768"/>
                    </a:lnTo>
                    <a:lnTo>
                      <a:pt x="687" y="6376"/>
                    </a:lnTo>
                    <a:close/>
                    <a:moveTo>
                      <a:pt x="2363" y="6376"/>
                    </a:moveTo>
                    <a:lnTo>
                      <a:pt x="3755" y="6376"/>
                    </a:lnTo>
                    <a:lnTo>
                      <a:pt x="3755" y="7768"/>
                    </a:lnTo>
                    <a:lnTo>
                      <a:pt x="2363" y="7768"/>
                    </a:lnTo>
                    <a:lnTo>
                      <a:pt x="2363" y="6376"/>
                    </a:lnTo>
                    <a:close/>
                    <a:moveTo>
                      <a:pt x="4037" y="6376"/>
                    </a:moveTo>
                    <a:lnTo>
                      <a:pt x="5431" y="6376"/>
                    </a:lnTo>
                    <a:lnTo>
                      <a:pt x="5431" y="7768"/>
                    </a:lnTo>
                    <a:lnTo>
                      <a:pt x="4037" y="7768"/>
                    </a:lnTo>
                    <a:lnTo>
                      <a:pt x="4037" y="6376"/>
                    </a:lnTo>
                    <a:close/>
                    <a:moveTo>
                      <a:pt x="5713" y="6376"/>
                    </a:moveTo>
                    <a:lnTo>
                      <a:pt x="7105" y="6376"/>
                    </a:lnTo>
                    <a:lnTo>
                      <a:pt x="7105" y="7768"/>
                    </a:lnTo>
                    <a:lnTo>
                      <a:pt x="5713" y="7768"/>
                    </a:lnTo>
                    <a:lnTo>
                      <a:pt x="5713" y="6376"/>
                    </a:lnTo>
                    <a:close/>
                    <a:moveTo>
                      <a:pt x="687" y="4481"/>
                    </a:moveTo>
                    <a:lnTo>
                      <a:pt x="2079" y="4481"/>
                    </a:lnTo>
                    <a:lnTo>
                      <a:pt x="2079" y="5874"/>
                    </a:lnTo>
                    <a:lnTo>
                      <a:pt x="687" y="5874"/>
                    </a:lnTo>
                    <a:lnTo>
                      <a:pt x="687" y="4481"/>
                    </a:lnTo>
                    <a:close/>
                    <a:moveTo>
                      <a:pt x="2363" y="4481"/>
                    </a:moveTo>
                    <a:lnTo>
                      <a:pt x="3755" y="4481"/>
                    </a:lnTo>
                    <a:lnTo>
                      <a:pt x="3755" y="5874"/>
                    </a:lnTo>
                    <a:lnTo>
                      <a:pt x="2363" y="5874"/>
                    </a:lnTo>
                    <a:lnTo>
                      <a:pt x="2363" y="4481"/>
                    </a:lnTo>
                    <a:close/>
                    <a:moveTo>
                      <a:pt x="4037" y="4481"/>
                    </a:moveTo>
                    <a:lnTo>
                      <a:pt x="5431" y="4481"/>
                    </a:lnTo>
                    <a:lnTo>
                      <a:pt x="5431" y="5874"/>
                    </a:lnTo>
                    <a:lnTo>
                      <a:pt x="4037" y="5874"/>
                    </a:lnTo>
                    <a:lnTo>
                      <a:pt x="4037" y="4481"/>
                    </a:lnTo>
                    <a:close/>
                    <a:moveTo>
                      <a:pt x="5713" y="4481"/>
                    </a:moveTo>
                    <a:lnTo>
                      <a:pt x="7105" y="4481"/>
                    </a:lnTo>
                    <a:lnTo>
                      <a:pt x="7105" y="5874"/>
                    </a:lnTo>
                    <a:lnTo>
                      <a:pt x="5713" y="5874"/>
                    </a:lnTo>
                    <a:lnTo>
                      <a:pt x="5713" y="4481"/>
                    </a:lnTo>
                    <a:close/>
                    <a:moveTo>
                      <a:pt x="687" y="2585"/>
                    </a:moveTo>
                    <a:lnTo>
                      <a:pt x="2079" y="2585"/>
                    </a:lnTo>
                    <a:lnTo>
                      <a:pt x="2079" y="3979"/>
                    </a:lnTo>
                    <a:lnTo>
                      <a:pt x="687" y="3979"/>
                    </a:lnTo>
                    <a:lnTo>
                      <a:pt x="687" y="2585"/>
                    </a:lnTo>
                    <a:close/>
                    <a:moveTo>
                      <a:pt x="2363" y="2585"/>
                    </a:moveTo>
                    <a:lnTo>
                      <a:pt x="3755" y="2585"/>
                    </a:lnTo>
                    <a:lnTo>
                      <a:pt x="3755" y="3979"/>
                    </a:lnTo>
                    <a:lnTo>
                      <a:pt x="2363" y="3979"/>
                    </a:lnTo>
                    <a:lnTo>
                      <a:pt x="2363" y="2585"/>
                    </a:lnTo>
                    <a:close/>
                    <a:moveTo>
                      <a:pt x="4037" y="2585"/>
                    </a:moveTo>
                    <a:lnTo>
                      <a:pt x="5431" y="2585"/>
                    </a:lnTo>
                    <a:lnTo>
                      <a:pt x="5431" y="3979"/>
                    </a:lnTo>
                    <a:lnTo>
                      <a:pt x="4037" y="3979"/>
                    </a:lnTo>
                    <a:lnTo>
                      <a:pt x="4037" y="2585"/>
                    </a:lnTo>
                    <a:close/>
                    <a:moveTo>
                      <a:pt x="2363" y="690"/>
                    </a:moveTo>
                    <a:lnTo>
                      <a:pt x="3755" y="690"/>
                    </a:lnTo>
                    <a:lnTo>
                      <a:pt x="3755" y="2084"/>
                    </a:lnTo>
                    <a:lnTo>
                      <a:pt x="2363" y="2084"/>
                    </a:lnTo>
                    <a:lnTo>
                      <a:pt x="2363" y="690"/>
                    </a:lnTo>
                    <a:close/>
                    <a:moveTo>
                      <a:pt x="4037" y="690"/>
                    </a:moveTo>
                    <a:lnTo>
                      <a:pt x="5431" y="690"/>
                    </a:lnTo>
                    <a:lnTo>
                      <a:pt x="5431" y="2084"/>
                    </a:lnTo>
                    <a:lnTo>
                      <a:pt x="4037" y="2084"/>
                    </a:lnTo>
                    <a:lnTo>
                      <a:pt x="4037" y="690"/>
                    </a:lnTo>
                    <a:close/>
                    <a:moveTo>
                      <a:pt x="5713" y="690"/>
                    </a:moveTo>
                    <a:lnTo>
                      <a:pt x="7105" y="690"/>
                    </a:lnTo>
                    <a:lnTo>
                      <a:pt x="7105" y="2084"/>
                    </a:lnTo>
                    <a:lnTo>
                      <a:pt x="5713" y="2084"/>
                    </a:lnTo>
                    <a:lnTo>
                      <a:pt x="5713" y="690"/>
                    </a:lnTo>
                    <a:close/>
                    <a:moveTo>
                      <a:pt x="5713" y="2585"/>
                    </a:moveTo>
                    <a:lnTo>
                      <a:pt x="7105" y="2585"/>
                    </a:lnTo>
                    <a:lnTo>
                      <a:pt x="7105" y="3979"/>
                    </a:lnTo>
                    <a:lnTo>
                      <a:pt x="5713" y="3979"/>
                    </a:lnTo>
                    <a:lnTo>
                      <a:pt x="5713" y="2585"/>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grpSp>
        <p:sp>
          <p:nvSpPr>
            <p:cNvPr id="16" name="矩形 15"/>
            <p:cNvSpPr/>
            <p:nvPr/>
          </p:nvSpPr>
          <p:spPr bwMode="gray">
            <a:xfrm>
              <a:off x="699103" y="4370478"/>
              <a:ext cx="644728" cy="307777"/>
            </a:xfrm>
            <a:prstGeom prst="rect">
              <a:avLst/>
            </a:prstGeom>
          </p:spPr>
          <p:txBody>
            <a:bodyPr wrap="none">
              <a:spAutoFit/>
            </a:bodyPr>
            <a:lstStyle/>
            <a:p>
              <a:r>
                <a:rPr lang="zh-CN" altLang="en-US" sz="1399">
                  <a:solidFill>
                    <a:schemeClr val="bg1">
                      <a:lumMod val="50000"/>
                    </a:schemeClr>
                  </a:solidFill>
                </a:rPr>
                <a:t>分支</a:t>
              </a:r>
              <a:r>
                <a:rPr lang="en-US" altLang="zh-CN" sz="1399">
                  <a:solidFill>
                    <a:schemeClr val="bg1">
                      <a:lumMod val="50000"/>
                    </a:schemeClr>
                  </a:solidFill>
                </a:rPr>
                <a:t>1</a:t>
              </a:r>
            </a:p>
          </p:txBody>
        </p:sp>
      </p:grpSp>
      <p:sp>
        <p:nvSpPr>
          <p:cNvPr id="21" name="圆角矩形 75"/>
          <p:cNvSpPr/>
          <p:nvPr/>
        </p:nvSpPr>
        <p:spPr bwMode="gray">
          <a:xfrm>
            <a:off x="1691425" y="3716226"/>
            <a:ext cx="3436025" cy="244287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a:lnSpc>
                <a:spcPts val="2599"/>
              </a:lnSpc>
              <a:spcAft>
                <a:spcPts val="600"/>
              </a:spcAft>
            </a:pPr>
            <a:endParaRPr lang="en-US" altLang="zh-CN" sz="15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2" name="直接箭头连接符 21"/>
          <p:cNvCxnSpPr>
            <a:stCxn id="12" idx="2"/>
            <a:endCxn id="23" idx="0"/>
          </p:cNvCxnSpPr>
          <p:nvPr/>
        </p:nvCxnSpPr>
        <p:spPr bwMode="gray">
          <a:xfrm flipH="1">
            <a:off x="2979262" y="2492671"/>
            <a:ext cx="457206" cy="1470264"/>
          </a:xfrm>
          <a:prstGeom prst="straightConnector1">
            <a:avLst/>
          </a:prstGeom>
          <a:noFill/>
          <a:ln w="19050" algn="ctr">
            <a:solidFill>
              <a:srgbClr val="EC7061"/>
            </a:solidFill>
            <a:prstDash val="sysDot"/>
            <a:round/>
            <a:headEnd type="triangle" w="med" len="med"/>
            <a:tailEnd type="triangle" w="med" len="med"/>
          </a:ln>
        </p:spPr>
      </p:cxnSp>
      <p:pic>
        <p:nvPicPr>
          <p:cNvPr id="23" name="图片 22"/>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2730431" y="3962935"/>
            <a:ext cx="497660" cy="407176"/>
          </a:xfrm>
          <a:prstGeom prst="rect">
            <a:avLst/>
          </a:prstGeom>
        </p:spPr>
      </p:pic>
      <p:pic>
        <p:nvPicPr>
          <p:cNvPr id="24" name="图片 2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4205595" y="3953914"/>
            <a:ext cx="497660" cy="407176"/>
          </a:xfrm>
          <a:prstGeom prst="rect">
            <a:avLst/>
          </a:prstGeom>
        </p:spPr>
      </p:pic>
      <p:cxnSp>
        <p:nvCxnSpPr>
          <p:cNvPr id="25" name="直接连接符 24">
            <a:extLst>
              <a:ext uri="{FF2B5EF4-FFF2-40B4-BE49-F238E27FC236}">
                <a16:creationId xmlns:a16="http://schemas.microsoft.com/office/drawing/2014/main" id="{94275FFE-3BE6-4C12-8737-FDFE3456C4A2}"/>
              </a:ext>
            </a:extLst>
          </p:cNvPr>
          <p:cNvCxnSpPr>
            <a:stCxn id="9" idx="0"/>
            <a:endCxn id="36" idx="3"/>
          </p:cNvCxnSpPr>
          <p:nvPr/>
        </p:nvCxnSpPr>
        <p:spPr bwMode="gray">
          <a:xfrm flipV="1">
            <a:off x="2979262" y="5030180"/>
            <a:ext cx="985700" cy="612975"/>
          </a:xfrm>
          <a:prstGeom prst="line">
            <a:avLst/>
          </a:prstGeom>
          <a:noFill/>
          <a:ln w="19050" cap="flat" cmpd="sng" algn="ctr">
            <a:solidFill>
              <a:srgbClr val="56C4D2"/>
            </a:solidFill>
            <a:prstDash val="solid"/>
          </a:ln>
          <a:effectLst/>
        </p:spPr>
      </p:cxnSp>
      <p:cxnSp>
        <p:nvCxnSpPr>
          <p:cNvPr id="26" name="直接连接符 25">
            <a:extLst>
              <a:ext uri="{FF2B5EF4-FFF2-40B4-BE49-F238E27FC236}">
                <a16:creationId xmlns:a16="http://schemas.microsoft.com/office/drawing/2014/main" id="{94275FFE-3BE6-4C12-8737-FDFE3456C4A2}"/>
              </a:ext>
            </a:extLst>
          </p:cNvPr>
          <p:cNvCxnSpPr>
            <a:stCxn id="10" idx="0"/>
            <a:endCxn id="36" idx="1"/>
          </p:cNvCxnSpPr>
          <p:nvPr/>
        </p:nvCxnSpPr>
        <p:spPr bwMode="gray">
          <a:xfrm flipH="1" flipV="1">
            <a:off x="3467303" y="5030180"/>
            <a:ext cx="987123" cy="612975"/>
          </a:xfrm>
          <a:prstGeom prst="line">
            <a:avLst/>
          </a:prstGeom>
          <a:noFill/>
          <a:ln w="19050" cap="flat" cmpd="sng" algn="ctr">
            <a:solidFill>
              <a:srgbClr val="56C4D2"/>
            </a:solidFill>
            <a:prstDash val="solid"/>
          </a:ln>
          <a:effectLst/>
        </p:spPr>
      </p:cxnSp>
      <p:cxnSp>
        <p:nvCxnSpPr>
          <p:cNvPr id="27" name="直接连接符 26">
            <a:extLst>
              <a:ext uri="{FF2B5EF4-FFF2-40B4-BE49-F238E27FC236}">
                <a16:creationId xmlns:a16="http://schemas.microsoft.com/office/drawing/2014/main" id="{94275FFE-3BE6-4C12-8737-FDFE3456C4A2}"/>
              </a:ext>
            </a:extLst>
          </p:cNvPr>
          <p:cNvCxnSpPr>
            <a:stCxn id="36" idx="3"/>
            <a:endCxn id="23" idx="2"/>
          </p:cNvCxnSpPr>
          <p:nvPr/>
        </p:nvCxnSpPr>
        <p:spPr bwMode="gray">
          <a:xfrm flipH="1" flipV="1">
            <a:off x="2979262" y="4370110"/>
            <a:ext cx="985700" cy="660070"/>
          </a:xfrm>
          <a:prstGeom prst="line">
            <a:avLst/>
          </a:prstGeom>
          <a:noFill/>
          <a:ln w="19050" cap="flat" cmpd="sng" algn="ctr">
            <a:solidFill>
              <a:srgbClr val="56C4D2"/>
            </a:solidFill>
            <a:prstDash val="solid"/>
          </a:ln>
          <a:effectLst/>
        </p:spPr>
      </p:cxnSp>
      <p:cxnSp>
        <p:nvCxnSpPr>
          <p:cNvPr id="28" name="直接连接符 27">
            <a:extLst>
              <a:ext uri="{FF2B5EF4-FFF2-40B4-BE49-F238E27FC236}">
                <a16:creationId xmlns:a16="http://schemas.microsoft.com/office/drawing/2014/main" id="{94275FFE-3BE6-4C12-8737-FDFE3456C4A2}"/>
              </a:ext>
            </a:extLst>
          </p:cNvPr>
          <p:cNvCxnSpPr>
            <a:stCxn id="36" idx="1"/>
            <a:endCxn id="24" idx="2"/>
          </p:cNvCxnSpPr>
          <p:nvPr/>
        </p:nvCxnSpPr>
        <p:spPr bwMode="gray">
          <a:xfrm flipV="1">
            <a:off x="3467303" y="4361090"/>
            <a:ext cx="987123" cy="669091"/>
          </a:xfrm>
          <a:prstGeom prst="line">
            <a:avLst/>
          </a:prstGeom>
          <a:noFill/>
          <a:ln w="19050" cap="flat" cmpd="sng" algn="ctr">
            <a:solidFill>
              <a:srgbClr val="56C4D2"/>
            </a:solidFill>
            <a:prstDash val="solid"/>
          </a:ln>
          <a:effectLst/>
        </p:spPr>
      </p:cxnSp>
      <p:sp>
        <p:nvSpPr>
          <p:cNvPr id="29" name="矩形 28"/>
          <p:cNvSpPr/>
          <p:nvPr/>
        </p:nvSpPr>
        <p:spPr bwMode="gray">
          <a:xfrm>
            <a:off x="2635250" y="3081300"/>
            <a:ext cx="543527" cy="307657"/>
          </a:xfrm>
          <a:prstGeom prst="rect">
            <a:avLst/>
          </a:prstGeom>
        </p:spPr>
        <p:txBody>
          <a:bodyPr wrap="none">
            <a:spAutoFit/>
          </a:bodyPr>
          <a:lstStyle/>
          <a:p>
            <a:r>
              <a:rPr lang="zh-CN" altLang="en-US" sz="1399" b="1" dirty="0">
                <a:solidFill>
                  <a:srgbClr val="C7000B"/>
                </a:solidFill>
              </a:rPr>
              <a:t>专线</a:t>
            </a:r>
            <a:endParaRPr lang="en-US" altLang="zh-CN" sz="1399" b="1" dirty="0">
              <a:solidFill>
                <a:srgbClr val="C7000B"/>
              </a:solidFill>
            </a:endParaRPr>
          </a:p>
        </p:txBody>
      </p:sp>
      <p:sp>
        <p:nvSpPr>
          <p:cNvPr id="30" name="Freeform 159"/>
          <p:cNvSpPr/>
          <p:nvPr/>
        </p:nvSpPr>
        <p:spPr bwMode="gray">
          <a:xfrm flipH="1">
            <a:off x="4454425" y="2869605"/>
            <a:ext cx="835658" cy="43682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矩形 30"/>
          <p:cNvSpPr/>
          <p:nvPr/>
        </p:nvSpPr>
        <p:spPr bwMode="gray">
          <a:xfrm>
            <a:off x="4458129" y="3008519"/>
            <a:ext cx="831954" cy="307657"/>
          </a:xfrm>
          <a:prstGeom prst="rect">
            <a:avLst/>
          </a:prstGeom>
        </p:spPr>
        <p:txBody>
          <a:bodyPr wrap="none">
            <a:spAutoFit/>
          </a:bodyPr>
          <a:lstStyle/>
          <a:p>
            <a:pPr algn="ctr"/>
            <a:r>
              <a:rPr lang="en-US" altLang="zh-CN" sz="1399" dirty="0">
                <a:latin typeface="Huawei Sans" panose="020C0503030203020204" pitchFamily="34" charset="0"/>
                <a:ea typeface="方正兰亭黑简体" panose="02000000000000000000" pitchFamily="2" charset="-122"/>
                <a:sym typeface="Huawei Sans" panose="020C0503030203020204" pitchFamily="34" charset="0"/>
              </a:rPr>
              <a:t>Internet</a:t>
            </a:r>
          </a:p>
        </p:txBody>
      </p:sp>
      <p:cxnSp>
        <p:nvCxnSpPr>
          <p:cNvPr id="32" name="直接箭头连接符 31"/>
          <p:cNvCxnSpPr>
            <a:stCxn id="31" idx="2"/>
            <a:endCxn id="24" idx="0"/>
          </p:cNvCxnSpPr>
          <p:nvPr/>
        </p:nvCxnSpPr>
        <p:spPr bwMode="gray">
          <a:xfrm flipH="1">
            <a:off x="4454426" y="3316175"/>
            <a:ext cx="419681" cy="637739"/>
          </a:xfrm>
          <a:prstGeom prst="straightConnector1">
            <a:avLst/>
          </a:prstGeom>
          <a:noFill/>
          <a:ln w="19050" algn="ctr">
            <a:solidFill>
              <a:srgbClr val="56C4D2"/>
            </a:solidFill>
            <a:prstDash val="sysDot"/>
            <a:round/>
            <a:headEnd type="triangle" w="med" len="med"/>
            <a:tailEnd type="triangle" w="med" len="med"/>
          </a:ln>
        </p:spPr>
      </p:cxnSp>
      <p:cxnSp>
        <p:nvCxnSpPr>
          <p:cNvPr id="33" name="直接箭头连接符 32"/>
          <p:cNvCxnSpPr>
            <a:stCxn id="12" idx="2"/>
            <a:endCxn id="30" idx="0"/>
          </p:cNvCxnSpPr>
          <p:nvPr/>
        </p:nvCxnSpPr>
        <p:spPr bwMode="gray">
          <a:xfrm>
            <a:off x="3436468" y="2492671"/>
            <a:ext cx="1345616" cy="376934"/>
          </a:xfrm>
          <a:prstGeom prst="straightConnector1">
            <a:avLst/>
          </a:prstGeom>
          <a:noFill/>
          <a:ln w="19050" algn="ctr">
            <a:solidFill>
              <a:srgbClr val="56C4D2"/>
            </a:solidFill>
            <a:prstDash val="sysDot"/>
            <a:round/>
            <a:headEnd type="triangle" w="med" len="med"/>
            <a:tailEnd type="triangle" w="med" len="med"/>
          </a:ln>
        </p:spPr>
      </p:cxnSp>
      <p:sp>
        <p:nvSpPr>
          <p:cNvPr id="34" name="Can 9"/>
          <p:cNvSpPr/>
          <p:nvPr/>
        </p:nvSpPr>
        <p:spPr bwMode="gray">
          <a:xfrm rot="8835177">
            <a:off x="3881920" y="2504894"/>
            <a:ext cx="227671" cy="1502616"/>
          </a:xfrm>
          <a:prstGeom prst="can">
            <a:avLst>
              <a:gd name="adj" fmla="val 40000"/>
            </a:avLst>
          </a:prstGeom>
          <a:solidFill>
            <a:srgbClr val="BEE9E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bwMode="gray">
          <a:xfrm rot="19560079">
            <a:off x="3811087" y="2836421"/>
            <a:ext cx="369332" cy="792846"/>
          </a:xfrm>
          <a:prstGeom prst="rect">
            <a:avLst/>
          </a:prstGeom>
          <a:noFill/>
        </p:spPr>
        <p:txBody>
          <a:bodyPr vert="eaVert" wrap="none" rtlCol="0">
            <a:spAutoFit/>
          </a:bodyPr>
          <a:lstStyle/>
          <a:p>
            <a:r>
              <a:rPr lang="en-US" altLang="zh-CN" sz="1200" dirty="0">
                <a:solidFill>
                  <a:srgbClr val="C7000B"/>
                </a:solidFill>
              </a:rPr>
              <a:t>IPsec</a:t>
            </a:r>
            <a:r>
              <a:rPr lang="zh-CN" altLang="en-US" sz="1200" dirty="0">
                <a:solidFill>
                  <a:srgbClr val="C7000B"/>
                </a:solidFill>
              </a:rPr>
              <a:t> </a:t>
            </a:r>
            <a:r>
              <a:rPr lang="en-US" altLang="zh-CN" sz="1200" dirty="0">
                <a:solidFill>
                  <a:srgbClr val="C7000B"/>
                </a:solidFill>
              </a:rPr>
              <a:t>VPN</a:t>
            </a:r>
          </a:p>
        </p:txBody>
      </p:sp>
      <p:pic>
        <p:nvPicPr>
          <p:cNvPr id="36" name="图片 35" descr="堆叠CE交换机蓝.png"/>
          <p:cNvPicPr>
            <a:picLocks/>
          </p:cNvPicPr>
          <p:nvPr/>
        </p:nvPicPr>
        <p:blipFill>
          <a:blip r:embed="rId6" cstate="print"/>
          <a:stretch>
            <a:fillRect/>
          </a:stretch>
        </p:blipFill>
        <p:spPr bwMode="gray">
          <a:xfrm>
            <a:off x="3467302" y="4826593"/>
            <a:ext cx="497660" cy="407176"/>
          </a:xfrm>
          <a:prstGeom prst="rect">
            <a:avLst/>
          </a:prstGeom>
        </p:spPr>
      </p:pic>
      <p:sp>
        <p:nvSpPr>
          <p:cNvPr id="38" name="矩形 37"/>
          <p:cNvSpPr/>
          <p:nvPr/>
        </p:nvSpPr>
        <p:spPr bwMode="gray">
          <a:xfrm>
            <a:off x="966833" y="2712112"/>
            <a:ext cx="902458" cy="523016"/>
          </a:xfrm>
          <a:prstGeom prst="rect">
            <a:avLst/>
          </a:prstGeom>
        </p:spPr>
        <p:txBody>
          <a:bodyPr wrap="none">
            <a:spAutoFit/>
          </a:bodyPr>
          <a:lstStyle/>
          <a:p>
            <a:pPr algn="ctr"/>
            <a:r>
              <a:rPr lang="zh-CN" altLang="en-US" sz="1399" dirty="0">
                <a:latin typeface="Huawei Sans" panose="020C0503030203020204" pitchFamily="34" charset="0"/>
                <a:ea typeface="方正兰亭黑简体" panose="02000000000000000000" pitchFamily="2" charset="-122"/>
                <a:sym typeface="Huawei Sans" panose="020C0503030203020204" pitchFamily="34" charset="0"/>
              </a:rPr>
              <a:t>链路聚合</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399" dirty="0">
                <a:latin typeface="Huawei Sans" panose="020C0503030203020204" pitchFamily="34" charset="0"/>
                <a:ea typeface="方正兰亭黑简体" panose="02000000000000000000" pitchFamily="2" charset="-122"/>
                <a:sym typeface="Huawei Sans" panose="020C0503030203020204" pitchFamily="34" charset="0"/>
              </a:rPr>
              <a:t>逻辑链路</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9" name="直接连接符 38">
            <a:extLst>
              <a:ext uri="{FF2B5EF4-FFF2-40B4-BE49-F238E27FC236}">
                <a16:creationId xmlns:a16="http://schemas.microsoft.com/office/drawing/2014/main" id="{94275FFE-3BE6-4C12-8737-FDFE3456C4A2}"/>
              </a:ext>
            </a:extLst>
          </p:cNvPr>
          <p:cNvCxnSpPr/>
          <p:nvPr/>
        </p:nvCxnSpPr>
        <p:spPr bwMode="gray">
          <a:xfrm flipH="1">
            <a:off x="546334" y="2973620"/>
            <a:ext cx="420499" cy="0"/>
          </a:xfrm>
          <a:prstGeom prst="line">
            <a:avLst/>
          </a:prstGeom>
          <a:noFill/>
          <a:ln w="19050" cap="flat" cmpd="sng" algn="ctr">
            <a:solidFill>
              <a:srgbClr val="56C4D2"/>
            </a:solidFill>
            <a:prstDash val="solid"/>
          </a:ln>
          <a:effectLst/>
        </p:spPr>
      </p:cxnSp>
      <p:sp>
        <p:nvSpPr>
          <p:cNvPr id="40" name="矩形 39"/>
          <p:cNvSpPr/>
          <p:nvPr/>
        </p:nvSpPr>
        <p:spPr bwMode="gray">
          <a:xfrm>
            <a:off x="3954222" y="1180594"/>
            <a:ext cx="1125750" cy="326690"/>
          </a:xfrm>
          <a:prstGeom prst="rect">
            <a:avLst/>
          </a:prstGeom>
          <a:solidFill>
            <a:srgbClr val="8BC9A0"/>
          </a:solidFill>
          <a:ln w="12700" cap="flat" cmpd="sng" algn="ctr">
            <a:solidFill>
              <a:srgbClr val="92D050"/>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bwMode="gray">
          <a:xfrm>
            <a:off x="4004176" y="1190112"/>
            <a:ext cx="1025842" cy="307657"/>
          </a:xfrm>
          <a:prstGeom prst="rect">
            <a:avLst/>
          </a:prstGeom>
          <a:noFill/>
          <a:ln>
            <a:noFill/>
          </a:ln>
        </p:spPr>
        <p:txBody>
          <a:bodyPr wrap="none">
            <a:spAutoFit/>
          </a:bodyPr>
          <a:lstStyle/>
          <a:p>
            <a:r>
              <a:rPr lang="en-US" altLang="zh-CN" sz="1399" dirty="0"/>
              <a:t>A</a:t>
            </a:r>
            <a:r>
              <a:rPr lang="zh-CN" altLang="en-US" sz="1399" dirty="0"/>
              <a:t>类型业务</a:t>
            </a:r>
            <a:endParaRPr lang="en-US" altLang="zh-CN" sz="1399" dirty="0"/>
          </a:p>
        </p:txBody>
      </p:sp>
      <p:sp>
        <p:nvSpPr>
          <p:cNvPr id="52" name="矩形 51"/>
          <p:cNvSpPr/>
          <p:nvPr/>
        </p:nvSpPr>
        <p:spPr bwMode="gray">
          <a:xfrm>
            <a:off x="3954222" y="1830265"/>
            <a:ext cx="1125750" cy="326690"/>
          </a:xfrm>
          <a:prstGeom prst="rect">
            <a:avLst/>
          </a:prstGeom>
          <a:solidFill>
            <a:srgbClr val="EC7061"/>
          </a:solidFill>
          <a:ln w="12700" cap="flat" cmpd="sng" algn="ctr">
            <a:solidFill>
              <a:srgbClr val="EC7061"/>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矩形 53"/>
          <p:cNvSpPr/>
          <p:nvPr/>
        </p:nvSpPr>
        <p:spPr bwMode="gray">
          <a:xfrm>
            <a:off x="4004177" y="1839782"/>
            <a:ext cx="1025842" cy="307657"/>
          </a:xfrm>
          <a:prstGeom prst="rect">
            <a:avLst/>
          </a:prstGeom>
          <a:noFill/>
          <a:ln>
            <a:noFill/>
          </a:ln>
        </p:spPr>
        <p:txBody>
          <a:bodyPr wrap="none">
            <a:spAutoFit/>
          </a:bodyPr>
          <a:lstStyle/>
          <a:p>
            <a:r>
              <a:rPr lang="en-US" altLang="zh-CN" sz="1399" dirty="0"/>
              <a:t>B</a:t>
            </a:r>
            <a:r>
              <a:rPr lang="zh-CN" altLang="en-US" sz="1399" dirty="0"/>
              <a:t>类型业务</a:t>
            </a:r>
            <a:endParaRPr lang="en-US" altLang="zh-CN" sz="1399" dirty="0"/>
          </a:p>
        </p:txBody>
      </p:sp>
      <p:grpSp>
        <p:nvGrpSpPr>
          <p:cNvPr id="83" name="组合 82"/>
          <p:cNvGrpSpPr/>
          <p:nvPr/>
        </p:nvGrpSpPr>
        <p:grpSpPr bwMode="gray">
          <a:xfrm>
            <a:off x="1991814" y="4272031"/>
            <a:ext cx="1251629" cy="318149"/>
            <a:chOff x="1991949" y="4186561"/>
            <a:chExt cx="1252118" cy="318273"/>
          </a:xfrm>
        </p:grpSpPr>
        <p:sp>
          <p:nvSpPr>
            <p:cNvPr id="41" name="矩形 40"/>
            <p:cNvSpPr/>
            <p:nvPr/>
          </p:nvSpPr>
          <p:spPr bwMode="gray">
            <a:xfrm rot="2365546">
              <a:off x="2139750" y="4186561"/>
              <a:ext cx="1104317" cy="276999"/>
            </a:xfrm>
            <a:prstGeom prst="rect">
              <a:avLst/>
            </a:prstGeom>
            <a:solidFill>
              <a:srgbClr val="8CCAA1"/>
            </a:solidFill>
            <a:ln w="6350">
              <a:noFill/>
            </a:ln>
          </p:spPr>
          <p:txBody>
            <a:bodyPr wrap="square" lIns="0" tIns="0" rIns="0" bIns="0" rtlCol="0" anchor="ctr">
              <a:spAutoFit/>
            </a:bodyPr>
            <a:lstStyle/>
            <a:p>
              <a:pPr algn="ctr" defTabSz="914034">
                <a:lnSpc>
                  <a:spcPct val="150000"/>
                </a:lnSpc>
              </a:pPr>
              <a:r>
                <a:rPr lang="en-US" altLang="zh-CN" sz="1200" kern="0" dirty="0">
                  <a:solidFill>
                    <a:prstClr val="white"/>
                  </a:solidFill>
                  <a:latin typeface="Huawei Sans" panose="020C0503030203020204" pitchFamily="34" charset="0"/>
                  <a:ea typeface="方正兰亭黑简体" panose="02000000000000000000" pitchFamily="2" charset="-122"/>
                  <a:cs typeface="Calibri" panose="020F0502020204030204" pitchFamily="34" charset="0"/>
                </a:rPr>
                <a:t>ICMP ECHO</a:t>
              </a:r>
              <a:endParaRPr lang="zh-CN" altLang="en-US" sz="1200" kern="0" dirty="0">
                <a:solidFill>
                  <a:prstClr val="white"/>
                </a:solidFill>
                <a:latin typeface="Huawei Sans" panose="020C0503030203020204" pitchFamily="34" charset="0"/>
                <a:ea typeface="方正兰亭黑简体" panose="02000000000000000000" pitchFamily="2" charset="-122"/>
                <a:cs typeface="Calibri" panose="020F0502020204030204" pitchFamily="34" charset="0"/>
              </a:endParaRPr>
            </a:p>
          </p:txBody>
        </p:sp>
        <p:cxnSp>
          <p:nvCxnSpPr>
            <p:cNvPr id="76" name="直接连接符 75">
              <a:extLst>
                <a:ext uri="{FF2B5EF4-FFF2-40B4-BE49-F238E27FC236}">
                  <a16:creationId xmlns:a16="http://schemas.microsoft.com/office/drawing/2014/main" id="{94275FFE-3BE6-4C12-8737-FDFE3456C4A2}"/>
                </a:ext>
              </a:extLst>
            </p:cNvPr>
            <p:cNvCxnSpPr/>
            <p:nvPr/>
          </p:nvCxnSpPr>
          <p:spPr bwMode="gray">
            <a:xfrm rot="2365546" flipH="1">
              <a:off x="1991949" y="4504834"/>
              <a:ext cx="1104317" cy="0"/>
            </a:xfrm>
            <a:prstGeom prst="line">
              <a:avLst/>
            </a:prstGeom>
            <a:noFill/>
            <a:ln w="19050" cap="flat" cmpd="sng" algn="ctr">
              <a:solidFill>
                <a:srgbClr val="8BC9A0"/>
              </a:solidFill>
              <a:prstDash val="solid"/>
              <a:headEnd type="none" w="med" len="med"/>
              <a:tailEnd type="triangle" w="med" len="med"/>
            </a:ln>
            <a:effectLst/>
          </p:spPr>
        </p:cxnSp>
      </p:grpSp>
      <p:sp>
        <p:nvSpPr>
          <p:cNvPr id="80" name="矩形 79"/>
          <p:cNvSpPr/>
          <p:nvPr/>
        </p:nvSpPr>
        <p:spPr bwMode="gray">
          <a:xfrm rot="17555467">
            <a:off x="1939951" y="2917002"/>
            <a:ext cx="1103886" cy="276891"/>
          </a:xfrm>
          <a:prstGeom prst="rect">
            <a:avLst/>
          </a:prstGeom>
          <a:solidFill>
            <a:srgbClr val="8CCAA1"/>
          </a:solidFill>
          <a:ln w="6350">
            <a:noFill/>
          </a:ln>
        </p:spPr>
        <p:txBody>
          <a:bodyPr wrap="square" lIns="0" tIns="0" rIns="0" bIns="0" rtlCol="0" anchor="ctr">
            <a:spAutoFit/>
          </a:bodyPr>
          <a:lstStyle/>
          <a:p>
            <a:pPr algn="ctr" defTabSz="914034">
              <a:lnSpc>
                <a:spcPct val="150000"/>
              </a:lnSpc>
            </a:pPr>
            <a:r>
              <a:rPr lang="en-US" altLang="zh-CN" sz="1200" kern="0" dirty="0">
                <a:solidFill>
                  <a:prstClr val="white"/>
                </a:solidFill>
                <a:latin typeface="Huawei Sans" panose="020C0503030203020204" pitchFamily="34" charset="0"/>
                <a:ea typeface="方正兰亭黑简体" panose="02000000000000000000" pitchFamily="2" charset="-122"/>
                <a:cs typeface="Calibri" panose="020F0502020204030204" pitchFamily="34" charset="0"/>
              </a:rPr>
              <a:t>ICMP ECHO</a:t>
            </a:r>
            <a:endParaRPr lang="zh-CN" altLang="en-US" sz="1200" kern="0" dirty="0">
              <a:solidFill>
                <a:prstClr val="white"/>
              </a:solidFill>
              <a:latin typeface="Huawei Sans" panose="020C0503030203020204" pitchFamily="34" charset="0"/>
              <a:ea typeface="方正兰亭黑简体" panose="02000000000000000000" pitchFamily="2" charset="-122"/>
              <a:cs typeface="Calibri" panose="020F0502020204030204" pitchFamily="34" charset="0"/>
            </a:endParaRPr>
          </a:p>
        </p:txBody>
      </p:sp>
      <p:cxnSp>
        <p:nvCxnSpPr>
          <p:cNvPr id="81" name="直接连接符 80">
            <a:extLst>
              <a:ext uri="{FF2B5EF4-FFF2-40B4-BE49-F238E27FC236}">
                <a16:creationId xmlns:a16="http://schemas.microsoft.com/office/drawing/2014/main" id="{94275FFE-3BE6-4C12-8737-FDFE3456C4A2}"/>
              </a:ext>
            </a:extLst>
          </p:cNvPr>
          <p:cNvCxnSpPr/>
          <p:nvPr/>
        </p:nvCxnSpPr>
        <p:spPr bwMode="gray">
          <a:xfrm rot="17555467" flipH="1">
            <a:off x="2154741" y="3144816"/>
            <a:ext cx="1103886" cy="0"/>
          </a:xfrm>
          <a:prstGeom prst="line">
            <a:avLst/>
          </a:prstGeom>
          <a:noFill/>
          <a:ln w="19050" cap="flat" cmpd="sng" algn="ctr">
            <a:solidFill>
              <a:srgbClr val="8BC9A0"/>
            </a:solidFill>
            <a:prstDash val="solid"/>
            <a:headEnd type="triangle" w="med" len="med"/>
            <a:tailEnd type="none" w="med" len="med"/>
          </a:ln>
          <a:effectLst/>
        </p:spPr>
      </p:cxnSp>
      <p:grpSp>
        <p:nvGrpSpPr>
          <p:cNvPr id="89" name="组合 88"/>
          <p:cNvGrpSpPr/>
          <p:nvPr/>
        </p:nvGrpSpPr>
        <p:grpSpPr bwMode="gray">
          <a:xfrm rot="19551554">
            <a:off x="4138130" y="4407181"/>
            <a:ext cx="1185242" cy="393009"/>
            <a:chOff x="6239034" y="2708155"/>
            <a:chExt cx="1185705" cy="393163"/>
          </a:xfrm>
        </p:grpSpPr>
        <p:sp>
          <p:nvSpPr>
            <p:cNvPr id="73" name="矩形 72"/>
            <p:cNvSpPr/>
            <p:nvPr/>
          </p:nvSpPr>
          <p:spPr bwMode="gray">
            <a:xfrm>
              <a:off x="6239034" y="2708155"/>
              <a:ext cx="1104317" cy="276999"/>
            </a:xfrm>
            <a:prstGeom prst="rect">
              <a:avLst/>
            </a:prstGeom>
            <a:solidFill>
              <a:srgbClr val="EC7061"/>
            </a:solidFill>
            <a:ln w="6350">
              <a:noFill/>
            </a:ln>
          </p:spPr>
          <p:txBody>
            <a:bodyPr wrap="square" lIns="0" tIns="0" rIns="0" bIns="0" rtlCol="0" anchor="ctr">
              <a:spAutoFit/>
            </a:bodyPr>
            <a:lstStyle/>
            <a:p>
              <a:pPr algn="ctr" defTabSz="914034">
                <a:lnSpc>
                  <a:spcPct val="150000"/>
                </a:lnSpc>
              </a:pPr>
              <a:r>
                <a:rPr lang="en-US" altLang="zh-CN" sz="1200" kern="0" dirty="0">
                  <a:solidFill>
                    <a:prstClr val="white"/>
                  </a:solidFill>
                  <a:latin typeface="Huawei Sans" panose="020C0503030203020204" pitchFamily="34" charset="0"/>
                  <a:ea typeface="方正兰亭黑简体" panose="02000000000000000000" pitchFamily="2" charset="-122"/>
                  <a:cs typeface="Calibri" panose="020F0502020204030204" pitchFamily="34" charset="0"/>
                </a:rPr>
                <a:t>ICMP ECHO</a:t>
              </a:r>
              <a:endParaRPr lang="zh-CN" altLang="en-US" sz="1200" kern="0" dirty="0">
                <a:solidFill>
                  <a:prstClr val="white"/>
                </a:solidFill>
                <a:latin typeface="Huawei Sans" panose="020C0503030203020204" pitchFamily="34" charset="0"/>
                <a:ea typeface="方正兰亭黑简体" panose="02000000000000000000" pitchFamily="2" charset="-122"/>
                <a:cs typeface="Calibri" panose="020F0502020204030204" pitchFamily="34" charset="0"/>
              </a:endParaRPr>
            </a:p>
          </p:txBody>
        </p:sp>
        <p:cxnSp>
          <p:nvCxnSpPr>
            <p:cNvPr id="84" name="直接连接符 83">
              <a:extLst>
                <a:ext uri="{FF2B5EF4-FFF2-40B4-BE49-F238E27FC236}">
                  <a16:creationId xmlns:a16="http://schemas.microsoft.com/office/drawing/2014/main" id="{94275FFE-3BE6-4C12-8737-FDFE3456C4A2}"/>
                </a:ext>
              </a:extLst>
            </p:cNvPr>
            <p:cNvCxnSpPr/>
            <p:nvPr/>
          </p:nvCxnSpPr>
          <p:spPr bwMode="gray">
            <a:xfrm flipH="1">
              <a:off x="6277135" y="3094600"/>
              <a:ext cx="1147604" cy="6718"/>
            </a:xfrm>
            <a:prstGeom prst="line">
              <a:avLst/>
            </a:prstGeom>
            <a:noFill/>
            <a:ln w="19050" cap="flat" cmpd="sng" algn="ctr">
              <a:solidFill>
                <a:srgbClr val="EC7061"/>
              </a:solidFill>
              <a:prstDash val="solid"/>
              <a:headEnd type="triangle" w="med" len="med"/>
              <a:tailEnd type="none" w="med" len="med"/>
            </a:ln>
            <a:effectLst/>
          </p:spPr>
        </p:cxnSp>
      </p:grpSp>
      <p:sp>
        <p:nvSpPr>
          <p:cNvPr id="91" name="矩形 90"/>
          <p:cNvSpPr/>
          <p:nvPr/>
        </p:nvSpPr>
        <p:spPr bwMode="gray">
          <a:xfrm rot="3446382">
            <a:off x="3798486" y="2942855"/>
            <a:ext cx="973996" cy="276891"/>
          </a:xfrm>
          <a:prstGeom prst="rect">
            <a:avLst/>
          </a:prstGeom>
          <a:solidFill>
            <a:srgbClr val="EC7061"/>
          </a:solidFill>
          <a:ln w="6350">
            <a:noFill/>
          </a:ln>
        </p:spPr>
        <p:txBody>
          <a:bodyPr wrap="square" lIns="0" tIns="0" rIns="0" bIns="0" rtlCol="0" anchor="ctr">
            <a:spAutoFit/>
          </a:bodyPr>
          <a:lstStyle/>
          <a:p>
            <a:pPr algn="ctr" defTabSz="914034">
              <a:lnSpc>
                <a:spcPct val="150000"/>
              </a:lnSpc>
            </a:pPr>
            <a:r>
              <a:rPr lang="en-US" altLang="zh-CN" sz="1200" kern="0" dirty="0">
                <a:solidFill>
                  <a:prstClr val="white"/>
                </a:solidFill>
                <a:latin typeface="Huawei Sans" panose="020C0503030203020204" pitchFamily="34" charset="0"/>
                <a:ea typeface="方正兰亭黑简体" panose="02000000000000000000" pitchFamily="2" charset="-122"/>
                <a:cs typeface="Calibri" panose="020F0502020204030204" pitchFamily="34" charset="0"/>
              </a:rPr>
              <a:t>ICMP ECHO</a:t>
            </a:r>
            <a:endParaRPr lang="zh-CN" altLang="en-US" sz="1200" kern="0" dirty="0">
              <a:solidFill>
                <a:prstClr val="white"/>
              </a:solidFill>
              <a:latin typeface="Huawei Sans" panose="020C0503030203020204" pitchFamily="34" charset="0"/>
              <a:ea typeface="方正兰亭黑简体" panose="02000000000000000000" pitchFamily="2" charset="-122"/>
              <a:cs typeface="Calibri" panose="020F0502020204030204" pitchFamily="34" charset="0"/>
            </a:endParaRPr>
          </a:p>
        </p:txBody>
      </p:sp>
      <p:cxnSp>
        <p:nvCxnSpPr>
          <p:cNvPr id="92" name="直接连接符 91">
            <a:extLst>
              <a:ext uri="{FF2B5EF4-FFF2-40B4-BE49-F238E27FC236}">
                <a16:creationId xmlns:a16="http://schemas.microsoft.com/office/drawing/2014/main" id="{94275FFE-3BE6-4C12-8737-FDFE3456C4A2}"/>
              </a:ext>
            </a:extLst>
          </p:cNvPr>
          <p:cNvCxnSpPr/>
          <p:nvPr/>
        </p:nvCxnSpPr>
        <p:spPr bwMode="gray">
          <a:xfrm flipH="1" flipV="1">
            <a:off x="3832987" y="2707469"/>
            <a:ext cx="601225" cy="921145"/>
          </a:xfrm>
          <a:prstGeom prst="line">
            <a:avLst/>
          </a:prstGeom>
          <a:noFill/>
          <a:ln w="19050" cap="flat" cmpd="sng" algn="ctr">
            <a:solidFill>
              <a:srgbClr val="EC7061"/>
            </a:solidFill>
            <a:prstDash val="solid"/>
            <a:headEnd type="none" w="med" len="med"/>
            <a:tailEnd type="triangle" w="med" len="med"/>
          </a:ln>
          <a:effectLst/>
        </p:spPr>
      </p:cxnSp>
      <p:sp>
        <p:nvSpPr>
          <p:cNvPr id="93" name="文本框 92"/>
          <p:cNvSpPr txBox="1"/>
          <p:nvPr/>
        </p:nvSpPr>
        <p:spPr bwMode="gray">
          <a:xfrm>
            <a:off x="6093620" y="2317256"/>
            <a:ext cx="5236401" cy="917872"/>
          </a:xfrm>
          <a:prstGeom prst="rect">
            <a:avLst/>
          </a:prstGeom>
          <a:solidFill>
            <a:srgbClr val="FFFFCC"/>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ts val="2599"/>
              </a:lnSpc>
            </a:pPr>
            <a:r>
              <a:rPr lang="zh-CN" altLang="en-US" sz="1399" i="0" dirty="0">
                <a:solidFill>
                  <a:srgbClr val="C7000B"/>
                </a:solidFill>
              </a:rPr>
              <a:t>在核心交换机上配置</a:t>
            </a:r>
            <a:r>
              <a:rPr lang="en-US" altLang="zh-CN" sz="1399" i="0" dirty="0">
                <a:solidFill>
                  <a:srgbClr val="C7000B"/>
                </a:solidFill>
              </a:rPr>
              <a:t>NQA</a:t>
            </a:r>
            <a:r>
              <a:rPr lang="zh-CN" altLang="en-US" sz="1399" i="0" dirty="0">
                <a:solidFill>
                  <a:srgbClr val="C7000B"/>
                </a:solidFill>
              </a:rPr>
              <a:t>检测通过专线、</a:t>
            </a:r>
            <a:r>
              <a:rPr lang="en-US" altLang="zh-CN" sz="1399" i="0" dirty="0">
                <a:solidFill>
                  <a:srgbClr val="C7000B"/>
                </a:solidFill>
              </a:rPr>
              <a:t>IPsec VPN</a:t>
            </a:r>
            <a:r>
              <a:rPr lang="zh-CN" altLang="en-US" sz="1399" i="0" dirty="0">
                <a:solidFill>
                  <a:srgbClr val="C7000B"/>
                </a:solidFill>
              </a:rPr>
              <a:t>访问总部业务的连通性，和静态路由进行联动。</a:t>
            </a:r>
            <a:endParaRPr lang="en-US" altLang="zh-CN" sz="1399" i="0" dirty="0">
              <a:solidFill>
                <a:srgbClr val="C7000B"/>
              </a:solidFill>
            </a:endParaRPr>
          </a:p>
        </p:txBody>
      </p:sp>
      <p:sp>
        <p:nvSpPr>
          <p:cNvPr id="94" name="文本框 93"/>
          <p:cNvSpPr txBox="1"/>
          <p:nvPr/>
        </p:nvSpPr>
        <p:spPr bwMode="gray">
          <a:xfrm>
            <a:off x="6095365" y="3759130"/>
            <a:ext cx="5234655" cy="1630579"/>
          </a:xfrm>
          <a:prstGeom prst="rect">
            <a:avLst/>
          </a:prstGeom>
          <a:solidFill>
            <a:schemeClr val="bg1">
              <a:lumMod val="85000"/>
            </a:schemeClr>
          </a:solidFill>
          <a:ln>
            <a:solidFill>
              <a:schemeClr val="bg1">
                <a:lumMod val="85000"/>
              </a:schemeClr>
            </a:solidFill>
          </a:ln>
        </p:spPr>
        <p:txBody>
          <a:bodyPr wrap="square" rtlCol="0">
            <a:spAutoFit/>
          </a:bodyPr>
          <a:lstStyle/>
          <a:p>
            <a:pPr>
              <a:lnSpc>
                <a:spcPts val="2398"/>
              </a:lnSpc>
            </a:pPr>
            <a:r>
              <a:rPr lang="en-US" altLang="zh-CN" sz="1398"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nqa</a:t>
            </a:r>
            <a:r>
              <a:rPr lang="en-US" altLang="zh-CN" sz="1398"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test-instance </a:t>
            </a:r>
            <a:r>
              <a:rPr lang="en-US" altLang="zh-CN" sz="1398"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service_a</a:t>
            </a:r>
            <a:r>
              <a:rPr lang="en-US" altLang="zh-CN" sz="1398"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398"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icmp</a:t>
            </a:r>
            <a:endParaRPr lang="en-US" altLang="zh-CN" sz="1398"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398"/>
              </a:lnSpc>
            </a:pPr>
            <a:r>
              <a:rPr lang="en-US" altLang="zh-CN" sz="1398"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test-type </a:t>
            </a:r>
            <a:r>
              <a:rPr lang="en-US" altLang="zh-CN" sz="1398"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icmp</a:t>
            </a:r>
            <a:endParaRPr lang="en-US" altLang="zh-CN" sz="1398"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398"/>
              </a:lnSpc>
            </a:pPr>
            <a:r>
              <a:rPr lang="en-US" altLang="zh-CN" sz="1398"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destination-address ipv4    //</a:t>
            </a:r>
            <a:r>
              <a:rPr lang="en-US" altLang="zh-CN" sz="1398"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a:t>
            </a:r>
            <a:r>
              <a:rPr lang="zh-CN" altLang="en-US" sz="1398"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类型业务某服务器地址</a:t>
            </a:r>
            <a:endParaRPr lang="en-US" altLang="zh-CN" sz="1398"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398"/>
              </a:lnSpc>
            </a:pPr>
            <a:r>
              <a:rPr lang="en-US" altLang="zh-CN" sz="1398"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source-address ipv4    //</a:t>
            </a:r>
            <a:r>
              <a:rPr lang="zh-CN" altLang="en-US" sz="1398"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核心交换机与专线路由器互联接口地址</a:t>
            </a:r>
            <a:endParaRPr lang="en-US" altLang="zh-CN" sz="1398"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398"/>
              </a:lnSpc>
            </a:pPr>
            <a:r>
              <a:rPr lang="en-US" altLang="zh-CN" sz="1398"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source-interface    //</a:t>
            </a:r>
            <a:r>
              <a:rPr lang="zh-CN" altLang="en-US" sz="1398"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核心交换机与专线路由器互联接口</a:t>
            </a:r>
          </a:p>
        </p:txBody>
      </p:sp>
      <p:sp>
        <p:nvSpPr>
          <p:cNvPr id="95" name="矩形 94"/>
          <p:cNvSpPr/>
          <p:nvPr/>
        </p:nvSpPr>
        <p:spPr bwMode="gray">
          <a:xfrm>
            <a:off x="6095365" y="3429358"/>
            <a:ext cx="3328733" cy="307657"/>
          </a:xfrm>
          <a:prstGeom prst="rect">
            <a:avLst/>
          </a:prstGeom>
        </p:spPr>
        <p:txBody>
          <a:bodyPr wrap="square">
            <a:spAutoFit/>
          </a:bodyPr>
          <a:lstStyle/>
          <a:p>
            <a:r>
              <a:rPr lang="en-US" altLang="zh-CN" sz="1399" dirty="0">
                <a:latin typeface="Huawei Sans" panose="020C0503030203020204" pitchFamily="34" charset="0"/>
                <a:ea typeface="方正兰亭黑简体" panose="02000000000000000000" pitchFamily="2" charset="-122"/>
                <a:sym typeface="Huawei Sans" panose="020C0503030203020204" pitchFamily="34" charset="0"/>
              </a:rPr>
              <a:t>NQA</a:t>
            </a:r>
            <a:r>
              <a:rPr lang="zh-CN" altLang="en-US" sz="1399" dirty="0">
                <a:latin typeface="Huawei Sans" panose="020C0503030203020204" pitchFamily="34" charset="0"/>
                <a:ea typeface="方正兰亭黑简体" panose="02000000000000000000" pitchFamily="2" charset="-122"/>
                <a:sym typeface="Huawei Sans" panose="020C0503030203020204" pitchFamily="34" charset="0"/>
              </a:rPr>
              <a:t>配置模板（以</a:t>
            </a:r>
            <a:r>
              <a:rPr lang="en-US" altLang="zh-CN" sz="1399" dirty="0">
                <a:latin typeface="Huawei Sans" panose="020C0503030203020204" pitchFamily="34" charset="0"/>
                <a:ea typeface="方正兰亭黑简体" panose="02000000000000000000" pitchFamily="2" charset="-122"/>
                <a:sym typeface="Huawei Sans" panose="020C0503030203020204" pitchFamily="34" charset="0"/>
              </a:rPr>
              <a:t>A</a:t>
            </a:r>
            <a:r>
              <a:rPr lang="zh-CN" altLang="en-US" sz="1399" dirty="0">
                <a:latin typeface="Huawei Sans" panose="020C0503030203020204" pitchFamily="34" charset="0"/>
                <a:ea typeface="方正兰亭黑简体" panose="02000000000000000000" pitchFamily="2" charset="-122"/>
                <a:sym typeface="Huawei Sans" panose="020C0503030203020204" pitchFamily="34" charset="0"/>
              </a:rPr>
              <a:t>类型业务为例）：</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五边形 6"/>
          <p:cNvSpPr/>
          <p:nvPr/>
        </p:nvSpPr>
        <p:spPr bwMode="gray">
          <a:xfrm>
            <a:off x="9011894" y="120131"/>
            <a:ext cx="1560036"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注意事项与课堂环节</a:t>
            </a:r>
          </a:p>
        </p:txBody>
      </p:sp>
      <p:sp>
        <p:nvSpPr>
          <p:cNvPr id="56" name="燕尾形 7"/>
          <p:cNvSpPr/>
          <p:nvPr/>
        </p:nvSpPr>
        <p:spPr bwMode="gray">
          <a:xfrm>
            <a:off x="10481819" y="120131"/>
            <a:ext cx="1259508"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割接场景</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6521743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路由备份设计</a:t>
            </a:r>
          </a:p>
        </p:txBody>
      </p:sp>
      <p:sp>
        <p:nvSpPr>
          <p:cNvPr id="6" name="Freeform 159"/>
          <p:cNvSpPr/>
          <p:nvPr/>
        </p:nvSpPr>
        <p:spPr bwMode="gray">
          <a:xfrm flipH="1">
            <a:off x="2331144" y="1265685"/>
            <a:ext cx="2142753" cy="112007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7958" rtlCol="0" anchor="ctr">
            <a:noAutofit/>
          </a:bodyPr>
          <a:lstStyle/>
          <a:p>
            <a:pPr algn="ctr"/>
            <a:endParaRPr lang="en-US" sz="1200" b="1">
              <a:solidFill>
                <a:schemeClr val="bg1">
                  <a:lumMod val="50000"/>
                </a:schemeClr>
              </a:solidFill>
            </a:endParaRPr>
          </a:p>
        </p:txBody>
      </p:sp>
      <p:pic>
        <p:nvPicPr>
          <p:cNvPr id="9" name="图片 8"/>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730431" y="5643156"/>
            <a:ext cx="497660" cy="407176"/>
          </a:xfrm>
          <a:prstGeom prst="rect">
            <a:avLst/>
          </a:prstGeom>
        </p:spPr>
      </p:pic>
      <p:pic>
        <p:nvPicPr>
          <p:cNvPr id="10" name="图片 9"/>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205595" y="5643156"/>
            <a:ext cx="497660" cy="407176"/>
          </a:xfrm>
          <a:prstGeom prst="rect">
            <a:avLst/>
          </a:prstGeom>
        </p:spPr>
      </p:pic>
      <p:sp>
        <p:nvSpPr>
          <p:cNvPr id="11" name="Freeform 186"/>
          <p:cNvSpPr>
            <a:spLocks noEditPoints="1"/>
          </p:cNvSpPr>
          <p:nvPr/>
        </p:nvSpPr>
        <p:spPr bwMode="gray">
          <a:xfrm>
            <a:off x="2731539" y="1553981"/>
            <a:ext cx="460123" cy="461432"/>
          </a:xfrm>
          <a:custGeom>
            <a:avLst/>
            <a:gdLst/>
            <a:ahLst/>
            <a:cxnLst>
              <a:cxn ang="0">
                <a:pos x="12772" y="618"/>
              </a:cxn>
              <a:cxn ang="0">
                <a:pos x="0" y="15651"/>
              </a:cxn>
              <a:cxn ang="0">
                <a:pos x="1941" y="4867"/>
              </a:cxn>
              <a:cxn ang="0">
                <a:pos x="5964" y="4867"/>
              </a:cxn>
              <a:cxn ang="0">
                <a:pos x="7512" y="618"/>
              </a:cxn>
              <a:cxn ang="0">
                <a:pos x="1277" y="12419"/>
              </a:cxn>
              <a:cxn ang="0">
                <a:pos x="5523" y="7916"/>
              </a:cxn>
              <a:cxn ang="0">
                <a:pos x="4108" y="7916"/>
              </a:cxn>
              <a:cxn ang="0">
                <a:pos x="2692" y="7916"/>
              </a:cxn>
              <a:cxn ang="0">
                <a:pos x="1277" y="7916"/>
              </a:cxn>
              <a:cxn ang="0">
                <a:pos x="5523" y="9417"/>
              </a:cxn>
              <a:cxn ang="0">
                <a:pos x="4108" y="9417"/>
              </a:cxn>
              <a:cxn ang="0">
                <a:pos x="2692" y="9417"/>
              </a:cxn>
              <a:cxn ang="0">
                <a:pos x="1277" y="9417"/>
              </a:cxn>
              <a:cxn ang="0">
                <a:pos x="5523" y="10919"/>
              </a:cxn>
              <a:cxn ang="0">
                <a:pos x="4108" y="10919"/>
              </a:cxn>
              <a:cxn ang="0">
                <a:pos x="2692" y="10919"/>
              </a:cxn>
              <a:cxn ang="0">
                <a:pos x="1277" y="10919"/>
              </a:cxn>
              <a:cxn ang="0">
                <a:pos x="5523" y="12419"/>
              </a:cxn>
              <a:cxn ang="0">
                <a:pos x="4108" y="12419"/>
              </a:cxn>
              <a:cxn ang="0">
                <a:pos x="2692" y="12419"/>
              </a:cxn>
              <a:cxn ang="0">
                <a:pos x="8086" y="1911"/>
              </a:cxn>
              <a:cxn ang="0">
                <a:pos x="8086" y="12419"/>
              </a:cxn>
              <a:cxn ang="0">
                <a:pos x="9500" y="12419"/>
              </a:cxn>
              <a:cxn ang="0">
                <a:pos x="10915" y="12419"/>
              </a:cxn>
              <a:cxn ang="0">
                <a:pos x="12331" y="12419"/>
              </a:cxn>
              <a:cxn ang="0">
                <a:pos x="8086" y="10919"/>
              </a:cxn>
              <a:cxn ang="0">
                <a:pos x="9500" y="10919"/>
              </a:cxn>
              <a:cxn ang="0">
                <a:pos x="10915" y="10919"/>
              </a:cxn>
              <a:cxn ang="0">
                <a:pos x="12331" y="10919"/>
              </a:cxn>
              <a:cxn ang="0">
                <a:pos x="8086" y="9417"/>
              </a:cxn>
              <a:cxn ang="0">
                <a:pos x="9500" y="9417"/>
              </a:cxn>
              <a:cxn ang="0">
                <a:pos x="10915" y="9417"/>
              </a:cxn>
              <a:cxn ang="0">
                <a:pos x="12331" y="9417"/>
              </a:cxn>
              <a:cxn ang="0">
                <a:pos x="8086" y="7916"/>
              </a:cxn>
              <a:cxn ang="0">
                <a:pos x="9500" y="7916"/>
              </a:cxn>
              <a:cxn ang="0">
                <a:pos x="10915" y="7916"/>
              </a:cxn>
              <a:cxn ang="0">
                <a:pos x="12331" y="7916"/>
              </a:cxn>
              <a:cxn ang="0">
                <a:pos x="8086" y="6414"/>
              </a:cxn>
              <a:cxn ang="0">
                <a:pos x="9500" y="6414"/>
              </a:cxn>
              <a:cxn ang="0">
                <a:pos x="10915" y="6414"/>
              </a:cxn>
              <a:cxn ang="0">
                <a:pos x="12331" y="6414"/>
              </a:cxn>
              <a:cxn ang="0">
                <a:pos x="8086" y="4914"/>
              </a:cxn>
              <a:cxn ang="0">
                <a:pos x="9500" y="4914"/>
              </a:cxn>
              <a:cxn ang="0">
                <a:pos x="10915" y="4914"/>
              </a:cxn>
              <a:cxn ang="0">
                <a:pos x="12331" y="4914"/>
              </a:cxn>
              <a:cxn ang="0">
                <a:pos x="8086" y="3413"/>
              </a:cxn>
              <a:cxn ang="0">
                <a:pos x="9500" y="3413"/>
              </a:cxn>
              <a:cxn ang="0">
                <a:pos x="10915" y="3413"/>
              </a:cxn>
              <a:cxn ang="0">
                <a:pos x="9500" y="1911"/>
              </a:cxn>
              <a:cxn ang="0">
                <a:pos x="10915" y="1911"/>
              </a:cxn>
              <a:cxn ang="0">
                <a:pos x="12331" y="1911"/>
              </a:cxn>
              <a:cxn ang="0">
                <a:pos x="12331" y="3413"/>
              </a:cxn>
            </a:cxnLst>
            <a:rect l="0" t="0" r="r" b="b"/>
            <a:pathLst>
              <a:path w="16169" h="15651">
                <a:moveTo>
                  <a:pt x="7512" y="618"/>
                </a:moveTo>
                <a:lnTo>
                  <a:pt x="8749" y="618"/>
                </a:lnTo>
                <a:lnTo>
                  <a:pt x="8749" y="0"/>
                </a:lnTo>
                <a:lnTo>
                  <a:pt x="12772" y="0"/>
                </a:lnTo>
                <a:lnTo>
                  <a:pt x="12772" y="618"/>
                </a:lnTo>
                <a:lnTo>
                  <a:pt x="14010" y="618"/>
                </a:lnTo>
                <a:lnTo>
                  <a:pt x="14010" y="13875"/>
                </a:lnTo>
                <a:lnTo>
                  <a:pt x="16169" y="13875"/>
                </a:lnTo>
                <a:lnTo>
                  <a:pt x="16169" y="15651"/>
                </a:lnTo>
                <a:lnTo>
                  <a:pt x="0" y="15651"/>
                </a:lnTo>
                <a:lnTo>
                  <a:pt x="0" y="13875"/>
                </a:lnTo>
                <a:lnTo>
                  <a:pt x="781" y="13875"/>
                </a:lnTo>
                <a:lnTo>
                  <a:pt x="781" y="6103"/>
                </a:lnTo>
                <a:lnTo>
                  <a:pt x="1941" y="6103"/>
                </a:lnTo>
                <a:lnTo>
                  <a:pt x="1941" y="4867"/>
                </a:lnTo>
                <a:lnTo>
                  <a:pt x="4469" y="4867"/>
                </a:lnTo>
                <a:lnTo>
                  <a:pt x="4469" y="2808"/>
                </a:lnTo>
                <a:lnTo>
                  <a:pt x="5088" y="2808"/>
                </a:lnTo>
                <a:lnTo>
                  <a:pt x="5088" y="4867"/>
                </a:lnTo>
                <a:lnTo>
                  <a:pt x="5964" y="4867"/>
                </a:lnTo>
                <a:lnTo>
                  <a:pt x="5964" y="6103"/>
                </a:lnTo>
                <a:lnTo>
                  <a:pt x="7124" y="6103"/>
                </a:lnTo>
                <a:lnTo>
                  <a:pt x="7124" y="13875"/>
                </a:lnTo>
                <a:lnTo>
                  <a:pt x="7512" y="13875"/>
                </a:lnTo>
                <a:lnTo>
                  <a:pt x="7512" y="618"/>
                </a:lnTo>
                <a:close/>
                <a:moveTo>
                  <a:pt x="1277" y="12419"/>
                </a:moveTo>
                <a:lnTo>
                  <a:pt x="2383" y="12419"/>
                </a:lnTo>
                <a:lnTo>
                  <a:pt x="2383" y="13523"/>
                </a:lnTo>
                <a:lnTo>
                  <a:pt x="1277" y="13523"/>
                </a:lnTo>
                <a:lnTo>
                  <a:pt x="1277" y="12419"/>
                </a:lnTo>
                <a:close/>
                <a:moveTo>
                  <a:pt x="5523" y="7916"/>
                </a:moveTo>
                <a:lnTo>
                  <a:pt x="6628" y="7916"/>
                </a:lnTo>
                <a:lnTo>
                  <a:pt x="6628" y="9020"/>
                </a:lnTo>
                <a:lnTo>
                  <a:pt x="5523" y="9020"/>
                </a:lnTo>
                <a:lnTo>
                  <a:pt x="5523" y="7916"/>
                </a:lnTo>
                <a:close/>
                <a:moveTo>
                  <a:pt x="4108" y="7916"/>
                </a:moveTo>
                <a:lnTo>
                  <a:pt x="5213" y="7916"/>
                </a:lnTo>
                <a:lnTo>
                  <a:pt x="5213" y="9020"/>
                </a:lnTo>
                <a:lnTo>
                  <a:pt x="4108" y="9020"/>
                </a:lnTo>
                <a:lnTo>
                  <a:pt x="4108" y="7916"/>
                </a:lnTo>
                <a:close/>
                <a:moveTo>
                  <a:pt x="2692" y="7916"/>
                </a:moveTo>
                <a:lnTo>
                  <a:pt x="3798" y="7916"/>
                </a:lnTo>
                <a:lnTo>
                  <a:pt x="3798" y="9020"/>
                </a:lnTo>
                <a:lnTo>
                  <a:pt x="2692" y="9020"/>
                </a:lnTo>
                <a:lnTo>
                  <a:pt x="2692" y="7916"/>
                </a:lnTo>
                <a:close/>
                <a:moveTo>
                  <a:pt x="1277" y="7916"/>
                </a:moveTo>
                <a:lnTo>
                  <a:pt x="2383" y="7916"/>
                </a:lnTo>
                <a:lnTo>
                  <a:pt x="2383" y="9020"/>
                </a:lnTo>
                <a:lnTo>
                  <a:pt x="1277" y="9020"/>
                </a:lnTo>
                <a:lnTo>
                  <a:pt x="1277" y="7916"/>
                </a:lnTo>
                <a:close/>
                <a:moveTo>
                  <a:pt x="5523" y="9417"/>
                </a:moveTo>
                <a:lnTo>
                  <a:pt x="6628" y="9417"/>
                </a:lnTo>
                <a:lnTo>
                  <a:pt x="6628" y="10521"/>
                </a:lnTo>
                <a:lnTo>
                  <a:pt x="5523" y="10521"/>
                </a:lnTo>
                <a:lnTo>
                  <a:pt x="5523" y="9417"/>
                </a:lnTo>
                <a:close/>
                <a:moveTo>
                  <a:pt x="4108" y="9417"/>
                </a:moveTo>
                <a:lnTo>
                  <a:pt x="5213" y="9417"/>
                </a:lnTo>
                <a:lnTo>
                  <a:pt x="5213" y="10521"/>
                </a:lnTo>
                <a:lnTo>
                  <a:pt x="4108" y="10521"/>
                </a:lnTo>
                <a:lnTo>
                  <a:pt x="4108" y="9417"/>
                </a:lnTo>
                <a:close/>
                <a:moveTo>
                  <a:pt x="2692" y="9417"/>
                </a:moveTo>
                <a:lnTo>
                  <a:pt x="3798" y="9417"/>
                </a:lnTo>
                <a:lnTo>
                  <a:pt x="3798" y="10521"/>
                </a:lnTo>
                <a:lnTo>
                  <a:pt x="2692" y="10521"/>
                </a:lnTo>
                <a:lnTo>
                  <a:pt x="2692" y="9417"/>
                </a:lnTo>
                <a:close/>
                <a:moveTo>
                  <a:pt x="1277" y="9417"/>
                </a:moveTo>
                <a:lnTo>
                  <a:pt x="2383" y="9417"/>
                </a:lnTo>
                <a:lnTo>
                  <a:pt x="2383" y="10521"/>
                </a:lnTo>
                <a:lnTo>
                  <a:pt x="1277" y="10521"/>
                </a:lnTo>
                <a:lnTo>
                  <a:pt x="1277" y="9417"/>
                </a:lnTo>
                <a:close/>
                <a:moveTo>
                  <a:pt x="5523" y="10919"/>
                </a:moveTo>
                <a:lnTo>
                  <a:pt x="6628" y="10919"/>
                </a:lnTo>
                <a:lnTo>
                  <a:pt x="6628" y="12023"/>
                </a:lnTo>
                <a:lnTo>
                  <a:pt x="5523" y="12023"/>
                </a:lnTo>
                <a:lnTo>
                  <a:pt x="5523" y="10919"/>
                </a:lnTo>
                <a:close/>
                <a:moveTo>
                  <a:pt x="4108" y="10919"/>
                </a:moveTo>
                <a:lnTo>
                  <a:pt x="5213" y="10919"/>
                </a:lnTo>
                <a:lnTo>
                  <a:pt x="5213" y="12023"/>
                </a:lnTo>
                <a:lnTo>
                  <a:pt x="4108" y="12023"/>
                </a:lnTo>
                <a:lnTo>
                  <a:pt x="4108" y="10919"/>
                </a:lnTo>
                <a:close/>
                <a:moveTo>
                  <a:pt x="2692" y="10919"/>
                </a:moveTo>
                <a:lnTo>
                  <a:pt x="3798" y="10919"/>
                </a:lnTo>
                <a:lnTo>
                  <a:pt x="3798" y="12023"/>
                </a:lnTo>
                <a:lnTo>
                  <a:pt x="2692" y="12023"/>
                </a:lnTo>
                <a:lnTo>
                  <a:pt x="2692" y="10919"/>
                </a:lnTo>
                <a:close/>
                <a:moveTo>
                  <a:pt x="1277" y="10919"/>
                </a:moveTo>
                <a:lnTo>
                  <a:pt x="2383" y="10919"/>
                </a:lnTo>
                <a:lnTo>
                  <a:pt x="2383" y="12023"/>
                </a:lnTo>
                <a:lnTo>
                  <a:pt x="1277" y="12023"/>
                </a:lnTo>
                <a:lnTo>
                  <a:pt x="1277" y="10919"/>
                </a:lnTo>
                <a:close/>
                <a:moveTo>
                  <a:pt x="5523" y="12419"/>
                </a:moveTo>
                <a:lnTo>
                  <a:pt x="6628" y="12419"/>
                </a:lnTo>
                <a:lnTo>
                  <a:pt x="6628" y="13523"/>
                </a:lnTo>
                <a:lnTo>
                  <a:pt x="5523" y="13523"/>
                </a:lnTo>
                <a:lnTo>
                  <a:pt x="5523" y="12419"/>
                </a:lnTo>
                <a:close/>
                <a:moveTo>
                  <a:pt x="4108" y="12419"/>
                </a:moveTo>
                <a:lnTo>
                  <a:pt x="5213" y="12419"/>
                </a:lnTo>
                <a:lnTo>
                  <a:pt x="5213" y="13523"/>
                </a:lnTo>
                <a:lnTo>
                  <a:pt x="4108" y="13523"/>
                </a:lnTo>
                <a:lnTo>
                  <a:pt x="4108" y="12419"/>
                </a:lnTo>
                <a:close/>
                <a:moveTo>
                  <a:pt x="2692" y="12419"/>
                </a:moveTo>
                <a:lnTo>
                  <a:pt x="3798" y="12419"/>
                </a:lnTo>
                <a:lnTo>
                  <a:pt x="3798" y="13523"/>
                </a:lnTo>
                <a:lnTo>
                  <a:pt x="2692" y="13523"/>
                </a:lnTo>
                <a:lnTo>
                  <a:pt x="2692" y="12419"/>
                </a:lnTo>
                <a:close/>
                <a:moveTo>
                  <a:pt x="8086" y="1911"/>
                </a:moveTo>
                <a:lnTo>
                  <a:pt x="9191" y="1911"/>
                </a:lnTo>
                <a:lnTo>
                  <a:pt x="9191" y="3015"/>
                </a:lnTo>
                <a:lnTo>
                  <a:pt x="8086" y="3015"/>
                </a:lnTo>
                <a:lnTo>
                  <a:pt x="8086" y="1911"/>
                </a:lnTo>
                <a:close/>
                <a:moveTo>
                  <a:pt x="8086" y="12419"/>
                </a:moveTo>
                <a:lnTo>
                  <a:pt x="9191" y="12419"/>
                </a:lnTo>
                <a:lnTo>
                  <a:pt x="9191" y="13523"/>
                </a:lnTo>
                <a:lnTo>
                  <a:pt x="8086" y="13523"/>
                </a:lnTo>
                <a:lnTo>
                  <a:pt x="8086" y="12419"/>
                </a:lnTo>
                <a:close/>
                <a:moveTo>
                  <a:pt x="9500" y="12419"/>
                </a:moveTo>
                <a:lnTo>
                  <a:pt x="10606" y="12419"/>
                </a:lnTo>
                <a:lnTo>
                  <a:pt x="10606" y="13523"/>
                </a:lnTo>
                <a:lnTo>
                  <a:pt x="9500" y="13523"/>
                </a:lnTo>
                <a:lnTo>
                  <a:pt x="9500" y="12419"/>
                </a:lnTo>
                <a:close/>
                <a:moveTo>
                  <a:pt x="10915" y="12419"/>
                </a:moveTo>
                <a:lnTo>
                  <a:pt x="12021" y="12419"/>
                </a:lnTo>
                <a:lnTo>
                  <a:pt x="12021" y="13523"/>
                </a:lnTo>
                <a:lnTo>
                  <a:pt x="10915" y="13523"/>
                </a:lnTo>
                <a:lnTo>
                  <a:pt x="10915" y="12419"/>
                </a:lnTo>
                <a:close/>
                <a:moveTo>
                  <a:pt x="12331" y="12419"/>
                </a:moveTo>
                <a:lnTo>
                  <a:pt x="13436" y="12419"/>
                </a:lnTo>
                <a:lnTo>
                  <a:pt x="13436" y="13523"/>
                </a:lnTo>
                <a:lnTo>
                  <a:pt x="12331" y="13523"/>
                </a:lnTo>
                <a:lnTo>
                  <a:pt x="12331" y="12419"/>
                </a:lnTo>
                <a:close/>
                <a:moveTo>
                  <a:pt x="8086" y="10919"/>
                </a:moveTo>
                <a:lnTo>
                  <a:pt x="9191" y="10919"/>
                </a:lnTo>
                <a:lnTo>
                  <a:pt x="9191" y="12023"/>
                </a:lnTo>
                <a:lnTo>
                  <a:pt x="8086" y="12023"/>
                </a:lnTo>
                <a:lnTo>
                  <a:pt x="8086" y="10919"/>
                </a:lnTo>
                <a:close/>
                <a:moveTo>
                  <a:pt x="9500" y="10919"/>
                </a:moveTo>
                <a:lnTo>
                  <a:pt x="10606" y="10919"/>
                </a:lnTo>
                <a:lnTo>
                  <a:pt x="10606" y="12023"/>
                </a:lnTo>
                <a:lnTo>
                  <a:pt x="9500" y="12023"/>
                </a:lnTo>
                <a:lnTo>
                  <a:pt x="9500" y="10919"/>
                </a:lnTo>
                <a:close/>
                <a:moveTo>
                  <a:pt x="10915" y="10919"/>
                </a:moveTo>
                <a:lnTo>
                  <a:pt x="12021" y="10919"/>
                </a:lnTo>
                <a:lnTo>
                  <a:pt x="12021" y="12023"/>
                </a:lnTo>
                <a:lnTo>
                  <a:pt x="10915" y="12023"/>
                </a:lnTo>
                <a:lnTo>
                  <a:pt x="10915" y="10919"/>
                </a:lnTo>
                <a:close/>
                <a:moveTo>
                  <a:pt x="12331" y="10919"/>
                </a:moveTo>
                <a:lnTo>
                  <a:pt x="13436" y="10919"/>
                </a:lnTo>
                <a:lnTo>
                  <a:pt x="13436" y="12023"/>
                </a:lnTo>
                <a:lnTo>
                  <a:pt x="12331" y="12023"/>
                </a:lnTo>
                <a:lnTo>
                  <a:pt x="12331" y="10919"/>
                </a:lnTo>
                <a:close/>
                <a:moveTo>
                  <a:pt x="8086" y="9417"/>
                </a:moveTo>
                <a:lnTo>
                  <a:pt x="9191" y="9417"/>
                </a:lnTo>
                <a:lnTo>
                  <a:pt x="9191" y="10521"/>
                </a:lnTo>
                <a:lnTo>
                  <a:pt x="8086" y="10521"/>
                </a:lnTo>
                <a:lnTo>
                  <a:pt x="8086" y="9417"/>
                </a:lnTo>
                <a:close/>
                <a:moveTo>
                  <a:pt x="9500" y="9417"/>
                </a:moveTo>
                <a:lnTo>
                  <a:pt x="10606" y="9417"/>
                </a:lnTo>
                <a:lnTo>
                  <a:pt x="10606" y="10521"/>
                </a:lnTo>
                <a:lnTo>
                  <a:pt x="9500" y="10521"/>
                </a:lnTo>
                <a:lnTo>
                  <a:pt x="9500" y="9417"/>
                </a:lnTo>
                <a:close/>
                <a:moveTo>
                  <a:pt x="10915" y="9417"/>
                </a:moveTo>
                <a:lnTo>
                  <a:pt x="12021" y="9417"/>
                </a:lnTo>
                <a:lnTo>
                  <a:pt x="12021" y="10521"/>
                </a:lnTo>
                <a:lnTo>
                  <a:pt x="10915" y="10521"/>
                </a:lnTo>
                <a:lnTo>
                  <a:pt x="10915" y="9417"/>
                </a:lnTo>
                <a:close/>
                <a:moveTo>
                  <a:pt x="12331" y="9417"/>
                </a:moveTo>
                <a:lnTo>
                  <a:pt x="13436" y="9417"/>
                </a:lnTo>
                <a:lnTo>
                  <a:pt x="13436" y="10521"/>
                </a:lnTo>
                <a:lnTo>
                  <a:pt x="12331" y="10521"/>
                </a:lnTo>
                <a:lnTo>
                  <a:pt x="12331" y="9417"/>
                </a:lnTo>
                <a:close/>
                <a:moveTo>
                  <a:pt x="8086" y="7916"/>
                </a:moveTo>
                <a:lnTo>
                  <a:pt x="9191" y="7916"/>
                </a:lnTo>
                <a:lnTo>
                  <a:pt x="9191" y="9020"/>
                </a:lnTo>
                <a:lnTo>
                  <a:pt x="8086" y="9020"/>
                </a:lnTo>
                <a:lnTo>
                  <a:pt x="8086" y="7916"/>
                </a:lnTo>
                <a:close/>
                <a:moveTo>
                  <a:pt x="9500" y="7916"/>
                </a:moveTo>
                <a:lnTo>
                  <a:pt x="10606" y="7916"/>
                </a:lnTo>
                <a:lnTo>
                  <a:pt x="10606" y="9020"/>
                </a:lnTo>
                <a:lnTo>
                  <a:pt x="9500" y="9020"/>
                </a:lnTo>
                <a:lnTo>
                  <a:pt x="9500" y="7916"/>
                </a:lnTo>
                <a:close/>
                <a:moveTo>
                  <a:pt x="10915" y="7916"/>
                </a:moveTo>
                <a:lnTo>
                  <a:pt x="12021" y="7916"/>
                </a:lnTo>
                <a:lnTo>
                  <a:pt x="12021" y="9020"/>
                </a:lnTo>
                <a:lnTo>
                  <a:pt x="10915" y="9020"/>
                </a:lnTo>
                <a:lnTo>
                  <a:pt x="10915" y="7916"/>
                </a:lnTo>
                <a:close/>
                <a:moveTo>
                  <a:pt x="12331" y="7916"/>
                </a:moveTo>
                <a:lnTo>
                  <a:pt x="13436" y="7916"/>
                </a:lnTo>
                <a:lnTo>
                  <a:pt x="13436" y="9020"/>
                </a:lnTo>
                <a:lnTo>
                  <a:pt x="12331" y="9020"/>
                </a:lnTo>
                <a:lnTo>
                  <a:pt x="12331" y="7916"/>
                </a:lnTo>
                <a:close/>
                <a:moveTo>
                  <a:pt x="8086" y="6414"/>
                </a:moveTo>
                <a:lnTo>
                  <a:pt x="9191" y="6414"/>
                </a:lnTo>
                <a:lnTo>
                  <a:pt x="9191" y="7518"/>
                </a:lnTo>
                <a:lnTo>
                  <a:pt x="8086" y="7518"/>
                </a:lnTo>
                <a:lnTo>
                  <a:pt x="8086" y="6414"/>
                </a:lnTo>
                <a:close/>
                <a:moveTo>
                  <a:pt x="9500" y="6414"/>
                </a:moveTo>
                <a:lnTo>
                  <a:pt x="10606" y="6414"/>
                </a:lnTo>
                <a:lnTo>
                  <a:pt x="10606" y="7518"/>
                </a:lnTo>
                <a:lnTo>
                  <a:pt x="9500" y="7518"/>
                </a:lnTo>
                <a:lnTo>
                  <a:pt x="9500" y="6414"/>
                </a:lnTo>
                <a:close/>
                <a:moveTo>
                  <a:pt x="10915" y="6414"/>
                </a:moveTo>
                <a:lnTo>
                  <a:pt x="12021" y="6414"/>
                </a:lnTo>
                <a:lnTo>
                  <a:pt x="12021" y="7518"/>
                </a:lnTo>
                <a:lnTo>
                  <a:pt x="10915" y="7518"/>
                </a:lnTo>
                <a:lnTo>
                  <a:pt x="10915" y="6414"/>
                </a:lnTo>
                <a:close/>
                <a:moveTo>
                  <a:pt x="12331" y="6414"/>
                </a:moveTo>
                <a:lnTo>
                  <a:pt x="13436" y="6414"/>
                </a:lnTo>
                <a:lnTo>
                  <a:pt x="13436" y="7518"/>
                </a:lnTo>
                <a:lnTo>
                  <a:pt x="12331" y="7518"/>
                </a:lnTo>
                <a:lnTo>
                  <a:pt x="12331" y="6414"/>
                </a:lnTo>
                <a:close/>
                <a:moveTo>
                  <a:pt x="8086" y="4914"/>
                </a:moveTo>
                <a:lnTo>
                  <a:pt x="9191" y="4914"/>
                </a:lnTo>
                <a:lnTo>
                  <a:pt x="9191" y="6018"/>
                </a:lnTo>
                <a:lnTo>
                  <a:pt x="8086" y="6018"/>
                </a:lnTo>
                <a:lnTo>
                  <a:pt x="8086" y="4914"/>
                </a:lnTo>
                <a:close/>
                <a:moveTo>
                  <a:pt x="9500" y="4914"/>
                </a:moveTo>
                <a:lnTo>
                  <a:pt x="10606" y="4914"/>
                </a:lnTo>
                <a:lnTo>
                  <a:pt x="10606" y="6018"/>
                </a:lnTo>
                <a:lnTo>
                  <a:pt x="9500" y="6018"/>
                </a:lnTo>
                <a:lnTo>
                  <a:pt x="9500" y="4914"/>
                </a:lnTo>
                <a:close/>
                <a:moveTo>
                  <a:pt x="10915" y="4914"/>
                </a:moveTo>
                <a:lnTo>
                  <a:pt x="12021" y="4914"/>
                </a:lnTo>
                <a:lnTo>
                  <a:pt x="12021" y="6018"/>
                </a:lnTo>
                <a:lnTo>
                  <a:pt x="10915" y="6018"/>
                </a:lnTo>
                <a:lnTo>
                  <a:pt x="10915" y="4914"/>
                </a:lnTo>
                <a:close/>
                <a:moveTo>
                  <a:pt x="12331" y="4914"/>
                </a:moveTo>
                <a:lnTo>
                  <a:pt x="13436" y="4914"/>
                </a:lnTo>
                <a:lnTo>
                  <a:pt x="13436" y="6018"/>
                </a:lnTo>
                <a:lnTo>
                  <a:pt x="12331" y="6018"/>
                </a:lnTo>
                <a:lnTo>
                  <a:pt x="12331" y="4914"/>
                </a:lnTo>
                <a:close/>
                <a:moveTo>
                  <a:pt x="8086" y="3413"/>
                </a:moveTo>
                <a:lnTo>
                  <a:pt x="9191" y="3413"/>
                </a:lnTo>
                <a:lnTo>
                  <a:pt x="9191" y="4516"/>
                </a:lnTo>
                <a:lnTo>
                  <a:pt x="8086" y="4516"/>
                </a:lnTo>
                <a:lnTo>
                  <a:pt x="8086" y="3413"/>
                </a:lnTo>
                <a:close/>
                <a:moveTo>
                  <a:pt x="9500" y="3413"/>
                </a:moveTo>
                <a:lnTo>
                  <a:pt x="10606" y="3413"/>
                </a:lnTo>
                <a:lnTo>
                  <a:pt x="10606" y="4516"/>
                </a:lnTo>
                <a:lnTo>
                  <a:pt x="9500" y="4516"/>
                </a:lnTo>
                <a:lnTo>
                  <a:pt x="9500" y="3413"/>
                </a:lnTo>
                <a:close/>
                <a:moveTo>
                  <a:pt x="10915" y="3413"/>
                </a:moveTo>
                <a:lnTo>
                  <a:pt x="12021" y="3413"/>
                </a:lnTo>
                <a:lnTo>
                  <a:pt x="12021" y="4516"/>
                </a:lnTo>
                <a:lnTo>
                  <a:pt x="10915" y="4516"/>
                </a:lnTo>
                <a:lnTo>
                  <a:pt x="10915" y="3413"/>
                </a:lnTo>
                <a:close/>
                <a:moveTo>
                  <a:pt x="9500" y="1911"/>
                </a:moveTo>
                <a:lnTo>
                  <a:pt x="10606" y="1911"/>
                </a:lnTo>
                <a:lnTo>
                  <a:pt x="10606" y="3015"/>
                </a:lnTo>
                <a:lnTo>
                  <a:pt x="9500" y="3015"/>
                </a:lnTo>
                <a:lnTo>
                  <a:pt x="9500" y="1911"/>
                </a:lnTo>
                <a:close/>
                <a:moveTo>
                  <a:pt x="10915" y="1911"/>
                </a:moveTo>
                <a:lnTo>
                  <a:pt x="12021" y="1911"/>
                </a:lnTo>
                <a:lnTo>
                  <a:pt x="12021" y="3015"/>
                </a:lnTo>
                <a:lnTo>
                  <a:pt x="10915" y="3015"/>
                </a:lnTo>
                <a:lnTo>
                  <a:pt x="10915" y="1911"/>
                </a:lnTo>
                <a:close/>
                <a:moveTo>
                  <a:pt x="12331" y="1911"/>
                </a:moveTo>
                <a:lnTo>
                  <a:pt x="13436" y="1911"/>
                </a:lnTo>
                <a:lnTo>
                  <a:pt x="13436" y="3015"/>
                </a:lnTo>
                <a:lnTo>
                  <a:pt x="12331" y="3015"/>
                </a:lnTo>
                <a:lnTo>
                  <a:pt x="12331" y="1911"/>
                </a:lnTo>
                <a:close/>
                <a:moveTo>
                  <a:pt x="12331" y="3413"/>
                </a:moveTo>
                <a:lnTo>
                  <a:pt x="13436" y="3413"/>
                </a:lnTo>
                <a:lnTo>
                  <a:pt x="13436" y="4516"/>
                </a:lnTo>
                <a:lnTo>
                  <a:pt x="12331" y="4516"/>
                </a:lnTo>
                <a:lnTo>
                  <a:pt x="12331" y="3413"/>
                </a:lnTo>
                <a:close/>
              </a:path>
            </a:pathLst>
          </a:custGeom>
          <a:solidFill>
            <a:schemeClr val="bg1">
              <a:lumMod val="50000"/>
            </a:schemeClr>
          </a:solid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pic>
        <p:nvPicPr>
          <p:cNvPr id="12" name="Picture 12" descr="E:\2016.01\1.12 扁平化图标\蓝色\AR-蓝色最新-40.png">
            <a:extLst>
              <a:ext uri="{FF2B5EF4-FFF2-40B4-BE49-F238E27FC236}">
                <a16:creationId xmlns:a16="http://schemas.microsoft.com/office/drawing/2014/main" id="{1D8E071F-501D-48FF-8ED1-076998A80BB3}"/>
              </a:ext>
            </a:extLst>
          </p:cNvPr>
          <p:cNvPicPr>
            <a:picLocks noChangeArrowheads="1"/>
          </p:cNvPicPr>
          <p:nvPr/>
        </p:nvPicPr>
        <p:blipFill>
          <a:blip r:embed="rId4" cstate="print"/>
          <a:srcRect/>
          <a:stretch>
            <a:fillRect/>
          </a:stretch>
        </p:blipFill>
        <p:spPr bwMode="gray">
          <a:xfrm>
            <a:off x="3187638" y="2085495"/>
            <a:ext cx="497660" cy="407176"/>
          </a:xfrm>
          <a:prstGeom prst="rect">
            <a:avLst/>
          </a:prstGeom>
          <a:noFill/>
        </p:spPr>
      </p:pic>
      <p:sp>
        <p:nvSpPr>
          <p:cNvPr id="13" name="矩形 12"/>
          <p:cNvSpPr/>
          <p:nvPr/>
        </p:nvSpPr>
        <p:spPr bwMode="gray">
          <a:xfrm>
            <a:off x="2403494" y="2028091"/>
            <a:ext cx="543527" cy="307657"/>
          </a:xfrm>
          <a:prstGeom prst="rect">
            <a:avLst/>
          </a:prstGeom>
        </p:spPr>
        <p:txBody>
          <a:bodyPr wrap="none">
            <a:spAutoFit/>
          </a:bodyPr>
          <a:lstStyle/>
          <a:p>
            <a:r>
              <a:rPr lang="zh-CN" altLang="en-US" sz="1399">
                <a:solidFill>
                  <a:schemeClr val="bg1">
                    <a:lumMod val="50000"/>
                  </a:schemeClr>
                </a:solidFill>
              </a:rPr>
              <a:t>总部</a:t>
            </a:r>
            <a:endParaRPr lang="en-US" altLang="zh-CN" sz="1399">
              <a:solidFill>
                <a:schemeClr val="bg1">
                  <a:lumMod val="50000"/>
                </a:schemeClr>
              </a:solidFill>
            </a:endParaRPr>
          </a:p>
        </p:txBody>
      </p:sp>
      <p:grpSp>
        <p:nvGrpSpPr>
          <p:cNvPr id="14" name="组合 13"/>
          <p:cNvGrpSpPr/>
          <p:nvPr/>
        </p:nvGrpSpPr>
        <p:grpSpPr bwMode="gray">
          <a:xfrm>
            <a:off x="1733747" y="3759130"/>
            <a:ext cx="644476" cy="768523"/>
            <a:chOff x="699103" y="4370478"/>
            <a:chExt cx="644728" cy="768823"/>
          </a:xfrm>
        </p:grpSpPr>
        <p:grpSp>
          <p:nvGrpSpPr>
            <p:cNvPr id="15" name="组合 262"/>
            <p:cNvGrpSpPr/>
            <p:nvPr/>
          </p:nvGrpSpPr>
          <p:grpSpPr bwMode="gray">
            <a:xfrm>
              <a:off x="759111" y="4658799"/>
              <a:ext cx="394083" cy="480502"/>
              <a:chOff x="6378575" y="2882900"/>
              <a:chExt cx="858950" cy="865188"/>
            </a:xfrm>
            <a:solidFill>
              <a:schemeClr val="bg1">
                <a:lumMod val="50000"/>
              </a:schemeClr>
            </a:solidFill>
          </p:grpSpPr>
          <p:sp>
            <p:nvSpPr>
              <p:cNvPr id="17" name="Freeform 11"/>
              <p:cNvSpPr>
                <a:spLocks/>
              </p:cNvSpPr>
              <p:nvPr/>
            </p:nvSpPr>
            <p:spPr bwMode="gray">
              <a:xfrm>
                <a:off x="6378575" y="2882900"/>
                <a:ext cx="425450" cy="179388"/>
              </a:xfrm>
              <a:custGeom>
                <a:avLst/>
                <a:gdLst/>
                <a:ahLst/>
                <a:cxnLst>
                  <a:cxn ang="0">
                    <a:pos x="3889" y="0"/>
                  </a:cxn>
                  <a:cxn ang="0">
                    <a:pos x="5834" y="1637"/>
                  </a:cxn>
                  <a:cxn ang="0">
                    <a:pos x="7779" y="3274"/>
                  </a:cxn>
                  <a:cxn ang="0">
                    <a:pos x="3889" y="3274"/>
                  </a:cxn>
                  <a:cxn ang="0">
                    <a:pos x="0" y="3274"/>
                  </a:cxn>
                  <a:cxn ang="0">
                    <a:pos x="1944" y="1637"/>
                  </a:cxn>
                  <a:cxn ang="0">
                    <a:pos x="3889" y="0"/>
                  </a:cxn>
                </a:cxnLst>
                <a:rect l="0" t="0" r="r" b="b"/>
                <a:pathLst>
                  <a:path w="7779" h="3274">
                    <a:moveTo>
                      <a:pt x="3889" y="0"/>
                    </a:moveTo>
                    <a:lnTo>
                      <a:pt x="5834" y="1637"/>
                    </a:lnTo>
                    <a:lnTo>
                      <a:pt x="7779" y="3274"/>
                    </a:lnTo>
                    <a:lnTo>
                      <a:pt x="3889" y="3274"/>
                    </a:lnTo>
                    <a:lnTo>
                      <a:pt x="0" y="3274"/>
                    </a:lnTo>
                    <a:lnTo>
                      <a:pt x="1944" y="1637"/>
                    </a:lnTo>
                    <a:lnTo>
                      <a:pt x="3889" y="0"/>
                    </a:lnTo>
                    <a:close/>
                  </a:path>
                </a:pathLst>
              </a:custGeom>
              <a:solidFill>
                <a:srgbClr val="7F7F7F"/>
              </a:solid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18" name="Freeform 12"/>
              <p:cNvSpPr>
                <a:spLocks/>
              </p:cNvSpPr>
              <p:nvPr/>
            </p:nvSpPr>
            <p:spPr bwMode="gray">
              <a:xfrm>
                <a:off x="6810487" y="3300413"/>
                <a:ext cx="425451" cy="179387"/>
              </a:xfrm>
              <a:custGeom>
                <a:avLst/>
                <a:gdLst/>
                <a:ahLst/>
                <a:cxnLst>
                  <a:cxn ang="0">
                    <a:pos x="3890" y="0"/>
                  </a:cxn>
                  <a:cxn ang="0">
                    <a:pos x="5834" y="1638"/>
                  </a:cxn>
                  <a:cxn ang="0">
                    <a:pos x="7779" y="3275"/>
                  </a:cxn>
                  <a:cxn ang="0">
                    <a:pos x="3890" y="3275"/>
                  </a:cxn>
                  <a:cxn ang="0">
                    <a:pos x="0" y="3275"/>
                  </a:cxn>
                  <a:cxn ang="0">
                    <a:pos x="1945" y="1638"/>
                  </a:cxn>
                  <a:cxn ang="0">
                    <a:pos x="3890" y="0"/>
                  </a:cxn>
                </a:cxnLst>
                <a:rect l="0" t="0" r="r" b="b"/>
                <a:pathLst>
                  <a:path w="7779" h="3275">
                    <a:moveTo>
                      <a:pt x="3890" y="0"/>
                    </a:moveTo>
                    <a:lnTo>
                      <a:pt x="5834" y="1638"/>
                    </a:lnTo>
                    <a:lnTo>
                      <a:pt x="7779" y="3275"/>
                    </a:lnTo>
                    <a:lnTo>
                      <a:pt x="3890" y="3275"/>
                    </a:lnTo>
                    <a:lnTo>
                      <a:pt x="0" y="3275"/>
                    </a:lnTo>
                    <a:lnTo>
                      <a:pt x="1945" y="1638"/>
                    </a:lnTo>
                    <a:lnTo>
                      <a:pt x="3890" y="0"/>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19" name="Freeform 13"/>
              <p:cNvSpPr>
                <a:spLocks noEditPoints="1"/>
              </p:cNvSpPr>
              <p:nvPr/>
            </p:nvSpPr>
            <p:spPr bwMode="gray">
              <a:xfrm>
                <a:off x="6810487" y="3502025"/>
                <a:ext cx="427038" cy="246063"/>
              </a:xfrm>
              <a:custGeom>
                <a:avLst/>
                <a:gdLst/>
                <a:ahLst/>
                <a:cxnLst>
                  <a:cxn ang="0">
                    <a:pos x="7792" y="0"/>
                  </a:cxn>
                  <a:cxn ang="0">
                    <a:pos x="0" y="0"/>
                  </a:cxn>
                  <a:cxn ang="0">
                    <a:pos x="0" y="4498"/>
                  </a:cxn>
                  <a:cxn ang="0">
                    <a:pos x="7792" y="4498"/>
                  </a:cxn>
                  <a:cxn ang="0">
                    <a:pos x="7792" y="0"/>
                  </a:cxn>
                  <a:cxn ang="0">
                    <a:pos x="687" y="578"/>
                  </a:cxn>
                  <a:cxn ang="0">
                    <a:pos x="2079" y="578"/>
                  </a:cxn>
                  <a:cxn ang="0">
                    <a:pos x="2079" y="1971"/>
                  </a:cxn>
                  <a:cxn ang="0">
                    <a:pos x="687" y="1971"/>
                  </a:cxn>
                  <a:cxn ang="0">
                    <a:pos x="687" y="578"/>
                  </a:cxn>
                  <a:cxn ang="0">
                    <a:pos x="687" y="2473"/>
                  </a:cxn>
                  <a:cxn ang="0">
                    <a:pos x="2079" y="2473"/>
                  </a:cxn>
                  <a:cxn ang="0">
                    <a:pos x="2079" y="3866"/>
                  </a:cxn>
                  <a:cxn ang="0">
                    <a:pos x="687" y="3866"/>
                  </a:cxn>
                  <a:cxn ang="0">
                    <a:pos x="687" y="2473"/>
                  </a:cxn>
                  <a:cxn ang="0">
                    <a:pos x="2361" y="2473"/>
                  </a:cxn>
                  <a:cxn ang="0">
                    <a:pos x="3755" y="2473"/>
                  </a:cxn>
                  <a:cxn ang="0">
                    <a:pos x="3755" y="3866"/>
                  </a:cxn>
                  <a:cxn ang="0">
                    <a:pos x="2361" y="3866"/>
                  </a:cxn>
                  <a:cxn ang="0">
                    <a:pos x="2361" y="2473"/>
                  </a:cxn>
                  <a:cxn ang="0">
                    <a:pos x="4037" y="2473"/>
                  </a:cxn>
                  <a:cxn ang="0">
                    <a:pos x="5429" y="2473"/>
                  </a:cxn>
                  <a:cxn ang="0">
                    <a:pos x="5429" y="3866"/>
                  </a:cxn>
                  <a:cxn ang="0">
                    <a:pos x="4037" y="3866"/>
                  </a:cxn>
                  <a:cxn ang="0">
                    <a:pos x="4037" y="2473"/>
                  </a:cxn>
                  <a:cxn ang="0">
                    <a:pos x="2361" y="578"/>
                  </a:cxn>
                  <a:cxn ang="0">
                    <a:pos x="3755" y="578"/>
                  </a:cxn>
                  <a:cxn ang="0">
                    <a:pos x="3755" y="1971"/>
                  </a:cxn>
                  <a:cxn ang="0">
                    <a:pos x="2361" y="1971"/>
                  </a:cxn>
                  <a:cxn ang="0">
                    <a:pos x="2361" y="578"/>
                  </a:cxn>
                  <a:cxn ang="0">
                    <a:pos x="4037" y="578"/>
                  </a:cxn>
                  <a:cxn ang="0">
                    <a:pos x="5429" y="578"/>
                  </a:cxn>
                  <a:cxn ang="0">
                    <a:pos x="5429" y="1971"/>
                  </a:cxn>
                  <a:cxn ang="0">
                    <a:pos x="4037" y="1971"/>
                  </a:cxn>
                  <a:cxn ang="0">
                    <a:pos x="4037" y="578"/>
                  </a:cxn>
                  <a:cxn ang="0">
                    <a:pos x="5713" y="578"/>
                  </a:cxn>
                  <a:cxn ang="0">
                    <a:pos x="7105" y="578"/>
                  </a:cxn>
                  <a:cxn ang="0">
                    <a:pos x="7105" y="1971"/>
                  </a:cxn>
                  <a:cxn ang="0">
                    <a:pos x="5713" y="1971"/>
                  </a:cxn>
                  <a:cxn ang="0">
                    <a:pos x="5713" y="578"/>
                  </a:cxn>
                  <a:cxn ang="0">
                    <a:pos x="5713" y="2473"/>
                  </a:cxn>
                  <a:cxn ang="0">
                    <a:pos x="7105" y="2473"/>
                  </a:cxn>
                  <a:cxn ang="0">
                    <a:pos x="7105" y="3866"/>
                  </a:cxn>
                  <a:cxn ang="0">
                    <a:pos x="5713" y="3866"/>
                  </a:cxn>
                  <a:cxn ang="0">
                    <a:pos x="5713" y="2473"/>
                  </a:cxn>
                </a:cxnLst>
                <a:rect l="0" t="0" r="r" b="b"/>
                <a:pathLst>
                  <a:path w="7792" h="4498">
                    <a:moveTo>
                      <a:pt x="7792" y="0"/>
                    </a:moveTo>
                    <a:lnTo>
                      <a:pt x="0" y="0"/>
                    </a:lnTo>
                    <a:lnTo>
                      <a:pt x="0" y="4498"/>
                    </a:lnTo>
                    <a:lnTo>
                      <a:pt x="7792" y="4498"/>
                    </a:lnTo>
                    <a:lnTo>
                      <a:pt x="7792" y="0"/>
                    </a:lnTo>
                    <a:close/>
                    <a:moveTo>
                      <a:pt x="687" y="578"/>
                    </a:moveTo>
                    <a:lnTo>
                      <a:pt x="2079" y="578"/>
                    </a:lnTo>
                    <a:lnTo>
                      <a:pt x="2079" y="1971"/>
                    </a:lnTo>
                    <a:lnTo>
                      <a:pt x="687" y="1971"/>
                    </a:lnTo>
                    <a:lnTo>
                      <a:pt x="687" y="578"/>
                    </a:lnTo>
                    <a:close/>
                    <a:moveTo>
                      <a:pt x="687" y="2473"/>
                    </a:moveTo>
                    <a:lnTo>
                      <a:pt x="2079" y="2473"/>
                    </a:lnTo>
                    <a:lnTo>
                      <a:pt x="2079" y="3866"/>
                    </a:lnTo>
                    <a:lnTo>
                      <a:pt x="687" y="3866"/>
                    </a:lnTo>
                    <a:lnTo>
                      <a:pt x="687" y="2473"/>
                    </a:lnTo>
                    <a:close/>
                    <a:moveTo>
                      <a:pt x="2361" y="2473"/>
                    </a:moveTo>
                    <a:lnTo>
                      <a:pt x="3755" y="2473"/>
                    </a:lnTo>
                    <a:lnTo>
                      <a:pt x="3755" y="3866"/>
                    </a:lnTo>
                    <a:lnTo>
                      <a:pt x="2361" y="3866"/>
                    </a:lnTo>
                    <a:lnTo>
                      <a:pt x="2361" y="2473"/>
                    </a:lnTo>
                    <a:close/>
                    <a:moveTo>
                      <a:pt x="4037" y="2473"/>
                    </a:moveTo>
                    <a:lnTo>
                      <a:pt x="5429" y="2473"/>
                    </a:lnTo>
                    <a:lnTo>
                      <a:pt x="5429" y="3866"/>
                    </a:lnTo>
                    <a:lnTo>
                      <a:pt x="4037" y="3866"/>
                    </a:lnTo>
                    <a:lnTo>
                      <a:pt x="4037" y="2473"/>
                    </a:lnTo>
                    <a:close/>
                    <a:moveTo>
                      <a:pt x="2361" y="578"/>
                    </a:moveTo>
                    <a:lnTo>
                      <a:pt x="3755" y="578"/>
                    </a:lnTo>
                    <a:lnTo>
                      <a:pt x="3755" y="1971"/>
                    </a:lnTo>
                    <a:lnTo>
                      <a:pt x="2361" y="1971"/>
                    </a:lnTo>
                    <a:lnTo>
                      <a:pt x="2361" y="578"/>
                    </a:lnTo>
                    <a:close/>
                    <a:moveTo>
                      <a:pt x="4037" y="578"/>
                    </a:moveTo>
                    <a:lnTo>
                      <a:pt x="5429" y="578"/>
                    </a:lnTo>
                    <a:lnTo>
                      <a:pt x="5429" y="1971"/>
                    </a:lnTo>
                    <a:lnTo>
                      <a:pt x="4037" y="1971"/>
                    </a:lnTo>
                    <a:lnTo>
                      <a:pt x="4037" y="578"/>
                    </a:lnTo>
                    <a:close/>
                    <a:moveTo>
                      <a:pt x="5713" y="578"/>
                    </a:moveTo>
                    <a:lnTo>
                      <a:pt x="7105" y="578"/>
                    </a:lnTo>
                    <a:lnTo>
                      <a:pt x="7105" y="1971"/>
                    </a:lnTo>
                    <a:lnTo>
                      <a:pt x="5713" y="1971"/>
                    </a:lnTo>
                    <a:lnTo>
                      <a:pt x="5713" y="578"/>
                    </a:lnTo>
                    <a:close/>
                    <a:moveTo>
                      <a:pt x="5713" y="2473"/>
                    </a:moveTo>
                    <a:lnTo>
                      <a:pt x="7105" y="2473"/>
                    </a:lnTo>
                    <a:lnTo>
                      <a:pt x="7105" y="3866"/>
                    </a:lnTo>
                    <a:lnTo>
                      <a:pt x="5713" y="3866"/>
                    </a:lnTo>
                    <a:lnTo>
                      <a:pt x="5713" y="2473"/>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20" name="Freeform 14"/>
              <p:cNvSpPr>
                <a:spLocks noEditPoints="1"/>
              </p:cNvSpPr>
              <p:nvPr/>
            </p:nvSpPr>
            <p:spPr bwMode="gray">
              <a:xfrm>
                <a:off x="6378575" y="3081338"/>
                <a:ext cx="427038" cy="666750"/>
              </a:xfrm>
              <a:custGeom>
                <a:avLst/>
                <a:gdLst/>
                <a:ahLst/>
                <a:cxnLst>
                  <a:cxn ang="0">
                    <a:pos x="7792" y="0"/>
                  </a:cxn>
                  <a:cxn ang="0">
                    <a:pos x="0" y="12190"/>
                  </a:cxn>
                  <a:cxn ang="0">
                    <a:pos x="687" y="690"/>
                  </a:cxn>
                  <a:cxn ang="0">
                    <a:pos x="2079" y="2084"/>
                  </a:cxn>
                  <a:cxn ang="0">
                    <a:pos x="687" y="690"/>
                  </a:cxn>
                  <a:cxn ang="0">
                    <a:pos x="2079" y="10165"/>
                  </a:cxn>
                  <a:cxn ang="0">
                    <a:pos x="687" y="11558"/>
                  </a:cxn>
                  <a:cxn ang="0">
                    <a:pos x="2363" y="10165"/>
                  </a:cxn>
                  <a:cxn ang="0">
                    <a:pos x="3755" y="11558"/>
                  </a:cxn>
                  <a:cxn ang="0">
                    <a:pos x="2363" y="10165"/>
                  </a:cxn>
                  <a:cxn ang="0">
                    <a:pos x="5431" y="10165"/>
                  </a:cxn>
                  <a:cxn ang="0">
                    <a:pos x="4037" y="11558"/>
                  </a:cxn>
                  <a:cxn ang="0">
                    <a:pos x="5713" y="10165"/>
                  </a:cxn>
                  <a:cxn ang="0">
                    <a:pos x="7105" y="11558"/>
                  </a:cxn>
                  <a:cxn ang="0">
                    <a:pos x="5713" y="10165"/>
                  </a:cxn>
                  <a:cxn ang="0">
                    <a:pos x="2079" y="8270"/>
                  </a:cxn>
                  <a:cxn ang="0">
                    <a:pos x="687" y="9663"/>
                  </a:cxn>
                  <a:cxn ang="0">
                    <a:pos x="2363" y="8270"/>
                  </a:cxn>
                  <a:cxn ang="0">
                    <a:pos x="3755" y="9663"/>
                  </a:cxn>
                  <a:cxn ang="0">
                    <a:pos x="2363" y="8270"/>
                  </a:cxn>
                  <a:cxn ang="0">
                    <a:pos x="5431" y="8270"/>
                  </a:cxn>
                  <a:cxn ang="0">
                    <a:pos x="4037" y="9663"/>
                  </a:cxn>
                  <a:cxn ang="0">
                    <a:pos x="5713" y="8270"/>
                  </a:cxn>
                  <a:cxn ang="0">
                    <a:pos x="7105" y="9663"/>
                  </a:cxn>
                  <a:cxn ang="0">
                    <a:pos x="5713" y="8270"/>
                  </a:cxn>
                  <a:cxn ang="0">
                    <a:pos x="2079" y="6376"/>
                  </a:cxn>
                  <a:cxn ang="0">
                    <a:pos x="687" y="7768"/>
                  </a:cxn>
                  <a:cxn ang="0">
                    <a:pos x="2363" y="6376"/>
                  </a:cxn>
                  <a:cxn ang="0">
                    <a:pos x="3755" y="7768"/>
                  </a:cxn>
                  <a:cxn ang="0">
                    <a:pos x="2363" y="6376"/>
                  </a:cxn>
                  <a:cxn ang="0">
                    <a:pos x="5431" y="6376"/>
                  </a:cxn>
                  <a:cxn ang="0">
                    <a:pos x="4037" y="7768"/>
                  </a:cxn>
                  <a:cxn ang="0">
                    <a:pos x="5713" y="6376"/>
                  </a:cxn>
                  <a:cxn ang="0">
                    <a:pos x="7105" y="7768"/>
                  </a:cxn>
                  <a:cxn ang="0">
                    <a:pos x="5713" y="6376"/>
                  </a:cxn>
                  <a:cxn ang="0">
                    <a:pos x="2079" y="4481"/>
                  </a:cxn>
                  <a:cxn ang="0">
                    <a:pos x="687" y="5874"/>
                  </a:cxn>
                  <a:cxn ang="0">
                    <a:pos x="2363" y="4481"/>
                  </a:cxn>
                  <a:cxn ang="0">
                    <a:pos x="3755" y="5874"/>
                  </a:cxn>
                  <a:cxn ang="0">
                    <a:pos x="2363" y="4481"/>
                  </a:cxn>
                  <a:cxn ang="0">
                    <a:pos x="5431" y="4481"/>
                  </a:cxn>
                  <a:cxn ang="0">
                    <a:pos x="4037" y="5874"/>
                  </a:cxn>
                  <a:cxn ang="0">
                    <a:pos x="5713" y="4481"/>
                  </a:cxn>
                  <a:cxn ang="0">
                    <a:pos x="7105" y="5874"/>
                  </a:cxn>
                  <a:cxn ang="0">
                    <a:pos x="5713" y="4481"/>
                  </a:cxn>
                  <a:cxn ang="0">
                    <a:pos x="2079" y="2585"/>
                  </a:cxn>
                  <a:cxn ang="0">
                    <a:pos x="687" y="3979"/>
                  </a:cxn>
                  <a:cxn ang="0">
                    <a:pos x="2363" y="2585"/>
                  </a:cxn>
                  <a:cxn ang="0">
                    <a:pos x="3755" y="3979"/>
                  </a:cxn>
                  <a:cxn ang="0">
                    <a:pos x="2363" y="2585"/>
                  </a:cxn>
                  <a:cxn ang="0">
                    <a:pos x="5431" y="2585"/>
                  </a:cxn>
                  <a:cxn ang="0">
                    <a:pos x="4037" y="3979"/>
                  </a:cxn>
                  <a:cxn ang="0">
                    <a:pos x="2363" y="690"/>
                  </a:cxn>
                  <a:cxn ang="0">
                    <a:pos x="3755" y="2084"/>
                  </a:cxn>
                  <a:cxn ang="0">
                    <a:pos x="2363" y="690"/>
                  </a:cxn>
                  <a:cxn ang="0">
                    <a:pos x="5431" y="690"/>
                  </a:cxn>
                  <a:cxn ang="0">
                    <a:pos x="4037" y="2084"/>
                  </a:cxn>
                  <a:cxn ang="0">
                    <a:pos x="5713" y="690"/>
                  </a:cxn>
                  <a:cxn ang="0">
                    <a:pos x="7105" y="2084"/>
                  </a:cxn>
                  <a:cxn ang="0">
                    <a:pos x="5713" y="690"/>
                  </a:cxn>
                  <a:cxn ang="0">
                    <a:pos x="7105" y="2585"/>
                  </a:cxn>
                  <a:cxn ang="0">
                    <a:pos x="5713" y="3979"/>
                  </a:cxn>
                </a:cxnLst>
                <a:rect l="0" t="0" r="r" b="b"/>
                <a:pathLst>
                  <a:path w="7792" h="12190">
                    <a:moveTo>
                      <a:pt x="0" y="0"/>
                    </a:moveTo>
                    <a:lnTo>
                      <a:pt x="7792" y="0"/>
                    </a:lnTo>
                    <a:lnTo>
                      <a:pt x="7792" y="12190"/>
                    </a:lnTo>
                    <a:lnTo>
                      <a:pt x="0" y="12190"/>
                    </a:lnTo>
                    <a:lnTo>
                      <a:pt x="0" y="0"/>
                    </a:lnTo>
                    <a:close/>
                    <a:moveTo>
                      <a:pt x="687" y="690"/>
                    </a:moveTo>
                    <a:lnTo>
                      <a:pt x="2079" y="690"/>
                    </a:lnTo>
                    <a:lnTo>
                      <a:pt x="2079" y="2084"/>
                    </a:lnTo>
                    <a:lnTo>
                      <a:pt x="687" y="2084"/>
                    </a:lnTo>
                    <a:lnTo>
                      <a:pt x="687" y="690"/>
                    </a:lnTo>
                    <a:close/>
                    <a:moveTo>
                      <a:pt x="687" y="10165"/>
                    </a:moveTo>
                    <a:lnTo>
                      <a:pt x="2079" y="10165"/>
                    </a:lnTo>
                    <a:lnTo>
                      <a:pt x="2079" y="11558"/>
                    </a:lnTo>
                    <a:lnTo>
                      <a:pt x="687" y="11558"/>
                    </a:lnTo>
                    <a:lnTo>
                      <a:pt x="687" y="10165"/>
                    </a:lnTo>
                    <a:close/>
                    <a:moveTo>
                      <a:pt x="2363" y="10165"/>
                    </a:moveTo>
                    <a:lnTo>
                      <a:pt x="3755" y="10165"/>
                    </a:lnTo>
                    <a:lnTo>
                      <a:pt x="3755" y="11558"/>
                    </a:lnTo>
                    <a:lnTo>
                      <a:pt x="2363" y="11558"/>
                    </a:lnTo>
                    <a:lnTo>
                      <a:pt x="2363" y="10165"/>
                    </a:lnTo>
                    <a:close/>
                    <a:moveTo>
                      <a:pt x="4037" y="10165"/>
                    </a:moveTo>
                    <a:lnTo>
                      <a:pt x="5431" y="10165"/>
                    </a:lnTo>
                    <a:lnTo>
                      <a:pt x="5431" y="11558"/>
                    </a:lnTo>
                    <a:lnTo>
                      <a:pt x="4037" y="11558"/>
                    </a:lnTo>
                    <a:lnTo>
                      <a:pt x="4037" y="10165"/>
                    </a:lnTo>
                    <a:close/>
                    <a:moveTo>
                      <a:pt x="5713" y="10165"/>
                    </a:moveTo>
                    <a:lnTo>
                      <a:pt x="7105" y="10165"/>
                    </a:lnTo>
                    <a:lnTo>
                      <a:pt x="7105" y="11558"/>
                    </a:lnTo>
                    <a:lnTo>
                      <a:pt x="5713" y="11558"/>
                    </a:lnTo>
                    <a:lnTo>
                      <a:pt x="5713" y="10165"/>
                    </a:lnTo>
                    <a:close/>
                    <a:moveTo>
                      <a:pt x="687" y="8270"/>
                    </a:moveTo>
                    <a:lnTo>
                      <a:pt x="2079" y="8270"/>
                    </a:lnTo>
                    <a:lnTo>
                      <a:pt x="2079" y="9663"/>
                    </a:lnTo>
                    <a:lnTo>
                      <a:pt x="687" y="9663"/>
                    </a:lnTo>
                    <a:lnTo>
                      <a:pt x="687" y="8270"/>
                    </a:lnTo>
                    <a:close/>
                    <a:moveTo>
                      <a:pt x="2363" y="8270"/>
                    </a:moveTo>
                    <a:lnTo>
                      <a:pt x="3755" y="8270"/>
                    </a:lnTo>
                    <a:lnTo>
                      <a:pt x="3755" y="9663"/>
                    </a:lnTo>
                    <a:lnTo>
                      <a:pt x="2363" y="9663"/>
                    </a:lnTo>
                    <a:lnTo>
                      <a:pt x="2363" y="8270"/>
                    </a:lnTo>
                    <a:close/>
                    <a:moveTo>
                      <a:pt x="4037" y="8270"/>
                    </a:moveTo>
                    <a:lnTo>
                      <a:pt x="5431" y="8270"/>
                    </a:lnTo>
                    <a:lnTo>
                      <a:pt x="5431" y="9663"/>
                    </a:lnTo>
                    <a:lnTo>
                      <a:pt x="4037" y="9663"/>
                    </a:lnTo>
                    <a:lnTo>
                      <a:pt x="4037" y="8270"/>
                    </a:lnTo>
                    <a:close/>
                    <a:moveTo>
                      <a:pt x="5713" y="8270"/>
                    </a:moveTo>
                    <a:lnTo>
                      <a:pt x="7105" y="8270"/>
                    </a:lnTo>
                    <a:lnTo>
                      <a:pt x="7105" y="9663"/>
                    </a:lnTo>
                    <a:lnTo>
                      <a:pt x="5713" y="9663"/>
                    </a:lnTo>
                    <a:lnTo>
                      <a:pt x="5713" y="8270"/>
                    </a:lnTo>
                    <a:close/>
                    <a:moveTo>
                      <a:pt x="687" y="6376"/>
                    </a:moveTo>
                    <a:lnTo>
                      <a:pt x="2079" y="6376"/>
                    </a:lnTo>
                    <a:lnTo>
                      <a:pt x="2079" y="7768"/>
                    </a:lnTo>
                    <a:lnTo>
                      <a:pt x="687" y="7768"/>
                    </a:lnTo>
                    <a:lnTo>
                      <a:pt x="687" y="6376"/>
                    </a:lnTo>
                    <a:close/>
                    <a:moveTo>
                      <a:pt x="2363" y="6376"/>
                    </a:moveTo>
                    <a:lnTo>
                      <a:pt x="3755" y="6376"/>
                    </a:lnTo>
                    <a:lnTo>
                      <a:pt x="3755" y="7768"/>
                    </a:lnTo>
                    <a:lnTo>
                      <a:pt x="2363" y="7768"/>
                    </a:lnTo>
                    <a:lnTo>
                      <a:pt x="2363" y="6376"/>
                    </a:lnTo>
                    <a:close/>
                    <a:moveTo>
                      <a:pt x="4037" y="6376"/>
                    </a:moveTo>
                    <a:lnTo>
                      <a:pt x="5431" y="6376"/>
                    </a:lnTo>
                    <a:lnTo>
                      <a:pt x="5431" y="7768"/>
                    </a:lnTo>
                    <a:lnTo>
                      <a:pt x="4037" y="7768"/>
                    </a:lnTo>
                    <a:lnTo>
                      <a:pt x="4037" y="6376"/>
                    </a:lnTo>
                    <a:close/>
                    <a:moveTo>
                      <a:pt x="5713" y="6376"/>
                    </a:moveTo>
                    <a:lnTo>
                      <a:pt x="7105" y="6376"/>
                    </a:lnTo>
                    <a:lnTo>
                      <a:pt x="7105" y="7768"/>
                    </a:lnTo>
                    <a:lnTo>
                      <a:pt x="5713" y="7768"/>
                    </a:lnTo>
                    <a:lnTo>
                      <a:pt x="5713" y="6376"/>
                    </a:lnTo>
                    <a:close/>
                    <a:moveTo>
                      <a:pt x="687" y="4481"/>
                    </a:moveTo>
                    <a:lnTo>
                      <a:pt x="2079" y="4481"/>
                    </a:lnTo>
                    <a:lnTo>
                      <a:pt x="2079" y="5874"/>
                    </a:lnTo>
                    <a:lnTo>
                      <a:pt x="687" y="5874"/>
                    </a:lnTo>
                    <a:lnTo>
                      <a:pt x="687" y="4481"/>
                    </a:lnTo>
                    <a:close/>
                    <a:moveTo>
                      <a:pt x="2363" y="4481"/>
                    </a:moveTo>
                    <a:lnTo>
                      <a:pt x="3755" y="4481"/>
                    </a:lnTo>
                    <a:lnTo>
                      <a:pt x="3755" y="5874"/>
                    </a:lnTo>
                    <a:lnTo>
                      <a:pt x="2363" y="5874"/>
                    </a:lnTo>
                    <a:lnTo>
                      <a:pt x="2363" y="4481"/>
                    </a:lnTo>
                    <a:close/>
                    <a:moveTo>
                      <a:pt x="4037" y="4481"/>
                    </a:moveTo>
                    <a:lnTo>
                      <a:pt x="5431" y="4481"/>
                    </a:lnTo>
                    <a:lnTo>
                      <a:pt x="5431" y="5874"/>
                    </a:lnTo>
                    <a:lnTo>
                      <a:pt x="4037" y="5874"/>
                    </a:lnTo>
                    <a:lnTo>
                      <a:pt x="4037" y="4481"/>
                    </a:lnTo>
                    <a:close/>
                    <a:moveTo>
                      <a:pt x="5713" y="4481"/>
                    </a:moveTo>
                    <a:lnTo>
                      <a:pt x="7105" y="4481"/>
                    </a:lnTo>
                    <a:lnTo>
                      <a:pt x="7105" y="5874"/>
                    </a:lnTo>
                    <a:lnTo>
                      <a:pt x="5713" y="5874"/>
                    </a:lnTo>
                    <a:lnTo>
                      <a:pt x="5713" y="4481"/>
                    </a:lnTo>
                    <a:close/>
                    <a:moveTo>
                      <a:pt x="687" y="2585"/>
                    </a:moveTo>
                    <a:lnTo>
                      <a:pt x="2079" y="2585"/>
                    </a:lnTo>
                    <a:lnTo>
                      <a:pt x="2079" y="3979"/>
                    </a:lnTo>
                    <a:lnTo>
                      <a:pt x="687" y="3979"/>
                    </a:lnTo>
                    <a:lnTo>
                      <a:pt x="687" y="2585"/>
                    </a:lnTo>
                    <a:close/>
                    <a:moveTo>
                      <a:pt x="2363" y="2585"/>
                    </a:moveTo>
                    <a:lnTo>
                      <a:pt x="3755" y="2585"/>
                    </a:lnTo>
                    <a:lnTo>
                      <a:pt x="3755" y="3979"/>
                    </a:lnTo>
                    <a:lnTo>
                      <a:pt x="2363" y="3979"/>
                    </a:lnTo>
                    <a:lnTo>
                      <a:pt x="2363" y="2585"/>
                    </a:lnTo>
                    <a:close/>
                    <a:moveTo>
                      <a:pt x="4037" y="2585"/>
                    </a:moveTo>
                    <a:lnTo>
                      <a:pt x="5431" y="2585"/>
                    </a:lnTo>
                    <a:lnTo>
                      <a:pt x="5431" y="3979"/>
                    </a:lnTo>
                    <a:lnTo>
                      <a:pt x="4037" y="3979"/>
                    </a:lnTo>
                    <a:lnTo>
                      <a:pt x="4037" y="2585"/>
                    </a:lnTo>
                    <a:close/>
                    <a:moveTo>
                      <a:pt x="2363" y="690"/>
                    </a:moveTo>
                    <a:lnTo>
                      <a:pt x="3755" y="690"/>
                    </a:lnTo>
                    <a:lnTo>
                      <a:pt x="3755" y="2084"/>
                    </a:lnTo>
                    <a:lnTo>
                      <a:pt x="2363" y="2084"/>
                    </a:lnTo>
                    <a:lnTo>
                      <a:pt x="2363" y="690"/>
                    </a:lnTo>
                    <a:close/>
                    <a:moveTo>
                      <a:pt x="4037" y="690"/>
                    </a:moveTo>
                    <a:lnTo>
                      <a:pt x="5431" y="690"/>
                    </a:lnTo>
                    <a:lnTo>
                      <a:pt x="5431" y="2084"/>
                    </a:lnTo>
                    <a:lnTo>
                      <a:pt x="4037" y="2084"/>
                    </a:lnTo>
                    <a:lnTo>
                      <a:pt x="4037" y="690"/>
                    </a:lnTo>
                    <a:close/>
                    <a:moveTo>
                      <a:pt x="5713" y="690"/>
                    </a:moveTo>
                    <a:lnTo>
                      <a:pt x="7105" y="690"/>
                    </a:lnTo>
                    <a:lnTo>
                      <a:pt x="7105" y="2084"/>
                    </a:lnTo>
                    <a:lnTo>
                      <a:pt x="5713" y="2084"/>
                    </a:lnTo>
                    <a:lnTo>
                      <a:pt x="5713" y="690"/>
                    </a:lnTo>
                    <a:close/>
                    <a:moveTo>
                      <a:pt x="5713" y="2585"/>
                    </a:moveTo>
                    <a:lnTo>
                      <a:pt x="7105" y="2585"/>
                    </a:lnTo>
                    <a:lnTo>
                      <a:pt x="7105" y="3979"/>
                    </a:lnTo>
                    <a:lnTo>
                      <a:pt x="5713" y="3979"/>
                    </a:lnTo>
                    <a:lnTo>
                      <a:pt x="5713" y="2585"/>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grpSp>
        <p:sp>
          <p:nvSpPr>
            <p:cNvPr id="16" name="矩形 15"/>
            <p:cNvSpPr/>
            <p:nvPr/>
          </p:nvSpPr>
          <p:spPr bwMode="gray">
            <a:xfrm>
              <a:off x="699103" y="4370478"/>
              <a:ext cx="644728" cy="307777"/>
            </a:xfrm>
            <a:prstGeom prst="rect">
              <a:avLst/>
            </a:prstGeom>
          </p:spPr>
          <p:txBody>
            <a:bodyPr wrap="none">
              <a:spAutoFit/>
            </a:bodyPr>
            <a:lstStyle/>
            <a:p>
              <a:r>
                <a:rPr lang="zh-CN" altLang="en-US" sz="1399">
                  <a:solidFill>
                    <a:schemeClr val="bg1">
                      <a:lumMod val="50000"/>
                    </a:schemeClr>
                  </a:solidFill>
                </a:rPr>
                <a:t>分支</a:t>
              </a:r>
              <a:r>
                <a:rPr lang="en-US" altLang="zh-CN" sz="1399">
                  <a:solidFill>
                    <a:schemeClr val="bg1">
                      <a:lumMod val="50000"/>
                    </a:schemeClr>
                  </a:solidFill>
                </a:rPr>
                <a:t>1</a:t>
              </a:r>
            </a:p>
          </p:txBody>
        </p:sp>
      </p:grpSp>
      <p:sp>
        <p:nvSpPr>
          <p:cNvPr id="21" name="圆角矩形 75"/>
          <p:cNvSpPr/>
          <p:nvPr/>
        </p:nvSpPr>
        <p:spPr bwMode="gray">
          <a:xfrm>
            <a:off x="1691425" y="3716226"/>
            <a:ext cx="3436025" cy="244287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a:lnSpc>
                <a:spcPts val="2599"/>
              </a:lnSpc>
              <a:spcAft>
                <a:spcPts val="600"/>
              </a:spcAft>
            </a:pPr>
            <a:endParaRPr lang="en-US" altLang="zh-CN" sz="15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2" name="直接箭头连接符 21"/>
          <p:cNvCxnSpPr>
            <a:stCxn id="12" idx="2"/>
            <a:endCxn id="23" idx="0"/>
          </p:cNvCxnSpPr>
          <p:nvPr/>
        </p:nvCxnSpPr>
        <p:spPr bwMode="gray">
          <a:xfrm flipH="1">
            <a:off x="2979262" y="2492671"/>
            <a:ext cx="457206" cy="1470264"/>
          </a:xfrm>
          <a:prstGeom prst="straightConnector1">
            <a:avLst/>
          </a:prstGeom>
          <a:noFill/>
          <a:ln w="19050" algn="ctr">
            <a:solidFill>
              <a:srgbClr val="EC7061"/>
            </a:solidFill>
            <a:prstDash val="sysDot"/>
            <a:round/>
            <a:headEnd type="triangle" w="med" len="med"/>
            <a:tailEnd type="triangle" w="med" len="med"/>
          </a:ln>
        </p:spPr>
      </p:cxnSp>
      <p:pic>
        <p:nvPicPr>
          <p:cNvPr id="23" name="图片 22"/>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2730431" y="3962935"/>
            <a:ext cx="497660" cy="407176"/>
          </a:xfrm>
          <a:prstGeom prst="rect">
            <a:avLst/>
          </a:prstGeom>
        </p:spPr>
      </p:pic>
      <p:pic>
        <p:nvPicPr>
          <p:cNvPr id="24" name="图片 2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4205595" y="3953914"/>
            <a:ext cx="497660" cy="407176"/>
          </a:xfrm>
          <a:prstGeom prst="rect">
            <a:avLst/>
          </a:prstGeom>
        </p:spPr>
      </p:pic>
      <p:cxnSp>
        <p:nvCxnSpPr>
          <p:cNvPr id="25" name="直接连接符 24">
            <a:extLst>
              <a:ext uri="{FF2B5EF4-FFF2-40B4-BE49-F238E27FC236}">
                <a16:creationId xmlns:a16="http://schemas.microsoft.com/office/drawing/2014/main" id="{94275FFE-3BE6-4C12-8737-FDFE3456C4A2}"/>
              </a:ext>
            </a:extLst>
          </p:cNvPr>
          <p:cNvCxnSpPr>
            <a:stCxn id="9" idx="0"/>
            <a:endCxn id="36" idx="3"/>
          </p:cNvCxnSpPr>
          <p:nvPr/>
        </p:nvCxnSpPr>
        <p:spPr bwMode="gray">
          <a:xfrm flipV="1">
            <a:off x="2979262" y="5030180"/>
            <a:ext cx="985700" cy="612975"/>
          </a:xfrm>
          <a:prstGeom prst="line">
            <a:avLst/>
          </a:prstGeom>
          <a:noFill/>
          <a:ln w="19050" cap="flat" cmpd="sng" algn="ctr">
            <a:solidFill>
              <a:srgbClr val="56C4D2"/>
            </a:solidFill>
            <a:prstDash val="solid"/>
          </a:ln>
          <a:effectLst/>
        </p:spPr>
      </p:cxnSp>
      <p:cxnSp>
        <p:nvCxnSpPr>
          <p:cNvPr id="26" name="直接连接符 25">
            <a:extLst>
              <a:ext uri="{FF2B5EF4-FFF2-40B4-BE49-F238E27FC236}">
                <a16:creationId xmlns:a16="http://schemas.microsoft.com/office/drawing/2014/main" id="{94275FFE-3BE6-4C12-8737-FDFE3456C4A2}"/>
              </a:ext>
            </a:extLst>
          </p:cNvPr>
          <p:cNvCxnSpPr>
            <a:stCxn id="10" idx="0"/>
            <a:endCxn id="36" idx="1"/>
          </p:cNvCxnSpPr>
          <p:nvPr/>
        </p:nvCxnSpPr>
        <p:spPr bwMode="gray">
          <a:xfrm flipH="1" flipV="1">
            <a:off x="3467303" y="5030180"/>
            <a:ext cx="987123" cy="612975"/>
          </a:xfrm>
          <a:prstGeom prst="line">
            <a:avLst/>
          </a:prstGeom>
          <a:noFill/>
          <a:ln w="19050" cap="flat" cmpd="sng" algn="ctr">
            <a:solidFill>
              <a:srgbClr val="56C4D2"/>
            </a:solidFill>
            <a:prstDash val="solid"/>
          </a:ln>
          <a:effectLst/>
        </p:spPr>
      </p:cxnSp>
      <p:cxnSp>
        <p:nvCxnSpPr>
          <p:cNvPr id="27" name="直接连接符 26">
            <a:extLst>
              <a:ext uri="{FF2B5EF4-FFF2-40B4-BE49-F238E27FC236}">
                <a16:creationId xmlns:a16="http://schemas.microsoft.com/office/drawing/2014/main" id="{94275FFE-3BE6-4C12-8737-FDFE3456C4A2}"/>
              </a:ext>
            </a:extLst>
          </p:cNvPr>
          <p:cNvCxnSpPr>
            <a:stCxn id="36" idx="3"/>
            <a:endCxn id="23" idx="2"/>
          </p:cNvCxnSpPr>
          <p:nvPr/>
        </p:nvCxnSpPr>
        <p:spPr bwMode="gray">
          <a:xfrm flipH="1" flipV="1">
            <a:off x="2979262" y="4370110"/>
            <a:ext cx="985700" cy="660070"/>
          </a:xfrm>
          <a:prstGeom prst="line">
            <a:avLst/>
          </a:prstGeom>
          <a:noFill/>
          <a:ln w="19050" cap="flat" cmpd="sng" algn="ctr">
            <a:solidFill>
              <a:srgbClr val="56C4D2"/>
            </a:solidFill>
            <a:prstDash val="solid"/>
          </a:ln>
          <a:effectLst/>
        </p:spPr>
      </p:cxnSp>
      <p:cxnSp>
        <p:nvCxnSpPr>
          <p:cNvPr id="28" name="直接连接符 27">
            <a:extLst>
              <a:ext uri="{FF2B5EF4-FFF2-40B4-BE49-F238E27FC236}">
                <a16:creationId xmlns:a16="http://schemas.microsoft.com/office/drawing/2014/main" id="{94275FFE-3BE6-4C12-8737-FDFE3456C4A2}"/>
              </a:ext>
            </a:extLst>
          </p:cNvPr>
          <p:cNvCxnSpPr>
            <a:stCxn id="36" idx="1"/>
            <a:endCxn id="24" idx="2"/>
          </p:cNvCxnSpPr>
          <p:nvPr/>
        </p:nvCxnSpPr>
        <p:spPr bwMode="gray">
          <a:xfrm flipV="1">
            <a:off x="3467303" y="4361090"/>
            <a:ext cx="987123" cy="669091"/>
          </a:xfrm>
          <a:prstGeom prst="line">
            <a:avLst/>
          </a:prstGeom>
          <a:noFill/>
          <a:ln w="19050" cap="flat" cmpd="sng" algn="ctr">
            <a:solidFill>
              <a:srgbClr val="56C4D2"/>
            </a:solidFill>
            <a:prstDash val="solid"/>
          </a:ln>
          <a:effectLst/>
        </p:spPr>
      </p:cxnSp>
      <p:sp>
        <p:nvSpPr>
          <p:cNvPr id="29" name="矩形 28"/>
          <p:cNvSpPr/>
          <p:nvPr/>
        </p:nvSpPr>
        <p:spPr bwMode="gray">
          <a:xfrm>
            <a:off x="2635250" y="3081300"/>
            <a:ext cx="543527" cy="307657"/>
          </a:xfrm>
          <a:prstGeom prst="rect">
            <a:avLst/>
          </a:prstGeom>
        </p:spPr>
        <p:txBody>
          <a:bodyPr wrap="none">
            <a:spAutoFit/>
          </a:bodyPr>
          <a:lstStyle/>
          <a:p>
            <a:r>
              <a:rPr lang="zh-CN" altLang="en-US" sz="1399" b="1" dirty="0">
                <a:solidFill>
                  <a:srgbClr val="C7000B"/>
                </a:solidFill>
              </a:rPr>
              <a:t>专线</a:t>
            </a:r>
            <a:endParaRPr lang="en-US" altLang="zh-CN" sz="1399" b="1" dirty="0">
              <a:solidFill>
                <a:srgbClr val="C7000B"/>
              </a:solidFill>
            </a:endParaRPr>
          </a:p>
        </p:txBody>
      </p:sp>
      <p:sp>
        <p:nvSpPr>
          <p:cNvPr id="30" name="Freeform 159"/>
          <p:cNvSpPr/>
          <p:nvPr/>
        </p:nvSpPr>
        <p:spPr bwMode="gray">
          <a:xfrm flipH="1">
            <a:off x="4454425" y="2869605"/>
            <a:ext cx="835658" cy="43682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矩形 30"/>
          <p:cNvSpPr/>
          <p:nvPr/>
        </p:nvSpPr>
        <p:spPr bwMode="gray">
          <a:xfrm>
            <a:off x="4458129" y="3008519"/>
            <a:ext cx="831954" cy="307657"/>
          </a:xfrm>
          <a:prstGeom prst="rect">
            <a:avLst/>
          </a:prstGeom>
        </p:spPr>
        <p:txBody>
          <a:bodyPr wrap="none">
            <a:spAutoFit/>
          </a:bodyPr>
          <a:lstStyle/>
          <a:p>
            <a:pPr algn="ctr"/>
            <a:r>
              <a:rPr lang="en-US" altLang="zh-CN" sz="1399" dirty="0">
                <a:latin typeface="Huawei Sans" panose="020C0503030203020204" pitchFamily="34" charset="0"/>
                <a:ea typeface="方正兰亭黑简体" panose="02000000000000000000" pitchFamily="2" charset="-122"/>
                <a:sym typeface="Huawei Sans" panose="020C0503030203020204" pitchFamily="34" charset="0"/>
              </a:rPr>
              <a:t>Internet</a:t>
            </a:r>
          </a:p>
        </p:txBody>
      </p:sp>
      <p:cxnSp>
        <p:nvCxnSpPr>
          <p:cNvPr id="32" name="直接箭头连接符 31"/>
          <p:cNvCxnSpPr>
            <a:stCxn id="31" idx="2"/>
            <a:endCxn id="24" idx="0"/>
          </p:cNvCxnSpPr>
          <p:nvPr/>
        </p:nvCxnSpPr>
        <p:spPr bwMode="gray">
          <a:xfrm flipH="1">
            <a:off x="4454426" y="3316175"/>
            <a:ext cx="419681" cy="637739"/>
          </a:xfrm>
          <a:prstGeom prst="straightConnector1">
            <a:avLst/>
          </a:prstGeom>
          <a:noFill/>
          <a:ln w="19050" algn="ctr">
            <a:solidFill>
              <a:srgbClr val="56C4D2"/>
            </a:solidFill>
            <a:prstDash val="sysDot"/>
            <a:round/>
            <a:headEnd type="triangle" w="med" len="med"/>
            <a:tailEnd type="triangle" w="med" len="med"/>
          </a:ln>
        </p:spPr>
      </p:cxnSp>
      <p:cxnSp>
        <p:nvCxnSpPr>
          <p:cNvPr id="33" name="直接箭头连接符 32"/>
          <p:cNvCxnSpPr>
            <a:stCxn id="12" idx="2"/>
            <a:endCxn id="30" idx="0"/>
          </p:cNvCxnSpPr>
          <p:nvPr/>
        </p:nvCxnSpPr>
        <p:spPr bwMode="gray">
          <a:xfrm>
            <a:off x="3436468" y="2492671"/>
            <a:ext cx="1345616" cy="376934"/>
          </a:xfrm>
          <a:prstGeom prst="straightConnector1">
            <a:avLst/>
          </a:prstGeom>
          <a:noFill/>
          <a:ln w="19050" algn="ctr">
            <a:solidFill>
              <a:srgbClr val="56C4D2"/>
            </a:solidFill>
            <a:prstDash val="sysDot"/>
            <a:round/>
            <a:headEnd type="triangle" w="med" len="med"/>
            <a:tailEnd type="triangle" w="med" len="med"/>
          </a:ln>
        </p:spPr>
      </p:cxnSp>
      <p:sp>
        <p:nvSpPr>
          <p:cNvPr id="34" name="Can 9"/>
          <p:cNvSpPr/>
          <p:nvPr/>
        </p:nvSpPr>
        <p:spPr bwMode="gray">
          <a:xfrm rot="8835177">
            <a:off x="3881920" y="2504894"/>
            <a:ext cx="227671" cy="1502616"/>
          </a:xfrm>
          <a:prstGeom prst="can">
            <a:avLst>
              <a:gd name="adj" fmla="val 40000"/>
            </a:avLst>
          </a:prstGeom>
          <a:solidFill>
            <a:srgbClr val="BEE9E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bwMode="gray">
          <a:xfrm rot="19560079">
            <a:off x="3811087" y="2836421"/>
            <a:ext cx="369332" cy="792846"/>
          </a:xfrm>
          <a:prstGeom prst="rect">
            <a:avLst/>
          </a:prstGeom>
          <a:noFill/>
        </p:spPr>
        <p:txBody>
          <a:bodyPr vert="eaVert" wrap="none" rtlCol="0">
            <a:spAutoFit/>
          </a:bodyPr>
          <a:lstStyle/>
          <a:p>
            <a:r>
              <a:rPr lang="en-US" altLang="zh-CN" sz="1200" dirty="0">
                <a:solidFill>
                  <a:srgbClr val="C7000B"/>
                </a:solidFill>
              </a:rPr>
              <a:t>IPsec</a:t>
            </a:r>
            <a:r>
              <a:rPr lang="zh-CN" altLang="en-US" sz="1200" dirty="0">
                <a:solidFill>
                  <a:srgbClr val="C7000B"/>
                </a:solidFill>
              </a:rPr>
              <a:t> </a:t>
            </a:r>
            <a:r>
              <a:rPr lang="en-US" altLang="zh-CN" sz="1200" dirty="0">
                <a:solidFill>
                  <a:srgbClr val="C7000B"/>
                </a:solidFill>
              </a:rPr>
              <a:t>VPN</a:t>
            </a:r>
          </a:p>
        </p:txBody>
      </p:sp>
      <p:pic>
        <p:nvPicPr>
          <p:cNvPr id="36" name="图片 35" descr="堆叠CE交换机蓝.png"/>
          <p:cNvPicPr>
            <a:picLocks/>
          </p:cNvPicPr>
          <p:nvPr/>
        </p:nvPicPr>
        <p:blipFill>
          <a:blip r:embed="rId6" cstate="print"/>
          <a:stretch>
            <a:fillRect/>
          </a:stretch>
        </p:blipFill>
        <p:spPr bwMode="gray">
          <a:xfrm>
            <a:off x="3467302" y="4826593"/>
            <a:ext cx="497660" cy="407176"/>
          </a:xfrm>
          <a:prstGeom prst="rect">
            <a:avLst/>
          </a:prstGeom>
        </p:spPr>
      </p:pic>
      <p:sp>
        <p:nvSpPr>
          <p:cNvPr id="38" name="矩形 37"/>
          <p:cNvSpPr/>
          <p:nvPr/>
        </p:nvSpPr>
        <p:spPr bwMode="gray">
          <a:xfrm>
            <a:off x="966833" y="2712112"/>
            <a:ext cx="902458" cy="523016"/>
          </a:xfrm>
          <a:prstGeom prst="rect">
            <a:avLst/>
          </a:prstGeom>
        </p:spPr>
        <p:txBody>
          <a:bodyPr wrap="none">
            <a:spAutoFit/>
          </a:bodyPr>
          <a:lstStyle/>
          <a:p>
            <a:pPr algn="ctr"/>
            <a:r>
              <a:rPr lang="zh-CN" altLang="en-US" sz="1399" dirty="0">
                <a:latin typeface="Huawei Sans" panose="020C0503030203020204" pitchFamily="34" charset="0"/>
                <a:ea typeface="方正兰亭黑简体" panose="02000000000000000000" pitchFamily="2" charset="-122"/>
                <a:sym typeface="Huawei Sans" panose="020C0503030203020204" pitchFamily="34" charset="0"/>
              </a:rPr>
              <a:t>链路聚合</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399" dirty="0">
                <a:latin typeface="Huawei Sans" panose="020C0503030203020204" pitchFamily="34" charset="0"/>
                <a:ea typeface="方正兰亭黑简体" panose="02000000000000000000" pitchFamily="2" charset="-122"/>
                <a:sym typeface="Huawei Sans" panose="020C0503030203020204" pitchFamily="34" charset="0"/>
              </a:rPr>
              <a:t>逻辑链路</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9" name="直接连接符 38">
            <a:extLst>
              <a:ext uri="{FF2B5EF4-FFF2-40B4-BE49-F238E27FC236}">
                <a16:creationId xmlns:a16="http://schemas.microsoft.com/office/drawing/2014/main" id="{94275FFE-3BE6-4C12-8737-FDFE3456C4A2}"/>
              </a:ext>
            </a:extLst>
          </p:cNvPr>
          <p:cNvCxnSpPr/>
          <p:nvPr/>
        </p:nvCxnSpPr>
        <p:spPr bwMode="gray">
          <a:xfrm flipH="1">
            <a:off x="546334" y="2973620"/>
            <a:ext cx="420499" cy="0"/>
          </a:xfrm>
          <a:prstGeom prst="line">
            <a:avLst/>
          </a:prstGeom>
          <a:noFill/>
          <a:ln w="19050" cap="flat" cmpd="sng" algn="ctr">
            <a:solidFill>
              <a:srgbClr val="56C4D2"/>
            </a:solidFill>
            <a:prstDash val="solid"/>
          </a:ln>
          <a:effectLst/>
        </p:spPr>
      </p:cxnSp>
      <p:sp>
        <p:nvSpPr>
          <p:cNvPr id="40" name="矩形 39"/>
          <p:cNvSpPr/>
          <p:nvPr/>
        </p:nvSpPr>
        <p:spPr bwMode="gray">
          <a:xfrm>
            <a:off x="3954222" y="1180594"/>
            <a:ext cx="1125750" cy="326690"/>
          </a:xfrm>
          <a:prstGeom prst="rect">
            <a:avLst/>
          </a:prstGeom>
          <a:solidFill>
            <a:srgbClr val="8BC9A0"/>
          </a:solidFill>
          <a:ln w="12700" cap="flat" cmpd="sng" algn="ctr">
            <a:solidFill>
              <a:srgbClr val="92D050"/>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bwMode="gray">
          <a:xfrm>
            <a:off x="4004176" y="1190112"/>
            <a:ext cx="1025842" cy="307657"/>
          </a:xfrm>
          <a:prstGeom prst="rect">
            <a:avLst/>
          </a:prstGeom>
          <a:noFill/>
          <a:ln>
            <a:noFill/>
          </a:ln>
        </p:spPr>
        <p:txBody>
          <a:bodyPr wrap="none">
            <a:spAutoFit/>
          </a:bodyPr>
          <a:lstStyle/>
          <a:p>
            <a:r>
              <a:rPr lang="en-US" altLang="zh-CN" sz="1399" dirty="0"/>
              <a:t>A</a:t>
            </a:r>
            <a:r>
              <a:rPr lang="zh-CN" altLang="en-US" sz="1399" dirty="0"/>
              <a:t>类型业务</a:t>
            </a:r>
            <a:endParaRPr lang="en-US" altLang="zh-CN" sz="1399" dirty="0"/>
          </a:p>
        </p:txBody>
      </p:sp>
      <p:sp>
        <p:nvSpPr>
          <p:cNvPr id="52" name="矩形 51"/>
          <p:cNvSpPr/>
          <p:nvPr/>
        </p:nvSpPr>
        <p:spPr bwMode="gray">
          <a:xfrm>
            <a:off x="3954222" y="1830265"/>
            <a:ext cx="1125750" cy="326690"/>
          </a:xfrm>
          <a:prstGeom prst="rect">
            <a:avLst/>
          </a:prstGeom>
          <a:solidFill>
            <a:srgbClr val="EC7061"/>
          </a:solidFill>
          <a:ln w="12700" cap="flat" cmpd="sng" algn="ctr">
            <a:solidFill>
              <a:srgbClr val="EC7061"/>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矩形 53"/>
          <p:cNvSpPr/>
          <p:nvPr/>
        </p:nvSpPr>
        <p:spPr bwMode="gray">
          <a:xfrm>
            <a:off x="4004177" y="1839782"/>
            <a:ext cx="1025842" cy="307657"/>
          </a:xfrm>
          <a:prstGeom prst="rect">
            <a:avLst/>
          </a:prstGeom>
          <a:noFill/>
          <a:ln>
            <a:noFill/>
          </a:ln>
        </p:spPr>
        <p:txBody>
          <a:bodyPr wrap="none">
            <a:spAutoFit/>
          </a:bodyPr>
          <a:lstStyle/>
          <a:p>
            <a:r>
              <a:rPr lang="en-US" altLang="zh-CN" sz="1399" dirty="0"/>
              <a:t>B</a:t>
            </a:r>
            <a:r>
              <a:rPr lang="zh-CN" altLang="en-US" sz="1399" dirty="0"/>
              <a:t>类型业务</a:t>
            </a:r>
            <a:endParaRPr lang="en-US" altLang="zh-CN" sz="1399" dirty="0"/>
          </a:p>
        </p:txBody>
      </p:sp>
      <p:sp>
        <p:nvSpPr>
          <p:cNvPr id="56" name="任意多边形 55"/>
          <p:cNvSpPr/>
          <p:nvPr/>
        </p:nvSpPr>
        <p:spPr bwMode="gray">
          <a:xfrm>
            <a:off x="2244077" y="1279783"/>
            <a:ext cx="1735818" cy="3555500"/>
          </a:xfrm>
          <a:custGeom>
            <a:avLst/>
            <a:gdLst>
              <a:gd name="connsiteX0" fmla="*/ 819190 w 1324015"/>
              <a:gd name="connsiteY0" fmla="*/ 3719294 h 3719294"/>
              <a:gd name="connsiteX1" fmla="*/ 40 w 1324015"/>
              <a:gd name="connsiteY1" fmla="*/ 2881094 h 3719294"/>
              <a:gd name="connsiteX2" fmla="*/ 847765 w 1324015"/>
              <a:gd name="connsiteY2" fmla="*/ 261719 h 3719294"/>
              <a:gd name="connsiteX3" fmla="*/ 1324015 w 1324015"/>
              <a:gd name="connsiteY3" fmla="*/ 71219 h 3719294"/>
              <a:gd name="connsiteX0" fmla="*/ 819190 w 1362115"/>
              <a:gd name="connsiteY0" fmla="*/ 3782653 h 3782653"/>
              <a:gd name="connsiteX1" fmla="*/ 40 w 1362115"/>
              <a:gd name="connsiteY1" fmla="*/ 2944453 h 3782653"/>
              <a:gd name="connsiteX2" fmla="*/ 847765 w 1362115"/>
              <a:gd name="connsiteY2" fmla="*/ 325078 h 3782653"/>
              <a:gd name="connsiteX3" fmla="*/ 1362115 w 1362115"/>
              <a:gd name="connsiteY3" fmla="*/ 20278 h 3782653"/>
              <a:gd name="connsiteX0" fmla="*/ 1038251 w 1581176"/>
              <a:gd name="connsiteY0" fmla="*/ 3780583 h 3780583"/>
              <a:gd name="connsiteX1" fmla="*/ 26 w 1581176"/>
              <a:gd name="connsiteY1" fmla="*/ 2904283 h 3780583"/>
              <a:gd name="connsiteX2" fmla="*/ 1066826 w 1581176"/>
              <a:gd name="connsiteY2" fmla="*/ 323008 h 3780583"/>
              <a:gd name="connsiteX3" fmla="*/ 1581176 w 1581176"/>
              <a:gd name="connsiteY3" fmla="*/ 18208 h 3780583"/>
              <a:gd name="connsiteX0" fmla="*/ 1038288 w 1581213"/>
              <a:gd name="connsiteY0" fmla="*/ 3812056 h 3812056"/>
              <a:gd name="connsiteX1" fmla="*/ 63 w 1581213"/>
              <a:gd name="connsiteY1" fmla="*/ 2935756 h 3812056"/>
              <a:gd name="connsiteX2" fmla="*/ 990663 w 1581213"/>
              <a:gd name="connsiteY2" fmla="*/ 287806 h 3812056"/>
              <a:gd name="connsiteX3" fmla="*/ 1581213 w 1581213"/>
              <a:gd name="connsiteY3" fmla="*/ 49681 h 3812056"/>
              <a:gd name="connsiteX0" fmla="*/ 1171444 w 1714369"/>
              <a:gd name="connsiteY0" fmla="*/ 3812056 h 3812056"/>
              <a:gd name="connsiteX1" fmla="*/ 54 w 1714369"/>
              <a:gd name="connsiteY1" fmla="*/ 2909123 h 3812056"/>
              <a:gd name="connsiteX2" fmla="*/ 1123819 w 1714369"/>
              <a:gd name="connsiteY2" fmla="*/ 287806 h 3812056"/>
              <a:gd name="connsiteX3" fmla="*/ 1714369 w 1714369"/>
              <a:gd name="connsiteY3" fmla="*/ 49681 h 3812056"/>
              <a:gd name="connsiteX0" fmla="*/ 1191830 w 1734755"/>
              <a:gd name="connsiteY0" fmla="*/ 3778831 h 3778831"/>
              <a:gd name="connsiteX1" fmla="*/ 20440 w 1734755"/>
              <a:gd name="connsiteY1" fmla="*/ 2875898 h 3778831"/>
              <a:gd name="connsiteX2" fmla="*/ 531646 w 1734755"/>
              <a:gd name="connsiteY2" fmla="*/ 325603 h 3778831"/>
              <a:gd name="connsiteX3" fmla="*/ 1734755 w 1734755"/>
              <a:gd name="connsiteY3" fmla="*/ 16456 h 3778831"/>
              <a:gd name="connsiteX0" fmla="*/ 1229082 w 1736496"/>
              <a:gd name="connsiteY0" fmla="*/ 3556889 h 3556889"/>
              <a:gd name="connsiteX1" fmla="*/ 22181 w 1736496"/>
              <a:gd name="connsiteY1" fmla="*/ 2875898 h 3556889"/>
              <a:gd name="connsiteX2" fmla="*/ 533387 w 1736496"/>
              <a:gd name="connsiteY2" fmla="*/ 325603 h 3556889"/>
              <a:gd name="connsiteX3" fmla="*/ 1736496 w 1736496"/>
              <a:gd name="connsiteY3" fmla="*/ 16456 h 3556889"/>
              <a:gd name="connsiteX0" fmla="*/ 1229082 w 1736496"/>
              <a:gd name="connsiteY0" fmla="*/ 3556889 h 3556889"/>
              <a:gd name="connsiteX1" fmla="*/ 22181 w 1736496"/>
              <a:gd name="connsiteY1" fmla="*/ 2875898 h 3556889"/>
              <a:gd name="connsiteX2" fmla="*/ 533387 w 1736496"/>
              <a:gd name="connsiteY2" fmla="*/ 325603 h 3556889"/>
              <a:gd name="connsiteX3" fmla="*/ 1736496 w 1736496"/>
              <a:gd name="connsiteY3" fmla="*/ 16456 h 3556889"/>
            </a:gdLst>
            <a:ahLst/>
            <a:cxnLst>
              <a:cxn ang="0">
                <a:pos x="connsiteX0" y="connsiteY0"/>
              </a:cxn>
              <a:cxn ang="0">
                <a:pos x="connsiteX1" y="connsiteY1"/>
              </a:cxn>
              <a:cxn ang="0">
                <a:pos x="connsiteX2" y="connsiteY2"/>
              </a:cxn>
              <a:cxn ang="0">
                <a:pos x="connsiteX3" y="connsiteY3"/>
              </a:cxn>
            </a:cxnLst>
            <a:rect l="l" t="t" r="r" b="b"/>
            <a:pathLst>
              <a:path w="1736496" h="3556889">
                <a:moveTo>
                  <a:pt x="1229082" y="3556889"/>
                </a:moveTo>
                <a:cubicBezTo>
                  <a:pt x="754982" y="3514697"/>
                  <a:pt x="138130" y="3414446"/>
                  <a:pt x="22181" y="2875898"/>
                </a:cubicBezTo>
                <a:cubicBezTo>
                  <a:pt x="-93768" y="2337350"/>
                  <a:pt x="269862" y="806616"/>
                  <a:pt x="533387" y="325603"/>
                </a:cubicBezTo>
                <a:cubicBezTo>
                  <a:pt x="796912" y="-155410"/>
                  <a:pt x="1660296" y="48206"/>
                  <a:pt x="1736496" y="16456"/>
                </a:cubicBezTo>
              </a:path>
            </a:pathLst>
          </a:custGeom>
          <a:noFill/>
          <a:ln w="19050">
            <a:solidFill>
              <a:srgbClr val="8BC9A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59" name="任意多边形 58"/>
          <p:cNvSpPr/>
          <p:nvPr/>
        </p:nvSpPr>
        <p:spPr bwMode="gray">
          <a:xfrm>
            <a:off x="3655398" y="1406913"/>
            <a:ext cx="1182789" cy="3364958"/>
          </a:xfrm>
          <a:custGeom>
            <a:avLst/>
            <a:gdLst>
              <a:gd name="connsiteX0" fmla="*/ 391300 w 1184921"/>
              <a:gd name="connsiteY0" fmla="*/ 3632602 h 3632602"/>
              <a:gd name="connsiteX1" fmla="*/ 1181875 w 1184921"/>
              <a:gd name="connsiteY1" fmla="*/ 2518177 h 3632602"/>
              <a:gd name="connsiteX2" fmla="*/ 134125 w 1184921"/>
              <a:gd name="connsiteY2" fmla="*/ 1060852 h 3632602"/>
              <a:gd name="connsiteX3" fmla="*/ 29350 w 1184921"/>
              <a:gd name="connsiteY3" fmla="*/ 108352 h 3632602"/>
              <a:gd name="connsiteX4" fmla="*/ 277000 w 1184921"/>
              <a:gd name="connsiteY4" fmla="*/ 13102 h 3632602"/>
              <a:gd name="connsiteX0" fmla="*/ 284768 w 1182774"/>
              <a:gd name="connsiteY0" fmla="*/ 3366272 h 3366272"/>
              <a:gd name="connsiteX1" fmla="*/ 1181875 w 1182774"/>
              <a:gd name="connsiteY1" fmla="*/ 2518177 h 3366272"/>
              <a:gd name="connsiteX2" fmla="*/ 134125 w 1182774"/>
              <a:gd name="connsiteY2" fmla="*/ 1060852 h 3366272"/>
              <a:gd name="connsiteX3" fmla="*/ 29350 w 1182774"/>
              <a:gd name="connsiteY3" fmla="*/ 108352 h 3366272"/>
              <a:gd name="connsiteX4" fmla="*/ 277000 w 1182774"/>
              <a:gd name="connsiteY4" fmla="*/ 13102 h 3366272"/>
              <a:gd name="connsiteX0" fmla="*/ 284768 w 1183251"/>
              <a:gd name="connsiteY0" fmla="*/ 3366272 h 3366272"/>
              <a:gd name="connsiteX1" fmla="*/ 1181875 w 1183251"/>
              <a:gd name="connsiteY1" fmla="*/ 2518177 h 3366272"/>
              <a:gd name="connsiteX2" fmla="*/ 134125 w 1183251"/>
              <a:gd name="connsiteY2" fmla="*/ 1060852 h 3366272"/>
              <a:gd name="connsiteX3" fmla="*/ 29350 w 1183251"/>
              <a:gd name="connsiteY3" fmla="*/ 108352 h 3366272"/>
              <a:gd name="connsiteX4" fmla="*/ 277000 w 1183251"/>
              <a:gd name="connsiteY4" fmla="*/ 13102 h 3366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3251" h="3366272">
                <a:moveTo>
                  <a:pt x="284768" y="3366272"/>
                </a:moveTo>
                <a:cubicBezTo>
                  <a:pt x="887918" y="3156537"/>
                  <a:pt x="1206982" y="2902414"/>
                  <a:pt x="1181875" y="2518177"/>
                </a:cubicBezTo>
                <a:cubicBezTo>
                  <a:pt x="1156768" y="2133940"/>
                  <a:pt x="326213" y="1462490"/>
                  <a:pt x="134125" y="1060852"/>
                </a:cubicBezTo>
                <a:cubicBezTo>
                  <a:pt x="-57963" y="659214"/>
                  <a:pt x="5538" y="282977"/>
                  <a:pt x="29350" y="108352"/>
                </a:cubicBezTo>
                <a:cubicBezTo>
                  <a:pt x="53162" y="-66273"/>
                  <a:pt x="240487" y="25802"/>
                  <a:pt x="277000" y="13102"/>
                </a:cubicBezTo>
              </a:path>
            </a:pathLst>
          </a:custGeom>
          <a:noFill/>
          <a:ln w="19050">
            <a:solidFill>
              <a:srgbClr val="8BC9A0"/>
            </a:solidFill>
            <a:prstDash val="dash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任意多边形 2"/>
          <p:cNvSpPr/>
          <p:nvPr/>
        </p:nvSpPr>
        <p:spPr bwMode="auto">
          <a:xfrm>
            <a:off x="4011142" y="2202142"/>
            <a:ext cx="1003688" cy="2609016"/>
          </a:xfrm>
          <a:custGeom>
            <a:avLst/>
            <a:gdLst>
              <a:gd name="connsiteX0" fmla="*/ 0 w 1136471"/>
              <a:gd name="connsiteY0" fmla="*/ 2969679 h 2969679"/>
              <a:gd name="connsiteX1" fmla="*/ 1136342 w 1136471"/>
              <a:gd name="connsiteY1" fmla="*/ 2073034 h 2969679"/>
              <a:gd name="connsiteX2" fmla="*/ 79899 w 1136471"/>
              <a:gd name="connsiteY2" fmla="*/ 270867 h 2969679"/>
              <a:gd name="connsiteX3" fmla="*/ 825624 w 1136471"/>
              <a:gd name="connsiteY3" fmla="*/ 40048 h 2969679"/>
              <a:gd name="connsiteX0" fmla="*/ 0 w 1136476"/>
              <a:gd name="connsiteY0" fmla="*/ 2976253 h 2976253"/>
              <a:gd name="connsiteX1" fmla="*/ 1136342 w 1136476"/>
              <a:gd name="connsiteY1" fmla="*/ 2079608 h 2976253"/>
              <a:gd name="connsiteX2" fmla="*/ 79899 w 1136476"/>
              <a:gd name="connsiteY2" fmla="*/ 277441 h 2976253"/>
              <a:gd name="connsiteX3" fmla="*/ 612560 w 1136476"/>
              <a:gd name="connsiteY3" fmla="*/ 37744 h 2976253"/>
              <a:gd name="connsiteX0" fmla="*/ 0 w 1136785"/>
              <a:gd name="connsiteY0" fmla="*/ 2945353 h 2945353"/>
              <a:gd name="connsiteX1" fmla="*/ 1136342 w 1136785"/>
              <a:gd name="connsiteY1" fmla="*/ 2048708 h 2945353"/>
              <a:gd name="connsiteX2" fmla="*/ 142043 w 1136785"/>
              <a:gd name="connsiteY2" fmla="*/ 566137 h 2945353"/>
              <a:gd name="connsiteX3" fmla="*/ 612560 w 1136785"/>
              <a:gd name="connsiteY3" fmla="*/ 6844 h 2945353"/>
              <a:gd name="connsiteX0" fmla="*/ 0 w 1136785"/>
              <a:gd name="connsiteY0" fmla="*/ 2938509 h 2938509"/>
              <a:gd name="connsiteX1" fmla="*/ 1136342 w 1136785"/>
              <a:gd name="connsiteY1" fmla="*/ 2041864 h 2938509"/>
              <a:gd name="connsiteX2" fmla="*/ 142043 w 1136785"/>
              <a:gd name="connsiteY2" fmla="*/ 559293 h 2938509"/>
              <a:gd name="connsiteX3" fmla="*/ 612560 w 1136785"/>
              <a:gd name="connsiteY3" fmla="*/ 0 h 2938509"/>
              <a:gd name="connsiteX0" fmla="*/ 0 w 1021426"/>
              <a:gd name="connsiteY0" fmla="*/ 2938509 h 2938509"/>
              <a:gd name="connsiteX1" fmla="*/ 1020932 w 1021426"/>
              <a:gd name="connsiteY1" fmla="*/ 1828799 h 2938509"/>
              <a:gd name="connsiteX2" fmla="*/ 142043 w 1021426"/>
              <a:gd name="connsiteY2" fmla="*/ 559293 h 2938509"/>
              <a:gd name="connsiteX3" fmla="*/ 612560 w 1021426"/>
              <a:gd name="connsiteY3" fmla="*/ 0 h 2938509"/>
              <a:gd name="connsiteX0" fmla="*/ 0 w 1022009"/>
              <a:gd name="connsiteY0" fmla="*/ 2938509 h 2938509"/>
              <a:gd name="connsiteX1" fmla="*/ 1020932 w 1022009"/>
              <a:gd name="connsiteY1" fmla="*/ 1828799 h 2938509"/>
              <a:gd name="connsiteX2" fmla="*/ 204187 w 1022009"/>
              <a:gd name="connsiteY2" fmla="*/ 532660 h 2938509"/>
              <a:gd name="connsiteX3" fmla="*/ 612560 w 1022009"/>
              <a:gd name="connsiteY3" fmla="*/ 0 h 2938509"/>
              <a:gd name="connsiteX0" fmla="*/ 0 w 870088"/>
              <a:gd name="connsiteY0" fmla="*/ 2894121 h 2894121"/>
              <a:gd name="connsiteX1" fmla="*/ 870011 w 870088"/>
              <a:gd name="connsiteY1" fmla="*/ 1828799 h 2894121"/>
              <a:gd name="connsiteX2" fmla="*/ 53266 w 870088"/>
              <a:gd name="connsiteY2" fmla="*/ 532660 h 2894121"/>
              <a:gd name="connsiteX3" fmla="*/ 461639 w 870088"/>
              <a:gd name="connsiteY3" fmla="*/ 0 h 2894121"/>
              <a:gd name="connsiteX0" fmla="*/ 0 w 870088"/>
              <a:gd name="connsiteY0" fmla="*/ 2894121 h 2894121"/>
              <a:gd name="connsiteX1" fmla="*/ 870011 w 870088"/>
              <a:gd name="connsiteY1" fmla="*/ 1828799 h 2894121"/>
              <a:gd name="connsiteX2" fmla="*/ 53266 w 870088"/>
              <a:gd name="connsiteY2" fmla="*/ 532660 h 2894121"/>
              <a:gd name="connsiteX3" fmla="*/ 461639 w 870088"/>
              <a:gd name="connsiteY3" fmla="*/ 0 h 2894121"/>
              <a:gd name="connsiteX0" fmla="*/ 0 w 1004080"/>
              <a:gd name="connsiteY0" fmla="*/ 2610035 h 2610035"/>
              <a:gd name="connsiteX1" fmla="*/ 1003176 w 1004080"/>
              <a:gd name="connsiteY1" fmla="*/ 1828799 h 2610035"/>
              <a:gd name="connsiteX2" fmla="*/ 186431 w 1004080"/>
              <a:gd name="connsiteY2" fmla="*/ 532660 h 2610035"/>
              <a:gd name="connsiteX3" fmla="*/ 594804 w 1004080"/>
              <a:gd name="connsiteY3" fmla="*/ 0 h 2610035"/>
              <a:gd name="connsiteX0" fmla="*/ 0 w 1004080"/>
              <a:gd name="connsiteY0" fmla="*/ 2610035 h 2610035"/>
              <a:gd name="connsiteX1" fmla="*/ 1003176 w 1004080"/>
              <a:gd name="connsiteY1" fmla="*/ 1828799 h 2610035"/>
              <a:gd name="connsiteX2" fmla="*/ 186431 w 1004080"/>
              <a:gd name="connsiteY2" fmla="*/ 532660 h 2610035"/>
              <a:gd name="connsiteX3" fmla="*/ 594804 w 1004080"/>
              <a:gd name="connsiteY3" fmla="*/ 0 h 2610035"/>
            </a:gdLst>
            <a:ahLst/>
            <a:cxnLst>
              <a:cxn ang="0">
                <a:pos x="connsiteX0" y="connsiteY0"/>
              </a:cxn>
              <a:cxn ang="0">
                <a:pos x="connsiteX1" y="connsiteY1"/>
              </a:cxn>
              <a:cxn ang="0">
                <a:pos x="connsiteX2" y="connsiteY2"/>
              </a:cxn>
              <a:cxn ang="0">
                <a:pos x="connsiteX3" y="connsiteY3"/>
              </a:cxn>
            </a:cxnLst>
            <a:rect l="l" t="t" r="r" b="b"/>
            <a:pathLst>
              <a:path w="1004080" h="2610035">
                <a:moveTo>
                  <a:pt x="0" y="2610035"/>
                </a:moveTo>
                <a:cubicBezTo>
                  <a:pt x="614779" y="2404368"/>
                  <a:pt x="972104" y="2175028"/>
                  <a:pt x="1003176" y="1828799"/>
                </a:cubicBezTo>
                <a:cubicBezTo>
                  <a:pt x="1034248" y="1482570"/>
                  <a:pt x="254493" y="837460"/>
                  <a:pt x="186431" y="532660"/>
                </a:cubicBezTo>
                <a:cubicBezTo>
                  <a:pt x="118369" y="227860"/>
                  <a:pt x="595543" y="381000"/>
                  <a:pt x="594804" y="0"/>
                </a:cubicBezTo>
              </a:path>
            </a:pathLst>
          </a:custGeom>
          <a:noFill/>
          <a:ln w="19050">
            <a:solidFill>
              <a:srgbClr val="EC706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7" name="任意多边形 6"/>
          <p:cNvSpPr/>
          <p:nvPr/>
        </p:nvSpPr>
        <p:spPr bwMode="auto">
          <a:xfrm>
            <a:off x="2410121" y="1953664"/>
            <a:ext cx="1503403" cy="2821997"/>
          </a:xfrm>
          <a:custGeom>
            <a:avLst/>
            <a:gdLst>
              <a:gd name="connsiteX0" fmla="*/ 882380 w 1397284"/>
              <a:gd name="connsiteY0" fmla="*/ 2982897 h 2982897"/>
              <a:gd name="connsiteX1" fmla="*/ 3490 w 1397284"/>
              <a:gd name="connsiteY1" fmla="*/ 2317072 h 2982897"/>
              <a:gd name="connsiteX2" fmla="*/ 607172 w 1397284"/>
              <a:gd name="connsiteY2" fmla="*/ 435006 h 2982897"/>
              <a:gd name="connsiteX3" fmla="*/ 1397284 w 1397284"/>
              <a:gd name="connsiteY3" fmla="*/ 0 h 2982897"/>
              <a:gd name="connsiteX0" fmla="*/ 891830 w 1406734"/>
              <a:gd name="connsiteY0" fmla="*/ 2982897 h 2982897"/>
              <a:gd name="connsiteX1" fmla="*/ 12940 w 1406734"/>
              <a:gd name="connsiteY1" fmla="*/ 2317072 h 2982897"/>
              <a:gd name="connsiteX2" fmla="*/ 439068 w 1406734"/>
              <a:gd name="connsiteY2" fmla="*/ 328474 h 2982897"/>
              <a:gd name="connsiteX3" fmla="*/ 1406734 w 1406734"/>
              <a:gd name="connsiteY3" fmla="*/ 0 h 2982897"/>
              <a:gd name="connsiteX0" fmla="*/ 986966 w 1501870"/>
              <a:gd name="connsiteY0" fmla="*/ 2982897 h 2982897"/>
              <a:gd name="connsiteX1" fmla="*/ 10422 w 1501870"/>
              <a:gd name="connsiteY1" fmla="*/ 2148396 h 2982897"/>
              <a:gd name="connsiteX2" fmla="*/ 534204 w 1501870"/>
              <a:gd name="connsiteY2" fmla="*/ 328474 h 2982897"/>
              <a:gd name="connsiteX3" fmla="*/ 1501870 w 1501870"/>
              <a:gd name="connsiteY3" fmla="*/ 0 h 2982897"/>
              <a:gd name="connsiteX0" fmla="*/ 1042352 w 1503990"/>
              <a:gd name="connsiteY0" fmla="*/ 2823099 h 2823099"/>
              <a:gd name="connsiteX1" fmla="*/ 12542 w 1503990"/>
              <a:gd name="connsiteY1" fmla="*/ 2148396 h 2823099"/>
              <a:gd name="connsiteX2" fmla="*/ 536324 w 1503990"/>
              <a:gd name="connsiteY2" fmla="*/ 328474 h 2823099"/>
              <a:gd name="connsiteX3" fmla="*/ 1503990 w 1503990"/>
              <a:gd name="connsiteY3" fmla="*/ 0 h 2823099"/>
            </a:gdLst>
            <a:ahLst/>
            <a:cxnLst>
              <a:cxn ang="0">
                <a:pos x="connsiteX0" y="connsiteY0"/>
              </a:cxn>
              <a:cxn ang="0">
                <a:pos x="connsiteX1" y="connsiteY1"/>
              </a:cxn>
              <a:cxn ang="0">
                <a:pos x="connsiteX2" y="connsiteY2"/>
              </a:cxn>
              <a:cxn ang="0">
                <a:pos x="connsiteX3" y="connsiteY3"/>
              </a:cxn>
            </a:cxnLst>
            <a:rect l="l" t="t" r="r" b="b"/>
            <a:pathLst>
              <a:path w="1503990" h="2823099">
                <a:moveTo>
                  <a:pt x="1042352" y="2823099"/>
                </a:moveTo>
                <a:cubicBezTo>
                  <a:pt x="625841" y="2702510"/>
                  <a:pt x="96880" y="2564167"/>
                  <a:pt x="12542" y="2148396"/>
                </a:cubicBezTo>
                <a:cubicBezTo>
                  <a:pt x="-71796" y="1732625"/>
                  <a:pt x="287749" y="686540"/>
                  <a:pt x="536324" y="328474"/>
                </a:cubicBezTo>
                <a:cubicBezTo>
                  <a:pt x="784899" y="-29592"/>
                  <a:pt x="1225083" y="24413"/>
                  <a:pt x="1503990" y="0"/>
                </a:cubicBezTo>
              </a:path>
            </a:pathLst>
          </a:custGeom>
          <a:noFill/>
          <a:ln w="19050">
            <a:solidFill>
              <a:srgbClr val="EC7061"/>
            </a:solidFill>
            <a:prstDash val="dash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cxnSp>
        <p:nvCxnSpPr>
          <p:cNvPr id="47" name="直接连接符 46">
            <a:extLst>
              <a:ext uri="{FF2B5EF4-FFF2-40B4-BE49-F238E27FC236}">
                <a16:creationId xmlns:a16="http://schemas.microsoft.com/office/drawing/2014/main" id="{94275FFE-3BE6-4C12-8737-FDFE3456C4A2}"/>
              </a:ext>
            </a:extLst>
          </p:cNvPr>
          <p:cNvCxnSpPr/>
          <p:nvPr/>
        </p:nvCxnSpPr>
        <p:spPr bwMode="gray">
          <a:xfrm>
            <a:off x="6093620" y="1507285"/>
            <a:ext cx="603446" cy="0"/>
          </a:xfrm>
          <a:prstGeom prst="line">
            <a:avLst/>
          </a:prstGeom>
          <a:noFill/>
          <a:ln w="19050">
            <a:solidFill>
              <a:srgbClr val="8BC9A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57" name="矩形 56"/>
          <p:cNvSpPr/>
          <p:nvPr/>
        </p:nvSpPr>
        <p:spPr bwMode="gray">
          <a:xfrm>
            <a:off x="6697067" y="1353456"/>
            <a:ext cx="1855164" cy="307657"/>
          </a:xfrm>
          <a:prstGeom prst="rect">
            <a:avLst/>
          </a:prstGeom>
        </p:spPr>
        <p:txBody>
          <a:bodyPr wrap="square">
            <a:spAutoFit/>
          </a:bodyPr>
          <a:lstStyle/>
          <a:p>
            <a:r>
              <a:rPr lang="en-US" altLang="zh-CN" sz="1399" dirty="0">
                <a:latin typeface="Huawei Sans" panose="020C0503030203020204" pitchFamily="34" charset="0"/>
                <a:ea typeface="方正兰亭黑简体" panose="02000000000000000000" pitchFamily="2" charset="-122"/>
                <a:sym typeface="Huawei Sans" panose="020C0503030203020204" pitchFamily="34" charset="0"/>
              </a:rPr>
              <a:t>A</a:t>
            </a:r>
            <a:r>
              <a:rPr lang="zh-CN" altLang="en-US" sz="1399" dirty="0">
                <a:latin typeface="Huawei Sans" panose="020C0503030203020204" pitchFamily="34" charset="0"/>
                <a:ea typeface="方正兰亭黑简体" panose="02000000000000000000" pitchFamily="2" charset="-122"/>
                <a:sym typeface="Huawei Sans" panose="020C0503030203020204" pitchFamily="34" charset="0"/>
              </a:rPr>
              <a:t>类型业务主路径</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0" name="直接连接符 49">
            <a:extLst>
              <a:ext uri="{FF2B5EF4-FFF2-40B4-BE49-F238E27FC236}">
                <a16:creationId xmlns:a16="http://schemas.microsoft.com/office/drawing/2014/main" id="{94275FFE-3BE6-4C12-8737-FDFE3456C4A2}"/>
              </a:ext>
            </a:extLst>
          </p:cNvPr>
          <p:cNvCxnSpPr/>
          <p:nvPr/>
        </p:nvCxnSpPr>
        <p:spPr bwMode="gray">
          <a:xfrm>
            <a:off x="6093620" y="1878631"/>
            <a:ext cx="603446" cy="0"/>
          </a:xfrm>
          <a:prstGeom prst="line">
            <a:avLst/>
          </a:prstGeom>
          <a:noFill/>
          <a:ln w="19050">
            <a:solidFill>
              <a:srgbClr val="8BC9A0"/>
            </a:solidFill>
            <a:prstDash val="dash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58" name="矩形 57"/>
          <p:cNvSpPr/>
          <p:nvPr/>
        </p:nvSpPr>
        <p:spPr bwMode="gray">
          <a:xfrm>
            <a:off x="6697067" y="1705269"/>
            <a:ext cx="1855164" cy="307657"/>
          </a:xfrm>
          <a:prstGeom prst="rect">
            <a:avLst/>
          </a:prstGeom>
        </p:spPr>
        <p:txBody>
          <a:bodyPr wrap="square">
            <a:spAutoFit/>
          </a:bodyPr>
          <a:lstStyle/>
          <a:p>
            <a:r>
              <a:rPr lang="en-US" altLang="zh-CN" sz="1399" dirty="0">
                <a:latin typeface="Huawei Sans" panose="020C0503030203020204" pitchFamily="34" charset="0"/>
                <a:ea typeface="方正兰亭黑简体" panose="02000000000000000000" pitchFamily="2" charset="-122"/>
                <a:sym typeface="Huawei Sans" panose="020C0503030203020204" pitchFamily="34" charset="0"/>
              </a:rPr>
              <a:t>A</a:t>
            </a:r>
            <a:r>
              <a:rPr lang="zh-CN" altLang="en-US" sz="1399" dirty="0">
                <a:latin typeface="Huawei Sans" panose="020C0503030203020204" pitchFamily="34" charset="0"/>
                <a:ea typeface="方正兰亭黑简体" panose="02000000000000000000" pitchFamily="2" charset="-122"/>
                <a:sym typeface="Huawei Sans" panose="020C0503030203020204" pitchFamily="34" charset="0"/>
              </a:rPr>
              <a:t>类型业务备用路径</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1" name="直接连接符 50">
            <a:extLst>
              <a:ext uri="{FF2B5EF4-FFF2-40B4-BE49-F238E27FC236}">
                <a16:creationId xmlns:a16="http://schemas.microsoft.com/office/drawing/2014/main" id="{94275FFE-3BE6-4C12-8737-FDFE3456C4A2}"/>
              </a:ext>
            </a:extLst>
          </p:cNvPr>
          <p:cNvCxnSpPr/>
          <p:nvPr/>
        </p:nvCxnSpPr>
        <p:spPr bwMode="auto">
          <a:xfrm>
            <a:off x="8552231" y="1540321"/>
            <a:ext cx="603446" cy="0"/>
          </a:xfrm>
          <a:prstGeom prst="line">
            <a:avLst/>
          </a:prstGeom>
          <a:noFill/>
          <a:ln w="19050">
            <a:solidFill>
              <a:srgbClr val="EC706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60" name="矩形 59"/>
          <p:cNvSpPr/>
          <p:nvPr/>
        </p:nvSpPr>
        <p:spPr bwMode="gray">
          <a:xfrm>
            <a:off x="9155677" y="1386491"/>
            <a:ext cx="1855164" cy="307657"/>
          </a:xfrm>
          <a:prstGeom prst="rect">
            <a:avLst/>
          </a:prstGeom>
        </p:spPr>
        <p:txBody>
          <a:bodyPr wrap="square">
            <a:spAutoFit/>
          </a:bodyPr>
          <a:lstStyle/>
          <a:p>
            <a:r>
              <a:rPr lang="en-US" altLang="zh-CN" sz="1399" dirty="0">
                <a:latin typeface="Huawei Sans" panose="020C0503030203020204" pitchFamily="34" charset="0"/>
                <a:ea typeface="方正兰亭黑简体" panose="02000000000000000000" pitchFamily="2" charset="-122"/>
                <a:sym typeface="Huawei Sans" panose="020C0503030203020204" pitchFamily="34" charset="0"/>
              </a:rPr>
              <a:t>B</a:t>
            </a:r>
            <a:r>
              <a:rPr lang="zh-CN" altLang="en-US" sz="1399" dirty="0">
                <a:latin typeface="Huawei Sans" panose="020C0503030203020204" pitchFamily="34" charset="0"/>
                <a:ea typeface="方正兰亭黑简体" panose="02000000000000000000" pitchFamily="2" charset="-122"/>
                <a:sym typeface="Huawei Sans" panose="020C0503030203020204" pitchFamily="34" charset="0"/>
              </a:rPr>
              <a:t>类型业务主路径</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3" name="直接连接符 52">
            <a:extLst>
              <a:ext uri="{FF2B5EF4-FFF2-40B4-BE49-F238E27FC236}">
                <a16:creationId xmlns:a16="http://schemas.microsoft.com/office/drawing/2014/main" id="{94275FFE-3BE6-4C12-8737-FDFE3456C4A2}"/>
              </a:ext>
            </a:extLst>
          </p:cNvPr>
          <p:cNvCxnSpPr/>
          <p:nvPr/>
        </p:nvCxnSpPr>
        <p:spPr bwMode="auto">
          <a:xfrm>
            <a:off x="8552231" y="1892134"/>
            <a:ext cx="603446" cy="0"/>
          </a:xfrm>
          <a:prstGeom prst="line">
            <a:avLst/>
          </a:prstGeom>
          <a:noFill/>
          <a:ln w="19050">
            <a:solidFill>
              <a:srgbClr val="EC7061"/>
            </a:solidFill>
            <a:prstDash val="dash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61" name="矩形 60"/>
          <p:cNvSpPr/>
          <p:nvPr/>
        </p:nvSpPr>
        <p:spPr bwMode="gray">
          <a:xfrm>
            <a:off x="9155677" y="1738303"/>
            <a:ext cx="1855164" cy="307657"/>
          </a:xfrm>
          <a:prstGeom prst="rect">
            <a:avLst/>
          </a:prstGeom>
        </p:spPr>
        <p:txBody>
          <a:bodyPr wrap="square">
            <a:spAutoFit/>
          </a:bodyPr>
          <a:lstStyle/>
          <a:p>
            <a:r>
              <a:rPr lang="en-US" altLang="zh-CN" sz="1399" dirty="0">
                <a:latin typeface="Huawei Sans" panose="020C0503030203020204" pitchFamily="34" charset="0"/>
                <a:ea typeface="方正兰亭黑简体" panose="02000000000000000000" pitchFamily="2" charset="-122"/>
                <a:sym typeface="Huawei Sans" panose="020C0503030203020204" pitchFamily="34" charset="0"/>
              </a:rPr>
              <a:t>B</a:t>
            </a:r>
            <a:r>
              <a:rPr lang="zh-CN" altLang="en-US" sz="1399" dirty="0">
                <a:latin typeface="Huawei Sans" panose="020C0503030203020204" pitchFamily="34" charset="0"/>
                <a:ea typeface="方正兰亭黑简体" panose="02000000000000000000" pitchFamily="2" charset="-122"/>
                <a:sym typeface="Huawei Sans" panose="020C0503030203020204" pitchFamily="34" charset="0"/>
              </a:rPr>
              <a:t>类型业务备用路径</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文本框 61"/>
          <p:cNvSpPr txBox="1"/>
          <p:nvPr/>
        </p:nvSpPr>
        <p:spPr bwMode="gray">
          <a:xfrm>
            <a:off x="6093620" y="2263659"/>
            <a:ext cx="5236401" cy="1074874"/>
          </a:xfrm>
          <a:prstGeom prst="rect">
            <a:avLst/>
          </a:prstGeom>
          <a:solidFill>
            <a:srgbClr val="FFFFCC"/>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ts val="2599"/>
              </a:lnSpc>
            </a:pPr>
            <a:r>
              <a:rPr lang="zh-CN" altLang="en-US" sz="1399" i="0" dirty="0">
                <a:solidFill>
                  <a:srgbClr val="C7000B"/>
                </a:solidFill>
              </a:rPr>
              <a:t>核心交换机上将前往</a:t>
            </a:r>
            <a:r>
              <a:rPr lang="en-US" altLang="zh-CN" sz="1399" i="0" dirty="0">
                <a:solidFill>
                  <a:srgbClr val="C7000B"/>
                </a:solidFill>
              </a:rPr>
              <a:t>A</a:t>
            </a:r>
            <a:r>
              <a:rPr lang="zh-CN" altLang="en-US" sz="1399" i="0" dirty="0">
                <a:solidFill>
                  <a:srgbClr val="C7000B"/>
                </a:solidFill>
              </a:rPr>
              <a:t>类型业务、</a:t>
            </a:r>
            <a:r>
              <a:rPr lang="en-US" altLang="zh-CN" sz="1399" i="0" dirty="0">
                <a:solidFill>
                  <a:srgbClr val="C7000B"/>
                </a:solidFill>
              </a:rPr>
              <a:t>B</a:t>
            </a:r>
            <a:r>
              <a:rPr lang="zh-CN" altLang="en-US" sz="1399" i="0" dirty="0">
                <a:solidFill>
                  <a:srgbClr val="C7000B"/>
                </a:solidFill>
              </a:rPr>
              <a:t>类型业务的路由分别指向不同的出口设备，由不同的链路承载，并通过设置浮动路由使得两个出口设备互为路径备份。</a:t>
            </a:r>
            <a:endParaRPr lang="en-US" altLang="zh-CN" sz="1399" i="0" dirty="0">
              <a:solidFill>
                <a:srgbClr val="C7000B"/>
              </a:solidFill>
            </a:endParaRPr>
          </a:p>
        </p:txBody>
      </p:sp>
      <p:sp>
        <p:nvSpPr>
          <p:cNvPr id="70" name="文本框 69"/>
          <p:cNvSpPr txBox="1"/>
          <p:nvPr/>
        </p:nvSpPr>
        <p:spPr bwMode="gray">
          <a:xfrm>
            <a:off x="6095365" y="3817333"/>
            <a:ext cx="5645962" cy="1630579"/>
          </a:xfrm>
          <a:prstGeom prst="rect">
            <a:avLst/>
          </a:prstGeom>
          <a:solidFill>
            <a:schemeClr val="bg1">
              <a:lumMod val="85000"/>
            </a:schemeClr>
          </a:solidFill>
          <a:ln>
            <a:solidFill>
              <a:schemeClr val="bg1">
                <a:lumMod val="85000"/>
              </a:schemeClr>
            </a:solidFill>
          </a:ln>
        </p:spPr>
        <p:txBody>
          <a:bodyPr wrap="square" rtlCol="0">
            <a:spAutoFit/>
          </a:bodyPr>
          <a:lstStyle/>
          <a:p>
            <a:pPr>
              <a:lnSpc>
                <a:spcPts val="2398"/>
              </a:lnSpc>
            </a:pPr>
            <a:r>
              <a:rPr lang="en-US" altLang="zh-CN" sz="1398"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en-US" altLang="zh-CN" sz="1398"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route-static </a:t>
            </a:r>
            <a:r>
              <a:rPr lang="en-US" altLang="zh-CN" sz="1398" i="1" dirty="0">
                <a:solidFill>
                  <a:srgbClr val="62B230"/>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a:t>
            </a:r>
            <a:r>
              <a:rPr lang="zh-CN" altLang="en-US" sz="1398" i="1" dirty="0">
                <a:solidFill>
                  <a:srgbClr val="62B230"/>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类型业务地址</a:t>
            </a:r>
            <a:r>
              <a:rPr lang="en-US" altLang="zh-CN" sz="1398" i="1" dirty="0">
                <a:solidFill>
                  <a:srgbClr val="62B230"/>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mask A</a:t>
            </a:r>
            <a:r>
              <a:rPr lang="en-US" altLang="zh-CN" sz="1398" dirty="0">
                <a:solidFill>
                  <a:srgbClr val="62B230"/>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398"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track </a:t>
            </a:r>
            <a:r>
              <a:rPr lang="en-US" altLang="zh-CN" sz="1398" i="1" dirty="0" err="1">
                <a:solidFill>
                  <a:srgbClr val="62B230"/>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nqa</a:t>
            </a:r>
            <a:r>
              <a:rPr lang="en-US" altLang="zh-CN" sz="1398" i="1" dirty="0">
                <a:solidFill>
                  <a:srgbClr val="62B230"/>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398" i="1" dirty="0" err="1">
                <a:solidFill>
                  <a:srgbClr val="62B230"/>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service_a</a:t>
            </a:r>
            <a:r>
              <a:rPr lang="en-US" altLang="zh-CN" sz="1398" i="1" dirty="0">
                <a:solidFill>
                  <a:srgbClr val="62B230"/>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398" i="1" dirty="0" err="1">
                <a:solidFill>
                  <a:srgbClr val="62B230"/>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icmp</a:t>
            </a:r>
            <a:endParaRPr lang="en-US" altLang="zh-CN" sz="1398" i="1" dirty="0">
              <a:solidFill>
                <a:srgbClr val="62B230"/>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398"/>
              </a:lnSpc>
            </a:pPr>
            <a:r>
              <a:rPr lang="en-US" altLang="zh-CN" sz="1398"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en-US" altLang="zh-CN" sz="1398"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route-static </a:t>
            </a:r>
            <a:r>
              <a:rPr lang="en-US" altLang="zh-CN" sz="1398" i="1" dirty="0">
                <a:solidFill>
                  <a:srgbClr val="62B230"/>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a:t>
            </a:r>
            <a:r>
              <a:rPr lang="zh-CN" altLang="en-US" sz="1398" i="1" dirty="0">
                <a:solidFill>
                  <a:srgbClr val="62B230"/>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类型业务地址</a:t>
            </a:r>
            <a:r>
              <a:rPr lang="en-US" altLang="zh-CN" sz="1398" i="1" dirty="0">
                <a:solidFill>
                  <a:srgbClr val="62B230"/>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mask </a:t>
            </a:r>
            <a:r>
              <a:rPr lang="en-US" altLang="zh-CN" sz="1398" i="1" dirty="0">
                <a:solidFill>
                  <a:srgbClr val="C7000B"/>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a:t>
            </a:r>
            <a:r>
              <a:rPr lang="en-US" altLang="zh-CN" sz="1398" i="1" dirty="0">
                <a:solidFill>
                  <a:srgbClr val="EC7061"/>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399" dirty="0"/>
              <a:t>preference 70</a:t>
            </a:r>
            <a:endParaRPr lang="en-US" altLang="zh-CN" sz="1398" i="1" dirty="0">
              <a:solidFill>
                <a:srgbClr val="EC7061"/>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398"/>
              </a:lnSpc>
            </a:pPr>
            <a:endParaRPr lang="en-US" altLang="zh-CN" sz="1398" i="1" dirty="0">
              <a:solidFill>
                <a:srgbClr val="EC7061"/>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398"/>
              </a:lnSpc>
            </a:pPr>
            <a:r>
              <a:rPr lang="en-US" altLang="zh-CN" sz="1398"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en-US" altLang="zh-CN" sz="1398"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route-static </a:t>
            </a:r>
            <a:r>
              <a:rPr lang="en-US" altLang="zh-CN" sz="1398" i="1" dirty="0">
                <a:solidFill>
                  <a:srgbClr val="C7000B"/>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a:t>
            </a:r>
            <a:r>
              <a:rPr lang="zh-CN" altLang="en-US" sz="1398" i="1" dirty="0">
                <a:solidFill>
                  <a:srgbClr val="C7000B"/>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类型业务地址</a:t>
            </a:r>
            <a:r>
              <a:rPr lang="en-US" altLang="zh-CN" sz="1398" i="1" dirty="0">
                <a:solidFill>
                  <a:srgbClr val="C7000B"/>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mask B</a:t>
            </a:r>
            <a:r>
              <a:rPr lang="en-US" altLang="zh-CN" sz="1398" dirty="0">
                <a:solidFill>
                  <a:srgbClr val="C7000B"/>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398"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track </a:t>
            </a:r>
            <a:r>
              <a:rPr lang="en-US" altLang="zh-CN" sz="1398" i="1" dirty="0" err="1">
                <a:solidFill>
                  <a:srgbClr val="C7000B"/>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nqa</a:t>
            </a:r>
            <a:r>
              <a:rPr lang="en-US" altLang="zh-CN" sz="1398" i="1" dirty="0">
                <a:solidFill>
                  <a:srgbClr val="C7000B"/>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398" i="1" dirty="0" err="1">
                <a:solidFill>
                  <a:srgbClr val="C7000B"/>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service_b</a:t>
            </a:r>
            <a:r>
              <a:rPr lang="en-US" altLang="zh-CN" sz="1398" i="1" dirty="0">
                <a:solidFill>
                  <a:srgbClr val="C7000B"/>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398" i="1" dirty="0" err="1">
                <a:solidFill>
                  <a:srgbClr val="C7000B"/>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icmp</a:t>
            </a:r>
            <a:endParaRPr lang="en-US" altLang="zh-CN" sz="1398" i="1" dirty="0">
              <a:solidFill>
                <a:srgbClr val="C7000B"/>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398"/>
              </a:lnSpc>
            </a:pPr>
            <a:r>
              <a:rPr lang="en-US" altLang="zh-CN" sz="1398"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en-US" altLang="zh-CN" sz="1398"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route-static </a:t>
            </a:r>
            <a:r>
              <a:rPr lang="en-US" altLang="zh-CN" sz="1398" i="1" dirty="0">
                <a:solidFill>
                  <a:srgbClr val="C7000B"/>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a:t>
            </a:r>
            <a:r>
              <a:rPr lang="zh-CN" altLang="en-US" sz="1398" i="1" dirty="0">
                <a:solidFill>
                  <a:srgbClr val="C7000B"/>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类型业务地址</a:t>
            </a:r>
            <a:r>
              <a:rPr lang="en-US" altLang="zh-CN" sz="1398" i="1" dirty="0">
                <a:solidFill>
                  <a:srgbClr val="C7000B"/>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mask </a:t>
            </a:r>
            <a:r>
              <a:rPr lang="en-US" altLang="zh-CN" sz="1398" i="1" dirty="0">
                <a:solidFill>
                  <a:srgbClr val="62B230"/>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a:t>
            </a:r>
            <a:r>
              <a:rPr lang="en-US" altLang="zh-CN" sz="1398" i="1" dirty="0">
                <a:solidFill>
                  <a:srgbClr val="8BC9A0"/>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399" dirty="0"/>
              <a:t>preference 70</a:t>
            </a:r>
            <a:endParaRPr lang="en-US" altLang="zh-CN" sz="1398" i="1" dirty="0">
              <a:solidFill>
                <a:srgbClr val="8BC9A0"/>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1" name="矩形 70"/>
          <p:cNvSpPr/>
          <p:nvPr/>
        </p:nvSpPr>
        <p:spPr bwMode="gray">
          <a:xfrm>
            <a:off x="6095365" y="3429358"/>
            <a:ext cx="3328733" cy="307657"/>
          </a:xfrm>
          <a:prstGeom prst="rect">
            <a:avLst/>
          </a:prstGeom>
        </p:spPr>
        <p:txBody>
          <a:bodyPr wrap="square">
            <a:spAutoFit/>
          </a:bodyPr>
          <a:lstStyle/>
          <a:p>
            <a:r>
              <a:rPr lang="zh-CN" altLang="en-US" sz="1399" dirty="0">
                <a:latin typeface="Huawei Sans" panose="020C0503030203020204" pitchFamily="34" charset="0"/>
                <a:ea typeface="方正兰亭黑简体" panose="02000000000000000000" pitchFamily="2" charset="-122"/>
                <a:sym typeface="Huawei Sans" panose="020C0503030203020204" pitchFamily="34" charset="0"/>
              </a:rPr>
              <a:t>核心交换机静态路由配置模板：</a:t>
            </a:r>
            <a:endParaRPr lang="en-US" altLang="zh-CN" sz="13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椭圆 72"/>
          <p:cNvSpPr>
            <a:spLocks noChangeAspect="1"/>
          </p:cNvSpPr>
          <p:nvPr/>
        </p:nvSpPr>
        <p:spPr bwMode="gray">
          <a:xfrm>
            <a:off x="2862379" y="4242028"/>
            <a:ext cx="251902" cy="251902"/>
          </a:xfrm>
          <a:prstGeom prst="ellipse">
            <a:avLst/>
          </a:prstGeom>
          <a:solidFill>
            <a:srgbClr val="8BC9A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399"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399"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椭圆 73"/>
          <p:cNvSpPr>
            <a:spLocks noChangeAspect="1"/>
          </p:cNvSpPr>
          <p:nvPr/>
        </p:nvSpPr>
        <p:spPr bwMode="gray">
          <a:xfrm>
            <a:off x="4289339" y="4242028"/>
            <a:ext cx="251902" cy="251902"/>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399"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399"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五边形 6"/>
          <p:cNvSpPr/>
          <p:nvPr/>
        </p:nvSpPr>
        <p:spPr bwMode="gray">
          <a:xfrm>
            <a:off x="9011894" y="120131"/>
            <a:ext cx="1560036"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注意事项与课堂环节</a:t>
            </a:r>
          </a:p>
        </p:txBody>
      </p:sp>
      <p:sp>
        <p:nvSpPr>
          <p:cNvPr id="64" name="燕尾形 7"/>
          <p:cNvSpPr/>
          <p:nvPr/>
        </p:nvSpPr>
        <p:spPr bwMode="gray">
          <a:xfrm>
            <a:off x="10481819" y="120131"/>
            <a:ext cx="1259508"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割接场景</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1069221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割接方案 </a:t>
            </a:r>
            <a:r>
              <a:rPr lang="en-US" altLang="zh-CN" dirty="0"/>
              <a:t>(1)</a:t>
            </a:r>
            <a:endParaRPr lang="zh-CN" altLang="en-US" dirty="0"/>
          </a:p>
        </p:txBody>
      </p:sp>
      <p:sp>
        <p:nvSpPr>
          <p:cNvPr id="51" name="文本占位符 3"/>
          <p:cNvSpPr>
            <a:spLocks noGrp="1"/>
          </p:cNvSpPr>
          <p:nvPr>
            <p:ph type="body" sz="quarter" idx="10"/>
          </p:nvPr>
        </p:nvSpPr>
        <p:spPr bwMode="gray"/>
        <p:txBody>
          <a:bodyPr/>
          <a:lstStyle/>
          <a:p>
            <a:r>
              <a:rPr lang="zh-CN" altLang="en-US" sz="1599" dirty="0">
                <a:latin typeface="Huawei Sans" panose="020C0503030203020204" pitchFamily="34" charset="0"/>
                <a:ea typeface="方正兰亭黑简体" panose="02000000000000000000" pitchFamily="2" charset="-122"/>
                <a:sym typeface="Huawei Sans" panose="020C0503030203020204" pitchFamily="34" charset="0"/>
              </a:rPr>
              <a:t>按照如下步骤将原有网络迁移到目标网络（概览）：</a:t>
            </a:r>
            <a:endParaRPr lang="en-US" altLang="zh-CN" sz="1599"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399" dirty="0">
                <a:sym typeface="Huawei Sans" panose="020C0503030203020204" pitchFamily="34" charset="0"/>
              </a:rPr>
              <a:t>部署新的出口路由器，与</a:t>
            </a:r>
            <a:r>
              <a:rPr lang="en-US" altLang="zh-CN" sz="1399" dirty="0">
                <a:sym typeface="Huawei Sans" panose="020C0503030203020204" pitchFamily="34" charset="0"/>
              </a:rPr>
              <a:t>Internet</a:t>
            </a:r>
            <a:r>
              <a:rPr lang="zh-CN" altLang="en-US" sz="1399" dirty="0">
                <a:sym typeface="Huawei Sans" panose="020C0503030203020204" pitchFamily="34" charset="0"/>
              </a:rPr>
              <a:t>连接，完成</a:t>
            </a:r>
            <a:r>
              <a:rPr lang="en-US" altLang="zh-CN" sz="1399" dirty="0">
                <a:sym typeface="Huawei Sans" panose="020C0503030203020204" pitchFamily="34" charset="0"/>
              </a:rPr>
              <a:t>IPsec VPN</a:t>
            </a:r>
            <a:r>
              <a:rPr lang="zh-CN" altLang="en-US" sz="1399" dirty="0">
                <a:sym typeface="Huawei Sans" panose="020C0503030203020204" pitchFamily="34" charset="0"/>
              </a:rPr>
              <a:t>的建立，完成路由的配置。</a:t>
            </a:r>
            <a:endParaRPr lang="en-US" altLang="zh-CN" sz="1399" dirty="0">
              <a:sym typeface="Huawei Sans" panose="020C0503030203020204" pitchFamily="34" charset="0"/>
            </a:endParaRPr>
          </a:p>
          <a:p>
            <a:pPr lvl="1"/>
            <a:r>
              <a:rPr lang="zh-CN" altLang="en-US" sz="1399" dirty="0">
                <a:sym typeface="Huawei Sans" panose="020C0503030203020204" pitchFamily="34" charset="0"/>
              </a:rPr>
              <a:t>部署新的两台核心交换机，完成集群的配置，路由的配置，与出口路由器之间完成跨框聚合的配置，此时不与汇聚交换机连接。</a:t>
            </a:r>
            <a:endParaRPr lang="en-US" altLang="zh-CN" sz="1399" dirty="0">
              <a:sym typeface="Huawei Sans" panose="020C0503030203020204" pitchFamily="34" charset="0"/>
            </a:endParaRPr>
          </a:p>
          <a:p>
            <a:pPr lvl="1"/>
            <a:r>
              <a:rPr lang="zh-CN" altLang="en-US" sz="1399" dirty="0">
                <a:sym typeface="Huawei Sans" panose="020C0503030203020204" pitchFamily="34" charset="0"/>
              </a:rPr>
              <a:t>断开原核心交换机与上下行设备的连接，将汇聚交换机与新的集群核心交换机连接。</a:t>
            </a:r>
          </a:p>
        </p:txBody>
      </p:sp>
      <p:pic>
        <p:nvPicPr>
          <p:cNvPr id="5" name="图片 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936733" y="5406501"/>
            <a:ext cx="497660" cy="407176"/>
          </a:xfrm>
          <a:prstGeom prst="rect">
            <a:avLst/>
          </a:prstGeom>
        </p:spPr>
      </p:pic>
      <p:pic>
        <p:nvPicPr>
          <p:cNvPr id="6" name="图片 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6624270" y="5406501"/>
            <a:ext cx="497660" cy="407176"/>
          </a:xfrm>
          <a:prstGeom prst="rect">
            <a:avLst/>
          </a:prstGeom>
        </p:spPr>
      </p:pic>
      <p:pic>
        <p:nvPicPr>
          <p:cNvPr id="7" name="图片 6"/>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5780502" y="4048772"/>
            <a:ext cx="497660" cy="407176"/>
          </a:xfrm>
          <a:prstGeom prst="rect">
            <a:avLst/>
          </a:prstGeom>
        </p:spPr>
      </p:pic>
      <p:grpSp>
        <p:nvGrpSpPr>
          <p:cNvPr id="8" name="组合 7"/>
          <p:cNvGrpSpPr/>
          <p:nvPr/>
        </p:nvGrpSpPr>
        <p:grpSpPr bwMode="gray">
          <a:xfrm>
            <a:off x="4653323" y="3844968"/>
            <a:ext cx="644476" cy="768523"/>
            <a:chOff x="699103" y="4370478"/>
            <a:chExt cx="644728" cy="768823"/>
          </a:xfrm>
        </p:grpSpPr>
        <p:grpSp>
          <p:nvGrpSpPr>
            <p:cNvPr id="9" name="组合 262"/>
            <p:cNvGrpSpPr/>
            <p:nvPr/>
          </p:nvGrpSpPr>
          <p:grpSpPr bwMode="gray">
            <a:xfrm>
              <a:off x="759111" y="4658799"/>
              <a:ext cx="394083" cy="480502"/>
              <a:chOff x="6378575" y="2882900"/>
              <a:chExt cx="858950" cy="865188"/>
            </a:xfrm>
            <a:solidFill>
              <a:schemeClr val="bg1">
                <a:lumMod val="50000"/>
              </a:schemeClr>
            </a:solidFill>
          </p:grpSpPr>
          <p:sp>
            <p:nvSpPr>
              <p:cNvPr id="11" name="Freeform 11"/>
              <p:cNvSpPr>
                <a:spLocks/>
              </p:cNvSpPr>
              <p:nvPr/>
            </p:nvSpPr>
            <p:spPr bwMode="gray">
              <a:xfrm>
                <a:off x="6378575" y="2882900"/>
                <a:ext cx="425450" cy="179388"/>
              </a:xfrm>
              <a:custGeom>
                <a:avLst/>
                <a:gdLst/>
                <a:ahLst/>
                <a:cxnLst>
                  <a:cxn ang="0">
                    <a:pos x="3889" y="0"/>
                  </a:cxn>
                  <a:cxn ang="0">
                    <a:pos x="5834" y="1637"/>
                  </a:cxn>
                  <a:cxn ang="0">
                    <a:pos x="7779" y="3274"/>
                  </a:cxn>
                  <a:cxn ang="0">
                    <a:pos x="3889" y="3274"/>
                  </a:cxn>
                  <a:cxn ang="0">
                    <a:pos x="0" y="3274"/>
                  </a:cxn>
                  <a:cxn ang="0">
                    <a:pos x="1944" y="1637"/>
                  </a:cxn>
                  <a:cxn ang="0">
                    <a:pos x="3889" y="0"/>
                  </a:cxn>
                </a:cxnLst>
                <a:rect l="0" t="0" r="r" b="b"/>
                <a:pathLst>
                  <a:path w="7779" h="3274">
                    <a:moveTo>
                      <a:pt x="3889" y="0"/>
                    </a:moveTo>
                    <a:lnTo>
                      <a:pt x="5834" y="1637"/>
                    </a:lnTo>
                    <a:lnTo>
                      <a:pt x="7779" y="3274"/>
                    </a:lnTo>
                    <a:lnTo>
                      <a:pt x="3889" y="3274"/>
                    </a:lnTo>
                    <a:lnTo>
                      <a:pt x="0" y="3274"/>
                    </a:lnTo>
                    <a:lnTo>
                      <a:pt x="1944" y="1637"/>
                    </a:lnTo>
                    <a:lnTo>
                      <a:pt x="3889" y="0"/>
                    </a:lnTo>
                    <a:close/>
                  </a:path>
                </a:pathLst>
              </a:custGeom>
              <a:solidFill>
                <a:srgbClr val="7F7F7F"/>
              </a:solid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12" name="Freeform 12"/>
              <p:cNvSpPr>
                <a:spLocks/>
              </p:cNvSpPr>
              <p:nvPr/>
            </p:nvSpPr>
            <p:spPr bwMode="gray">
              <a:xfrm>
                <a:off x="6810487" y="3300413"/>
                <a:ext cx="425451" cy="179387"/>
              </a:xfrm>
              <a:custGeom>
                <a:avLst/>
                <a:gdLst/>
                <a:ahLst/>
                <a:cxnLst>
                  <a:cxn ang="0">
                    <a:pos x="3890" y="0"/>
                  </a:cxn>
                  <a:cxn ang="0">
                    <a:pos x="5834" y="1638"/>
                  </a:cxn>
                  <a:cxn ang="0">
                    <a:pos x="7779" y="3275"/>
                  </a:cxn>
                  <a:cxn ang="0">
                    <a:pos x="3890" y="3275"/>
                  </a:cxn>
                  <a:cxn ang="0">
                    <a:pos x="0" y="3275"/>
                  </a:cxn>
                  <a:cxn ang="0">
                    <a:pos x="1945" y="1638"/>
                  </a:cxn>
                  <a:cxn ang="0">
                    <a:pos x="3890" y="0"/>
                  </a:cxn>
                </a:cxnLst>
                <a:rect l="0" t="0" r="r" b="b"/>
                <a:pathLst>
                  <a:path w="7779" h="3275">
                    <a:moveTo>
                      <a:pt x="3890" y="0"/>
                    </a:moveTo>
                    <a:lnTo>
                      <a:pt x="5834" y="1638"/>
                    </a:lnTo>
                    <a:lnTo>
                      <a:pt x="7779" y="3275"/>
                    </a:lnTo>
                    <a:lnTo>
                      <a:pt x="3890" y="3275"/>
                    </a:lnTo>
                    <a:lnTo>
                      <a:pt x="0" y="3275"/>
                    </a:lnTo>
                    <a:lnTo>
                      <a:pt x="1945" y="1638"/>
                    </a:lnTo>
                    <a:lnTo>
                      <a:pt x="3890" y="0"/>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13" name="Freeform 13"/>
              <p:cNvSpPr>
                <a:spLocks noEditPoints="1"/>
              </p:cNvSpPr>
              <p:nvPr/>
            </p:nvSpPr>
            <p:spPr bwMode="gray">
              <a:xfrm>
                <a:off x="6810487" y="3502025"/>
                <a:ext cx="427038" cy="246063"/>
              </a:xfrm>
              <a:custGeom>
                <a:avLst/>
                <a:gdLst/>
                <a:ahLst/>
                <a:cxnLst>
                  <a:cxn ang="0">
                    <a:pos x="7792" y="0"/>
                  </a:cxn>
                  <a:cxn ang="0">
                    <a:pos x="0" y="0"/>
                  </a:cxn>
                  <a:cxn ang="0">
                    <a:pos x="0" y="4498"/>
                  </a:cxn>
                  <a:cxn ang="0">
                    <a:pos x="7792" y="4498"/>
                  </a:cxn>
                  <a:cxn ang="0">
                    <a:pos x="7792" y="0"/>
                  </a:cxn>
                  <a:cxn ang="0">
                    <a:pos x="687" y="578"/>
                  </a:cxn>
                  <a:cxn ang="0">
                    <a:pos x="2079" y="578"/>
                  </a:cxn>
                  <a:cxn ang="0">
                    <a:pos x="2079" y="1971"/>
                  </a:cxn>
                  <a:cxn ang="0">
                    <a:pos x="687" y="1971"/>
                  </a:cxn>
                  <a:cxn ang="0">
                    <a:pos x="687" y="578"/>
                  </a:cxn>
                  <a:cxn ang="0">
                    <a:pos x="687" y="2473"/>
                  </a:cxn>
                  <a:cxn ang="0">
                    <a:pos x="2079" y="2473"/>
                  </a:cxn>
                  <a:cxn ang="0">
                    <a:pos x="2079" y="3866"/>
                  </a:cxn>
                  <a:cxn ang="0">
                    <a:pos x="687" y="3866"/>
                  </a:cxn>
                  <a:cxn ang="0">
                    <a:pos x="687" y="2473"/>
                  </a:cxn>
                  <a:cxn ang="0">
                    <a:pos x="2361" y="2473"/>
                  </a:cxn>
                  <a:cxn ang="0">
                    <a:pos x="3755" y="2473"/>
                  </a:cxn>
                  <a:cxn ang="0">
                    <a:pos x="3755" y="3866"/>
                  </a:cxn>
                  <a:cxn ang="0">
                    <a:pos x="2361" y="3866"/>
                  </a:cxn>
                  <a:cxn ang="0">
                    <a:pos x="2361" y="2473"/>
                  </a:cxn>
                  <a:cxn ang="0">
                    <a:pos x="4037" y="2473"/>
                  </a:cxn>
                  <a:cxn ang="0">
                    <a:pos x="5429" y="2473"/>
                  </a:cxn>
                  <a:cxn ang="0">
                    <a:pos x="5429" y="3866"/>
                  </a:cxn>
                  <a:cxn ang="0">
                    <a:pos x="4037" y="3866"/>
                  </a:cxn>
                  <a:cxn ang="0">
                    <a:pos x="4037" y="2473"/>
                  </a:cxn>
                  <a:cxn ang="0">
                    <a:pos x="2361" y="578"/>
                  </a:cxn>
                  <a:cxn ang="0">
                    <a:pos x="3755" y="578"/>
                  </a:cxn>
                  <a:cxn ang="0">
                    <a:pos x="3755" y="1971"/>
                  </a:cxn>
                  <a:cxn ang="0">
                    <a:pos x="2361" y="1971"/>
                  </a:cxn>
                  <a:cxn ang="0">
                    <a:pos x="2361" y="578"/>
                  </a:cxn>
                  <a:cxn ang="0">
                    <a:pos x="4037" y="578"/>
                  </a:cxn>
                  <a:cxn ang="0">
                    <a:pos x="5429" y="578"/>
                  </a:cxn>
                  <a:cxn ang="0">
                    <a:pos x="5429" y="1971"/>
                  </a:cxn>
                  <a:cxn ang="0">
                    <a:pos x="4037" y="1971"/>
                  </a:cxn>
                  <a:cxn ang="0">
                    <a:pos x="4037" y="578"/>
                  </a:cxn>
                  <a:cxn ang="0">
                    <a:pos x="5713" y="578"/>
                  </a:cxn>
                  <a:cxn ang="0">
                    <a:pos x="7105" y="578"/>
                  </a:cxn>
                  <a:cxn ang="0">
                    <a:pos x="7105" y="1971"/>
                  </a:cxn>
                  <a:cxn ang="0">
                    <a:pos x="5713" y="1971"/>
                  </a:cxn>
                  <a:cxn ang="0">
                    <a:pos x="5713" y="578"/>
                  </a:cxn>
                  <a:cxn ang="0">
                    <a:pos x="5713" y="2473"/>
                  </a:cxn>
                  <a:cxn ang="0">
                    <a:pos x="7105" y="2473"/>
                  </a:cxn>
                  <a:cxn ang="0">
                    <a:pos x="7105" y="3866"/>
                  </a:cxn>
                  <a:cxn ang="0">
                    <a:pos x="5713" y="3866"/>
                  </a:cxn>
                  <a:cxn ang="0">
                    <a:pos x="5713" y="2473"/>
                  </a:cxn>
                </a:cxnLst>
                <a:rect l="0" t="0" r="r" b="b"/>
                <a:pathLst>
                  <a:path w="7792" h="4498">
                    <a:moveTo>
                      <a:pt x="7792" y="0"/>
                    </a:moveTo>
                    <a:lnTo>
                      <a:pt x="0" y="0"/>
                    </a:lnTo>
                    <a:lnTo>
                      <a:pt x="0" y="4498"/>
                    </a:lnTo>
                    <a:lnTo>
                      <a:pt x="7792" y="4498"/>
                    </a:lnTo>
                    <a:lnTo>
                      <a:pt x="7792" y="0"/>
                    </a:lnTo>
                    <a:close/>
                    <a:moveTo>
                      <a:pt x="687" y="578"/>
                    </a:moveTo>
                    <a:lnTo>
                      <a:pt x="2079" y="578"/>
                    </a:lnTo>
                    <a:lnTo>
                      <a:pt x="2079" y="1971"/>
                    </a:lnTo>
                    <a:lnTo>
                      <a:pt x="687" y="1971"/>
                    </a:lnTo>
                    <a:lnTo>
                      <a:pt x="687" y="578"/>
                    </a:lnTo>
                    <a:close/>
                    <a:moveTo>
                      <a:pt x="687" y="2473"/>
                    </a:moveTo>
                    <a:lnTo>
                      <a:pt x="2079" y="2473"/>
                    </a:lnTo>
                    <a:lnTo>
                      <a:pt x="2079" y="3866"/>
                    </a:lnTo>
                    <a:lnTo>
                      <a:pt x="687" y="3866"/>
                    </a:lnTo>
                    <a:lnTo>
                      <a:pt x="687" y="2473"/>
                    </a:lnTo>
                    <a:close/>
                    <a:moveTo>
                      <a:pt x="2361" y="2473"/>
                    </a:moveTo>
                    <a:lnTo>
                      <a:pt x="3755" y="2473"/>
                    </a:lnTo>
                    <a:lnTo>
                      <a:pt x="3755" y="3866"/>
                    </a:lnTo>
                    <a:lnTo>
                      <a:pt x="2361" y="3866"/>
                    </a:lnTo>
                    <a:lnTo>
                      <a:pt x="2361" y="2473"/>
                    </a:lnTo>
                    <a:close/>
                    <a:moveTo>
                      <a:pt x="4037" y="2473"/>
                    </a:moveTo>
                    <a:lnTo>
                      <a:pt x="5429" y="2473"/>
                    </a:lnTo>
                    <a:lnTo>
                      <a:pt x="5429" y="3866"/>
                    </a:lnTo>
                    <a:lnTo>
                      <a:pt x="4037" y="3866"/>
                    </a:lnTo>
                    <a:lnTo>
                      <a:pt x="4037" y="2473"/>
                    </a:lnTo>
                    <a:close/>
                    <a:moveTo>
                      <a:pt x="2361" y="578"/>
                    </a:moveTo>
                    <a:lnTo>
                      <a:pt x="3755" y="578"/>
                    </a:lnTo>
                    <a:lnTo>
                      <a:pt x="3755" y="1971"/>
                    </a:lnTo>
                    <a:lnTo>
                      <a:pt x="2361" y="1971"/>
                    </a:lnTo>
                    <a:lnTo>
                      <a:pt x="2361" y="578"/>
                    </a:lnTo>
                    <a:close/>
                    <a:moveTo>
                      <a:pt x="4037" y="578"/>
                    </a:moveTo>
                    <a:lnTo>
                      <a:pt x="5429" y="578"/>
                    </a:lnTo>
                    <a:lnTo>
                      <a:pt x="5429" y="1971"/>
                    </a:lnTo>
                    <a:lnTo>
                      <a:pt x="4037" y="1971"/>
                    </a:lnTo>
                    <a:lnTo>
                      <a:pt x="4037" y="578"/>
                    </a:lnTo>
                    <a:close/>
                    <a:moveTo>
                      <a:pt x="5713" y="578"/>
                    </a:moveTo>
                    <a:lnTo>
                      <a:pt x="7105" y="578"/>
                    </a:lnTo>
                    <a:lnTo>
                      <a:pt x="7105" y="1971"/>
                    </a:lnTo>
                    <a:lnTo>
                      <a:pt x="5713" y="1971"/>
                    </a:lnTo>
                    <a:lnTo>
                      <a:pt x="5713" y="578"/>
                    </a:lnTo>
                    <a:close/>
                    <a:moveTo>
                      <a:pt x="5713" y="2473"/>
                    </a:moveTo>
                    <a:lnTo>
                      <a:pt x="7105" y="2473"/>
                    </a:lnTo>
                    <a:lnTo>
                      <a:pt x="7105" y="3866"/>
                    </a:lnTo>
                    <a:lnTo>
                      <a:pt x="5713" y="3866"/>
                    </a:lnTo>
                    <a:lnTo>
                      <a:pt x="5713" y="2473"/>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14" name="Freeform 14"/>
              <p:cNvSpPr>
                <a:spLocks noEditPoints="1"/>
              </p:cNvSpPr>
              <p:nvPr/>
            </p:nvSpPr>
            <p:spPr bwMode="gray">
              <a:xfrm>
                <a:off x="6378575" y="3081338"/>
                <a:ext cx="427038" cy="666750"/>
              </a:xfrm>
              <a:custGeom>
                <a:avLst/>
                <a:gdLst/>
                <a:ahLst/>
                <a:cxnLst>
                  <a:cxn ang="0">
                    <a:pos x="7792" y="0"/>
                  </a:cxn>
                  <a:cxn ang="0">
                    <a:pos x="0" y="12190"/>
                  </a:cxn>
                  <a:cxn ang="0">
                    <a:pos x="687" y="690"/>
                  </a:cxn>
                  <a:cxn ang="0">
                    <a:pos x="2079" y="2084"/>
                  </a:cxn>
                  <a:cxn ang="0">
                    <a:pos x="687" y="690"/>
                  </a:cxn>
                  <a:cxn ang="0">
                    <a:pos x="2079" y="10165"/>
                  </a:cxn>
                  <a:cxn ang="0">
                    <a:pos x="687" y="11558"/>
                  </a:cxn>
                  <a:cxn ang="0">
                    <a:pos x="2363" y="10165"/>
                  </a:cxn>
                  <a:cxn ang="0">
                    <a:pos x="3755" y="11558"/>
                  </a:cxn>
                  <a:cxn ang="0">
                    <a:pos x="2363" y="10165"/>
                  </a:cxn>
                  <a:cxn ang="0">
                    <a:pos x="5431" y="10165"/>
                  </a:cxn>
                  <a:cxn ang="0">
                    <a:pos x="4037" y="11558"/>
                  </a:cxn>
                  <a:cxn ang="0">
                    <a:pos x="5713" y="10165"/>
                  </a:cxn>
                  <a:cxn ang="0">
                    <a:pos x="7105" y="11558"/>
                  </a:cxn>
                  <a:cxn ang="0">
                    <a:pos x="5713" y="10165"/>
                  </a:cxn>
                  <a:cxn ang="0">
                    <a:pos x="2079" y="8270"/>
                  </a:cxn>
                  <a:cxn ang="0">
                    <a:pos x="687" y="9663"/>
                  </a:cxn>
                  <a:cxn ang="0">
                    <a:pos x="2363" y="8270"/>
                  </a:cxn>
                  <a:cxn ang="0">
                    <a:pos x="3755" y="9663"/>
                  </a:cxn>
                  <a:cxn ang="0">
                    <a:pos x="2363" y="8270"/>
                  </a:cxn>
                  <a:cxn ang="0">
                    <a:pos x="5431" y="8270"/>
                  </a:cxn>
                  <a:cxn ang="0">
                    <a:pos x="4037" y="9663"/>
                  </a:cxn>
                  <a:cxn ang="0">
                    <a:pos x="5713" y="8270"/>
                  </a:cxn>
                  <a:cxn ang="0">
                    <a:pos x="7105" y="9663"/>
                  </a:cxn>
                  <a:cxn ang="0">
                    <a:pos x="5713" y="8270"/>
                  </a:cxn>
                  <a:cxn ang="0">
                    <a:pos x="2079" y="6376"/>
                  </a:cxn>
                  <a:cxn ang="0">
                    <a:pos x="687" y="7768"/>
                  </a:cxn>
                  <a:cxn ang="0">
                    <a:pos x="2363" y="6376"/>
                  </a:cxn>
                  <a:cxn ang="0">
                    <a:pos x="3755" y="7768"/>
                  </a:cxn>
                  <a:cxn ang="0">
                    <a:pos x="2363" y="6376"/>
                  </a:cxn>
                  <a:cxn ang="0">
                    <a:pos x="5431" y="6376"/>
                  </a:cxn>
                  <a:cxn ang="0">
                    <a:pos x="4037" y="7768"/>
                  </a:cxn>
                  <a:cxn ang="0">
                    <a:pos x="5713" y="6376"/>
                  </a:cxn>
                  <a:cxn ang="0">
                    <a:pos x="7105" y="7768"/>
                  </a:cxn>
                  <a:cxn ang="0">
                    <a:pos x="5713" y="6376"/>
                  </a:cxn>
                  <a:cxn ang="0">
                    <a:pos x="2079" y="4481"/>
                  </a:cxn>
                  <a:cxn ang="0">
                    <a:pos x="687" y="5874"/>
                  </a:cxn>
                  <a:cxn ang="0">
                    <a:pos x="2363" y="4481"/>
                  </a:cxn>
                  <a:cxn ang="0">
                    <a:pos x="3755" y="5874"/>
                  </a:cxn>
                  <a:cxn ang="0">
                    <a:pos x="2363" y="4481"/>
                  </a:cxn>
                  <a:cxn ang="0">
                    <a:pos x="5431" y="4481"/>
                  </a:cxn>
                  <a:cxn ang="0">
                    <a:pos x="4037" y="5874"/>
                  </a:cxn>
                  <a:cxn ang="0">
                    <a:pos x="5713" y="4481"/>
                  </a:cxn>
                  <a:cxn ang="0">
                    <a:pos x="7105" y="5874"/>
                  </a:cxn>
                  <a:cxn ang="0">
                    <a:pos x="5713" y="4481"/>
                  </a:cxn>
                  <a:cxn ang="0">
                    <a:pos x="2079" y="2585"/>
                  </a:cxn>
                  <a:cxn ang="0">
                    <a:pos x="687" y="3979"/>
                  </a:cxn>
                  <a:cxn ang="0">
                    <a:pos x="2363" y="2585"/>
                  </a:cxn>
                  <a:cxn ang="0">
                    <a:pos x="3755" y="3979"/>
                  </a:cxn>
                  <a:cxn ang="0">
                    <a:pos x="2363" y="2585"/>
                  </a:cxn>
                  <a:cxn ang="0">
                    <a:pos x="5431" y="2585"/>
                  </a:cxn>
                  <a:cxn ang="0">
                    <a:pos x="4037" y="3979"/>
                  </a:cxn>
                  <a:cxn ang="0">
                    <a:pos x="2363" y="690"/>
                  </a:cxn>
                  <a:cxn ang="0">
                    <a:pos x="3755" y="2084"/>
                  </a:cxn>
                  <a:cxn ang="0">
                    <a:pos x="2363" y="690"/>
                  </a:cxn>
                  <a:cxn ang="0">
                    <a:pos x="5431" y="690"/>
                  </a:cxn>
                  <a:cxn ang="0">
                    <a:pos x="4037" y="2084"/>
                  </a:cxn>
                  <a:cxn ang="0">
                    <a:pos x="5713" y="690"/>
                  </a:cxn>
                  <a:cxn ang="0">
                    <a:pos x="7105" y="2084"/>
                  </a:cxn>
                  <a:cxn ang="0">
                    <a:pos x="5713" y="690"/>
                  </a:cxn>
                  <a:cxn ang="0">
                    <a:pos x="7105" y="2585"/>
                  </a:cxn>
                  <a:cxn ang="0">
                    <a:pos x="5713" y="3979"/>
                  </a:cxn>
                </a:cxnLst>
                <a:rect l="0" t="0" r="r" b="b"/>
                <a:pathLst>
                  <a:path w="7792" h="12190">
                    <a:moveTo>
                      <a:pt x="0" y="0"/>
                    </a:moveTo>
                    <a:lnTo>
                      <a:pt x="7792" y="0"/>
                    </a:lnTo>
                    <a:lnTo>
                      <a:pt x="7792" y="12190"/>
                    </a:lnTo>
                    <a:lnTo>
                      <a:pt x="0" y="12190"/>
                    </a:lnTo>
                    <a:lnTo>
                      <a:pt x="0" y="0"/>
                    </a:lnTo>
                    <a:close/>
                    <a:moveTo>
                      <a:pt x="687" y="690"/>
                    </a:moveTo>
                    <a:lnTo>
                      <a:pt x="2079" y="690"/>
                    </a:lnTo>
                    <a:lnTo>
                      <a:pt x="2079" y="2084"/>
                    </a:lnTo>
                    <a:lnTo>
                      <a:pt x="687" y="2084"/>
                    </a:lnTo>
                    <a:lnTo>
                      <a:pt x="687" y="690"/>
                    </a:lnTo>
                    <a:close/>
                    <a:moveTo>
                      <a:pt x="687" y="10165"/>
                    </a:moveTo>
                    <a:lnTo>
                      <a:pt x="2079" y="10165"/>
                    </a:lnTo>
                    <a:lnTo>
                      <a:pt x="2079" y="11558"/>
                    </a:lnTo>
                    <a:lnTo>
                      <a:pt x="687" y="11558"/>
                    </a:lnTo>
                    <a:lnTo>
                      <a:pt x="687" y="10165"/>
                    </a:lnTo>
                    <a:close/>
                    <a:moveTo>
                      <a:pt x="2363" y="10165"/>
                    </a:moveTo>
                    <a:lnTo>
                      <a:pt x="3755" y="10165"/>
                    </a:lnTo>
                    <a:lnTo>
                      <a:pt x="3755" y="11558"/>
                    </a:lnTo>
                    <a:lnTo>
                      <a:pt x="2363" y="11558"/>
                    </a:lnTo>
                    <a:lnTo>
                      <a:pt x="2363" y="10165"/>
                    </a:lnTo>
                    <a:close/>
                    <a:moveTo>
                      <a:pt x="4037" y="10165"/>
                    </a:moveTo>
                    <a:lnTo>
                      <a:pt x="5431" y="10165"/>
                    </a:lnTo>
                    <a:lnTo>
                      <a:pt x="5431" y="11558"/>
                    </a:lnTo>
                    <a:lnTo>
                      <a:pt x="4037" y="11558"/>
                    </a:lnTo>
                    <a:lnTo>
                      <a:pt x="4037" y="10165"/>
                    </a:lnTo>
                    <a:close/>
                    <a:moveTo>
                      <a:pt x="5713" y="10165"/>
                    </a:moveTo>
                    <a:lnTo>
                      <a:pt x="7105" y="10165"/>
                    </a:lnTo>
                    <a:lnTo>
                      <a:pt x="7105" y="11558"/>
                    </a:lnTo>
                    <a:lnTo>
                      <a:pt x="5713" y="11558"/>
                    </a:lnTo>
                    <a:lnTo>
                      <a:pt x="5713" y="10165"/>
                    </a:lnTo>
                    <a:close/>
                    <a:moveTo>
                      <a:pt x="687" y="8270"/>
                    </a:moveTo>
                    <a:lnTo>
                      <a:pt x="2079" y="8270"/>
                    </a:lnTo>
                    <a:lnTo>
                      <a:pt x="2079" y="9663"/>
                    </a:lnTo>
                    <a:lnTo>
                      <a:pt x="687" y="9663"/>
                    </a:lnTo>
                    <a:lnTo>
                      <a:pt x="687" y="8270"/>
                    </a:lnTo>
                    <a:close/>
                    <a:moveTo>
                      <a:pt x="2363" y="8270"/>
                    </a:moveTo>
                    <a:lnTo>
                      <a:pt x="3755" y="8270"/>
                    </a:lnTo>
                    <a:lnTo>
                      <a:pt x="3755" y="9663"/>
                    </a:lnTo>
                    <a:lnTo>
                      <a:pt x="2363" y="9663"/>
                    </a:lnTo>
                    <a:lnTo>
                      <a:pt x="2363" y="8270"/>
                    </a:lnTo>
                    <a:close/>
                    <a:moveTo>
                      <a:pt x="4037" y="8270"/>
                    </a:moveTo>
                    <a:lnTo>
                      <a:pt x="5431" y="8270"/>
                    </a:lnTo>
                    <a:lnTo>
                      <a:pt x="5431" y="9663"/>
                    </a:lnTo>
                    <a:lnTo>
                      <a:pt x="4037" y="9663"/>
                    </a:lnTo>
                    <a:lnTo>
                      <a:pt x="4037" y="8270"/>
                    </a:lnTo>
                    <a:close/>
                    <a:moveTo>
                      <a:pt x="5713" y="8270"/>
                    </a:moveTo>
                    <a:lnTo>
                      <a:pt x="7105" y="8270"/>
                    </a:lnTo>
                    <a:lnTo>
                      <a:pt x="7105" y="9663"/>
                    </a:lnTo>
                    <a:lnTo>
                      <a:pt x="5713" y="9663"/>
                    </a:lnTo>
                    <a:lnTo>
                      <a:pt x="5713" y="8270"/>
                    </a:lnTo>
                    <a:close/>
                    <a:moveTo>
                      <a:pt x="687" y="6376"/>
                    </a:moveTo>
                    <a:lnTo>
                      <a:pt x="2079" y="6376"/>
                    </a:lnTo>
                    <a:lnTo>
                      <a:pt x="2079" y="7768"/>
                    </a:lnTo>
                    <a:lnTo>
                      <a:pt x="687" y="7768"/>
                    </a:lnTo>
                    <a:lnTo>
                      <a:pt x="687" y="6376"/>
                    </a:lnTo>
                    <a:close/>
                    <a:moveTo>
                      <a:pt x="2363" y="6376"/>
                    </a:moveTo>
                    <a:lnTo>
                      <a:pt x="3755" y="6376"/>
                    </a:lnTo>
                    <a:lnTo>
                      <a:pt x="3755" y="7768"/>
                    </a:lnTo>
                    <a:lnTo>
                      <a:pt x="2363" y="7768"/>
                    </a:lnTo>
                    <a:lnTo>
                      <a:pt x="2363" y="6376"/>
                    </a:lnTo>
                    <a:close/>
                    <a:moveTo>
                      <a:pt x="4037" y="6376"/>
                    </a:moveTo>
                    <a:lnTo>
                      <a:pt x="5431" y="6376"/>
                    </a:lnTo>
                    <a:lnTo>
                      <a:pt x="5431" y="7768"/>
                    </a:lnTo>
                    <a:lnTo>
                      <a:pt x="4037" y="7768"/>
                    </a:lnTo>
                    <a:lnTo>
                      <a:pt x="4037" y="6376"/>
                    </a:lnTo>
                    <a:close/>
                    <a:moveTo>
                      <a:pt x="5713" y="6376"/>
                    </a:moveTo>
                    <a:lnTo>
                      <a:pt x="7105" y="6376"/>
                    </a:lnTo>
                    <a:lnTo>
                      <a:pt x="7105" y="7768"/>
                    </a:lnTo>
                    <a:lnTo>
                      <a:pt x="5713" y="7768"/>
                    </a:lnTo>
                    <a:lnTo>
                      <a:pt x="5713" y="6376"/>
                    </a:lnTo>
                    <a:close/>
                    <a:moveTo>
                      <a:pt x="687" y="4481"/>
                    </a:moveTo>
                    <a:lnTo>
                      <a:pt x="2079" y="4481"/>
                    </a:lnTo>
                    <a:lnTo>
                      <a:pt x="2079" y="5874"/>
                    </a:lnTo>
                    <a:lnTo>
                      <a:pt x="687" y="5874"/>
                    </a:lnTo>
                    <a:lnTo>
                      <a:pt x="687" y="4481"/>
                    </a:lnTo>
                    <a:close/>
                    <a:moveTo>
                      <a:pt x="2363" y="4481"/>
                    </a:moveTo>
                    <a:lnTo>
                      <a:pt x="3755" y="4481"/>
                    </a:lnTo>
                    <a:lnTo>
                      <a:pt x="3755" y="5874"/>
                    </a:lnTo>
                    <a:lnTo>
                      <a:pt x="2363" y="5874"/>
                    </a:lnTo>
                    <a:lnTo>
                      <a:pt x="2363" y="4481"/>
                    </a:lnTo>
                    <a:close/>
                    <a:moveTo>
                      <a:pt x="4037" y="4481"/>
                    </a:moveTo>
                    <a:lnTo>
                      <a:pt x="5431" y="4481"/>
                    </a:lnTo>
                    <a:lnTo>
                      <a:pt x="5431" y="5874"/>
                    </a:lnTo>
                    <a:lnTo>
                      <a:pt x="4037" y="5874"/>
                    </a:lnTo>
                    <a:lnTo>
                      <a:pt x="4037" y="4481"/>
                    </a:lnTo>
                    <a:close/>
                    <a:moveTo>
                      <a:pt x="5713" y="4481"/>
                    </a:moveTo>
                    <a:lnTo>
                      <a:pt x="7105" y="4481"/>
                    </a:lnTo>
                    <a:lnTo>
                      <a:pt x="7105" y="5874"/>
                    </a:lnTo>
                    <a:lnTo>
                      <a:pt x="5713" y="5874"/>
                    </a:lnTo>
                    <a:lnTo>
                      <a:pt x="5713" y="4481"/>
                    </a:lnTo>
                    <a:close/>
                    <a:moveTo>
                      <a:pt x="687" y="2585"/>
                    </a:moveTo>
                    <a:lnTo>
                      <a:pt x="2079" y="2585"/>
                    </a:lnTo>
                    <a:lnTo>
                      <a:pt x="2079" y="3979"/>
                    </a:lnTo>
                    <a:lnTo>
                      <a:pt x="687" y="3979"/>
                    </a:lnTo>
                    <a:lnTo>
                      <a:pt x="687" y="2585"/>
                    </a:lnTo>
                    <a:close/>
                    <a:moveTo>
                      <a:pt x="2363" y="2585"/>
                    </a:moveTo>
                    <a:lnTo>
                      <a:pt x="3755" y="2585"/>
                    </a:lnTo>
                    <a:lnTo>
                      <a:pt x="3755" y="3979"/>
                    </a:lnTo>
                    <a:lnTo>
                      <a:pt x="2363" y="3979"/>
                    </a:lnTo>
                    <a:lnTo>
                      <a:pt x="2363" y="2585"/>
                    </a:lnTo>
                    <a:close/>
                    <a:moveTo>
                      <a:pt x="4037" y="2585"/>
                    </a:moveTo>
                    <a:lnTo>
                      <a:pt x="5431" y="2585"/>
                    </a:lnTo>
                    <a:lnTo>
                      <a:pt x="5431" y="3979"/>
                    </a:lnTo>
                    <a:lnTo>
                      <a:pt x="4037" y="3979"/>
                    </a:lnTo>
                    <a:lnTo>
                      <a:pt x="4037" y="2585"/>
                    </a:lnTo>
                    <a:close/>
                    <a:moveTo>
                      <a:pt x="2363" y="690"/>
                    </a:moveTo>
                    <a:lnTo>
                      <a:pt x="3755" y="690"/>
                    </a:lnTo>
                    <a:lnTo>
                      <a:pt x="3755" y="2084"/>
                    </a:lnTo>
                    <a:lnTo>
                      <a:pt x="2363" y="2084"/>
                    </a:lnTo>
                    <a:lnTo>
                      <a:pt x="2363" y="690"/>
                    </a:lnTo>
                    <a:close/>
                    <a:moveTo>
                      <a:pt x="4037" y="690"/>
                    </a:moveTo>
                    <a:lnTo>
                      <a:pt x="5431" y="690"/>
                    </a:lnTo>
                    <a:lnTo>
                      <a:pt x="5431" y="2084"/>
                    </a:lnTo>
                    <a:lnTo>
                      <a:pt x="4037" y="2084"/>
                    </a:lnTo>
                    <a:lnTo>
                      <a:pt x="4037" y="690"/>
                    </a:lnTo>
                    <a:close/>
                    <a:moveTo>
                      <a:pt x="5713" y="690"/>
                    </a:moveTo>
                    <a:lnTo>
                      <a:pt x="7105" y="690"/>
                    </a:lnTo>
                    <a:lnTo>
                      <a:pt x="7105" y="2084"/>
                    </a:lnTo>
                    <a:lnTo>
                      <a:pt x="5713" y="2084"/>
                    </a:lnTo>
                    <a:lnTo>
                      <a:pt x="5713" y="690"/>
                    </a:lnTo>
                    <a:close/>
                    <a:moveTo>
                      <a:pt x="5713" y="2585"/>
                    </a:moveTo>
                    <a:lnTo>
                      <a:pt x="7105" y="2585"/>
                    </a:lnTo>
                    <a:lnTo>
                      <a:pt x="7105" y="3979"/>
                    </a:lnTo>
                    <a:lnTo>
                      <a:pt x="5713" y="3979"/>
                    </a:lnTo>
                    <a:lnTo>
                      <a:pt x="5713" y="2585"/>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grpSp>
        <p:sp>
          <p:nvSpPr>
            <p:cNvPr id="10" name="矩形 9"/>
            <p:cNvSpPr/>
            <p:nvPr/>
          </p:nvSpPr>
          <p:spPr bwMode="gray">
            <a:xfrm>
              <a:off x="699103" y="4370478"/>
              <a:ext cx="644728" cy="307777"/>
            </a:xfrm>
            <a:prstGeom prst="rect">
              <a:avLst/>
            </a:prstGeom>
          </p:spPr>
          <p:txBody>
            <a:bodyPr wrap="none">
              <a:spAutoFit/>
            </a:bodyPr>
            <a:lstStyle/>
            <a:p>
              <a:r>
                <a:rPr lang="zh-CN" altLang="en-US" sz="1399">
                  <a:solidFill>
                    <a:schemeClr val="bg1">
                      <a:lumMod val="50000"/>
                    </a:schemeClr>
                  </a:solidFill>
                </a:rPr>
                <a:t>分支</a:t>
              </a:r>
              <a:r>
                <a:rPr lang="en-US" altLang="zh-CN" sz="1399">
                  <a:solidFill>
                    <a:schemeClr val="bg1">
                      <a:lumMod val="50000"/>
                    </a:schemeClr>
                  </a:solidFill>
                </a:rPr>
                <a:t>1</a:t>
              </a:r>
            </a:p>
          </p:txBody>
        </p:sp>
      </p:grpSp>
      <p:sp>
        <p:nvSpPr>
          <p:cNvPr id="15" name="圆角矩形 75"/>
          <p:cNvSpPr/>
          <p:nvPr/>
        </p:nvSpPr>
        <p:spPr bwMode="gray">
          <a:xfrm>
            <a:off x="4640598" y="3802063"/>
            <a:ext cx="2910804" cy="2154232"/>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a:lnSpc>
                <a:spcPts val="2599"/>
              </a:lnSpc>
              <a:spcAft>
                <a:spcPts val="600"/>
              </a:spcAft>
            </a:pPr>
            <a:endParaRPr lang="en-US" altLang="zh-CN" sz="15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6" name="直接连接符 15">
            <a:extLst>
              <a:ext uri="{FF2B5EF4-FFF2-40B4-BE49-F238E27FC236}">
                <a16:creationId xmlns:a16="http://schemas.microsoft.com/office/drawing/2014/main" id="{94275FFE-3BE6-4C12-8737-FDFE3456C4A2}"/>
              </a:ext>
            </a:extLst>
          </p:cNvPr>
          <p:cNvCxnSpPr>
            <a:stCxn id="19" idx="0"/>
            <a:endCxn id="7" idx="2"/>
          </p:cNvCxnSpPr>
          <p:nvPr/>
        </p:nvCxnSpPr>
        <p:spPr bwMode="gray">
          <a:xfrm flipV="1">
            <a:off x="6029332" y="4455948"/>
            <a:ext cx="0" cy="314583"/>
          </a:xfrm>
          <a:prstGeom prst="line">
            <a:avLst/>
          </a:prstGeom>
          <a:noFill/>
          <a:ln w="19050" cap="flat" cmpd="sng" algn="ctr">
            <a:solidFill>
              <a:schemeClr val="bg1">
                <a:lumMod val="50000"/>
              </a:schemeClr>
            </a:solidFill>
            <a:prstDash val="solid"/>
          </a:ln>
          <a:effectLst/>
        </p:spPr>
      </p:cxnSp>
      <p:cxnSp>
        <p:nvCxnSpPr>
          <p:cNvPr id="17" name="直接连接符 16">
            <a:extLst>
              <a:ext uri="{FF2B5EF4-FFF2-40B4-BE49-F238E27FC236}">
                <a16:creationId xmlns:a16="http://schemas.microsoft.com/office/drawing/2014/main" id="{94275FFE-3BE6-4C12-8737-FDFE3456C4A2}"/>
              </a:ext>
            </a:extLst>
          </p:cNvPr>
          <p:cNvCxnSpPr>
            <a:stCxn id="5" idx="0"/>
            <a:endCxn id="19" idx="0"/>
          </p:cNvCxnSpPr>
          <p:nvPr/>
        </p:nvCxnSpPr>
        <p:spPr bwMode="gray">
          <a:xfrm flipV="1">
            <a:off x="5185564" y="4770531"/>
            <a:ext cx="843768" cy="635970"/>
          </a:xfrm>
          <a:prstGeom prst="line">
            <a:avLst/>
          </a:prstGeom>
          <a:noFill/>
          <a:ln w="19050" cap="flat" cmpd="sng" algn="ctr">
            <a:solidFill>
              <a:schemeClr val="bg1">
                <a:lumMod val="50000"/>
              </a:schemeClr>
            </a:solidFill>
            <a:prstDash val="solid"/>
          </a:ln>
          <a:effectLst/>
        </p:spPr>
      </p:cxnSp>
      <p:cxnSp>
        <p:nvCxnSpPr>
          <p:cNvPr id="18" name="直接连接符 17">
            <a:extLst>
              <a:ext uri="{FF2B5EF4-FFF2-40B4-BE49-F238E27FC236}">
                <a16:creationId xmlns:a16="http://schemas.microsoft.com/office/drawing/2014/main" id="{94275FFE-3BE6-4C12-8737-FDFE3456C4A2}"/>
              </a:ext>
            </a:extLst>
          </p:cNvPr>
          <p:cNvCxnSpPr>
            <a:stCxn id="6" idx="0"/>
            <a:endCxn id="19" idx="0"/>
          </p:cNvCxnSpPr>
          <p:nvPr/>
        </p:nvCxnSpPr>
        <p:spPr bwMode="gray">
          <a:xfrm flipH="1" flipV="1">
            <a:off x="6029332" y="4770531"/>
            <a:ext cx="843768" cy="635970"/>
          </a:xfrm>
          <a:prstGeom prst="line">
            <a:avLst/>
          </a:prstGeom>
          <a:noFill/>
          <a:ln w="19050" cap="flat" cmpd="sng" algn="ctr">
            <a:solidFill>
              <a:schemeClr val="bg1">
                <a:lumMod val="50000"/>
              </a:schemeClr>
            </a:solidFill>
            <a:prstDash val="solid"/>
          </a:ln>
          <a:effectLst/>
        </p:spPr>
      </p:cxnSp>
      <p:pic>
        <p:nvPicPr>
          <p:cNvPr id="19" name="图片 18"/>
          <p:cNvPicPr>
            <a:picLocks/>
          </p:cNvPicPr>
          <p:nvPr/>
        </p:nvPicPr>
        <p:blipFill>
          <a:blip r:embed="rId5" cstate="print">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tretch>
            <a:fillRect/>
          </a:stretch>
        </p:blipFill>
        <p:spPr bwMode="gray">
          <a:xfrm>
            <a:off x="5780502" y="4770531"/>
            <a:ext cx="497660" cy="407176"/>
          </a:xfrm>
          <a:prstGeom prst="rect">
            <a:avLst/>
          </a:prstGeom>
        </p:spPr>
      </p:pic>
      <p:grpSp>
        <p:nvGrpSpPr>
          <p:cNvPr id="20" name="Group 3"/>
          <p:cNvGrpSpPr/>
          <p:nvPr/>
        </p:nvGrpSpPr>
        <p:grpSpPr bwMode="gray">
          <a:xfrm>
            <a:off x="5898599" y="5579111"/>
            <a:ext cx="261863" cy="61955"/>
            <a:chOff x="559282" y="6488261"/>
            <a:chExt cx="261965" cy="61979"/>
          </a:xfrm>
          <a:solidFill>
            <a:schemeClr val="bg1">
              <a:lumMod val="50000"/>
            </a:schemeClr>
          </a:solidFill>
        </p:grpSpPr>
        <p:sp>
          <p:nvSpPr>
            <p:cNvPr id="21"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2"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3"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cxnSp>
        <p:nvCxnSpPr>
          <p:cNvPr id="24" name="直接箭头连接符 23"/>
          <p:cNvCxnSpPr>
            <a:endCxn id="7" idx="0"/>
          </p:cNvCxnSpPr>
          <p:nvPr/>
        </p:nvCxnSpPr>
        <p:spPr bwMode="gray">
          <a:xfrm flipH="1">
            <a:off x="6029332" y="3373334"/>
            <a:ext cx="184757" cy="675438"/>
          </a:xfrm>
          <a:prstGeom prst="straightConnector1">
            <a:avLst/>
          </a:prstGeom>
          <a:noFill/>
          <a:ln w="19050" algn="ctr">
            <a:solidFill>
              <a:srgbClr val="EC7061"/>
            </a:solidFill>
            <a:prstDash val="sysDot"/>
            <a:round/>
            <a:headEnd type="none" w="med" len="med"/>
            <a:tailEnd type="triangle" w="med" len="med"/>
          </a:ln>
        </p:spPr>
      </p:cxnSp>
      <p:sp>
        <p:nvSpPr>
          <p:cNvPr id="25" name="矩形 24"/>
          <p:cNvSpPr/>
          <p:nvPr/>
        </p:nvSpPr>
        <p:spPr bwMode="gray">
          <a:xfrm>
            <a:off x="5554980" y="3412723"/>
            <a:ext cx="543527" cy="307657"/>
          </a:xfrm>
          <a:prstGeom prst="rect">
            <a:avLst/>
          </a:prstGeom>
        </p:spPr>
        <p:txBody>
          <a:bodyPr wrap="none">
            <a:spAutoFit/>
          </a:bodyPr>
          <a:lstStyle/>
          <a:p>
            <a:r>
              <a:rPr lang="zh-CN" altLang="en-US" sz="1399" b="1" dirty="0">
                <a:solidFill>
                  <a:srgbClr val="C7000B"/>
                </a:solidFill>
              </a:rPr>
              <a:t>专线</a:t>
            </a:r>
            <a:endParaRPr lang="en-US" altLang="zh-CN" sz="1399" b="1" dirty="0">
              <a:solidFill>
                <a:srgbClr val="C7000B"/>
              </a:solidFill>
            </a:endParaRPr>
          </a:p>
        </p:txBody>
      </p:sp>
      <p:pic>
        <p:nvPicPr>
          <p:cNvPr id="33" name="图片 32"/>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7013950" y="4039218"/>
            <a:ext cx="497660" cy="407176"/>
          </a:xfrm>
          <a:prstGeom prst="rect">
            <a:avLst/>
          </a:prstGeom>
        </p:spPr>
      </p:pic>
      <p:sp>
        <p:nvSpPr>
          <p:cNvPr id="34" name="Freeform 159"/>
          <p:cNvSpPr/>
          <p:nvPr/>
        </p:nvSpPr>
        <p:spPr bwMode="gray">
          <a:xfrm flipH="1">
            <a:off x="7262780" y="2954909"/>
            <a:ext cx="835658" cy="43682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5" name="直接箭头连接符 34"/>
          <p:cNvCxnSpPr>
            <a:endCxn id="33" idx="0"/>
          </p:cNvCxnSpPr>
          <p:nvPr/>
        </p:nvCxnSpPr>
        <p:spPr bwMode="gray">
          <a:xfrm flipH="1">
            <a:off x="7262781" y="3401479"/>
            <a:ext cx="419681" cy="637739"/>
          </a:xfrm>
          <a:prstGeom prst="straightConnector1">
            <a:avLst/>
          </a:prstGeom>
          <a:noFill/>
          <a:ln w="19050" algn="ctr">
            <a:solidFill>
              <a:srgbClr val="56C4D2"/>
            </a:solidFill>
            <a:prstDash val="sysDot"/>
            <a:round/>
            <a:headEnd type="triangle" w="med" len="med"/>
            <a:tailEnd type="triangle" w="med" len="med"/>
          </a:ln>
        </p:spPr>
      </p:cxnSp>
      <p:sp>
        <p:nvSpPr>
          <p:cNvPr id="36" name="矩形 35"/>
          <p:cNvSpPr/>
          <p:nvPr/>
        </p:nvSpPr>
        <p:spPr bwMode="gray">
          <a:xfrm>
            <a:off x="7266484" y="3088948"/>
            <a:ext cx="831954" cy="307657"/>
          </a:xfrm>
          <a:prstGeom prst="rect">
            <a:avLst/>
          </a:prstGeom>
        </p:spPr>
        <p:txBody>
          <a:bodyPr wrap="none">
            <a:spAutoFit/>
          </a:bodyPr>
          <a:lstStyle/>
          <a:p>
            <a:pPr algn="ctr"/>
            <a:r>
              <a:rPr lang="en-US" altLang="zh-CN" sz="1399" dirty="0">
                <a:latin typeface="Huawei Sans" panose="020C0503030203020204" pitchFamily="34" charset="0"/>
                <a:ea typeface="方正兰亭黑简体" panose="02000000000000000000" pitchFamily="2" charset="-122"/>
                <a:sym typeface="Huawei Sans" panose="020C0503030203020204" pitchFamily="34" charset="0"/>
              </a:rPr>
              <a:t>Internet</a:t>
            </a:r>
          </a:p>
        </p:txBody>
      </p:sp>
      <p:cxnSp>
        <p:nvCxnSpPr>
          <p:cNvPr id="38" name="直接连接符 37">
            <a:extLst>
              <a:ext uri="{FF2B5EF4-FFF2-40B4-BE49-F238E27FC236}">
                <a16:creationId xmlns:a16="http://schemas.microsoft.com/office/drawing/2014/main" id="{94275FFE-3BE6-4C12-8737-FDFE3456C4A2}"/>
              </a:ext>
            </a:extLst>
          </p:cNvPr>
          <p:cNvCxnSpPr>
            <a:stCxn id="5" idx="0"/>
            <a:endCxn id="37" idx="3"/>
          </p:cNvCxnSpPr>
          <p:nvPr/>
        </p:nvCxnSpPr>
        <p:spPr bwMode="gray">
          <a:xfrm flipV="1">
            <a:off x="5185563" y="4975491"/>
            <a:ext cx="2223314" cy="431010"/>
          </a:xfrm>
          <a:prstGeom prst="line">
            <a:avLst/>
          </a:prstGeom>
          <a:noFill/>
          <a:ln w="19050" cap="flat" cmpd="sng" algn="ctr">
            <a:solidFill>
              <a:srgbClr val="56C4D2"/>
            </a:solidFill>
            <a:prstDash val="solid"/>
          </a:ln>
          <a:effectLst/>
        </p:spPr>
      </p:cxnSp>
      <p:cxnSp>
        <p:nvCxnSpPr>
          <p:cNvPr id="41" name="直接连接符 40">
            <a:extLst>
              <a:ext uri="{FF2B5EF4-FFF2-40B4-BE49-F238E27FC236}">
                <a16:creationId xmlns:a16="http://schemas.microsoft.com/office/drawing/2014/main" id="{94275FFE-3BE6-4C12-8737-FDFE3456C4A2}"/>
              </a:ext>
            </a:extLst>
          </p:cNvPr>
          <p:cNvCxnSpPr>
            <a:stCxn id="6" idx="0"/>
            <a:endCxn id="37" idx="3"/>
          </p:cNvCxnSpPr>
          <p:nvPr/>
        </p:nvCxnSpPr>
        <p:spPr bwMode="gray">
          <a:xfrm flipV="1">
            <a:off x="6873100" y="4975491"/>
            <a:ext cx="535777" cy="431010"/>
          </a:xfrm>
          <a:prstGeom prst="line">
            <a:avLst/>
          </a:prstGeom>
          <a:noFill/>
          <a:ln w="19050" cap="flat" cmpd="sng" algn="ctr">
            <a:solidFill>
              <a:srgbClr val="56C4D2"/>
            </a:solidFill>
            <a:prstDash val="solid"/>
          </a:ln>
          <a:effectLst/>
        </p:spPr>
      </p:cxnSp>
      <p:pic>
        <p:nvPicPr>
          <p:cNvPr id="37" name="图片 36" descr="堆叠CE交换机蓝.png"/>
          <p:cNvPicPr>
            <a:picLocks/>
          </p:cNvPicPr>
          <p:nvPr/>
        </p:nvPicPr>
        <p:blipFill>
          <a:blip r:embed="rId7" cstate="print"/>
          <a:stretch>
            <a:fillRect/>
          </a:stretch>
        </p:blipFill>
        <p:spPr bwMode="gray">
          <a:xfrm>
            <a:off x="6911217" y="4771903"/>
            <a:ext cx="497660" cy="407176"/>
          </a:xfrm>
          <a:prstGeom prst="rect">
            <a:avLst/>
          </a:prstGeom>
        </p:spPr>
      </p:pic>
      <p:cxnSp>
        <p:nvCxnSpPr>
          <p:cNvPr id="44" name="直接连接符 43">
            <a:extLst>
              <a:ext uri="{FF2B5EF4-FFF2-40B4-BE49-F238E27FC236}">
                <a16:creationId xmlns:a16="http://schemas.microsoft.com/office/drawing/2014/main" id="{94275FFE-3BE6-4C12-8737-FDFE3456C4A2}"/>
              </a:ext>
            </a:extLst>
          </p:cNvPr>
          <p:cNvCxnSpPr>
            <a:stCxn id="37" idx="0"/>
            <a:endCxn id="33" idx="2"/>
          </p:cNvCxnSpPr>
          <p:nvPr/>
        </p:nvCxnSpPr>
        <p:spPr bwMode="gray">
          <a:xfrm flipV="1">
            <a:off x="7160048" y="4446393"/>
            <a:ext cx="102733" cy="325509"/>
          </a:xfrm>
          <a:prstGeom prst="line">
            <a:avLst/>
          </a:prstGeom>
          <a:noFill/>
          <a:ln w="19050" cap="flat" cmpd="sng" algn="ctr">
            <a:solidFill>
              <a:srgbClr val="56C4D2"/>
            </a:solidFill>
            <a:prstDash val="solid"/>
          </a:ln>
          <a:effectLst/>
        </p:spPr>
      </p:cxnSp>
      <p:cxnSp>
        <p:nvCxnSpPr>
          <p:cNvPr id="47" name="直接连接符 46">
            <a:extLst>
              <a:ext uri="{FF2B5EF4-FFF2-40B4-BE49-F238E27FC236}">
                <a16:creationId xmlns:a16="http://schemas.microsoft.com/office/drawing/2014/main" id="{94275FFE-3BE6-4C12-8737-FDFE3456C4A2}"/>
              </a:ext>
            </a:extLst>
          </p:cNvPr>
          <p:cNvCxnSpPr>
            <a:stCxn id="37" idx="0"/>
            <a:endCxn id="7" idx="2"/>
          </p:cNvCxnSpPr>
          <p:nvPr/>
        </p:nvCxnSpPr>
        <p:spPr bwMode="gray">
          <a:xfrm flipH="1" flipV="1">
            <a:off x="6029332" y="4455948"/>
            <a:ext cx="1130715" cy="315955"/>
          </a:xfrm>
          <a:prstGeom prst="line">
            <a:avLst/>
          </a:prstGeom>
          <a:noFill/>
          <a:ln w="19050" cap="flat" cmpd="sng" algn="ctr">
            <a:solidFill>
              <a:srgbClr val="56C4D2"/>
            </a:solidFill>
            <a:prstDash val="solid"/>
          </a:ln>
          <a:effectLst/>
        </p:spPr>
      </p:cxnSp>
      <p:sp>
        <p:nvSpPr>
          <p:cNvPr id="39" name="五边形 6"/>
          <p:cNvSpPr/>
          <p:nvPr/>
        </p:nvSpPr>
        <p:spPr bwMode="gray">
          <a:xfrm>
            <a:off x="9011894" y="120131"/>
            <a:ext cx="1560036"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注意事项与课堂环节</a:t>
            </a:r>
          </a:p>
        </p:txBody>
      </p:sp>
      <p:sp>
        <p:nvSpPr>
          <p:cNvPr id="40" name="燕尾形 7"/>
          <p:cNvSpPr/>
          <p:nvPr/>
        </p:nvSpPr>
        <p:spPr bwMode="gray">
          <a:xfrm>
            <a:off x="10481819" y="120131"/>
            <a:ext cx="1259508"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割接场景</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2513901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割接方案 </a:t>
            </a:r>
            <a:r>
              <a:rPr lang="en-US" altLang="zh-CN" dirty="0"/>
              <a:t>(2)</a:t>
            </a:r>
            <a:endParaRPr lang="zh-CN" altLang="en-US" dirty="0"/>
          </a:p>
        </p:txBody>
      </p:sp>
      <p:pic>
        <p:nvPicPr>
          <p:cNvPr id="5" name="图片 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934495" y="4490256"/>
            <a:ext cx="497660" cy="407176"/>
          </a:xfrm>
          <a:prstGeom prst="rect">
            <a:avLst/>
          </a:prstGeom>
        </p:spPr>
      </p:pic>
      <p:pic>
        <p:nvPicPr>
          <p:cNvPr id="6" name="图片 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622032" y="4490256"/>
            <a:ext cx="497660" cy="407176"/>
          </a:xfrm>
          <a:prstGeom prst="rect">
            <a:avLst/>
          </a:prstGeom>
        </p:spPr>
      </p:pic>
      <p:pic>
        <p:nvPicPr>
          <p:cNvPr id="7" name="图片 6"/>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778264" y="3132527"/>
            <a:ext cx="497660" cy="407176"/>
          </a:xfrm>
          <a:prstGeom prst="rect">
            <a:avLst/>
          </a:prstGeom>
        </p:spPr>
      </p:pic>
      <p:grpSp>
        <p:nvGrpSpPr>
          <p:cNvPr id="8" name="组合 7"/>
          <p:cNvGrpSpPr/>
          <p:nvPr/>
        </p:nvGrpSpPr>
        <p:grpSpPr bwMode="gray">
          <a:xfrm>
            <a:off x="1651085" y="2928723"/>
            <a:ext cx="644476" cy="768523"/>
            <a:chOff x="699103" y="4370478"/>
            <a:chExt cx="644728" cy="768823"/>
          </a:xfrm>
        </p:grpSpPr>
        <p:grpSp>
          <p:nvGrpSpPr>
            <p:cNvPr id="9" name="组合 262"/>
            <p:cNvGrpSpPr/>
            <p:nvPr/>
          </p:nvGrpSpPr>
          <p:grpSpPr bwMode="gray">
            <a:xfrm>
              <a:off x="759111" y="4658799"/>
              <a:ext cx="394083" cy="480502"/>
              <a:chOff x="6378575" y="2882900"/>
              <a:chExt cx="858950" cy="865188"/>
            </a:xfrm>
            <a:solidFill>
              <a:schemeClr val="bg1">
                <a:lumMod val="50000"/>
              </a:schemeClr>
            </a:solidFill>
          </p:grpSpPr>
          <p:sp>
            <p:nvSpPr>
              <p:cNvPr id="11" name="Freeform 11"/>
              <p:cNvSpPr>
                <a:spLocks/>
              </p:cNvSpPr>
              <p:nvPr/>
            </p:nvSpPr>
            <p:spPr bwMode="gray">
              <a:xfrm>
                <a:off x="6378575" y="2882900"/>
                <a:ext cx="425450" cy="179388"/>
              </a:xfrm>
              <a:custGeom>
                <a:avLst/>
                <a:gdLst/>
                <a:ahLst/>
                <a:cxnLst>
                  <a:cxn ang="0">
                    <a:pos x="3889" y="0"/>
                  </a:cxn>
                  <a:cxn ang="0">
                    <a:pos x="5834" y="1637"/>
                  </a:cxn>
                  <a:cxn ang="0">
                    <a:pos x="7779" y="3274"/>
                  </a:cxn>
                  <a:cxn ang="0">
                    <a:pos x="3889" y="3274"/>
                  </a:cxn>
                  <a:cxn ang="0">
                    <a:pos x="0" y="3274"/>
                  </a:cxn>
                  <a:cxn ang="0">
                    <a:pos x="1944" y="1637"/>
                  </a:cxn>
                  <a:cxn ang="0">
                    <a:pos x="3889" y="0"/>
                  </a:cxn>
                </a:cxnLst>
                <a:rect l="0" t="0" r="r" b="b"/>
                <a:pathLst>
                  <a:path w="7779" h="3274">
                    <a:moveTo>
                      <a:pt x="3889" y="0"/>
                    </a:moveTo>
                    <a:lnTo>
                      <a:pt x="5834" y="1637"/>
                    </a:lnTo>
                    <a:lnTo>
                      <a:pt x="7779" y="3274"/>
                    </a:lnTo>
                    <a:lnTo>
                      <a:pt x="3889" y="3274"/>
                    </a:lnTo>
                    <a:lnTo>
                      <a:pt x="0" y="3274"/>
                    </a:lnTo>
                    <a:lnTo>
                      <a:pt x="1944" y="1637"/>
                    </a:lnTo>
                    <a:lnTo>
                      <a:pt x="3889" y="0"/>
                    </a:lnTo>
                    <a:close/>
                  </a:path>
                </a:pathLst>
              </a:custGeom>
              <a:solidFill>
                <a:srgbClr val="7F7F7F"/>
              </a:solid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12" name="Freeform 12"/>
              <p:cNvSpPr>
                <a:spLocks/>
              </p:cNvSpPr>
              <p:nvPr/>
            </p:nvSpPr>
            <p:spPr bwMode="gray">
              <a:xfrm>
                <a:off x="6810487" y="3300413"/>
                <a:ext cx="425451" cy="179387"/>
              </a:xfrm>
              <a:custGeom>
                <a:avLst/>
                <a:gdLst/>
                <a:ahLst/>
                <a:cxnLst>
                  <a:cxn ang="0">
                    <a:pos x="3890" y="0"/>
                  </a:cxn>
                  <a:cxn ang="0">
                    <a:pos x="5834" y="1638"/>
                  </a:cxn>
                  <a:cxn ang="0">
                    <a:pos x="7779" y="3275"/>
                  </a:cxn>
                  <a:cxn ang="0">
                    <a:pos x="3890" y="3275"/>
                  </a:cxn>
                  <a:cxn ang="0">
                    <a:pos x="0" y="3275"/>
                  </a:cxn>
                  <a:cxn ang="0">
                    <a:pos x="1945" y="1638"/>
                  </a:cxn>
                  <a:cxn ang="0">
                    <a:pos x="3890" y="0"/>
                  </a:cxn>
                </a:cxnLst>
                <a:rect l="0" t="0" r="r" b="b"/>
                <a:pathLst>
                  <a:path w="7779" h="3275">
                    <a:moveTo>
                      <a:pt x="3890" y="0"/>
                    </a:moveTo>
                    <a:lnTo>
                      <a:pt x="5834" y="1638"/>
                    </a:lnTo>
                    <a:lnTo>
                      <a:pt x="7779" y="3275"/>
                    </a:lnTo>
                    <a:lnTo>
                      <a:pt x="3890" y="3275"/>
                    </a:lnTo>
                    <a:lnTo>
                      <a:pt x="0" y="3275"/>
                    </a:lnTo>
                    <a:lnTo>
                      <a:pt x="1945" y="1638"/>
                    </a:lnTo>
                    <a:lnTo>
                      <a:pt x="3890" y="0"/>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13" name="Freeform 13"/>
              <p:cNvSpPr>
                <a:spLocks noEditPoints="1"/>
              </p:cNvSpPr>
              <p:nvPr/>
            </p:nvSpPr>
            <p:spPr bwMode="gray">
              <a:xfrm>
                <a:off x="6810487" y="3502025"/>
                <a:ext cx="427038" cy="246063"/>
              </a:xfrm>
              <a:custGeom>
                <a:avLst/>
                <a:gdLst/>
                <a:ahLst/>
                <a:cxnLst>
                  <a:cxn ang="0">
                    <a:pos x="7792" y="0"/>
                  </a:cxn>
                  <a:cxn ang="0">
                    <a:pos x="0" y="0"/>
                  </a:cxn>
                  <a:cxn ang="0">
                    <a:pos x="0" y="4498"/>
                  </a:cxn>
                  <a:cxn ang="0">
                    <a:pos x="7792" y="4498"/>
                  </a:cxn>
                  <a:cxn ang="0">
                    <a:pos x="7792" y="0"/>
                  </a:cxn>
                  <a:cxn ang="0">
                    <a:pos x="687" y="578"/>
                  </a:cxn>
                  <a:cxn ang="0">
                    <a:pos x="2079" y="578"/>
                  </a:cxn>
                  <a:cxn ang="0">
                    <a:pos x="2079" y="1971"/>
                  </a:cxn>
                  <a:cxn ang="0">
                    <a:pos x="687" y="1971"/>
                  </a:cxn>
                  <a:cxn ang="0">
                    <a:pos x="687" y="578"/>
                  </a:cxn>
                  <a:cxn ang="0">
                    <a:pos x="687" y="2473"/>
                  </a:cxn>
                  <a:cxn ang="0">
                    <a:pos x="2079" y="2473"/>
                  </a:cxn>
                  <a:cxn ang="0">
                    <a:pos x="2079" y="3866"/>
                  </a:cxn>
                  <a:cxn ang="0">
                    <a:pos x="687" y="3866"/>
                  </a:cxn>
                  <a:cxn ang="0">
                    <a:pos x="687" y="2473"/>
                  </a:cxn>
                  <a:cxn ang="0">
                    <a:pos x="2361" y="2473"/>
                  </a:cxn>
                  <a:cxn ang="0">
                    <a:pos x="3755" y="2473"/>
                  </a:cxn>
                  <a:cxn ang="0">
                    <a:pos x="3755" y="3866"/>
                  </a:cxn>
                  <a:cxn ang="0">
                    <a:pos x="2361" y="3866"/>
                  </a:cxn>
                  <a:cxn ang="0">
                    <a:pos x="2361" y="2473"/>
                  </a:cxn>
                  <a:cxn ang="0">
                    <a:pos x="4037" y="2473"/>
                  </a:cxn>
                  <a:cxn ang="0">
                    <a:pos x="5429" y="2473"/>
                  </a:cxn>
                  <a:cxn ang="0">
                    <a:pos x="5429" y="3866"/>
                  </a:cxn>
                  <a:cxn ang="0">
                    <a:pos x="4037" y="3866"/>
                  </a:cxn>
                  <a:cxn ang="0">
                    <a:pos x="4037" y="2473"/>
                  </a:cxn>
                  <a:cxn ang="0">
                    <a:pos x="2361" y="578"/>
                  </a:cxn>
                  <a:cxn ang="0">
                    <a:pos x="3755" y="578"/>
                  </a:cxn>
                  <a:cxn ang="0">
                    <a:pos x="3755" y="1971"/>
                  </a:cxn>
                  <a:cxn ang="0">
                    <a:pos x="2361" y="1971"/>
                  </a:cxn>
                  <a:cxn ang="0">
                    <a:pos x="2361" y="578"/>
                  </a:cxn>
                  <a:cxn ang="0">
                    <a:pos x="4037" y="578"/>
                  </a:cxn>
                  <a:cxn ang="0">
                    <a:pos x="5429" y="578"/>
                  </a:cxn>
                  <a:cxn ang="0">
                    <a:pos x="5429" y="1971"/>
                  </a:cxn>
                  <a:cxn ang="0">
                    <a:pos x="4037" y="1971"/>
                  </a:cxn>
                  <a:cxn ang="0">
                    <a:pos x="4037" y="578"/>
                  </a:cxn>
                  <a:cxn ang="0">
                    <a:pos x="5713" y="578"/>
                  </a:cxn>
                  <a:cxn ang="0">
                    <a:pos x="7105" y="578"/>
                  </a:cxn>
                  <a:cxn ang="0">
                    <a:pos x="7105" y="1971"/>
                  </a:cxn>
                  <a:cxn ang="0">
                    <a:pos x="5713" y="1971"/>
                  </a:cxn>
                  <a:cxn ang="0">
                    <a:pos x="5713" y="578"/>
                  </a:cxn>
                  <a:cxn ang="0">
                    <a:pos x="5713" y="2473"/>
                  </a:cxn>
                  <a:cxn ang="0">
                    <a:pos x="7105" y="2473"/>
                  </a:cxn>
                  <a:cxn ang="0">
                    <a:pos x="7105" y="3866"/>
                  </a:cxn>
                  <a:cxn ang="0">
                    <a:pos x="5713" y="3866"/>
                  </a:cxn>
                  <a:cxn ang="0">
                    <a:pos x="5713" y="2473"/>
                  </a:cxn>
                </a:cxnLst>
                <a:rect l="0" t="0" r="r" b="b"/>
                <a:pathLst>
                  <a:path w="7792" h="4498">
                    <a:moveTo>
                      <a:pt x="7792" y="0"/>
                    </a:moveTo>
                    <a:lnTo>
                      <a:pt x="0" y="0"/>
                    </a:lnTo>
                    <a:lnTo>
                      <a:pt x="0" y="4498"/>
                    </a:lnTo>
                    <a:lnTo>
                      <a:pt x="7792" y="4498"/>
                    </a:lnTo>
                    <a:lnTo>
                      <a:pt x="7792" y="0"/>
                    </a:lnTo>
                    <a:close/>
                    <a:moveTo>
                      <a:pt x="687" y="578"/>
                    </a:moveTo>
                    <a:lnTo>
                      <a:pt x="2079" y="578"/>
                    </a:lnTo>
                    <a:lnTo>
                      <a:pt x="2079" y="1971"/>
                    </a:lnTo>
                    <a:lnTo>
                      <a:pt x="687" y="1971"/>
                    </a:lnTo>
                    <a:lnTo>
                      <a:pt x="687" y="578"/>
                    </a:lnTo>
                    <a:close/>
                    <a:moveTo>
                      <a:pt x="687" y="2473"/>
                    </a:moveTo>
                    <a:lnTo>
                      <a:pt x="2079" y="2473"/>
                    </a:lnTo>
                    <a:lnTo>
                      <a:pt x="2079" y="3866"/>
                    </a:lnTo>
                    <a:lnTo>
                      <a:pt x="687" y="3866"/>
                    </a:lnTo>
                    <a:lnTo>
                      <a:pt x="687" y="2473"/>
                    </a:lnTo>
                    <a:close/>
                    <a:moveTo>
                      <a:pt x="2361" y="2473"/>
                    </a:moveTo>
                    <a:lnTo>
                      <a:pt x="3755" y="2473"/>
                    </a:lnTo>
                    <a:lnTo>
                      <a:pt x="3755" y="3866"/>
                    </a:lnTo>
                    <a:lnTo>
                      <a:pt x="2361" y="3866"/>
                    </a:lnTo>
                    <a:lnTo>
                      <a:pt x="2361" y="2473"/>
                    </a:lnTo>
                    <a:close/>
                    <a:moveTo>
                      <a:pt x="4037" y="2473"/>
                    </a:moveTo>
                    <a:lnTo>
                      <a:pt x="5429" y="2473"/>
                    </a:lnTo>
                    <a:lnTo>
                      <a:pt x="5429" y="3866"/>
                    </a:lnTo>
                    <a:lnTo>
                      <a:pt x="4037" y="3866"/>
                    </a:lnTo>
                    <a:lnTo>
                      <a:pt x="4037" y="2473"/>
                    </a:lnTo>
                    <a:close/>
                    <a:moveTo>
                      <a:pt x="2361" y="578"/>
                    </a:moveTo>
                    <a:lnTo>
                      <a:pt x="3755" y="578"/>
                    </a:lnTo>
                    <a:lnTo>
                      <a:pt x="3755" y="1971"/>
                    </a:lnTo>
                    <a:lnTo>
                      <a:pt x="2361" y="1971"/>
                    </a:lnTo>
                    <a:lnTo>
                      <a:pt x="2361" y="578"/>
                    </a:lnTo>
                    <a:close/>
                    <a:moveTo>
                      <a:pt x="4037" y="578"/>
                    </a:moveTo>
                    <a:lnTo>
                      <a:pt x="5429" y="578"/>
                    </a:lnTo>
                    <a:lnTo>
                      <a:pt x="5429" y="1971"/>
                    </a:lnTo>
                    <a:lnTo>
                      <a:pt x="4037" y="1971"/>
                    </a:lnTo>
                    <a:lnTo>
                      <a:pt x="4037" y="578"/>
                    </a:lnTo>
                    <a:close/>
                    <a:moveTo>
                      <a:pt x="5713" y="578"/>
                    </a:moveTo>
                    <a:lnTo>
                      <a:pt x="7105" y="578"/>
                    </a:lnTo>
                    <a:lnTo>
                      <a:pt x="7105" y="1971"/>
                    </a:lnTo>
                    <a:lnTo>
                      <a:pt x="5713" y="1971"/>
                    </a:lnTo>
                    <a:lnTo>
                      <a:pt x="5713" y="578"/>
                    </a:lnTo>
                    <a:close/>
                    <a:moveTo>
                      <a:pt x="5713" y="2473"/>
                    </a:moveTo>
                    <a:lnTo>
                      <a:pt x="7105" y="2473"/>
                    </a:lnTo>
                    <a:lnTo>
                      <a:pt x="7105" y="3866"/>
                    </a:lnTo>
                    <a:lnTo>
                      <a:pt x="5713" y="3866"/>
                    </a:lnTo>
                    <a:lnTo>
                      <a:pt x="5713" y="2473"/>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14" name="Freeform 14"/>
              <p:cNvSpPr>
                <a:spLocks noEditPoints="1"/>
              </p:cNvSpPr>
              <p:nvPr/>
            </p:nvSpPr>
            <p:spPr bwMode="gray">
              <a:xfrm>
                <a:off x="6378575" y="3081338"/>
                <a:ext cx="427038" cy="666750"/>
              </a:xfrm>
              <a:custGeom>
                <a:avLst/>
                <a:gdLst/>
                <a:ahLst/>
                <a:cxnLst>
                  <a:cxn ang="0">
                    <a:pos x="7792" y="0"/>
                  </a:cxn>
                  <a:cxn ang="0">
                    <a:pos x="0" y="12190"/>
                  </a:cxn>
                  <a:cxn ang="0">
                    <a:pos x="687" y="690"/>
                  </a:cxn>
                  <a:cxn ang="0">
                    <a:pos x="2079" y="2084"/>
                  </a:cxn>
                  <a:cxn ang="0">
                    <a:pos x="687" y="690"/>
                  </a:cxn>
                  <a:cxn ang="0">
                    <a:pos x="2079" y="10165"/>
                  </a:cxn>
                  <a:cxn ang="0">
                    <a:pos x="687" y="11558"/>
                  </a:cxn>
                  <a:cxn ang="0">
                    <a:pos x="2363" y="10165"/>
                  </a:cxn>
                  <a:cxn ang="0">
                    <a:pos x="3755" y="11558"/>
                  </a:cxn>
                  <a:cxn ang="0">
                    <a:pos x="2363" y="10165"/>
                  </a:cxn>
                  <a:cxn ang="0">
                    <a:pos x="5431" y="10165"/>
                  </a:cxn>
                  <a:cxn ang="0">
                    <a:pos x="4037" y="11558"/>
                  </a:cxn>
                  <a:cxn ang="0">
                    <a:pos x="5713" y="10165"/>
                  </a:cxn>
                  <a:cxn ang="0">
                    <a:pos x="7105" y="11558"/>
                  </a:cxn>
                  <a:cxn ang="0">
                    <a:pos x="5713" y="10165"/>
                  </a:cxn>
                  <a:cxn ang="0">
                    <a:pos x="2079" y="8270"/>
                  </a:cxn>
                  <a:cxn ang="0">
                    <a:pos x="687" y="9663"/>
                  </a:cxn>
                  <a:cxn ang="0">
                    <a:pos x="2363" y="8270"/>
                  </a:cxn>
                  <a:cxn ang="0">
                    <a:pos x="3755" y="9663"/>
                  </a:cxn>
                  <a:cxn ang="0">
                    <a:pos x="2363" y="8270"/>
                  </a:cxn>
                  <a:cxn ang="0">
                    <a:pos x="5431" y="8270"/>
                  </a:cxn>
                  <a:cxn ang="0">
                    <a:pos x="4037" y="9663"/>
                  </a:cxn>
                  <a:cxn ang="0">
                    <a:pos x="5713" y="8270"/>
                  </a:cxn>
                  <a:cxn ang="0">
                    <a:pos x="7105" y="9663"/>
                  </a:cxn>
                  <a:cxn ang="0">
                    <a:pos x="5713" y="8270"/>
                  </a:cxn>
                  <a:cxn ang="0">
                    <a:pos x="2079" y="6376"/>
                  </a:cxn>
                  <a:cxn ang="0">
                    <a:pos x="687" y="7768"/>
                  </a:cxn>
                  <a:cxn ang="0">
                    <a:pos x="2363" y="6376"/>
                  </a:cxn>
                  <a:cxn ang="0">
                    <a:pos x="3755" y="7768"/>
                  </a:cxn>
                  <a:cxn ang="0">
                    <a:pos x="2363" y="6376"/>
                  </a:cxn>
                  <a:cxn ang="0">
                    <a:pos x="5431" y="6376"/>
                  </a:cxn>
                  <a:cxn ang="0">
                    <a:pos x="4037" y="7768"/>
                  </a:cxn>
                  <a:cxn ang="0">
                    <a:pos x="5713" y="6376"/>
                  </a:cxn>
                  <a:cxn ang="0">
                    <a:pos x="7105" y="7768"/>
                  </a:cxn>
                  <a:cxn ang="0">
                    <a:pos x="5713" y="6376"/>
                  </a:cxn>
                  <a:cxn ang="0">
                    <a:pos x="2079" y="4481"/>
                  </a:cxn>
                  <a:cxn ang="0">
                    <a:pos x="687" y="5874"/>
                  </a:cxn>
                  <a:cxn ang="0">
                    <a:pos x="2363" y="4481"/>
                  </a:cxn>
                  <a:cxn ang="0">
                    <a:pos x="3755" y="5874"/>
                  </a:cxn>
                  <a:cxn ang="0">
                    <a:pos x="2363" y="4481"/>
                  </a:cxn>
                  <a:cxn ang="0">
                    <a:pos x="5431" y="4481"/>
                  </a:cxn>
                  <a:cxn ang="0">
                    <a:pos x="4037" y="5874"/>
                  </a:cxn>
                  <a:cxn ang="0">
                    <a:pos x="5713" y="4481"/>
                  </a:cxn>
                  <a:cxn ang="0">
                    <a:pos x="7105" y="5874"/>
                  </a:cxn>
                  <a:cxn ang="0">
                    <a:pos x="5713" y="4481"/>
                  </a:cxn>
                  <a:cxn ang="0">
                    <a:pos x="2079" y="2585"/>
                  </a:cxn>
                  <a:cxn ang="0">
                    <a:pos x="687" y="3979"/>
                  </a:cxn>
                  <a:cxn ang="0">
                    <a:pos x="2363" y="2585"/>
                  </a:cxn>
                  <a:cxn ang="0">
                    <a:pos x="3755" y="3979"/>
                  </a:cxn>
                  <a:cxn ang="0">
                    <a:pos x="2363" y="2585"/>
                  </a:cxn>
                  <a:cxn ang="0">
                    <a:pos x="5431" y="2585"/>
                  </a:cxn>
                  <a:cxn ang="0">
                    <a:pos x="4037" y="3979"/>
                  </a:cxn>
                  <a:cxn ang="0">
                    <a:pos x="2363" y="690"/>
                  </a:cxn>
                  <a:cxn ang="0">
                    <a:pos x="3755" y="2084"/>
                  </a:cxn>
                  <a:cxn ang="0">
                    <a:pos x="2363" y="690"/>
                  </a:cxn>
                  <a:cxn ang="0">
                    <a:pos x="5431" y="690"/>
                  </a:cxn>
                  <a:cxn ang="0">
                    <a:pos x="4037" y="2084"/>
                  </a:cxn>
                  <a:cxn ang="0">
                    <a:pos x="5713" y="690"/>
                  </a:cxn>
                  <a:cxn ang="0">
                    <a:pos x="7105" y="2084"/>
                  </a:cxn>
                  <a:cxn ang="0">
                    <a:pos x="5713" y="690"/>
                  </a:cxn>
                  <a:cxn ang="0">
                    <a:pos x="7105" y="2585"/>
                  </a:cxn>
                  <a:cxn ang="0">
                    <a:pos x="5713" y="3979"/>
                  </a:cxn>
                </a:cxnLst>
                <a:rect l="0" t="0" r="r" b="b"/>
                <a:pathLst>
                  <a:path w="7792" h="12190">
                    <a:moveTo>
                      <a:pt x="0" y="0"/>
                    </a:moveTo>
                    <a:lnTo>
                      <a:pt x="7792" y="0"/>
                    </a:lnTo>
                    <a:lnTo>
                      <a:pt x="7792" y="12190"/>
                    </a:lnTo>
                    <a:lnTo>
                      <a:pt x="0" y="12190"/>
                    </a:lnTo>
                    <a:lnTo>
                      <a:pt x="0" y="0"/>
                    </a:lnTo>
                    <a:close/>
                    <a:moveTo>
                      <a:pt x="687" y="690"/>
                    </a:moveTo>
                    <a:lnTo>
                      <a:pt x="2079" y="690"/>
                    </a:lnTo>
                    <a:lnTo>
                      <a:pt x="2079" y="2084"/>
                    </a:lnTo>
                    <a:lnTo>
                      <a:pt x="687" y="2084"/>
                    </a:lnTo>
                    <a:lnTo>
                      <a:pt x="687" y="690"/>
                    </a:lnTo>
                    <a:close/>
                    <a:moveTo>
                      <a:pt x="687" y="10165"/>
                    </a:moveTo>
                    <a:lnTo>
                      <a:pt x="2079" y="10165"/>
                    </a:lnTo>
                    <a:lnTo>
                      <a:pt x="2079" y="11558"/>
                    </a:lnTo>
                    <a:lnTo>
                      <a:pt x="687" y="11558"/>
                    </a:lnTo>
                    <a:lnTo>
                      <a:pt x="687" y="10165"/>
                    </a:lnTo>
                    <a:close/>
                    <a:moveTo>
                      <a:pt x="2363" y="10165"/>
                    </a:moveTo>
                    <a:lnTo>
                      <a:pt x="3755" y="10165"/>
                    </a:lnTo>
                    <a:lnTo>
                      <a:pt x="3755" y="11558"/>
                    </a:lnTo>
                    <a:lnTo>
                      <a:pt x="2363" y="11558"/>
                    </a:lnTo>
                    <a:lnTo>
                      <a:pt x="2363" y="10165"/>
                    </a:lnTo>
                    <a:close/>
                    <a:moveTo>
                      <a:pt x="4037" y="10165"/>
                    </a:moveTo>
                    <a:lnTo>
                      <a:pt x="5431" y="10165"/>
                    </a:lnTo>
                    <a:lnTo>
                      <a:pt x="5431" y="11558"/>
                    </a:lnTo>
                    <a:lnTo>
                      <a:pt x="4037" y="11558"/>
                    </a:lnTo>
                    <a:lnTo>
                      <a:pt x="4037" y="10165"/>
                    </a:lnTo>
                    <a:close/>
                    <a:moveTo>
                      <a:pt x="5713" y="10165"/>
                    </a:moveTo>
                    <a:lnTo>
                      <a:pt x="7105" y="10165"/>
                    </a:lnTo>
                    <a:lnTo>
                      <a:pt x="7105" y="11558"/>
                    </a:lnTo>
                    <a:lnTo>
                      <a:pt x="5713" y="11558"/>
                    </a:lnTo>
                    <a:lnTo>
                      <a:pt x="5713" y="10165"/>
                    </a:lnTo>
                    <a:close/>
                    <a:moveTo>
                      <a:pt x="687" y="8270"/>
                    </a:moveTo>
                    <a:lnTo>
                      <a:pt x="2079" y="8270"/>
                    </a:lnTo>
                    <a:lnTo>
                      <a:pt x="2079" y="9663"/>
                    </a:lnTo>
                    <a:lnTo>
                      <a:pt x="687" y="9663"/>
                    </a:lnTo>
                    <a:lnTo>
                      <a:pt x="687" y="8270"/>
                    </a:lnTo>
                    <a:close/>
                    <a:moveTo>
                      <a:pt x="2363" y="8270"/>
                    </a:moveTo>
                    <a:lnTo>
                      <a:pt x="3755" y="8270"/>
                    </a:lnTo>
                    <a:lnTo>
                      <a:pt x="3755" y="9663"/>
                    </a:lnTo>
                    <a:lnTo>
                      <a:pt x="2363" y="9663"/>
                    </a:lnTo>
                    <a:lnTo>
                      <a:pt x="2363" y="8270"/>
                    </a:lnTo>
                    <a:close/>
                    <a:moveTo>
                      <a:pt x="4037" y="8270"/>
                    </a:moveTo>
                    <a:lnTo>
                      <a:pt x="5431" y="8270"/>
                    </a:lnTo>
                    <a:lnTo>
                      <a:pt x="5431" y="9663"/>
                    </a:lnTo>
                    <a:lnTo>
                      <a:pt x="4037" y="9663"/>
                    </a:lnTo>
                    <a:lnTo>
                      <a:pt x="4037" y="8270"/>
                    </a:lnTo>
                    <a:close/>
                    <a:moveTo>
                      <a:pt x="5713" y="8270"/>
                    </a:moveTo>
                    <a:lnTo>
                      <a:pt x="7105" y="8270"/>
                    </a:lnTo>
                    <a:lnTo>
                      <a:pt x="7105" y="9663"/>
                    </a:lnTo>
                    <a:lnTo>
                      <a:pt x="5713" y="9663"/>
                    </a:lnTo>
                    <a:lnTo>
                      <a:pt x="5713" y="8270"/>
                    </a:lnTo>
                    <a:close/>
                    <a:moveTo>
                      <a:pt x="687" y="6376"/>
                    </a:moveTo>
                    <a:lnTo>
                      <a:pt x="2079" y="6376"/>
                    </a:lnTo>
                    <a:lnTo>
                      <a:pt x="2079" y="7768"/>
                    </a:lnTo>
                    <a:lnTo>
                      <a:pt x="687" y="7768"/>
                    </a:lnTo>
                    <a:lnTo>
                      <a:pt x="687" y="6376"/>
                    </a:lnTo>
                    <a:close/>
                    <a:moveTo>
                      <a:pt x="2363" y="6376"/>
                    </a:moveTo>
                    <a:lnTo>
                      <a:pt x="3755" y="6376"/>
                    </a:lnTo>
                    <a:lnTo>
                      <a:pt x="3755" y="7768"/>
                    </a:lnTo>
                    <a:lnTo>
                      <a:pt x="2363" y="7768"/>
                    </a:lnTo>
                    <a:lnTo>
                      <a:pt x="2363" y="6376"/>
                    </a:lnTo>
                    <a:close/>
                    <a:moveTo>
                      <a:pt x="4037" y="6376"/>
                    </a:moveTo>
                    <a:lnTo>
                      <a:pt x="5431" y="6376"/>
                    </a:lnTo>
                    <a:lnTo>
                      <a:pt x="5431" y="7768"/>
                    </a:lnTo>
                    <a:lnTo>
                      <a:pt x="4037" y="7768"/>
                    </a:lnTo>
                    <a:lnTo>
                      <a:pt x="4037" y="6376"/>
                    </a:lnTo>
                    <a:close/>
                    <a:moveTo>
                      <a:pt x="5713" y="6376"/>
                    </a:moveTo>
                    <a:lnTo>
                      <a:pt x="7105" y="6376"/>
                    </a:lnTo>
                    <a:lnTo>
                      <a:pt x="7105" y="7768"/>
                    </a:lnTo>
                    <a:lnTo>
                      <a:pt x="5713" y="7768"/>
                    </a:lnTo>
                    <a:lnTo>
                      <a:pt x="5713" y="6376"/>
                    </a:lnTo>
                    <a:close/>
                    <a:moveTo>
                      <a:pt x="687" y="4481"/>
                    </a:moveTo>
                    <a:lnTo>
                      <a:pt x="2079" y="4481"/>
                    </a:lnTo>
                    <a:lnTo>
                      <a:pt x="2079" y="5874"/>
                    </a:lnTo>
                    <a:lnTo>
                      <a:pt x="687" y="5874"/>
                    </a:lnTo>
                    <a:lnTo>
                      <a:pt x="687" y="4481"/>
                    </a:lnTo>
                    <a:close/>
                    <a:moveTo>
                      <a:pt x="2363" y="4481"/>
                    </a:moveTo>
                    <a:lnTo>
                      <a:pt x="3755" y="4481"/>
                    </a:lnTo>
                    <a:lnTo>
                      <a:pt x="3755" y="5874"/>
                    </a:lnTo>
                    <a:lnTo>
                      <a:pt x="2363" y="5874"/>
                    </a:lnTo>
                    <a:lnTo>
                      <a:pt x="2363" y="4481"/>
                    </a:lnTo>
                    <a:close/>
                    <a:moveTo>
                      <a:pt x="4037" y="4481"/>
                    </a:moveTo>
                    <a:lnTo>
                      <a:pt x="5431" y="4481"/>
                    </a:lnTo>
                    <a:lnTo>
                      <a:pt x="5431" y="5874"/>
                    </a:lnTo>
                    <a:lnTo>
                      <a:pt x="4037" y="5874"/>
                    </a:lnTo>
                    <a:lnTo>
                      <a:pt x="4037" y="4481"/>
                    </a:lnTo>
                    <a:close/>
                    <a:moveTo>
                      <a:pt x="5713" y="4481"/>
                    </a:moveTo>
                    <a:lnTo>
                      <a:pt x="7105" y="4481"/>
                    </a:lnTo>
                    <a:lnTo>
                      <a:pt x="7105" y="5874"/>
                    </a:lnTo>
                    <a:lnTo>
                      <a:pt x="5713" y="5874"/>
                    </a:lnTo>
                    <a:lnTo>
                      <a:pt x="5713" y="4481"/>
                    </a:lnTo>
                    <a:close/>
                    <a:moveTo>
                      <a:pt x="687" y="2585"/>
                    </a:moveTo>
                    <a:lnTo>
                      <a:pt x="2079" y="2585"/>
                    </a:lnTo>
                    <a:lnTo>
                      <a:pt x="2079" y="3979"/>
                    </a:lnTo>
                    <a:lnTo>
                      <a:pt x="687" y="3979"/>
                    </a:lnTo>
                    <a:lnTo>
                      <a:pt x="687" y="2585"/>
                    </a:lnTo>
                    <a:close/>
                    <a:moveTo>
                      <a:pt x="2363" y="2585"/>
                    </a:moveTo>
                    <a:lnTo>
                      <a:pt x="3755" y="2585"/>
                    </a:lnTo>
                    <a:lnTo>
                      <a:pt x="3755" y="3979"/>
                    </a:lnTo>
                    <a:lnTo>
                      <a:pt x="2363" y="3979"/>
                    </a:lnTo>
                    <a:lnTo>
                      <a:pt x="2363" y="2585"/>
                    </a:lnTo>
                    <a:close/>
                    <a:moveTo>
                      <a:pt x="4037" y="2585"/>
                    </a:moveTo>
                    <a:lnTo>
                      <a:pt x="5431" y="2585"/>
                    </a:lnTo>
                    <a:lnTo>
                      <a:pt x="5431" y="3979"/>
                    </a:lnTo>
                    <a:lnTo>
                      <a:pt x="4037" y="3979"/>
                    </a:lnTo>
                    <a:lnTo>
                      <a:pt x="4037" y="2585"/>
                    </a:lnTo>
                    <a:close/>
                    <a:moveTo>
                      <a:pt x="2363" y="690"/>
                    </a:moveTo>
                    <a:lnTo>
                      <a:pt x="3755" y="690"/>
                    </a:lnTo>
                    <a:lnTo>
                      <a:pt x="3755" y="2084"/>
                    </a:lnTo>
                    <a:lnTo>
                      <a:pt x="2363" y="2084"/>
                    </a:lnTo>
                    <a:lnTo>
                      <a:pt x="2363" y="690"/>
                    </a:lnTo>
                    <a:close/>
                    <a:moveTo>
                      <a:pt x="4037" y="690"/>
                    </a:moveTo>
                    <a:lnTo>
                      <a:pt x="5431" y="690"/>
                    </a:lnTo>
                    <a:lnTo>
                      <a:pt x="5431" y="2084"/>
                    </a:lnTo>
                    <a:lnTo>
                      <a:pt x="4037" y="2084"/>
                    </a:lnTo>
                    <a:lnTo>
                      <a:pt x="4037" y="690"/>
                    </a:lnTo>
                    <a:close/>
                    <a:moveTo>
                      <a:pt x="5713" y="690"/>
                    </a:moveTo>
                    <a:lnTo>
                      <a:pt x="7105" y="690"/>
                    </a:lnTo>
                    <a:lnTo>
                      <a:pt x="7105" y="2084"/>
                    </a:lnTo>
                    <a:lnTo>
                      <a:pt x="5713" y="2084"/>
                    </a:lnTo>
                    <a:lnTo>
                      <a:pt x="5713" y="690"/>
                    </a:lnTo>
                    <a:close/>
                    <a:moveTo>
                      <a:pt x="5713" y="2585"/>
                    </a:moveTo>
                    <a:lnTo>
                      <a:pt x="7105" y="2585"/>
                    </a:lnTo>
                    <a:lnTo>
                      <a:pt x="7105" y="3979"/>
                    </a:lnTo>
                    <a:lnTo>
                      <a:pt x="5713" y="3979"/>
                    </a:lnTo>
                    <a:lnTo>
                      <a:pt x="5713" y="2585"/>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grpSp>
        <p:sp>
          <p:nvSpPr>
            <p:cNvPr id="10" name="矩形 9"/>
            <p:cNvSpPr/>
            <p:nvPr/>
          </p:nvSpPr>
          <p:spPr bwMode="gray">
            <a:xfrm>
              <a:off x="699103" y="4370478"/>
              <a:ext cx="644728" cy="307777"/>
            </a:xfrm>
            <a:prstGeom prst="rect">
              <a:avLst/>
            </a:prstGeom>
          </p:spPr>
          <p:txBody>
            <a:bodyPr wrap="none">
              <a:spAutoFit/>
            </a:bodyPr>
            <a:lstStyle/>
            <a:p>
              <a:r>
                <a:rPr lang="zh-CN" altLang="en-US" sz="1399">
                  <a:solidFill>
                    <a:schemeClr val="bg1">
                      <a:lumMod val="50000"/>
                    </a:schemeClr>
                  </a:solidFill>
                </a:rPr>
                <a:t>分支</a:t>
              </a:r>
              <a:r>
                <a:rPr lang="en-US" altLang="zh-CN" sz="1399">
                  <a:solidFill>
                    <a:schemeClr val="bg1">
                      <a:lumMod val="50000"/>
                    </a:schemeClr>
                  </a:solidFill>
                </a:rPr>
                <a:t>1</a:t>
              </a:r>
            </a:p>
          </p:txBody>
        </p:sp>
      </p:grpSp>
      <p:sp>
        <p:nvSpPr>
          <p:cNvPr id="15" name="圆角矩形 75"/>
          <p:cNvSpPr/>
          <p:nvPr/>
        </p:nvSpPr>
        <p:spPr bwMode="gray">
          <a:xfrm>
            <a:off x="1638360" y="2885818"/>
            <a:ext cx="2910804" cy="2154232"/>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a:lnSpc>
                <a:spcPts val="2599"/>
              </a:lnSpc>
              <a:spcAft>
                <a:spcPts val="600"/>
              </a:spcAft>
            </a:pPr>
            <a:endParaRPr lang="en-US" altLang="zh-CN" sz="15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6" name="直接连接符 15">
            <a:extLst>
              <a:ext uri="{FF2B5EF4-FFF2-40B4-BE49-F238E27FC236}">
                <a16:creationId xmlns:a16="http://schemas.microsoft.com/office/drawing/2014/main" id="{94275FFE-3BE6-4C12-8737-FDFE3456C4A2}"/>
              </a:ext>
            </a:extLst>
          </p:cNvPr>
          <p:cNvCxnSpPr>
            <a:stCxn id="19" idx="0"/>
            <a:endCxn id="7" idx="2"/>
          </p:cNvCxnSpPr>
          <p:nvPr/>
        </p:nvCxnSpPr>
        <p:spPr bwMode="gray">
          <a:xfrm flipV="1">
            <a:off x="3027094" y="3539703"/>
            <a:ext cx="0" cy="314583"/>
          </a:xfrm>
          <a:prstGeom prst="line">
            <a:avLst/>
          </a:prstGeom>
          <a:noFill/>
          <a:ln w="19050" cap="flat" cmpd="sng" algn="ctr">
            <a:solidFill>
              <a:schemeClr val="bg1">
                <a:lumMod val="50000"/>
              </a:schemeClr>
            </a:solidFill>
            <a:prstDash val="solid"/>
          </a:ln>
          <a:effectLst/>
        </p:spPr>
      </p:cxnSp>
      <p:cxnSp>
        <p:nvCxnSpPr>
          <p:cNvPr id="17" name="直接连接符 16">
            <a:extLst>
              <a:ext uri="{FF2B5EF4-FFF2-40B4-BE49-F238E27FC236}">
                <a16:creationId xmlns:a16="http://schemas.microsoft.com/office/drawing/2014/main" id="{94275FFE-3BE6-4C12-8737-FDFE3456C4A2}"/>
              </a:ext>
            </a:extLst>
          </p:cNvPr>
          <p:cNvCxnSpPr>
            <a:stCxn id="5" idx="0"/>
            <a:endCxn id="19" idx="0"/>
          </p:cNvCxnSpPr>
          <p:nvPr/>
        </p:nvCxnSpPr>
        <p:spPr bwMode="gray">
          <a:xfrm flipV="1">
            <a:off x="2183326" y="3854286"/>
            <a:ext cx="843768" cy="635970"/>
          </a:xfrm>
          <a:prstGeom prst="line">
            <a:avLst/>
          </a:prstGeom>
          <a:noFill/>
          <a:ln w="19050" cap="flat" cmpd="sng" algn="ctr">
            <a:solidFill>
              <a:schemeClr val="bg1">
                <a:lumMod val="50000"/>
              </a:schemeClr>
            </a:solidFill>
            <a:prstDash val="solid"/>
          </a:ln>
          <a:effectLst/>
        </p:spPr>
      </p:cxnSp>
      <p:cxnSp>
        <p:nvCxnSpPr>
          <p:cNvPr id="18" name="直接连接符 17">
            <a:extLst>
              <a:ext uri="{FF2B5EF4-FFF2-40B4-BE49-F238E27FC236}">
                <a16:creationId xmlns:a16="http://schemas.microsoft.com/office/drawing/2014/main" id="{94275FFE-3BE6-4C12-8737-FDFE3456C4A2}"/>
              </a:ext>
            </a:extLst>
          </p:cNvPr>
          <p:cNvCxnSpPr>
            <a:stCxn id="6" idx="0"/>
            <a:endCxn id="19" idx="0"/>
          </p:cNvCxnSpPr>
          <p:nvPr/>
        </p:nvCxnSpPr>
        <p:spPr bwMode="gray">
          <a:xfrm flipH="1" flipV="1">
            <a:off x="3027094" y="3854286"/>
            <a:ext cx="843768" cy="635970"/>
          </a:xfrm>
          <a:prstGeom prst="line">
            <a:avLst/>
          </a:prstGeom>
          <a:noFill/>
          <a:ln w="19050" cap="flat" cmpd="sng" algn="ctr">
            <a:solidFill>
              <a:schemeClr val="bg1">
                <a:lumMod val="50000"/>
              </a:schemeClr>
            </a:solidFill>
            <a:prstDash val="solid"/>
          </a:ln>
          <a:effectLst/>
        </p:spPr>
      </p:cxnSp>
      <p:pic>
        <p:nvPicPr>
          <p:cNvPr id="19" name="图片 18"/>
          <p:cNvPicPr>
            <a:picLocks/>
          </p:cNvPicPr>
          <p:nvPr/>
        </p:nvPicPr>
        <p:blipFill>
          <a:blip r:embed="rId5" cstate="print">
            <a:extLst>
              <a:ext uri="{BEBA8EAE-BF5A-486C-A8C5-ECC9F3942E4B}">
                <a14:imgProps xmlns:a14="http://schemas.microsoft.com/office/drawing/2010/main">
                  <a14:imgLayer r:embed="rId6">
                    <a14:imgEffect>
                      <a14:saturation sat="200000"/>
                    </a14:imgEffect>
                  </a14:imgLayer>
                </a14:imgProps>
              </a:ext>
              <a:ext uri="{28A0092B-C50C-407E-A947-70E740481C1C}">
                <a14:useLocalDpi xmlns:a14="http://schemas.microsoft.com/office/drawing/2010/main" val="0"/>
              </a:ext>
            </a:extLst>
          </a:blip>
          <a:stretch>
            <a:fillRect/>
          </a:stretch>
        </p:blipFill>
        <p:spPr bwMode="gray">
          <a:xfrm>
            <a:off x="2778264" y="3854286"/>
            <a:ext cx="497660" cy="407176"/>
          </a:xfrm>
          <a:prstGeom prst="rect">
            <a:avLst/>
          </a:prstGeom>
        </p:spPr>
      </p:pic>
      <p:grpSp>
        <p:nvGrpSpPr>
          <p:cNvPr id="20" name="Group 3"/>
          <p:cNvGrpSpPr/>
          <p:nvPr/>
        </p:nvGrpSpPr>
        <p:grpSpPr bwMode="gray">
          <a:xfrm>
            <a:off x="2896361" y="4662866"/>
            <a:ext cx="261863" cy="61955"/>
            <a:chOff x="559282" y="6488261"/>
            <a:chExt cx="261965" cy="61979"/>
          </a:xfrm>
          <a:solidFill>
            <a:schemeClr val="bg1">
              <a:lumMod val="50000"/>
            </a:schemeClr>
          </a:solidFill>
        </p:grpSpPr>
        <p:sp>
          <p:nvSpPr>
            <p:cNvPr id="21"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2"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3"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cxnSp>
        <p:nvCxnSpPr>
          <p:cNvPr id="24" name="直接箭头连接符 23"/>
          <p:cNvCxnSpPr>
            <a:endCxn id="7" idx="0"/>
          </p:cNvCxnSpPr>
          <p:nvPr/>
        </p:nvCxnSpPr>
        <p:spPr bwMode="gray">
          <a:xfrm flipH="1">
            <a:off x="3027094" y="2457089"/>
            <a:ext cx="184757" cy="675438"/>
          </a:xfrm>
          <a:prstGeom prst="straightConnector1">
            <a:avLst/>
          </a:prstGeom>
          <a:noFill/>
          <a:ln w="19050" algn="ctr">
            <a:solidFill>
              <a:srgbClr val="EC7061"/>
            </a:solidFill>
            <a:prstDash val="sysDot"/>
            <a:round/>
            <a:headEnd type="none" w="med" len="med"/>
            <a:tailEnd type="triangle" w="med" len="med"/>
          </a:ln>
        </p:spPr>
      </p:cxnSp>
      <p:sp>
        <p:nvSpPr>
          <p:cNvPr id="25" name="矩形 24"/>
          <p:cNvSpPr/>
          <p:nvPr/>
        </p:nvSpPr>
        <p:spPr bwMode="gray">
          <a:xfrm>
            <a:off x="2552742" y="2496478"/>
            <a:ext cx="543527" cy="307657"/>
          </a:xfrm>
          <a:prstGeom prst="rect">
            <a:avLst/>
          </a:prstGeom>
        </p:spPr>
        <p:txBody>
          <a:bodyPr wrap="none">
            <a:spAutoFit/>
          </a:bodyPr>
          <a:lstStyle/>
          <a:p>
            <a:r>
              <a:rPr lang="zh-CN" altLang="en-US" sz="1399" b="1" dirty="0">
                <a:solidFill>
                  <a:srgbClr val="C7000B"/>
                </a:solidFill>
              </a:rPr>
              <a:t>专线</a:t>
            </a:r>
            <a:endParaRPr lang="en-US" altLang="zh-CN" sz="1399" b="1" dirty="0">
              <a:solidFill>
                <a:srgbClr val="C7000B"/>
              </a:solidFill>
            </a:endParaRPr>
          </a:p>
        </p:txBody>
      </p:sp>
      <p:pic>
        <p:nvPicPr>
          <p:cNvPr id="33" name="图片 32"/>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011712" y="3122973"/>
            <a:ext cx="497660" cy="407176"/>
          </a:xfrm>
          <a:prstGeom prst="rect">
            <a:avLst/>
          </a:prstGeom>
        </p:spPr>
      </p:pic>
      <p:sp>
        <p:nvSpPr>
          <p:cNvPr id="34" name="Freeform 159"/>
          <p:cNvSpPr/>
          <p:nvPr/>
        </p:nvSpPr>
        <p:spPr bwMode="gray">
          <a:xfrm flipH="1">
            <a:off x="4260542" y="2038664"/>
            <a:ext cx="835658" cy="43682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5" name="直接箭头连接符 34"/>
          <p:cNvCxnSpPr>
            <a:endCxn id="33" idx="0"/>
          </p:cNvCxnSpPr>
          <p:nvPr/>
        </p:nvCxnSpPr>
        <p:spPr bwMode="gray">
          <a:xfrm flipH="1">
            <a:off x="4260543" y="2485234"/>
            <a:ext cx="419681" cy="637739"/>
          </a:xfrm>
          <a:prstGeom prst="straightConnector1">
            <a:avLst/>
          </a:prstGeom>
          <a:noFill/>
          <a:ln w="19050" algn="ctr">
            <a:solidFill>
              <a:srgbClr val="56C4D2"/>
            </a:solidFill>
            <a:prstDash val="sysDot"/>
            <a:round/>
            <a:headEnd type="triangle" w="med" len="med"/>
            <a:tailEnd type="triangle" w="med" len="med"/>
          </a:ln>
        </p:spPr>
      </p:cxnSp>
      <p:sp>
        <p:nvSpPr>
          <p:cNvPr id="36" name="矩形 35"/>
          <p:cNvSpPr/>
          <p:nvPr/>
        </p:nvSpPr>
        <p:spPr bwMode="gray">
          <a:xfrm>
            <a:off x="4264246" y="2172703"/>
            <a:ext cx="831954" cy="307657"/>
          </a:xfrm>
          <a:prstGeom prst="rect">
            <a:avLst/>
          </a:prstGeom>
        </p:spPr>
        <p:txBody>
          <a:bodyPr wrap="none">
            <a:spAutoFit/>
          </a:bodyPr>
          <a:lstStyle/>
          <a:p>
            <a:pPr algn="ctr"/>
            <a:r>
              <a:rPr lang="en-US" altLang="zh-CN" sz="1399" dirty="0">
                <a:latin typeface="Huawei Sans" panose="020C0503030203020204" pitchFamily="34" charset="0"/>
                <a:ea typeface="方正兰亭黑简体" panose="02000000000000000000" pitchFamily="2" charset="-122"/>
                <a:sym typeface="Huawei Sans" panose="020C0503030203020204" pitchFamily="34" charset="0"/>
              </a:rPr>
              <a:t>Internet</a:t>
            </a:r>
          </a:p>
        </p:txBody>
      </p:sp>
      <p:sp>
        <p:nvSpPr>
          <p:cNvPr id="39" name="文本框 38"/>
          <p:cNvSpPr txBox="1"/>
          <p:nvPr/>
        </p:nvSpPr>
        <p:spPr bwMode="gray">
          <a:xfrm>
            <a:off x="5280696" y="2548347"/>
            <a:ext cx="4271949" cy="1337168"/>
          </a:xfrm>
          <a:prstGeom prst="rect">
            <a:avLst/>
          </a:prstGeom>
          <a:solidFill>
            <a:srgbClr val="FFFFCC"/>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342763" indent="-342763">
              <a:lnSpc>
                <a:spcPts val="2599"/>
              </a:lnSpc>
              <a:buFont typeface="+mj-lt"/>
              <a:buAutoNum type="arabicPeriod"/>
            </a:pPr>
            <a:r>
              <a:rPr lang="zh-CN" altLang="en-US" sz="1399" i="0" dirty="0">
                <a:solidFill>
                  <a:srgbClr val="C7000B"/>
                </a:solidFill>
              </a:rPr>
              <a:t>出口路由器接入</a:t>
            </a:r>
            <a:r>
              <a:rPr lang="en-US" altLang="zh-CN" sz="1399" i="0" dirty="0">
                <a:solidFill>
                  <a:srgbClr val="C7000B"/>
                </a:solidFill>
              </a:rPr>
              <a:t>Internet</a:t>
            </a:r>
            <a:r>
              <a:rPr lang="zh-CN" altLang="en-US" sz="1399" i="0" dirty="0">
                <a:solidFill>
                  <a:srgbClr val="C7000B"/>
                </a:solidFill>
              </a:rPr>
              <a:t>。</a:t>
            </a:r>
            <a:endParaRPr lang="en-US" altLang="zh-CN" sz="1399" i="0" dirty="0">
              <a:solidFill>
                <a:srgbClr val="C7000B"/>
              </a:solidFill>
            </a:endParaRPr>
          </a:p>
          <a:p>
            <a:pPr marL="342763" indent="-342763">
              <a:lnSpc>
                <a:spcPts val="2599"/>
              </a:lnSpc>
              <a:buFont typeface="+mj-lt"/>
              <a:buAutoNum type="arabicPeriod"/>
            </a:pPr>
            <a:r>
              <a:rPr lang="zh-CN" altLang="en-US" sz="1399" i="0" dirty="0">
                <a:solidFill>
                  <a:srgbClr val="C7000B"/>
                </a:solidFill>
              </a:rPr>
              <a:t>完成与总部的</a:t>
            </a:r>
            <a:r>
              <a:rPr lang="en-US" altLang="zh-CN" sz="1399" i="0" dirty="0">
                <a:solidFill>
                  <a:srgbClr val="C7000B"/>
                </a:solidFill>
              </a:rPr>
              <a:t>IPsec VPN</a:t>
            </a:r>
            <a:r>
              <a:rPr lang="zh-CN" altLang="en-US" sz="1399" i="0" dirty="0">
                <a:solidFill>
                  <a:srgbClr val="C7000B"/>
                </a:solidFill>
              </a:rPr>
              <a:t>部署。</a:t>
            </a:r>
            <a:endParaRPr lang="en-US" altLang="zh-CN" sz="1399" i="0" dirty="0">
              <a:solidFill>
                <a:srgbClr val="C7000B"/>
              </a:solidFill>
            </a:endParaRPr>
          </a:p>
          <a:p>
            <a:pPr marL="342763" indent="-342763">
              <a:lnSpc>
                <a:spcPts val="2599"/>
              </a:lnSpc>
              <a:buFont typeface="+mj-lt"/>
              <a:buAutoNum type="arabicPeriod"/>
            </a:pPr>
            <a:r>
              <a:rPr lang="zh-CN" altLang="en-US" sz="1399" i="0" dirty="0">
                <a:solidFill>
                  <a:srgbClr val="C7000B"/>
                </a:solidFill>
              </a:rPr>
              <a:t>配置前往总部业务网段（</a:t>
            </a:r>
            <a:r>
              <a:rPr lang="en-US" altLang="zh-CN" sz="1399" i="0" dirty="0">
                <a:solidFill>
                  <a:srgbClr val="C7000B"/>
                </a:solidFill>
              </a:rPr>
              <a:t>A</a:t>
            </a:r>
            <a:r>
              <a:rPr lang="zh-CN" altLang="en-US" sz="1399" i="0" dirty="0">
                <a:solidFill>
                  <a:srgbClr val="C7000B"/>
                </a:solidFill>
              </a:rPr>
              <a:t>、</a:t>
            </a:r>
            <a:r>
              <a:rPr lang="en-US" altLang="zh-CN" sz="1399" i="0" dirty="0">
                <a:solidFill>
                  <a:srgbClr val="C7000B"/>
                </a:solidFill>
              </a:rPr>
              <a:t>B</a:t>
            </a:r>
            <a:r>
              <a:rPr lang="zh-CN" altLang="en-US" sz="1399" i="0" dirty="0">
                <a:solidFill>
                  <a:srgbClr val="C7000B"/>
                </a:solidFill>
              </a:rPr>
              <a:t>都包含）的路由。</a:t>
            </a:r>
            <a:endParaRPr lang="en-US" altLang="zh-CN" sz="1399" i="0" dirty="0">
              <a:solidFill>
                <a:srgbClr val="C7000B"/>
              </a:solidFill>
            </a:endParaRPr>
          </a:p>
          <a:p>
            <a:pPr marL="342763" indent="-342763">
              <a:lnSpc>
                <a:spcPts val="2599"/>
              </a:lnSpc>
              <a:buFont typeface="+mj-lt"/>
              <a:buAutoNum type="arabicPeriod"/>
            </a:pPr>
            <a:r>
              <a:rPr lang="zh-CN" altLang="en-US" sz="1399" i="0" dirty="0">
                <a:solidFill>
                  <a:srgbClr val="C7000B"/>
                </a:solidFill>
              </a:rPr>
              <a:t>配置前往内网的回程路由。</a:t>
            </a:r>
            <a:endParaRPr lang="en-US" altLang="zh-CN" sz="1399" i="0" dirty="0">
              <a:solidFill>
                <a:srgbClr val="C7000B"/>
              </a:solidFill>
            </a:endParaRPr>
          </a:p>
        </p:txBody>
      </p:sp>
      <p:cxnSp>
        <p:nvCxnSpPr>
          <p:cNvPr id="40" name="直接箭头连接符 39"/>
          <p:cNvCxnSpPr>
            <a:stCxn id="39" idx="1"/>
            <a:endCxn id="33" idx="3"/>
          </p:cNvCxnSpPr>
          <p:nvPr/>
        </p:nvCxnSpPr>
        <p:spPr bwMode="gray">
          <a:xfrm flipH="1">
            <a:off x="4509372" y="3216931"/>
            <a:ext cx="771324" cy="109630"/>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37" name="五边形 6"/>
          <p:cNvSpPr/>
          <p:nvPr/>
        </p:nvSpPr>
        <p:spPr bwMode="gray">
          <a:xfrm>
            <a:off x="9011894" y="120131"/>
            <a:ext cx="1560036"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注意事项与课堂环节</a:t>
            </a:r>
          </a:p>
        </p:txBody>
      </p:sp>
      <p:sp>
        <p:nvSpPr>
          <p:cNvPr id="38" name="燕尾形 7"/>
          <p:cNvSpPr/>
          <p:nvPr/>
        </p:nvSpPr>
        <p:spPr bwMode="gray">
          <a:xfrm>
            <a:off x="10481819" y="120131"/>
            <a:ext cx="1259508"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割接场景</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6003590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割接方案 </a:t>
            </a:r>
            <a:r>
              <a:rPr lang="en-US" altLang="zh-CN" dirty="0"/>
              <a:t>(3)</a:t>
            </a:r>
            <a:endParaRPr lang="zh-CN" altLang="en-US" dirty="0"/>
          </a:p>
        </p:txBody>
      </p:sp>
      <p:pic>
        <p:nvPicPr>
          <p:cNvPr id="5" name="图片 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934495" y="4490256"/>
            <a:ext cx="497660" cy="407176"/>
          </a:xfrm>
          <a:prstGeom prst="rect">
            <a:avLst/>
          </a:prstGeom>
        </p:spPr>
      </p:pic>
      <p:pic>
        <p:nvPicPr>
          <p:cNvPr id="6" name="图片 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622032" y="4490256"/>
            <a:ext cx="497660" cy="407176"/>
          </a:xfrm>
          <a:prstGeom prst="rect">
            <a:avLst/>
          </a:prstGeom>
        </p:spPr>
      </p:pic>
      <p:pic>
        <p:nvPicPr>
          <p:cNvPr id="7" name="图片 6"/>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778264" y="3132527"/>
            <a:ext cx="497660" cy="407176"/>
          </a:xfrm>
          <a:prstGeom prst="rect">
            <a:avLst/>
          </a:prstGeom>
        </p:spPr>
      </p:pic>
      <p:grpSp>
        <p:nvGrpSpPr>
          <p:cNvPr id="8" name="组合 7"/>
          <p:cNvGrpSpPr/>
          <p:nvPr/>
        </p:nvGrpSpPr>
        <p:grpSpPr bwMode="gray">
          <a:xfrm>
            <a:off x="1651085" y="2928723"/>
            <a:ext cx="644476" cy="768523"/>
            <a:chOff x="699103" y="4370478"/>
            <a:chExt cx="644728" cy="768823"/>
          </a:xfrm>
        </p:grpSpPr>
        <p:grpSp>
          <p:nvGrpSpPr>
            <p:cNvPr id="9" name="组合 262"/>
            <p:cNvGrpSpPr/>
            <p:nvPr/>
          </p:nvGrpSpPr>
          <p:grpSpPr bwMode="gray">
            <a:xfrm>
              <a:off x="759111" y="4658799"/>
              <a:ext cx="394083" cy="480502"/>
              <a:chOff x="6378575" y="2882900"/>
              <a:chExt cx="858950" cy="865188"/>
            </a:xfrm>
            <a:solidFill>
              <a:schemeClr val="bg1">
                <a:lumMod val="50000"/>
              </a:schemeClr>
            </a:solidFill>
          </p:grpSpPr>
          <p:sp>
            <p:nvSpPr>
              <p:cNvPr id="11" name="Freeform 11"/>
              <p:cNvSpPr>
                <a:spLocks/>
              </p:cNvSpPr>
              <p:nvPr/>
            </p:nvSpPr>
            <p:spPr bwMode="gray">
              <a:xfrm>
                <a:off x="6378575" y="2882900"/>
                <a:ext cx="425450" cy="179388"/>
              </a:xfrm>
              <a:custGeom>
                <a:avLst/>
                <a:gdLst/>
                <a:ahLst/>
                <a:cxnLst>
                  <a:cxn ang="0">
                    <a:pos x="3889" y="0"/>
                  </a:cxn>
                  <a:cxn ang="0">
                    <a:pos x="5834" y="1637"/>
                  </a:cxn>
                  <a:cxn ang="0">
                    <a:pos x="7779" y="3274"/>
                  </a:cxn>
                  <a:cxn ang="0">
                    <a:pos x="3889" y="3274"/>
                  </a:cxn>
                  <a:cxn ang="0">
                    <a:pos x="0" y="3274"/>
                  </a:cxn>
                  <a:cxn ang="0">
                    <a:pos x="1944" y="1637"/>
                  </a:cxn>
                  <a:cxn ang="0">
                    <a:pos x="3889" y="0"/>
                  </a:cxn>
                </a:cxnLst>
                <a:rect l="0" t="0" r="r" b="b"/>
                <a:pathLst>
                  <a:path w="7779" h="3274">
                    <a:moveTo>
                      <a:pt x="3889" y="0"/>
                    </a:moveTo>
                    <a:lnTo>
                      <a:pt x="5834" y="1637"/>
                    </a:lnTo>
                    <a:lnTo>
                      <a:pt x="7779" y="3274"/>
                    </a:lnTo>
                    <a:lnTo>
                      <a:pt x="3889" y="3274"/>
                    </a:lnTo>
                    <a:lnTo>
                      <a:pt x="0" y="3274"/>
                    </a:lnTo>
                    <a:lnTo>
                      <a:pt x="1944" y="1637"/>
                    </a:lnTo>
                    <a:lnTo>
                      <a:pt x="3889" y="0"/>
                    </a:lnTo>
                    <a:close/>
                  </a:path>
                </a:pathLst>
              </a:custGeom>
              <a:solidFill>
                <a:srgbClr val="7F7F7F"/>
              </a:solid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12" name="Freeform 12"/>
              <p:cNvSpPr>
                <a:spLocks/>
              </p:cNvSpPr>
              <p:nvPr/>
            </p:nvSpPr>
            <p:spPr bwMode="gray">
              <a:xfrm>
                <a:off x="6810487" y="3300413"/>
                <a:ext cx="425451" cy="179387"/>
              </a:xfrm>
              <a:custGeom>
                <a:avLst/>
                <a:gdLst/>
                <a:ahLst/>
                <a:cxnLst>
                  <a:cxn ang="0">
                    <a:pos x="3890" y="0"/>
                  </a:cxn>
                  <a:cxn ang="0">
                    <a:pos x="5834" y="1638"/>
                  </a:cxn>
                  <a:cxn ang="0">
                    <a:pos x="7779" y="3275"/>
                  </a:cxn>
                  <a:cxn ang="0">
                    <a:pos x="3890" y="3275"/>
                  </a:cxn>
                  <a:cxn ang="0">
                    <a:pos x="0" y="3275"/>
                  </a:cxn>
                  <a:cxn ang="0">
                    <a:pos x="1945" y="1638"/>
                  </a:cxn>
                  <a:cxn ang="0">
                    <a:pos x="3890" y="0"/>
                  </a:cxn>
                </a:cxnLst>
                <a:rect l="0" t="0" r="r" b="b"/>
                <a:pathLst>
                  <a:path w="7779" h="3275">
                    <a:moveTo>
                      <a:pt x="3890" y="0"/>
                    </a:moveTo>
                    <a:lnTo>
                      <a:pt x="5834" y="1638"/>
                    </a:lnTo>
                    <a:lnTo>
                      <a:pt x="7779" y="3275"/>
                    </a:lnTo>
                    <a:lnTo>
                      <a:pt x="3890" y="3275"/>
                    </a:lnTo>
                    <a:lnTo>
                      <a:pt x="0" y="3275"/>
                    </a:lnTo>
                    <a:lnTo>
                      <a:pt x="1945" y="1638"/>
                    </a:lnTo>
                    <a:lnTo>
                      <a:pt x="3890" y="0"/>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13" name="Freeform 13"/>
              <p:cNvSpPr>
                <a:spLocks noEditPoints="1"/>
              </p:cNvSpPr>
              <p:nvPr/>
            </p:nvSpPr>
            <p:spPr bwMode="gray">
              <a:xfrm>
                <a:off x="6810487" y="3502025"/>
                <a:ext cx="427038" cy="246063"/>
              </a:xfrm>
              <a:custGeom>
                <a:avLst/>
                <a:gdLst/>
                <a:ahLst/>
                <a:cxnLst>
                  <a:cxn ang="0">
                    <a:pos x="7792" y="0"/>
                  </a:cxn>
                  <a:cxn ang="0">
                    <a:pos x="0" y="0"/>
                  </a:cxn>
                  <a:cxn ang="0">
                    <a:pos x="0" y="4498"/>
                  </a:cxn>
                  <a:cxn ang="0">
                    <a:pos x="7792" y="4498"/>
                  </a:cxn>
                  <a:cxn ang="0">
                    <a:pos x="7792" y="0"/>
                  </a:cxn>
                  <a:cxn ang="0">
                    <a:pos x="687" y="578"/>
                  </a:cxn>
                  <a:cxn ang="0">
                    <a:pos x="2079" y="578"/>
                  </a:cxn>
                  <a:cxn ang="0">
                    <a:pos x="2079" y="1971"/>
                  </a:cxn>
                  <a:cxn ang="0">
                    <a:pos x="687" y="1971"/>
                  </a:cxn>
                  <a:cxn ang="0">
                    <a:pos x="687" y="578"/>
                  </a:cxn>
                  <a:cxn ang="0">
                    <a:pos x="687" y="2473"/>
                  </a:cxn>
                  <a:cxn ang="0">
                    <a:pos x="2079" y="2473"/>
                  </a:cxn>
                  <a:cxn ang="0">
                    <a:pos x="2079" y="3866"/>
                  </a:cxn>
                  <a:cxn ang="0">
                    <a:pos x="687" y="3866"/>
                  </a:cxn>
                  <a:cxn ang="0">
                    <a:pos x="687" y="2473"/>
                  </a:cxn>
                  <a:cxn ang="0">
                    <a:pos x="2361" y="2473"/>
                  </a:cxn>
                  <a:cxn ang="0">
                    <a:pos x="3755" y="2473"/>
                  </a:cxn>
                  <a:cxn ang="0">
                    <a:pos x="3755" y="3866"/>
                  </a:cxn>
                  <a:cxn ang="0">
                    <a:pos x="2361" y="3866"/>
                  </a:cxn>
                  <a:cxn ang="0">
                    <a:pos x="2361" y="2473"/>
                  </a:cxn>
                  <a:cxn ang="0">
                    <a:pos x="4037" y="2473"/>
                  </a:cxn>
                  <a:cxn ang="0">
                    <a:pos x="5429" y="2473"/>
                  </a:cxn>
                  <a:cxn ang="0">
                    <a:pos x="5429" y="3866"/>
                  </a:cxn>
                  <a:cxn ang="0">
                    <a:pos x="4037" y="3866"/>
                  </a:cxn>
                  <a:cxn ang="0">
                    <a:pos x="4037" y="2473"/>
                  </a:cxn>
                  <a:cxn ang="0">
                    <a:pos x="2361" y="578"/>
                  </a:cxn>
                  <a:cxn ang="0">
                    <a:pos x="3755" y="578"/>
                  </a:cxn>
                  <a:cxn ang="0">
                    <a:pos x="3755" y="1971"/>
                  </a:cxn>
                  <a:cxn ang="0">
                    <a:pos x="2361" y="1971"/>
                  </a:cxn>
                  <a:cxn ang="0">
                    <a:pos x="2361" y="578"/>
                  </a:cxn>
                  <a:cxn ang="0">
                    <a:pos x="4037" y="578"/>
                  </a:cxn>
                  <a:cxn ang="0">
                    <a:pos x="5429" y="578"/>
                  </a:cxn>
                  <a:cxn ang="0">
                    <a:pos x="5429" y="1971"/>
                  </a:cxn>
                  <a:cxn ang="0">
                    <a:pos x="4037" y="1971"/>
                  </a:cxn>
                  <a:cxn ang="0">
                    <a:pos x="4037" y="578"/>
                  </a:cxn>
                  <a:cxn ang="0">
                    <a:pos x="5713" y="578"/>
                  </a:cxn>
                  <a:cxn ang="0">
                    <a:pos x="7105" y="578"/>
                  </a:cxn>
                  <a:cxn ang="0">
                    <a:pos x="7105" y="1971"/>
                  </a:cxn>
                  <a:cxn ang="0">
                    <a:pos x="5713" y="1971"/>
                  </a:cxn>
                  <a:cxn ang="0">
                    <a:pos x="5713" y="578"/>
                  </a:cxn>
                  <a:cxn ang="0">
                    <a:pos x="5713" y="2473"/>
                  </a:cxn>
                  <a:cxn ang="0">
                    <a:pos x="7105" y="2473"/>
                  </a:cxn>
                  <a:cxn ang="0">
                    <a:pos x="7105" y="3866"/>
                  </a:cxn>
                  <a:cxn ang="0">
                    <a:pos x="5713" y="3866"/>
                  </a:cxn>
                  <a:cxn ang="0">
                    <a:pos x="5713" y="2473"/>
                  </a:cxn>
                </a:cxnLst>
                <a:rect l="0" t="0" r="r" b="b"/>
                <a:pathLst>
                  <a:path w="7792" h="4498">
                    <a:moveTo>
                      <a:pt x="7792" y="0"/>
                    </a:moveTo>
                    <a:lnTo>
                      <a:pt x="0" y="0"/>
                    </a:lnTo>
                    <a:lnTo>
                      <a:pt x="0" y="4498"/>
                    </a:lnTo>
                    <a:lnTo>
                      <a:pt x="7792" y="4498"/>
                    </a:lnTo>
                    <a:lnTo>
                      <a:pt x="7792" y="0"/>
                    </a:lnTo>
                    <a:close/>
                    <a:moveTo>
                      <a:pt x="687" y="578"/>
                    </a:moveTo>
                    <a:lnTo>
                      <a:pt x="2079" y="578"/>
                    </a:lnTo>
                    <a:lnTo>
                      <a:pt x="2079" y="1971"/>
                    </a:lnTo>
                    <a:lnTo>
                      <a:pt x="687" y="1971"/>
                    </a:lnTo>
                    <a:lnTo>
                      <a:pt x="687" y="578"/>
                    </a:lnTo>
                    <a:close/>
                    <a:moveTo>
                      <a:pt x="687" y="2473"/>
                    </a:moveTo>
                    <a:lnTo>
                      <a:pt x="2079" y="2473"/>
                    </a:lnTo>
                    <a:lnTo>
                      <a:pt x="2079" y="3866"/>
                    </a:lnTo>
                    <a:lnTo>
                      <a:pt x="687" y="3866"/>
                    </a:lnTo>
                    <a:lnTo>
                      <a:pt x="687" y="2473"/>
                    </a:lnTo>
                    <a:close/>
                    <a:moveTo>
                      <a:pt x="2361" y="2473"/>
                    </a:moveTo>
                    <a:lnTo>
                      <a:pt x="3755" y="2473"/>
                    </a:lnTo>
                    <a:lnTo>
                      <a:pt x="3755" y="3866"/>
                    </a:lnTo>
                    <a:lnTo>
                      <a:pt x="2361" y="3866"/>
                    </a:lnTo>
                    <a:lnTo>
                      <a:pt x="2361" y="2473"/>
                    </a:lnTo>
                    <a:close/>
                    <a:moveTo>
                      <a:pt x="4037" y="2473"/>
                    </a:moveTo>
                    <a:lnTo>
                      <a:pt x="5429" y="2473"/>
                    </a:lnTo>
                    <a:lnTo>
                      <a:pt x="5429" y="3866"/>
                    </a:lnTo>
                    <a:lnTo>
                      <a:pt x="4037" y="3866"/>
                    </a:lnTo>
                    <a:lnTo>
                      <a:pt x="4037" y="2473"/>
                    </a:lnTo>
                    <a:close/>
                    <a:moveTo>
                      <a:pt x="2361" y="578"/>
                    </a:moveTo>
                    <a:lnTo>
                      <a:pt x="3755" y="578"/>
                    </a:lnTo>
                    <a:lnTo>
                      <a:pt x="3755" y="1971"/>
                    </a:lnTo>
                    <a:lnTo>
                      <a:pt x="2361" y="1971"/>
                    </a:lnTo>
                    <a:lnTo>
                      <a:pt x="2361" y="578"/>
                    </a:lnTo>
                    <a:close/>
                    <a:moveTo>
                      <a:pt x="4037" y="578"/>
                    </a:moveTo>
                    <a:lnTo>
                      <a:pt x="5429" y="578"/>
                    </a:lnTo>
                    <a:lnTo>
                      <a:pt x="5429" y="1971"/>
                    </a:lnTo>
                    <a:lnTo>
                      <a:pt x="4037" y="1971"/>
                    </a:lnTo>
                    <a:lnTo>
                      <a:pt x="4037" y="578"/>
                    </a:lnTo>
                    <a:close/>
                    <a:moveTo>
                      <a:pt x="5713" y="578"/>
                    </a:moveTo>
                    <a:lnTo>
                      <a:pt x="7105" y="578"/>
                    </a:lnTo>
                    <a:lnTo>
                      <a:pt x="7105" y="1971"/>
                    </a:lnTo>
                    <a:lnTo>
                      <a:pt x="5713" y="1971"/>
                    </a:lnTo>
                    <a:lnTo>
                      <a:pt x="5713" y="578"/>
                    </a:lnTo>
                    <a:close/>
                    <a:moveTo>
                      <a:pt x="5713" y="2473"/>
                    </a:moveTo>
                    <a:lnTo>
                      <a:pt x="7105" y="2473"/>
                    </a:lnTo>
                    <a:lnTo>
                      <a:pt x="7105" y="3866"/>
                    </a:lnTo>
                    <a:lnTo>
                      <a:pt x="5713" y="3866"/>
                    </a:lnTo>
                    <a:lnTo>
                      <a:pt x="5713" y="2473"/>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14" name="Freeform 14"/>
              <p:cNvSpPr>
                <a:spLocks noEditPoints="1"/>
              </p:cNvSpPr>
              <p:nvPr/>
            </p:nvSpPr>
            <p:spPr bwMode="gray">
              <a:xfrm>
                <a:off x="6378575" y="3081338"/>
                <a:ext cx="427038" cy="666750"/>
              </a:xfrm>
              <a:custGeom>
                <a:avLst/>
                <a:gdLst/>
                <a:ahLst/>
                <a:cxnLst>
                  <a:cxn ang="0">
                    <a:pos x="7792" y="0"/>
                  </a:cxn>
                  <a:cxn ang="0">
                    <a:pos x="0" y="12190"/>
                  </a:cxn>
                  <a:cxn ang="0">
                    <a:pos x="687" y="690"/>
                  </a:cxn>
                  <a:cxn ang="0">
                    <a:pos x="2079" y="2084"/>
                  </a:cxn>
                  <a:cxn ang="0">
                    <a:pos x="687" y="690"/>
                  </a:cxn>
                  <a:cxn ang="0">
                    <a:pos x="2079" y="10165"/>
                  </a:cxn>
                  <a:cxn ang="0">
                    <a:pos x="687" y="11558"/>
                  </a:cxn>
                  <a:cxn ang="0">
                    <a:pos x="2363" y="10165"/>
                  </a:cxn>
                  <a:cxn ang="0">
                    <a:pos x="3755" y="11558"/>
                  </a:cxn>
                  <a:cxn ang="0">
                    <a:pos x="2363" y="10165"/>
                  </a:cxn>
                  <a:cxn ang="0">
                    <a:pos x="5431" y="10165"/>
                  </a:cxn>
                  <a:cxn ang="0">
                    <a:pos x="4037" y="11558"/>
                  </a:cxn>
                  <a:cxn ang="0">
                    <a:pos x="5713" y="10165"/>
                  </a:cxn>
                  <a:cxn ang="0">
                    <a:pos x="7105" y="11558"/>
                  </a:cxn>
                  <a:cxn ang="0">
                    <a:pos x="5713" y="10165"/>
                  </a:cxn>
                  <a:cxn ang="0">
                    <a:pos x="2079" y="8270"/>
                  </a:cxn>
                  <a:cxn ang="0">
                    <a:pos x="687" y="9663"/>
                  </a:cxn>
                  <a:cxn ang="0">
                    <a:pos x="2363" y="8270"/>
                  </a:cxn>
                  <a:cxn ang="0">
                    <a:pos x="3755" y="9663"/>
                  </a:cxn>
                  <a:cxn ang="0">
                    <a:pos x="2363" y="8270"/>
                  </a:cxn>
                  <a:cxn ang="0">
                    <a:pos x="5431" y="8270"/>
                  </a:cxn>
                  <a:cxn ang="0">
                    <a:pos x="4037" y="9663"/>
                  </a:cxn>
                  <a:cxn ang="0">
                    <a:pos x="5713" y="8270"/>
                  </a:cxn>
                  <a:cxn ang="0">
                    <a:pos x="7105" y="9663"/>
                  </a:cxn>
                  <a:cxn ang="0">
                    <a:pos x="5713" y="8270"/>
                  </a:cxn>
                  <a:cxn ang="0">
                    <a:pos x="2079" y="6376"/>
                  </a:cxn>
                  <a:cxn ang="0">
                    <a:pos x="687" y="7768"/>
                  </a:cxn>
                  <a:cxn ang="0">
                    <a:pos x="2363" y="6376"/>
                  </a:cxn>
                  <a:cxn ang="0">
                    <a:pos x="3755" y="7768"/>
                  </a:cxn>
                  <a:cxn ang="0">
                    <a:pos x="2363" y="6376"/>
                  </a:cxn>
                  <a:cxn ang="0">
                    <a:pos x="5431" y="6376"/>
                  </a:cxn>
                  <a:cxn ang="0">
                    <a:pos x="4037" y="7768"/>
                  </a:cxn>
                  <a:cxn ang="0">
                    <a:pos x="5713" y="6376"/>
                  </a:cxn>
                  <a:cxn ang="0">
                    <a:pos x="7105" y="7768"/>
                  </a:cxn>
                  <a:cxn ang="0">
                    <a:pos x="5713" y="6376"/>
                  </a:cxn>
                  <a:cxn ang="0">
                    <a:pos x="2079" y="4481"/>
                  </a:cxn>
                  <a:cxn ang="0">
                    <a:pos x="687" y="5874"/>
                  </a:cxn>
                  <a:cxn ang="0">
                    <a:pos x="2363" y="4481"/>
                  </a:cxn>
                  <a:cxn ang="0">
                    <a:pos x="3755" y="5874"/>
                  </a:cxn>
                  <a:cxn ang="0">
                    <a:pos x="2363" y="4481"/>
                  </a:cxn>
                  <a:cxn ang="0">
                    <a:pos x="5431" y="4481"/>
                  </a:cxn>
                  <a:cxn ang="0">
                    <a:pos x="4037" y="5874"/>
                  </a:cxn>
                  <a:cxn ang="0">
                    <a:pos x="5713" y="4481"/>
                  </a:cxn>
                  <a:cxn ang="0">
                    <a:pos x="7105" y="5874"/>
                  </a:cxn>
                  <a:cxn ang="0">
                    <a:pos x="5713" y="4481"/>
                  </a:cxn>
                  <a:cxn ang="0">
                    <a:pos x="2079" y="2585"/>
                  </a:cxn>
                  <a:cxn ang="0">
                    <a:pos x="687" y="3979"/>
                  </a:cxn>
                  <a:cxn ang="0">
                    <a:pos x="2363" y="2585"/>
                  </a:cxn>
                  <a:cxn ang="0">
                    <a:pos x="3755" y="3979"/>
                  </a:cxn>
                  <a:cxn ang="0">
                    <a:pos x="2363" y="2585"/>
                  </a:cxn>
                  <a:cxn ang="0">
                    <a:pos x="5431" y="2585"/>
                  </a:cxn>
                  <a:cxn ang="0">
                    <a:pos x="4037" y="3979"/>
                  </a:cxn>
                  <a:cxn ang="0">
                    <a:pos x="2363" y="690"/>
                  </a:cxn>
                  <a:cxn ang="0">
                    <a:pos x="3755" y="2084"/>
                  </a:cxn>
                  <a:cxn ang="0">
                    <a:pos x="2363" y="690"/>
                  </a:cxn>
                  <a:cxn ang="0">
                    <a:pos x="5431" y="690"/>
                  </a:cxn>
                  <a:cxn ang="0">
                    <a:pos x="4037" y="2084"/>
                  </a:cxn>
                  <a:cxn ang="0">
                    <a:pos x="5713" y="690"/>
                  </a:cxn>
                  <a:cxn ang="0">
                    <a:pos x="7105" y="2084"/>
                  </a:cxn>
                  <a:cxn ang="0">
                    <a:pos x="5713" y="690"/>
                  </a:cxn>
                  <a:cxn ang="0">
                    <a:pos x="7105" y="2585"/>
                  </a:cxn>
                  <a:cxn ang="0">
                    <a:pos x="5713" y="3979"/>
                  </a:cxn>
                </a:cxnLst>
                <a:rect l="0" t="0" r="r" b="b"/>
                <a:pathLst>
                  <a:path w="7792" h="12190">
                    <a:moveTo>
                      <a:pt x="0" y="0"/>
                    </a:moveTo>
                    <a:lnTo>
                      <a:pt x="7792" y="0"/>
                    </a:lnTo>
                    <a:lnTo>
                      <a:pt x="7792" y="12190"/>
                    </a:lnTo>
                    <a:lnTo>
                      <a:pt x="0" y="12190"/>
                    </a:lnTo>
                    <a:lnTo>
                      <a:pt x="0" y="0"/>
                    </a:lnTo>
                    <a:close/>
                    <a:moveTo>
                      <a:pt x="687" y="690"/>
                    </a:moveTo>
                    <a:lnTo>
                      <a:pt x="2079" y="690"/>
                    </a:lnTo>
                    <a:lnTo>
                      <a:pt x="2079" y="2084"/>
                    </a:lnTo>
                    <a:lnTo>
                      <a:pt x="687" y="2084"/>
                    </a:lnTo>
                    <a:lnTo>
                      <a:pt x="687" y="690"/>
                    </a:lnTo>
                    <a:close/>
                    <a:moveTo>
                      <a:pt x="687" y="10165"/>
                    </a:moveTo>
                    <a:lnTo>
                      <a:pt x="2079" y="10165"/>
                    </a:lnTo>
                    <a:lnTo>
                      <a:pt x="2079" y="11558"/>
                    </a:lnTo>
                    <a:lnTo>
                      <a:pt x="687" y="11558"/>
                    </a:lnTo>
                    <a:lnTo>
                      <a:pt x="687" y="10165"/>
                    </a:lnTo>
                    <a:close/>
                    <a:moveTo>
                      <a:pt x="2363" y="10165"/>
                    </a:moveTo>
                    <a:lnTo>
                      <a:pt x="3755" y="10165"/>
                    </a:lnTo>
                    <a:lnTo>
                      <a:pt x="3755" y="11558"/>
                    </a:lnTo>
                    <a:lnTo>
                      <a:pt x="2363" y="11558"/>
                    </a:lnTo>
                    <a:lnTo>
                      <a:pt x="2363" y="10165"/>
                    </a:lnTo>
                    <a:close/>
                    <a:moveTo>
                      <a:pt x="4037" y="10165"/>
                    </a:moveTo>
                    <a:lnTo>
                      <a:pt x="5431" y="10165"/>
                    </a:lnTo>
                    <a:lnTo>
                      <a:pt x="5431" y="11558"/>
                    </a:lnTo>
                    <a:lnTo>
                      <a:pt x="4037" y="11558"/>
                    </a:lnTo>
                    <a:lnTo>
                      <a:pt x="4037" y="10165"/>
                    </a:lnTo>
                    <a:close/>
                    <a:moveTo>
                      <a:pt x="5713" y="10165"/>
                    </a:moveTo>
                    <a:lnTo>
                      <a:pt x="7105" y="10165"/>
                    </a:lnTo>
                    <a:lnTo>
                      <a:pt x="7105" y="11558"/>
                    </a:lnTo>
                    <a:lnTo>
                      <a:pt x="5713" y="11558"/>
                    </a:lnTo>
                    <a:lnTo>
                      <a:pt x="5713" y="10165"/>
                    </a:lnTo>
                    <a:close/>
                    <a:moveTo>
                      <a:pt x="687" y="8270"/>
                    </a:moveTo>
                    <a:lnTo>
                      <a:pt x="2079" y="8270"/>
                    </a:lnTo>
                    <a:lnTo>
                      <a:pt x="2079" y="9663"/>
                    </a:lnTo>
                    <a:lnTo>
                      <a:pt x="687" y="9663"/>
                    </a:lnTo>
                    <a:lnTo>
                      <a:pt x="687" y="8270"/>
                    </a:lnTo>
                    <a:close/>
                    <a:moveTo>
                      <a:pt x="2363" y="8270"/>
                    </a:moveTo>
                    <a:lnTo>
                      <a:pt x="3755" y="8270"/>
                    </a:lnTo>
                    <a:lnTo>
                      <a:pt x="3755" y="9663"/>
                    </a:lnTo>
                    <a:lnTo>
                      <a:pt x="2363" y="9663"/>
                    </a:lnTo>
                    <a:lnTo>
                      <a:pt x="2363" y="8270"/>
                    </a:lnTo>
                    <a:close/>
                    <a:moveTo>
                      <a:pt x="4037" y="8270"/>
                    </a:moveTo>
                    <a:lnTo>
                      <a:pt x="5431" y="8270"/>
                    </a:lnTo>
                    <a:lnTo>
                      <a:pt x="5431" y="9663"/>
                    </a:lnTo>
                    <a:lnTo>
                      <a:pt x="4037" y="9663"/>
                    </a:lnTo>
                    <a:lnTo>
                      <a:pt x="4037" y="8270"/>
                    </a:lnTo>
                    <a:close/>
                    <a:moveTo>
                      <a:pt x="5713" y="8270"/>
                    </a:moveTo>
                    <a:lnTo>
                      <a:pt x="7105" y="8270"/>
                    </a:lnTo>
                    <a:lnTo>
                      <a:pt x="7105" y="9663"/>
                    </a:lnTo>
                    <a:lnTo>
                      <a:pt x="5713" y="9663"/>
                    </a:lnTo>
                    <a:lnTo>
                      <a:pt x="5713" y="8270"/>
                    </a:lnTo>
                    <a:close/>
                    <a:moveTo>
                      <a:pt x="687" y="6376"/>
                    </a:moveTo>
                    <a:lnTo>
                      <a:pt x="2079" y="6376"/>
                    </a:lnTo>
                    <a:lnTo>
                      <a:pt x="2079" y="7768"/>
                    </a:lnTo>
                    <a:lnTo>
                      <a:pt x="687" y="7768"/>
                    </a:lnTo>
                    <a:lnTo>
                      <a:pt x="687" y="6376"/>
                    </a:lnTo>
                    <a:close/>
                    <a:moveTo>
                      <a:pt x="2363" y="6376"/>
                    </a:moveTo>
                    <a:lnTo>
                      <a:pt x="3755" y="6376"/>
                    </a:lnTo>
                    <a:lnTo>
                      <a:pt x="3755" y="7768"/>
                    </a:lnTo>
                    <a:lnTo>
                      <a:pt x="2363" y="7768"/>
                    </a:lnTo>
                    <a:lnTo>
                      <a:pt x="2363" y="6376"/>
                    </a:lnTo>
                    <a:close/>
                    <a:moveTo>
                      <a:pt x="4037" y="6376"/>
                    </a:moveTo>
                    <a:lnTo>
                      <a:pt x="5431" y="6376"/>
                    </a:lnTo>
                    <a:lnTo>
                      <a:pt x="5431" y="7768"/>
                    </a:lnTo>
                    <a:lnTo>
                      <a:pt x="4037" y="7768"/>
                    </a:lnTo>
                    <a:lnTo>
                      <a:pt x="4037" y="6376"/>
                    </a:lnTo>
                    <a:close/>
                    <a:moveTo>
                      <a:pt x="5713" y="6376"/>
                    </a:moveTo>
                    <a:lnTo>
                      <a:pt x="7105" y="6376"/>
                    </a:lnTo>
                    <a:lnTo>
                      <a:pt x="7105" y="7768"/>
                    </a:lnTo>
                    <a:lnTo>
                      <a:pt x="5713" y="7768"/>
                    </a:lnTo>
                    <a:lnTo>
                      <a:pt x="5713" y="6376"/>
                    </a:lnTo>
                    <a:close/>
                    <a:moveTo>
                      <a:pt x="687" y="4481"/>
                    </a:moveTo>
                    <a:lnTo>
                      <a:pt x="2079" y="4481"/>
                    </a:lnTo>
                    <a:lnTo>
                      <a:pt x="2079" y="5874"/>
                    </a:lnTo>
                    <a:lnTo>
                      <a:pt x="687" y="5874"/>
                    </a:lnTo>
                    <a:lnTo>
                      <a:pt x="687" y="4481"/>
                    </a:lnTo>
                    <a:close/>
                    <a:moveTo>
                      <a:pt x="2363" y="4481"/>
                    </a:moveTo>
                    <a:lnTo>
                      <a:pt x="3755" y="4481"/>
                    </a:lnTo>
                    <a:lnTo>
                      <a:pt x="3755" y="5874"/>
                    </a:lnTo>
                    <a:lnTo>
                      <a:pt x="2363" y="5874"/>
                    </a:lnTo>
                    <a:lnTo>
                      <a:pt x="2363" y="4481"/>
                    </a:lnTo>
                    <a:close/>
                    <a:moveTo>
                      <a:pt x="4037" y="4481"/>
                    </a:moveTo>
                    <a:lnTo>
                      <a:pt x="5431" y="4481"/>
                    </a:lnTo>
                    <a:lnTo>
                      <a:pt x="5431" y="5874"/>
                    </a:lnTo>
                    <a:lnTo>
                      <a:pt x="4037" y="5874"/>
                    </a:lnTo>
                    <a:lnTo>
                      <a:pt x="4037" y="4481"/>
                    </a:lnTo>
                    <a:close/>
                    <a:moveTo>
                      <a:pt x="5713" y="4481"/>
                    </a:moveTo>
                    <a:lnTo>
                      <a:pt x="7105" y="4481"/>
                    </a:lnTo>
                    <a:lnTo>
                      <a:pt x="7105" y="5874"/>
                    </a:lnTo>
                    <a:lnTo>
                      <a:pt x="5713" y="5874"/>
                    </a:lnTo>
                    <a:lnTo>
                      <a:pt x="5713" y="4481"/>
                    </a:lnTo>
                    <a:close/>
                    <a:moveTo>
                      <a:pt x="687" y="2585"/>
                    </a:moveTo>
                    <a:lnTo>
                      <a:pt x="2079" y="2585"/>
                    </a:lnTo>
                    <a:lnTo>
                      <a:pt x="2079" y="3979"/>
                    </a:lnTo>
                    <a:lnTo>
                      <a:pt x="687" y="3979"/>
                    </a:lnTo>
                    <a:lnTo>
                      <a:pt x="687" y="2585"/>
                    </a:lnTo>
                    <a:close/>
                    <a:moveTo>
                      <a:pt x="2363" y="2585"/>
                    </a:moveTo>
                    <a:lnTo>
                      <a:pt x="3755" y="2585"/>
                    </a:lnTo>
                    <a:lnTo>
                      <a:pt x="3755" y="3979"/>
                    </a:lnTo>
                    <a:lnTo>
                      <a:pt x="2363" y="3979"/>
                    </a:lnTo>
                    <a:lnTo>
                      <a:pt x="2363" y="2585"/>
                    </a:lnTo>
                    <a:close/>
                    <a:moveTo>
                      <a:pt x="4037" y="2585"/>
                    </a:moveTo>
                    <a:lnTo>
                      <a:pt x="5431" y="2585"/>
                    </a:lnTo>
                    <a:lnTo>
                      <a:pt x="5431" y="3979"/>
                    </a:lnTo>
                    <a:lnTo>
                      <a:pt x="4037" y="3979"/>
                    </a:lnTo>
                    <a:lnTo>
                      <a:pt x="4037" y="2585"/>
                    </a:lnTo>
                    <a:close/>
                    <a:moveTo>
                      <a:pt x="2363" y="690"/>
                    </a:moveTo>
                    <a:lnTo>
                      <a:pt x="3755" y="690"/>
                    </a:lnTo>
                    <a:lnTo>
                      <a:pt x="3755" y="2084"/>
                    </a:lnTo>
                    <a:lnTo>
                      <a:pt x="2363" y="2084"/>
                    </a:lnTo>
                    <a:lnTo>
                      <a:pt x="2363" y="690"/>
                    </a:lnTo>
                    <a:close/>
                    <a:moveTo>
                      <a:pt x="4037" y="690"/>
                    </a:moveTo>
                    <a:lnTo>
                      <a:pt x="5431" y="690"/>
                    </a:lnTo>
                    <a:lnTo>
                      <a:pt x="5431" y="2084"/>
                    </a:lnTo>
                    <a:lnTo>
                      <a:pt x="4037" y="2084"/>
                    </a:lnTo>
                    <a:lnTo>
                      <a:pt x="4037" y="690"/>
                    </a:lnTo>
                    <a:close/>
                    <a:moveTo>
                      <a:pt x="5713" y="690"/>
                    </a:moveTo>
                    <a:lnTo>
                      <a:pt x="7105" y="690"/>
                    </a:lnTo>
                    <a:lnTo>
                      <a:pt x="7105" y="2084"/>
                    </a:lnTo>
                    <a:lnTo>
                      <a:pt x="5713" y="2084"/>
                    </a:lnTo>
                    <a:lnTo>
                      <a:pt x="5713" y="690"/>
                    </a:lnTo>
                    <a:close/>
                    <a:moveTo>
                      <a:pt x="5713" y="2585"/>
                    </a:moveTo>
                    <a:lnTo>
                      <a:pt x="7105" y="2585"/>
                    </a:lnTo>
                    <a:lnTo>
                      <a:pt x="7105" y="3979"/>
                    </a:lnTo>
                    <a:lnTo>
                      <a:pt x="5713" y="3979"/>
                    </a:lnTo>
                    <a:lnTo>
                      <a:pt x="5713" y="2585"/>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grpSp>
        <p:sp>
          <p:nvSpPr>
            <p:cNvPr id="10" name="矩形 9"/>
            <p:cNvSpPr/>
            <p:nvPr/>
          </p:nvSpPr>
          <p:spPr bwMode="gray">
            <a:xfrm>
              <a:off x="699103" y="4370478"/>
              <a:ext cx="644728" cy="307777"/>
            </a:xfrm>
            <a:prstGeom prst="rect">
              <a:avLst/>
            </a:prstGeom>
          </p:spPr>
          <p:txBody>
            <a:bodyPr wrap="none">
              <a:spAutoFit/>
            </a:bodyPr>
            <a:lstStyle/>
            <a:p>
              <a:r>
                <a:rPr lang="zh-CN" altLang="en-US" sz="1399">
                  <a:solidFill>
                    <a:schemeClr val="bg1">
                      <a:lumMod val="50000"/>
                    </a:schemeClr>
                  </a:solidFill>
                </a:rPr>
                <a:t>分支</a:t>
              </a:r>
              <a:r>
                <a:rPr lang="en-US" altLang="zh-CN" sz="1399">
                  <a:solidFill>
                    <a:schemeClr val="bg1">
                      <a:lumMod val="50000"/>
                    </a:schemeClr>
                  </a:solidFill>
                </a:rPr>
                <a:t>1</a:t>
              </a:r>
            </a:p>
          </p:txBody>
        </p:sp>
      </p:grpSp>
      <p:sp>
        <p:nvSpPr>
          <p:cNvPr id="15" name="圆角矩形 75"/>
          <p:cNvSpPr/>
          <p:nvPr/>
        </p:nvSpPr>
        <p:spPr bwMode="gray">
          <a:xfrm>
            <a:off x="1638360" y="2885818"/>
            <a:ext cx="2910804" cy="2154232"/>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a:lnSpc>
                <a:spcPts val="2599"/>
              </a:lnSpc>
              <a:spcAft>
                <a:spcPts val="600"/>
              </a:spcAft>
            </a:pPr>
            <a:endParaRPr lang="en-US" altLang="zh-CN" sz="15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6" name="直接连接符 15">
            <a:extLst>
              <a:ext uri="{FF2B5EF4-FFF2-40B4-BE49-F238E27FC236}">
                <a16:creationId xmlns:a16="http://schemas.microsoft.com/office/drawing/2014/main" id="{94275FFE-3BE6-4C12-8737-FDFE3456C4A2}"/>
              </a:ext>
            </a:extLst>
          </p:cNvPr>
          <p:cNvCxnSpPr>
            <a:stCxn id="19" idx="0"/>
            <a:endCxn id="7" idx="2"/>
          </p:cNvCxnSpPr>
          <p:nvPr/>
        </p:nvCxnSpPr>
        <p:spPr bwMode="gray">
          <a:xfrm flipV="1">
            <a:off x="3027094" y="3539703"/>
            <a:ext cx="0" cy="314583"/>
          </a:xfrm>
          <a:prstGeom prst="line">
            <a:avLst/>
          </a:prstGeom>
          <a:noFill/>
          <a:ln w="19050" cap="flat" cmpd="sng" algn="ctr">
            <a:solidFill>
              <a:schemeClr val="bg1">
                <a:lumMod val="50000"/>
              </a:schemeClr>
            </a:solidFill>
            <a:prstDash val="solid"/>
          </a:ln>
          <a:effectLst/>
        </p:spPr>
      </p:cxnSp>
      <p:cxnSp>
        <p:nvCxnSpPr>
          <p:cNvPr id="17" name="直接连接符 16">
            <a:extLst>
              <a:ext uri="{FF2B5EF4-FFF2-40B4-BE49-F238E27FC236}">
                <a16:creationId xmlns:a16="http://schemas.microsoft.com/office/drawing/2014/main" id="{94275FFE-3BE6-4C12-8737-FDFE3456C4A2}"/>
              </a:ext>
            </a:extLst>
          </p:cNvPr>
          <p:cNvCxnSpPr>
            <a:stCxn id="5" idx="0"/>
            <a:endCxn id="19" idx="0"/>
          </p:cNvCxnSpPr>
          <p:nvPr/>
        </p:nvCxnSpPr>
        <p:spPr bwMode="gray">
          <a:xfrm flipV="1">
            <a:off x="2183326" y="3854286"/>
            <a:ext cx="843768" cy="635970"/>
          </a:xfrm>
          <a:prstGeom prst="line">
            <a:avLst/>
          </a:prstGeom>
          <a:noFill/>
          <a:ln w="19050" cap="flat" cmpd="sng" algn="ctr">
            <a:solidFill>
              <a:schemeClr val="bg1">
                <a:lumMod val="50000"/>
              </a:schemeClr>
            </a:solidFill>
            <a:prstDash val="solid"/>
          </a:ln>
          <a:effectLst/>
        </p:spPr>
      </p:cxnSp>
      <p:cxnSp>
        <p:nvCxnSpPr>
          <p:cNvPr id="18" name="直接连接符 17">
            <a:extLst>
              <a:ext uri="{FF2B5EF4-FFF2-40B4-BE49-F238E27FC236}">
                <a16:creationId xmlns:a16="http://schemas.microsoft.com/office/drawing/2014/main" id="{94275FFE-3BE6-4C12-8737-FDFE3456C4A2}"/>
              </a:ext>
            </a:extLst>
          </p:cNvPr>
          <p:cNvCxnSpPr>
            <a:stCxn id="6" idx="0"/>
            <a:endCxn id="19" idx="0"/>
          </p:cNvCxnSpPr>
          <p:nvPr/>
        </p:nvCxnSpPr>
        <p:spPr bwMode="gray">
          <a:xfrm flipH="1" flipV="1">
            <a:off x="3027094" y="3854286"/>
            <a:ext cx="843768" cy="635970"/>
          </a:xfrm>
          <a:prstGeom prst="line">
            <a:avLst/>
          </a:prstGeom>
          <a:noFill/>
          <a:ln w="19050" cap="flat" cmpd="sng" algn="ctr">
            <a:solidFill>
              <a:schemeClr val="bg1">
                <a:lumMod val="50000"/>
              </a:schemeClr>
            </a:solidFill>
            <a:prstDash val="solid"/>
          </a:ln>
          <a:effectLst/>
        </p:spPr>
      </p:cxnSp>
      <p:pic>
        <p:nvPicPr>
          <p:cNvPr id="19" name="图片 18"/>
          <p:cNvPicPr>
            <a:picLocks/>
          </p:cNvPicPr>
          <p:nvPr/>
        </p:nvPicPr>
        <p:blipFill>
          <a:blip r:embed="rId5" cstate="print">
            <a:extLst>
              <a:ext uri="{BEBA8EAE-BF5A-486C-A8C5-ECC9F3942E4B}">
                <a14:imgProps xmlns:a14="http://schemas.microsoft.com/office/drawing/2010/main">
                  <a14:imgLayer r:embed="rId6">
                    <a14:imgEffect>
                      <a14:saturation sat="200000"/>
                    </a14:imgEffect>
                  </a14:imgLayer>
                </a14:imgProps>
              </a:ext>
              <a:ext uri="{28A0092B-C50C-407E-A947-70E740481C1C}">
                <a14:useLocalDpi xmlns:a14="http://schemas.microsoft.com/office/drawing/2010/main" val="0"/>
              </a:ext>
            </a:extLst>
          </a:blip>
          <a:stretch>
            <a:fillRect/>
          </a:stretch>
        </p:blipFill>
        <p:spPr bwMode="gray">
          <a:xfrm>
            <a:off x="2778264" y="3854286"/>
            <a:ext cx="497660" cy="407176"/>
          </a:xfrm>
          <a:prstGeom prst="rect">
            <a:avLst/>
          </a:prstGeom>
        </p:spPr>
      </p:pic>
      <p:grpSp>
        <p:nvGrpSpPr>
          <p:cNvPr id="20" name="Group 3"/>
          <p:cNvGrpSpPr/>
          <p:nvPr/>
        </p:nvGrpSpPr>
        <p:grpSpPr bwMode="gray">
          <a:xfrm>
            <a:off x="2896361" y="4662866"/>
            <a:ext cx="261863" cy="61955"/>
            <a:chOff x="559282" y="6488261"/>
            <a:chExt cx="261965" cy="61979"/>
          </a:xfrm>
          <a:solidFill>
            <a:schemeClr val="bg1">
              <a:lumMod val="50000"/>
            </a:schemeClr>
          </a:solidFill>
        </p:grpSpPr>
        <p:sp>
          <p:nvSpPr>
            <p:cNvPr id="21"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2"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3"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cxnSp>
        <p:nvCxnSpPr>
          <p:cNvPr id="24" name="直接箭头连接符 23"/>
          <p:cNvCxnSpPr>
            <a:endCxn id="7" idx="0"/>
          </p:cNvCxnSpPr>
          <p:nvPr/>
        </p:nvCxnSpPr>
        <p:spPr bwMode="gray">
          <a:xfrm flipH="1">
            <a:off x="3027094" y="2457089"/>
            <a:ext cx="184757" cy="675438"/>
          </a:xfrm>
          <a:prstGeom prst="straightConnector1">
            <a:avLst/>
          </a:prstGeom>
          <a:noFill/>
          <a:ln w="19050" algn="ctr">
            <a:solidFill>
              <a:srgbClr val="EC7061"/>
            </a:solidFill>
            <a:prstDash val="sysDot"/>
            <a:round/>
            <a:headEnd type="none" w="med" len="med"/>
            <a:tailEnd type="triangle" w="med" len="med"/>
          </a:ln>
        </p:spPr>
      </p:cxnSp>
      <p:sp>
        <p:nvSpPr>
          <p:cNvPr id="25" name="矩形 24"/>
          <p:cNvSpPr/>
          <p:nvPr/>
        </p:nvSpPr>
        <p:spPr bwMode="gray">
          <a:xfrm>
            <a:off x="2552742" y="2496478"/>
            <a:ext cx="543527" cy="307657"/>
          </a:xfrm>
          <a:prstGeom prst="rect">
            <a:avLst/>
          </a:prstGeom>
        </p:spPr>
        <p:txBody>
          <a:bodyPr wrap="none">
            <a:spAutoFit/>
          </a:bodyPr>
          <a:lstStyle/>
          <a:p>
            <a:r>
              <a:rPr lang="zh-CN" altLang="en-US" sz="1399" b="1" dirty="0">
                <a:solidFill>
                  <a:srgbClr val="C7000B"/>
                </a:solidFill>
              </a:rPr>
              <a:t>专线</a:t>
            </a:r>
            <a:endParaRPr lang="en-US" altLang="zh-CN" sz="1399" b="1" dirty="0">
              <a:solidFill>
                <a:srgbClr val="C7000B"/>
              </a:solidFill>
            </a:endParaRPr>
          </a:p>
        </p:txBody>
      </p:sp>
      <p:pic>
        <p:nvPicPr>
          <p:cNvPr id="33" name="图片 32"/>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011712" y="3122973"/>
            <a:ext cx="497660" cy="407176"/>
          </a:xfrm>
          <a:prstGeom prst="rect">
            <a:avLst/>
          </a:prstGeom>
        </p:spPr>
      </p:pic>
      <p:sp>
        <p:nvSpPr>
          <p:cNvPr id="34" name="Freeform 159"/>
          <p:cNvSpPr/>
          <p:nvPr/>
        </p:nvSpPr>
        <p:spPr bwMode="gray">
          <a:xfrm flipH="1">
            <a:off x="4260542" y="2038664"/>
            <a:ext cx="835658" cy="43682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5" name="直接箭头连接符 34"/>
          <p:cNvCxnSpPr>
            <a:endCxn id="33" idx="0"/>
          </p:cNvCxnSpPr>
          <p:nvPr/>
        </p:nvCxnSpPr>
        <p:spPr bwMode="gray">
          <a:xfrm flipH="1">
            <a:off x="4260543" y="2485234"/>
            <a:ext cx="419681" cy="637739"/>
          </a:xfrm>
          <a:prstGeom prst="straightConnector1">
            <a:avLst/>
          </a:prstGeom>
          <a:noFill/>
          <a:ln w="19050" algn="ctr">
            <a:solidFill>
              <a:srgbClr val="56C4D2"/>
            </a:solidFill>
            <a:prstDash val="sysDot"/>
            <a:round/>
            <a:headEnd type="triangle" w="med" len="med"/>
            <a:tailEnd type="triangle" w="med" len="med"/>
          </a:ln>
        </p:spPr>
      </p:cxnSp>
      <p:sp>
        <p:nvSpPr>
          <p:cNvPr id="36" name="矩形 35"/>
          <p:cNvSpPr/>
          <p:nvPr/>
        </p:nvSpPr>
        <p:spPr bwMode="gray">
          <a:xfrm>
            <a:off x="4264246" y="2172703"/>
            <a:ext cx="831954" cy="307657"/>
          </a:xfrm>
          <a:prstGeom prst="rect">
            <a:avLst/>
          </a:prstGeom>
        </p:spPr>
        <p:txBody>
          <a:bodyPr wrap="none">
            <a:spAutoFit/>
          </a:bodyPr>
          <a:lstStyle/>
          <a:p>
            <a:pPr algn="ctr"/>
            <a:r>
              <a:rPr lang="en-US" altLang="zh-CN" sz="1399" dirty="0">
                <a:latin typeface="Huawei Sans" panose="020C0503030203020204" pitchFamily="34" charset="0"/>
                <a:ea typeface="方正兰亭黑简体" panose="02000000000000000000" pitchFamily="2" charset="-122"/>
                <a:sym typeface="Huawei Sans" panose="020C0503030203020204" pitchFamily="34" charset="0"/>
              </a:rPr>
              <a:t>Internet</a:t>
            </a:r>
          </a:p>
        </p:txBody>
      </p:sp>
      <p:sp>
        <p:nvSpPr>
          <p:cNvPr id="39" name="文本框 38"/>
          <p:cNvSpPr txBox="1"/>
          <p:nvPr/>
        </p:nvSpPr>
        <p:spPr bwMode="gray">
          <a:xfrm>
            <a:off x="5280696" y="3166023"/>
            <a:ext cx="5132225" cy="893223"/>
          </a:xfrm>
          <a:prstGeom prst="rect">
            <a:avLst/>
          </a:prstGeom>
          <a:solidFill>
            <a:srgbClr val="FFFFCC"/>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342763" indent="-342763">
              <a:lnSpc>
                <a:spcPts val="2599"/>
              </a:lnSpc>
              <a:buFont typeface="+mj-lt"/>
              <a:buAutoNum type="arabicPeriod"/>
            </a:pPr>
            <a:r>
              <a:rPr lang="zh-CN" altLang="en-US" sz="1399" i="0" dirty="0">
                <a:solidFill>
                  <a:srgbClr val="C7000B"/>
                </a:solidFill>
              </a:rPr>
              <a:t>部署核心交换机，完成集群配置。</a:t>
            </a:r>
            <a:endParaRPr lang="en-US" altLang="zh-CN" sz="1399" i="0" dirty="0">
              <a:solidFill>
                <a:srgbClr val="C7000B"/>
              </a:solidFill>
            </a:endParaRPr>
          </a:p>
          <a:p>
            <a:pPr marL="342763" indent="-342763">
              <a:lnSpc>
                <a:spcPts val="2599"/>
              </a:lnSpc>
              <a:buFont typeface="+mj-lt"/>
              <a:buAutoNum type="arabicPeriod"/>
            </a:pPr>
            <a:r>
              <a:rPr lang="zh-CN" altLang="en-US" sz="1399" i="0" dirty="0">
                <a:solidFill>
                  <a:srgbClr val="C7000B"/>
                </a:solidFill>
              </a:rPr>
              <a:t>完成前往</a:t>
            </a:r>
            <a:r>
              <a:rPr lang="en-US" altLang="zh-CN" sz="1399" i="0" dirty="0">
                <a:solidFill>
                  <a:srgbClr val="C7000B"/>
                </a:solidFill>
              </a:rPr>
              <a:t>A</a:t>
            </a:r>
            <a:r>
              <a:rPr lang="zh-CN" altLang="en-US" sz="1399" i="0" dirty="0">
                <a:solidFill>
                  <a:srgbClr val="C7000B"/>
                </a:solidFill>
              </a:rPr>
              <a:t>、</a:t>
            </a:r>
            <a:r>
              <a:rPr lang="en-US" altLang="zh-CN" sz="1399" i="0" dirty="0">
                <a:solidFill>
                  <a:srgbClr val="C7000B"/>
                </a:solidFill>
              </a:rPr>
              <a:t>B</a:t>
            </a:r>
            <a:r>
              <a:rPr lang="zh-CN" altLang="en-US" sz="1399" i="0" dirty="0">
                <a:solidFill>
                  <a:srgbClr val="C7000B"/>
                </a:solidFill>
              </a:rPr>
              <a:t>类型业务网段的路由配置，完成</a:t>
            </a:r>
            <a:r>
              <a:rPr lang="en-US" altLang="zh-CN" sz="1399" i="0" dirty="0">
                <a:solidFill>
                  <a:srgbClr val="C7000B"/>
                </a:solidFill>
              </a:rPr>
              <a:t>NQA</a:t>
            </a:r>
            <a:r>
              <a:rPr lang="zh-CN" altLang="en-US" sz="1399" i="0" dirty="0">
                <a:solidFill>
                  <a:srgbClr val="C7000B"/>
                </a:solidFill>
              </a:rPr>
              <a:t>配置。</a:t>
            </a:r>
            <a:endParaRPr lang="en-US" altLang="zh-CN" sz="1399" i="0" dirty="0">
              <a:solidFill>
                <a:srgbClr val="C7000B"/>
              </a:solidFill>
            </a:endParaRPr>
          </a:p>
        </p:txBody>
      </p:sp>
      <p:cxnSp>
        <p:nvCxnSpPr>
          <p:cNvPr id="40" name="直接箭头连接符 39"/>
          <p:cNvCxnSpPr>
            <a:stCxn id="39" idx="1"/>
            <a:endCxn id="42" idx="3"/>
          </p:cNvCxnSpPr>
          <p:nvPr/>
        </p:nvCxnSpPr>
        <p:spPr bwMode="gray">
          <a:xfrm flipH="1">
            <a:off x="4406639" y="3612634"/>
            <a:ext cx="874057" cy="446612"/>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pic>
        <p:nvPicPr>
          <p:cNvPr id="42" name="图片 41" descr="堆叠CE交换机蓝.png"/>
          <p:cNvPicPr>
            <a:picLocks/>
          </p:cNvPicPr>
          <p:nvPr/>
        </p:nvPicPr>
        <p:blipFill>
          <a:blip r:embed="rId7" cstate="print"/>
          <a:stretch>
            <a:fillRect/>
          </a:stretch>
        </p:blipFill>
        <p:spPr bwMode="gray">
          <a:xfrm>
            <a:off x="3908979" y="3855658"/>
            <a:ext cx="497660" cy="407176"/>
          </a:xfrm>
          <a:prstGeom prst="rect">
            <a:avLst/>
          </a:prstGeom>
        </p:spPr>
      </p:pic>
      <p:cxnSp>
        <p:nvCxnSpPr>
          <p:cNvPr id="43" name="直接连接符 42">
            <a:extLst>
              <a:ext uri="{FF2B5EF4-FFF2-40B4-BE49-F238E27FC236}">
                <a16:creationId xmlns:a16="http://schemas.microsoft.com/office/drawing/2014/main" id="{94275FFE-3BE6-4C12-8737-FDFE3456C4A2}"/>
              </a:ext>
            </a:extLst>
          </p:cNvPr>
          <p:cNvCxnSpPr>
            <a:stCxn id="42" idx="0"/>
          </p:cNvCxnSpPr>
          <p:nvPr/>
        </p:nvCxnSpPr>
        <p:spPr bwMode="gray">
          <a:xfrm flipV="1">
            <a:off x="4157810" y="3530148"/>
            <a:ext cx="102733" cy="325509"/>
          </a:xfrm>
          <a:prstGeom prst="line">
            <a:avLst/>
          </a:prstGeom>
          <a:noFill/>
          <a:ln w="19050" cap="flat" cmpd="sng" algn="ctr">
            <a:solidFill>
              <a:srgbClr val="56C4D2"/>
            </a:solidFill>
            <a:prstDash val="solid"/>
          </a:ln>
          <a:effectLst/>
        </p:spPr>
      </p:cxnSp>
      <p:cxnSp>
        <p:nvCxnSpPr>
          <p:cNvPr id="45" name="直接连接符 44">
            <a:extLst>
              <a:ext uri="{FF2B5EF4-FFF2-40B4-BE49-F238E27FC236}">
                <a16:creationId xmlns:a16="http://schemas.microsoft.com/office/drawing/2014/main" id="{94275FFE-3BE6-4C12-8737-FDFE3456C4A2}"/>
              </a:ext>
            </a:extLst>
          </p:cNvPr>
          <p:cNvCxnSpPr>
            <a:stCxn id="42" idx="0"/>
          </p:cNvCxnSpPr>
          <p:nvPr/>
        </p:nvCxnSpPr>
        <p:spPr bwMode="gray">
          <a:xfrm flipH="1" flipV="1">
            <a:off x="3027094" y="3539703"/>
            <a:ext cx="1130715" cy="315955"/>
          </a:xfrm>
          <a:prstGeom prst="line">
            <a:avLst/>
          </a:prstGeom>
          <a:noFill/>
          <a:ln w="19050" cap="flat" cmpd="sng" algn="ctr">
            <a:solidFill>
              <a:srgbClr val="56C4D2"/>
            </a:solidFill>
            <a:prstDash val="solid"/>
          </a:ln>
          <a:effectLst/>
        </p:spPr>
      </p:cxnSp>
      <p:sp>
        <p:nvSpPr>
          <p:cNvPr id="37" name="五边形 6"/>
          <p:cNvSpPr/>
          <p:nvPr/>
        </p:nvSpPr>
        <p:spPr bwMode="gray">
          <a:xfrm>
            <a:off x="9011894" y="120131"/>
            <a:ext cx="1560036"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注意事项与课堂环节</a:t>
            </a:r>
          </a:p>
        </p:txBody>
      </p:sp>
      <p:sp>
        <p:nvSpPr>
          <p:cNvPr id="38" name="燕尾形 7"/>
          <p:cNvSpPr/>
          <p:nvPr/>
        </p:nvSpPr>
        <p:spPr bwMode="gray">
          <a:xfrm>
            <a:off x="10481819" y="120131"/>
            <a:ext cx="1259508"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割接场景</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8546467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割接方案 </a:t>
            </a:r>
            <a:r>
              <a:rPr lang="en-US" altLang="zh-CN" dirty="0"/>
              <a:t>(4)</a:t>
            </a:r>
            <a:endParaRPr lang="zh-CN" altLang="en-US" dirty="0"/>
          </a:p>
        </p:txBody>
      </p:sp>
      <p:pic>
        <p:nvPicPr>
          <p:cNvPr id="5" name="图片 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934495" y="4490256"/>
            <a:ext cx="497660" cy="407176"/>
          </a:xfrm>
          <a:prstGeom prst="rect">
            <a:avLst/>
          </a:prstGeom>
        </p:spPr>
      </p:pic>
      <p:pic>
        <p:nvPicPr>
          <p:cNvPr id="6" name="图片 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622032" y="4490256"/>
            <a:ext cx="497660" cy="407176"/>
          </a:xfrm>
          <a:prstGeom prst="rect">
            <a:avLst/>
          </a:prstGeom>
        </p:spPr>
      </p:pic>
      <p:pic>
        <p:nvPicPr>
          <p:cNvPr id="7" name="图片 6"/>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778264" y="3132527"/>
            <a:ext cx="497660" cy="407176"/>
          </a:xfrm>
          <a:prstGeom prst="rect">
            <a:avLst/>
          </a:prstGeom>
        </p:spPr>
      </p:pic>
      <p:grpSp>
        <p:nvGrpSpPr>
          <p:cNvPr id="8" name="组合 7"/>
          <p:cNvGrpSpPr/>
          <p:nvPr/>
        </p:nvGrpSpPr>
        <p:grpSpPr bwMode="gray">
          <a:xfrm>
            <a:off x="1651085" y="2928723"/>
            <a:ext cx="644476" cy="768523"/>
            <a:chOff x="699103" y="4370478"/>
            <a:chExt cx="644728" cy="768823"/>
          </a:xfrm>
        </p:grpSpPr>
        <p:grpSp>
          <p:nvGrpSpPr>
            <p:cNvPr id="9" name="组合 262"/>
            <p:cNvGrpSpPr/>
            <p:nvPr/>
          </p:nvGrpSpPr>
          <p:grpSpPr bwMode="gray">
            <a:xfrm>
              <a:off x="759111" y="4658799"/>
              <a:ext cx="394083" cy="480502"/>
              <a:chOff x="6378575" y="2882900"/>
              <a:chExt cx="858950" cy="865188"/>
            </a:xfrm>
            <a:solidFill>
              <a:schemeClr val="bg1">
                <a:lumMod val="50000"/>
              </a:schemeClr>
            </a:solidFill>
          </p:grpSpPr>
          <p:sp>
            <p:nvSpPr>
              <p:cNvPr id="11" name="Freeform 11"/>
              <p:cNvSpPr>
                <a:spLocks/>
              </p:cNvSpPr>
              <p:nvPr/>
            </p:nvSpPr>
            <p:spPr bwMode="gray">
              <a:xfrm>
                <a:off x="6378575" y="2882900"/>
                <a:ext cx="425450" cy="179388"/>
              </a:xfrm>
              <a:custGeom>
                <a:avLst/>
                <a:gdLst/>
                <a:ahLst/>
                <a:cxnLst>
                  <a:cxn ang="0">
                    <a:pos x="3889" y="0"/>
                  </a:cxn>
                  <a:cxn ang="0">
                    <a:pos x="5834" y="1637"/>
                  </a:cxn>
                  <a:cxn ang="0">
                    <a:pos x="7779" y="3274"/>
                  </a:cxn>
                  <a:cxn ang="0">
                    <a:pos x="3889" y="3274"/>
                  </a:cxn>
                  <a:cxn ang="0">
                    <a:pos x="0" y="3274"/>
                  </a:cxn>
                  <a:cxn ang="0">
                    <a:pos x="1944" y="1637"/>
                  </a:cxn>
                  <a:cxn ang="0">
                    <a:pos x="3889" y="0"/>
                  </a:cxn>
                </a:cxnLst>
                <a:rect l="0" t="0" r="r" b="b"/>
                <a:pathLst>
                  <a:path w="7779" h="3274">
                    <a:moveTo>
                      <a:pt x="3889" y="0"/>
                    </a:moveTo>
                    <a:lnTo>
                      <a:pt x="5834" y="1637"/>
                    </a:lnTo>
                    <a:lnTo>
                      <a:pt x="7779" y="3274"/>
                    </a:lnTo>
                    <a:lnTo>
                      <a:pt x="3889" y="3274"/>
                    </a:lnTo>
                    <a:lnTo>
                      <a:pt x="0" y="3274"/>
                    </a:lnTo>
                    <a:lnTo>
                      <a:pt x="1944" y="1637"/>
                    </a:lnTo>
                    <a:lnTo>
                      <a:pt x="3889" y="0"/>
                    </a:lnTo>
                    <a:close/>
                  </a:path>
                </a:pathLst>
              </a:custGeom>
              <a:solidFill>
                <a:srgbClr val="7F7F7F"/>
              </a:solid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12" name="Freeform 12"/>
              <p:cNvSpPr>
                <a:spLocks/>
              </p:cNvSpPr>
              <p:nvPr/>
            </p:nvSpPr>
            <p:spPr bwMode="gray">
              <a:xfrm>
                <a:off x="6810487" y="3300413"/>
                <a:ext cx="425451" cy="179387"/>
              </a:xfrm>
              <a:custGeom>
                <a:avLst/>
                <a:gdLst/>
                <a:ahLst/>
                <a:cxnLst>
                  <a:cxn ang="0">
                    <a:pos x="3890" y="0"/>
                  </a:cxn>
                  <a:cxn ang="0">
                    <a:pos x="5834" y="1638"/>
                  </a:cxn>
                  <a:cxn ang="0">
                    <a:pos x="7779" y="3275"/>
                  </a:cxn>
                  <a:cxn ang="0">
                    <a:pos x="3890" y="3275"/>
                  </a:cxn>
                  <a:cxn ang="0">
                    <a:pos x="0" y="3275"/>
                  </a:cxn>
                  <a:cxn ang="0">
                    <a:pos x="1945" y="1638"/>
                  </a:cxn>
                  <a:cxn ang="0">
                    <a:pos x="3890" y="0"/>
                  </a:cxn>
                </a:cxnLst>
                <a:rect l="0" t="0" r="r" b="b"/>
                <a:pathLst>
                  <a:path w="7779" h="3275">
                    <a:moveTo>
                      <a:pt x="3890" y="0"/>
                    </a:moveTo>
                    <a:lnTo>
                      <a:pt x="5834" y="1638"/>
                    </a:lnTo>
                    <a:lnTo>
                      <a:pt x="7779" y="3275"/>
                    </a:lnTo>
                    <a:lnTo>
                      <a:pt x="3890" y="3275"/>
                    </a:lnTo>
                    <a:lnTo>
                      <a:pt x="0" y="3275"/>
                    </a:lnTo>
                    <a:lnTo>
                      <a:pt x="1945" y="1638"/>
                    </a:lnTo>
                    <a:lnTo>
                      <a:pt x="3890" y="0"/>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13" name="Freeform 13"/>
              <p:cNvSpPr>
                <a:spLocks noEditPoints="1"/>
              </p:cNvSpPr>
              <p:nvPr/>
            </p:nvSpPr>
            <p:spPr bwMode="gray">
              <a:xfrm>
                <a:off x="6810487" y="3502025"/>
                <a:ext cx="427038" cy="246063"/>
              </a:xfrm>
              <a:custGeom>
                <a:avLst/>
                <a:gdLst/>
                <a:ahLst/>
                <a:cxnLst>
                  <a:cxn ang="0">
                    <a:pos x="7792" y="0"/>
                  </a:cxn>
                  <a:cxn ang="0">
                    <a:pos x="0" y="0"/>
                  </a:cxn>
                  <a:cxn ang="0">
                    <a:pos x="0" y="4498"/>
                  </a:cxn>
                  <a:cxn ang="0">
                    <a:pos x="7792" y="4498"/>
                  </a:cxn>
                  <a:cxn ang="0">
                    <a:pos x="7792" y="0"/>
                  </a:cxn>
                  <a:cxn ang="0">
                    <a:pos x="687" y="578"/>
                  </a:cxn>
                  <a:cxn ang="0">
                    <a:pos x="2079" y="578"/>
                  </a:cxn>
                  <a:cxn ang="0">
                    <a:pos x="2079" y="1971"/>
                  </a:cxn>
                  <a:cxn ang="0">
                    <a:pos x="687" y="1971"/>
                  </a:cxn>
                  <a:cxn ang="0">
                    <a:pos x="687" y="578"/>
                  </a:cxn>
                  <a:cxn ang="0">
                    <a:pos x="687" y="2473"/>
                  </a:cxn>
                  <a:cxn ang="0">
                    <a:pos x="2079" y="2473"/>
                  </a:cxn>
                  <a:cxn ang="0">
                    <a:pos x="2079" y="3866"/>
                  </a:cxn>
                  <a:cxn ang="0">
                    <a:pos x="687" y="3866"/>
                  </a:cxn>
                  <a:cxn ang="0">
                    <a:pos x="687" y="2473"/>
                  </a:cxn>
                  <a:cxn ang="0">
                    <a:pos x="2361" y="2473"/>
                  </a:cxn>
                  <a:cxn ang="0">
                    <a:pos x="3755" y="2473"/>
                  </a:cxn>
                  <a:cxn ang="0">
                    <a:pos x="3755" y="3866"/>
                  </a:cxn>
                  <a:cxn ang="0">
                    <a:pos x="2361" y="3866"/>
                  </a:cxn>
                  <a:cxn ang="0">
                    <a:pos x="2361" y="2473"/>
                  </a:cxn>
                  <a:cxn ang="0">
                    <a:pos x="4037" y="2473"/>
                  </a:cxn>
                  <a:cxn ang="0">
                    <a:pos x="5429" y="2473"/>
                  </a:cxn>
                  <a:cxn ang="0">
                    <a:pos x="5429" y="3866"/>
                  </a:cxn>
                  <a:cxn ang="0">
                    <a:pos x="4037" y="3866"/>
                  </a:cxn>
                  <a:cxn ang="0">
                    <a:pos x="4037" y="2473"/>
                  </a:cxn>
                  <a:cxn ang="0">
                    <a:pos x="2361" y="578"/>
                  </a:cxn>
                  <a:cxn ang="0">
                    <a:pos x="3755" y="578"/>
                  </a:cxn>
                  <a:cxn ang="0">
                    <a:pos x="3755" y="1971"/>
                  </a:cxn>
                  <a:cxn ang="0">
                    <a:pos x="2361" y="1971"/>
                  </a:cxn>
                  <a:cxn ang="0">
                    <a:pos x="2361" y="578"/>
                  </a:cxn>
                  <a:cxn ang="0">
                    <a:pos x="4037" y="578"/>
                  </a:cxn>
                  <a:cxn ang="0">
                    <a:pos x="5429" y="578"/>
                  </a:cxn>
                  <a:cxn ang="0">
                    <a:pos x="5429" y="1971"/>
                  </a:cxn>
                  <a:cxn ang="0">
                    <a:pos x="4037" y="1971"/>
                  </a:cxn>
                  <a:cxn ang="0">
                    <a:pos x="4037" y="578"/>
                  </a:cxn>
                  <a:cxn ang="0">
                    <a:pos x="5713" y="578"/>
                  </a:cxn>
                  <a:cxn ang="0">
                    <a:pos x="7105" y="578"/>
                  </a:cxn>
                  <a:cxn ang="0">
                    <a:pos x="7105" y="1971"/>
                  </a:cxn>
                  <a:cxn ang="0">
                    <a:pos x="5713" y="1971"/>
                  </a:cxn>
                  <a:cxn ang="0">
                    <a:pos x="5713" y="578"/>
                  </a:cxn>
                  <a:cxn ang="0">
                    <a:pos x="5713" y="2473"/>
                  </a:cxn>
                  <a:cxn ang="0">
                    <a:pos x="7105" y="2473"/>
                  </a:cxn>
                  <a:cxn ang="0">
                    <a:pos x="7105" y="3866"/>
                  </a:cxn>
                  <a:cxn ang="0">
                    <a:pos x="5713" y="3866"/>
                  </a:cxn>
                  <a:cxn ang="0">
                    <a:pos x="5713" y="2473"/>
                  </a:cxn>
                </a:cxnLst>
                <a:rect l="0" t="0" r="r" b="b"/>
                <a:pathLst>
                  <a:path w="7792" h="4498">
                    <a:moveTo>
                      <a:pt x="7792" y="0"/>
                    </a:moveTo>
                    <a:lnTo>
                      <a:pt x="0" y="0"/>
                    </a:lnTo>
                    <a:lnTo>
                      <a:pt x="0" y="4498"/>
                    </a:lnTo>
                    <a:lnTo>
                      <a:pt x="7792" y="4498"/>
                    </a:lnTo>
                    <a:lnTo>
                      <a:pt x="7792" y="0"/>
                    </a:lnTo>
                    <a:close/>
                    <a:moveTo>
                      <a:pt x="687" y="578"/>
                    </a:moveTo>
                    <a:lnTo>
                      <a:pt x="2079" y="578"/>
                    </a:lnTo>
                    <a:lnTo>
                      <a:pt x="2079" y="1971"/>
                    </a:lnTo>
                    <a:lnTo>
                      <a:pt x="687" y="1971"/>
                    </a:lnTo>
                    <a:lnTo>
                      <a:pt x="687" y="578"/>
                    </a:lnTo>
                    <a:close/>
                    <a:moveTo>
                      <a:pt x="687" y="2473"/>
                    </a:moveTo>
                    <a:lnTo>
                      <a:pt x="2079" y="2473"/>
                    </a:lnTo>
                    <a:lnTo>
                      <a:pt x="2079" y="3866"/>
                    </a:lnTo>
                    <a:lnTo>
                      <a:pt x="687" y="3866"/>
                    </a:lnTo>
                    <a:lnTo>
                      <a:pt x="687" y="2473"/>
                    </a:lnTo>
                    <a:close/>
                    <a:moveTo>
                      <a:pt x="2361" y="2473"/>
                    </a:moveTo>
                    <a:lnTo>
                      <a:pt x="3755" y="2473"/>
                    </a:lnTo>
                    <a:lnTo>
                      <a:pt x="3755" y="3866"/>
                    </a:lnTo>
                    <a:lnTo>
                      <a:pt x="2361" y="3866"/>
                    </a:lnTo>
                    <a:lnTo>
                      <a:pt x="2361" y="2473"/>
                    </a:lnTo>
                    <a:close/>
                    <a:moveTo>
                      <a:pt x="4037" y="2473"/>
                    </a:moveTo>
                    <a:lnTo>
                      <a:pt x="5429" y="2473"/>
                    </a:lnTo>
                    <a:lnTo>
                      <a:pt x="5429" y="3866"/>
                    </a:lnTo>
                    <a:lnTo>
                      <a:pt x="4037" y="3866"/>
                    </a:lnTo>
                    <a:lnTo>
                      <a:pt x="4037" y="2473"/>
                    </a:lnTo>
                    <a:close/>
                    <a:moveTo>
                      <a:pt x="2361" y="578"/>
                    </a:moveTo>
                    <a:lnTo>
                      <a:pt x="3755" y="578"/>
                    </a:lnTo>
                    <a:lnTo>
                      <a:pt x="3755" y="1971"/>
                    </a:lnTo>
                    <a:lnTo>
                      <a:pt x="2361" y="1971"/>
                    </a:lnTo>
                    <a:lnTo>
                      <a:pt x="2361" y="578"/>
                    </a:lnTo>
                    <a:close/>
                    <a:moveTo>
                      <a:pt x="4037" y="578"/>
                    </a:moveTo>
                    <a:lnTo>
                      <a:pt x="5429" y="578"/>
                    </a:lnTo>
                    <a:lnTo>
                      <a:pt x="5429" y="1971"/>
                    </a:lnTo>
                    <a:lnTo>
                      <a:pt x="4037" y="1971"/>
                    </a:lnTo>
                    <a:lnTo>
                      <a:pt x="4037" y="578"/>
                    </a:lnTo>
                    <a:close/>
                    <a:moveTo>
                      <a:pt x="5713" y="578"/>
                    </a:moveTo>
                    <a:lnTo>
                      <a:pt x="7105" y="578"/>
                    </a:lnTo>
                    <a:lnTo>
                      <a:pt x="7105" y="1971"/>
                    </a:lnTo>
                    <a:lnTo>
                      <a:pt x="5713" y="1971"/>
                    </a:lnTo>
                    <a:lnTo>
                      <a:pt x="5713" y="578"/>
                    </a:lnTo>
                    <a:close/>
                    <a:moveTo>
                      <a:pt x="5713" y="2473"/>
                    </a:moveTo>
                    <a:lnTo>
                      <a:pt x="7105" y="2473"/>
                    </a:lnTo>
                    <a:lnTo>
                      <a:pt x="7105" y="3866"/>
                    </a:lnTo>
                    <a:lnTo>
                      <a:pt x="5713" y="3866"/>
                    </a:lnTo>
                    <a:lnTo>
                      <a:pt x="5713" y="2473"/>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sp>
            <p:nvSpPr>
              <p:cNvPr id="14" name="Freeform 14"/>
              <p:cNvSpPr>
                <a:spLocks noEditPoints="1"/>
              </p:cNvSpPr>
              <p:nvPr/>
            </p:nvSpPr>
            <p:spPr bwMode="gray">
              <a:xfrm>
                <a:off x="6378575" y="3081338"/>
                <a:ext cx="427038" cy="666750"/>
              </a:xfrm>
              <a:custGeom>
                <a:avLst/>
                <a:gdLst/>
                <a:ahLst/>
                <a:cxnLst>
                  <a:cxn ang="0">
                    <a:pos x="7792" y="0"/>
                  </a:cxn>
                  <a:cxn ang="0">
                    <a:pos x="0" y="12190"/>
                  </a:cxn>
                  <a:cxn ang="0">
                    <a:pos x="687" y="690"/>
                  </a:cxn>
                  <a:cxn ang="0">
                    <a:pos x="2079" y="2084"/>
                  </a:cxn>
                  <a:cxn ang="0">
                    <a:pos x="687" y="690"/>
                  </a:cxn>
                  <a:cxn ang="0">
                    <a:pos x="2079" y="10165"/>
                  </a:cxn>
                  <a:cxn ang="0">
                    <a:pos x="687" y="11558"/>
                  </a:cxn>
                  <a:cxn ang="0">
                    <a:pos x="2363" y="10165"/>
                  </a:cxn>
                  <a:cxn ang="0">
                    <a:pos x="3755" y="11558"/>
                  </a:cxn>
                  <a:cxn ang="0">
                    <a:pos x="2363" y="10165"/>
                  </a:cxn>
                  <a:cxn ang="0">
                    <a:pos x="5431" y="10165"/>
                  </a:cxn>
                  <a:cxn ang="0">
                    <a:pos x="4037" y="11558"/>
                  </a:cxn>
                  <a:cxn ang="0">
                    <a:pos x="5713" y="10165"/>
                  </a:cxn>
                  <a:cxn ang="0">
                    <a:pos x="7105" y="11558"/>
                  </a:cxn>
                  <a:cxn ang="0">
                    <a:pos x="5713" y="10165"/>
                  </a:cxn>
                  <a:cxn ang="0">
                    <a:pos x="2079" y="8270"/>
                  </a:cxn>
                  <a:cxn ang="0">
                    <a:pos x="687" y="9663"/>
                  </a:cxn>
                  <a:cxn ang="0">
                    <a:pos x="2363" y="8270"/>
                  </a:cxn>
                  <a:cxn ang="0">
                    <a:pos x="3755" y="9663"/>
                  </a:cxn>
                  <a:cxn ang="0">
                    <a:pos x="2363" y="8270"/>
                  </a:cxn>
                  <a:cxn ang="0">
                    <a:pos x="5431" y="8270"/>
                  </a:cxn>
                  <a:cxn ang="0">
                    <a:pos x="4037" y="9663"/>
                  </a:cxn>
                  <a:cxn ang="0">
                    <a:pos x="5713" y="8270"/>
                  </a:cxn>
                  <a:cxn ang="0">
                    <a:pos x="7105" y="9663"/>
                  </a:cxn>
                  <a:cxn ang="0">
                    <a:pos x="5713" y="8270"/>
                  </a:cxn>
                  <a:cxn ang="0">
                    <a:pos x="2079" y="6376"/>
                  </a:cxn>
                  <a:cxn ang="0">
                    <a:pos x="687" y="7768"/>
                  </a:cxn>
                  <a:cxn ang="0">
                    <a:pos x="2363" y="6376"/>
                  </a:cxn>
                  <a:cxn ang="0">
                    <a:pos x="3755" y="7768"/>
                  </a:cxn>
                  <a:cxn ang="0">
                    <a:pos x="2363" y="6376"/>
                  </a:cxn>
                  <a:cxn ang="0">
                    <a:pos x="5431" y="6376"/>
                  </a:cxn>
                  <a:cxn ang="0">
                    <a:pos x="4037" y="7768"/>
                  </a:cxn>
                  <a:cxn ang="0">
                    <a:pos x="5713" y="6376"/>
                  </a:cxn>
                  <a:cxn ang="0">
                    <a:pos x="7105" y="7768"/>
                  </a:cxn>
                  <a:cxn ang="0">
                    <a:pos x="5713" y="6376"/>
                  </a:cxn>
                  <a:cxn ang="0">
                    <a:pos x="2079" y="4481"/>
                  </a:cxn>
                  <a:cxn ang="0">
                    <a:pos x="687" y="5874"/>
                  </a:cxn>
                  <a:cxn ang="0">
                    <a:pos x="2363" y="4481"/>
                  </a:cxn>
                  <a:cxn ang="0">
                    <a:pos x="3755" y="5874"/>
                  </a:cxn>
                  <a:cxn ang="0">
                    <a:pos x="2363" y="4481"/>
                  </a:cxn>
                  <a:cxn ang="0">
                    <a:pos x="5431" y="4481"/>
                  </a:cxn>
                  <a:cxn ang="0">
                    <a:pos x="4037" y="5874"/>
                  </a:cxn>
                  <a:cxn ang="0">
                    <a:pos x="5713" y="4481"/>
                  </a:cxn>
                  <a:cxn ang="0">
                    <a:pos x="7105" y="5874"/>
                  </a:cxn>
                  <a:cxn ang="0">
                    <a:pos x="5713" y="4481"/>
                  </a:cxn>
                  <a:cxn ang="0">
                    <a:pos x="2079" y="2585"/>
                  </a:cxn>
                  <a:cxn ang="0">
                    <a:pos x="687" y="3979"/>
                  </a:cxn>
                  <a:cxn ang="0">
                    <a:pos x="2363" y="2585"/>
                  </a:cxn>
                  <a:cxn ang="0">
                    <a:pos x="3755" y="3979"/>
                  </a:cxn>
                  <a:cxn ang="0">
                    <a:pos x="2363" y="2585"/>
                  </a:cxn>
                  <a:cxn ang="0">
                    <a:pos x="5431" y="2585"/>
                  </a:cxn>
                  <a:cxn ang="0">
                    <a:pos x="4037" y="3979"/>
                  </a:cxn>
                  <a:cxn ang="0">
                    <a:pos x="2363" y="690"/>
                  </a:cxn>
                  <a:cxn ang="0">
                    <a:pos x="3755" y="2084"/>
                  </a:cxn>
                  <a:cxn ang="0">
                    <a:pos x="2363" y="690"/>
                  </a:cxn>
                  <a:cxn ang="0">
                    <a:pos x="5431" y="690"/>
                  </a:cxn>
                  <a:cxn ang="0">
                    <a:pos x="4037" y="2084"/>
                  </a:cxn>
                  <a:cxn ang="0">
                    <a:pos x="5713" y="690"/>
                  </a:cxn>
                  <a:cxn ang="0">
                    <a:pos x="7105" y="2084"/>
                  </a:cxn>
                  <a:cxn ang="0">
                    <a:pos x="5713" y="690"/>
                  </a:cxn>
                  <a:cxn ang="0">
                    <a:pos x="7105" y="2585"/>
                  </a:cxn>
                  <a:cxn ang="0">
                    <a:pos x="5713" y="3979"/>
                  </a:cxn>
                </a:cxnLst>
                <a:rect l="0" t="0" r="r" b="b"/>
                <a:pathLst>
                  <a:path w="7792" h="12190">
                    <a:moveTo>
                      <a:pt x="0" y="0"/>
                    </a:moveTo>
                    <a:lnTo>
                      <a:pt x="7792" y="0"/>
                    </a:lnTo>
                    <a:lnTo>
                      <a:pt x="7792" y="12190"/>
                    </a:lnTo>
                    <a:lnTo>
                      <a:pt x="0" y="12190"/>
                    </a:lnTo>
                    <a:lnTo>
                      <a:pt x="0" y="0"/>
                    </a:lnTo>
                    <a:close/>
                    <a:moveTo>
                      <a:pt x="687" y="690"/>
                    </a:moveTo>
                    <a:lnTo>
                      <a:pt x="2079" y="690"/>
                    </a:lnTo>
                    <a:lnTo>
                      <a:pt x="2079" y="2084"/>
                    </a:lnTo>
                    <a:lnTo>
                      <a:pt x="687" y="2084"/>
                    </a:lnTo>
                    <a:lnTo>
                      <a:pt x="687" y="690"/>
                    </a:lnTo>
                    <a:close/>
                    <a:moveTo>
                      <a:pt x="687" y="10165"/>
                    </a:moveTo>
                    <a:lnTo>
                      <a:pt x="2079" y="10165"/>
                    </a:lnTo>
                    <a:lnTo>
                      <a:pt x="2079" y="11558"/>
                    </a:lnTo>
                    <a:lnTo>
                      <a:pt x="687" y="11558"/>
                    </a:lnTo>
                    <a:lnTo>
                      <a:pt x="687" y="10165"/>
                    </a:lnTo>
                    <a:close/>
                    <a:moveTo>
                      <a:pt x="2363" y="10165"/>
                    </a:moveTo>
                    <a:lnTo>
                      <a:pt x="3755" y="10165"/>
                    </a:lnTo>
                    <a:lnTo>
                      <a:pt x="3755" y="11558"/>
                    </a:lnTo>
                    <a:lnTo>
                      <a:pt x="2363" y="11558"/>
                    </a:lnTo>
                    <a:lnTo>
                      <a:pt x="2363" y="10165"/>
                    </a:lnTo>
                    <a:close/>
                    <a:moveTo>
                      <a:pt x="4037" y="10165"/>
                    </a:moveTo>
                    <a:lnTo>
                      <a:pt x="5431" y="10165"/>
                    </a:lnTo>
                    <a:lnTo>
                      <a:pt x="5431" y="11558"/>
                    </a:lnTo>
                    <a:lnTo>
                      <a:pt x="4037" y="11558"/>
                    </a:lnTo>
                    <a:lnTo>
                      <a:pt x="4037" y="10165"/>
                    </a:lnTo>
                    <a:close/>
                    <a:moveTo>
                      <a:pt x="5713" y="10165"/>
                    </a:moveTo>
                    <a:lnTo>
                      <a:pt x="7105" y="10165"/>
                    </a:lnTo>
                    <a:lnTo>
                      <a:pt x="7105" y="11558"/>
                    </a:lnTo>
                    <a:lnTo>
                      <a:pt x="5713" y="11558"/>
                    </a:lnTo>
                    <a:lnTo>
                      <a:pt x="5713" y="10165"/>
                    </a:lnTo>
                    <a:close/>
                    <a:moveTo>
                      <a:pt x="687" y="8270"/>
                    </a:moveTo>
                    <a:lnTo>
                      <a:pt x="2079" y="8270"/>
                    </a:lnTo>
                    <a:lnTo>
                      <a:pt x="2079" y="9663"/>
                    </a:lnTo>
                    <a:lnTo>
                      <a:pt x="687" y="9663"/>
                    </a:lnTo>
                    <a:lnTo>
                      <a:pt x="687" y="8270"/>
                    </a:lnTo>
                    <a:close/>
                    <a:moveTo>
                      <a:pt x="2363" y="8270"/>
                    </a:moveTo>
                    <a:lnTo>
                      <a:pt x="3755" y="8270"/>
                    </a:lnTo>
                    <a:lnTo>
                      <a:pt x="3755" y="9663"/>
                    </a:lnTo>
                    <a:lnTo>
                      <a:pt x="2363" y="9663"/>
                    </a:lnTo>
                    <a:lnTo>
                      <a:pt x="2363" y="8270"/>
                    </a:lnTo>
                    <a:close/>
                    <a:moveTo>
                      <a:pt x="4037" y="8270"/>
                    </a:moveTo>
                    <a:lnTo>
                      <a:pt x="5431" y="8270"/>
                    </a:lnTo>
                    <a:lnTo>
                      <a:pt x="5431" y="9663"/>
                    </a:lnTo>
                    <a:lnTo>
                      <a:pt x="4037" y="9663"/>
                    </a:lnTo>
                    <a:lnTo>
                      <a:pt x="4037" y="8270"/>
                    </a:lnTo>
                    <a:close/>
                    <a:moveTo>
                      <a:pt x="5713" y="8270"/>
                    </a:moveTo>
                    <a:lnTo>
                      <a:pt x="7105" y="8270"/>
                    </a:lnTo>
                    <a:lnTo>
                      <a:pt x="7105" y="9663"/>
                    </a:lnTo>
                    <a:lnTo>
                      <a:pt x="5713" y="9663"/>
                    </a:lnTo>
                    <a:lnTo>
                      <a:pt x="5713" y="8270"/>
                    </a:lnTo>
                    <a:close/>
                    <a:moveTo>
                      <a:pt x="687" y="6376"/>
                    </a:moveTo>
                    <a:lnTo>
                      <a:pt x="2079" y="6376"/>
                    </a:lnTo>
                    <a:lnTo>
                      <a:pt x="2079" y="7768"/>
                    </a:lnTo>
                    <a:lnTo>
                      <a:pt x="687" y="7768"/>
                    </a:lnTo>
                    <a:lnTo>
                      <a:pt x="687" y="6376"/>
                    </a:lnTo>
                    <a:close/>
                    <a:moveTo>
                      <a:pt x="2363" y="6376"/>
                    </a:moveTo>
                    <a:lnTo>
                      <a:pt x="3755" y="6376"/>
                    </a:lnTo>
                    <a:lnTo>
                      <a:pt x="3755" y="7768"/>
                    </a:lnTo>
                    <a:lnTo>
                      <a:pt x="2363" y="7768"/>
                    </a:lnTo>
                    <a:lnTo>
                      <a:pt x="2363" y="6376"/>
                    </a:lnTo>
                    <a:close/>
                    <a:moveTo>
                      <a:pt x="4037" y="6376"/>
                    </a:moveTo>
                    <a:lnTo>
                      <a:pt x="5431" y="6376"/>
                    </a:lnTo>
                    <a:lnTo>
                      <a:pt x="5431" y="7768"/>
                    </a:lnTo>
                    <a:lnTo>
                      <a:pt x="4037" y="7768"/>
                    </a:lnTo>
                    <a:lnTo>
                      <a:pt x="4037" y="6376"/>
                    </a:lnTo>
                    <a:close/>
                    <a:moveTo>
                      <a:pt x="5713" y="6376"/>
                    </a:moveTo>
                    <a:lnTo>
                      <a:pt x="7105" y="6376"/>
                    </a:lnTo>
                    <a:lnTo>
                      <a:pt x="7105" y="7768"/>
                    </a:lnTo>
                    <a:lnTo>
                      <a:pt x="5713" y="7768"/>
                    </a:lnTo>
                    <a:lnTo>
                      <a:pt x="5713" y="6376"/>
                    </a:lnTo>
                    <a:close/>
                    <a:moveTo>
                      <a:pt x="687" y="4481"/>
                    </a:moveTo>
                    <a:lnTo>
                      <a:pt x="2079" y="4481"/>
                    </a:lnTo>
                    <a:lnTo>
                      <a:pt x="2079" y="5874"/>
                    </a:lnTo>
                    <a:lnTo>
                      <a:pt x="687" y="5874"/>
                    </a:lnTo>
                    <a:lnTo>
                      <a:pt x="687" y="4481"/>
                    </a:lnTo>
                    <a:close/>
                    <a:moveTo>
                      <a:pt x="2363" y="4481"/>
                    </a:moveTo>
                    <a:lnTo>
                      <a:pt x="3755" y="4481"/>
                    </a:lnTo>
                    <a:lnTo>
                      <a:pt x="3755" y="5874"/>
                    </a:lnTo>
                    <a:lnTo>
                      <a:pt x="2363" y="5874"/>
                    </a:lnTo>
                    <a:lnTo>
                      <a:pt x="2363" y="4481"/>
                    </a:lnTo>
                    <a:close/>
                    <a:moveTo>
                      <a:pt x="4037" y="4481"/>
                    </a:moveTo>
                    <a:lnTo>
                      <a:pt x="5431" y="4481"/>
                    </a:lnTo>
                    <a:lnTo>
                      <a:pt x="5431" y="5874"/>
                    </a:lnTo>
                    <a:lnTo>
                      <a:pt x="4037" y="5874"/>
                    </a:lnTo>
                    <a:lnTo>
                      <a:pt x="4037" y="4481"/>
                    </a:lnTo>
                    <a:close/>
                    <a:moveTo>
                      <a:pt x="5713" y="4481"/>
                    </a:moveTo>
                    <a:lnTo>
                      <a:pt x="7105" y="4481"/>
                    </a:lnTo>
                    <a:lnTo>
                      <a:pt x="7105" y="5874"/>
                    </a:lnTo>
                    <a:lnTo>
                      <a:pt x="5713" y="5874"/>
                    </a:lnTo>
                    <a:lnTo>
                      <a:pt x="5713" y="4481"/>
                    </a:lnTo>
                    <a:close/>
                    <a:moveTo>
                      <a:pt x="687" y="2585"/>
                    </a:moveTo>
                    <a:lnTo>
                      <a:pt x="2079" y="2585"/>
                    </a:lnTo>
                    <a:lnTo>
                      <a:pt x="2079" y="3979"/>
                    </a:lnTo>
                    <a:lnTo>
                      <a:pt x="687" y="3979"/>
                    </a:lnTo>
                    <a:lnTo>
                      <a:pt x="687" y="2585"/>
                    </a:lnTo>
                    <a:close/>
                    <a:moveTo>
                      <a:pt x="2363" y="2585"/>
                    </a:moveTo>
                    <a:lnTo>
                      <a:pt x="3755" y="2585"/>
                    </a:lnTo>
                    <a:lnTo>
                      <a:pt x="3755" y="3979"/>
                    </a:lnTo>
                    <a:lnTo>
                      <a:pt x="2363" y="3979"/>
                    </a:lnTo>
                    <a:lnTo>
                      <a:pt x="2363" y="2585"/>
                    </a:lnTo>
                    <a:close/>
                    <a:moveTo>
                      <a:pt x="4037" y="2585"/>
                    </a:moveTo>
                    <a:lnTo>
                      <a:pt x="5431" y="2585"/>
                    </a:lnTo>
                    <a:lnTo>
                      <a:pt x="5431" y="3979"/>
                    </a:lnTo>
                    <a:lnTo>
                      <a:pt x="4037" y="3979"/>
                    </a:lnTo>
                    <a:lnTo>
                      <a:pt x="4037" y="2585"/>
                    </a:lnTo>
                    <a:close/>
                    <a:moveTo>
                      <a:pt x="2363" y="690"/>
                    </a:moveTo>
                    <a:lnTo>
                      <a:pt x="3755" y="690"/>
                    </a:lnTo>
                    <a:lnTo>
                      <a:pt x="3755" y="2084"/>
                    </a:lnTo>
                    <a:lnTo>
                      <a:pt x="2363" y="2084"/>
                    </a:lnTo>
                    <a:lnTo>
                      <a:pt x="2363" y="690"/>
                    </a:lnTo>
                    <a:close/>
                    <a:moveTo>
                      <a:pt x="4037" y="690"/>
                    </a:moveTo>
                    <a:lnTo>
                      <a:pt x="5431" y="690"/>
                    </a:lnTo>
                    <a:lnTo>
                      <a:pt x="5431" y="2084"/>
                    </a:lnTo>
                    <a:lnTo>
                      <a:pt x="4037" y="2084"/>
                    </a:lnTo>
                    <a:lnTo>
                      <a:pt x="4037" y="690"/>
                    </a:lnTo>
                    <a:close/>
                    <a:moveTo>
                      <a:pt x="5713" y="690"/>
                    </a:moveTo>
                    <a:lnTo>
                      <a:pt x="7105" y="690"/>
                    </a:lnTo>
                    <a:lnTo>
                      <a:pt x="7105" y="2084"/>
                    </a:lnTo>
                    <a:lnTo>
                      <a:pt x="5713" y="2084"/>
                    </a:lnTo>
                    <a:lnTo>
                      <a:pt x="5713" y="690"/>
                    </a:lnTo>
                    <a:close/>
                    <a:moveTo>
                      <a:pt x="5713" y="2585"/>
                    </a:moveTo>
                    <a:lnTo>
                      <a:pt x="7105" y="2585"/>
                    </a:lnTo>
                    <a:lnTo>
                      <a:pt x="7105" y="3979"/>
                    </a:lnTo>
                    <a:lnTo>
                      <a:pt x="5713" y="3979"/>
                    </a:lnTo>
                    <a:lnTo>
                      <a:pt x="5713" y="2585"/>
                    </a:lnTo>
                    <a:close/>
                  </a:path>
                </a:pathLst>
              </a:custGeom>
              <a:grpFill/>
              <a:ln w="9525">
                <a:noFill/>
                <a:round/>
                <a:headEnd/>
                <a:tailEnd/>
              </a:ln>
            </p:spPr>
            <p:txBody>
              <a:bodyPr/>
              <a:lstStyle/>
              <a:p>
                <a:pPr algn="ctr">
                  <a:defRPr/>
                </a:pPr>
                <a:endParaRPr lang="zh-CN" altLang="en-US" sz="1799">
                  <a:solidFill>
                    <a:srgbClr val="000000"/>
                  </a:solidFill>
                  <a:latin typeface="FrutigerNext LT Medium" pitchFamily="34" charset="0"/>
                </a:endParaRPr>
              </a:p>
            </p:txBody>
          </p:sp>
        </p:grpSp>
        <p:sp>
          <p:nvSpPr>
            <p:cNvPr id="10" name="矩形 9"/>
            <p:cNvSpPr/>
            <p:nvPr/>
          </p:nvSpPr>
          <p:spPr bwMode="gray">
            <a:xfrm>
              <a:off x="699103" y="4370478"/>
              <a:ext cx="644728" cy="307777"/>
            </a:xfrm>
            <a:prstGeom prst="rect">
              <a:avLst/>
            </a:prstGeom>
          </p:spPr>
          <p:txBody>
            <a:bodyPr wrap="none">
              <a:spAutoFit/>
            </a:bodyPr>
            <a:lstStyle/>
            <a:p>
              <a:r>
                <a:rPr lang="zh-CN" altLang="en-US" sz="1399">
                  <a:solidFill>
                    <a:schemeClr val="bg1">
                      <a:lumMod val="50000"/>
                    </a:schemeClr>
                  </a:solidFill>
                </a:rPr>
                <a:t>分支</a:t>
              </a:r>
              <a:r>
                <a:rPr lang="en-US" altLang="zh-CN" sz="1399">
                  <a:solidFill>
                    <a:schemeClr val="bg1">
                      <a:lumMod val="50000"/>
                    </a:schemeClr>
                  </a:solidFill>
                </a:rPr>
                <a:t>1</a:t>
              </a:r>
            </a:p>
          </p:txBody>
        </p:sp>
      </p:grpSp>
      <p:sp>
        <p:nvSpPr>
          <p:cNvPr id="15" name="圆角矩形 75"/>
          <p:cNvSpPr/>
          <p:nvPr/>
        </p:nvSpPr>
        <p:spPr bwMode="gray">
          <a:xfrm>
            <a:off x="1638360" y="2885818"/>
            <a:ext cx="2910804" cy="2154232"/>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a:lnSpc>
                <a:spcPts val="2599"/>
              </a:lnSpc>
              <a:spcAft>
                <a:spcPts val="600"/>
              </a:spcAft>
            </a:pPr>
            <a:endParaRPr lang="en-US" altLang="zh-CN" sz="15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9" name="图片 18"/>
          <p:cNvPicPr>
            <a:picLocks/>
          </p:cNvPicPr>
          <p:nvPr/>
        </p:nvPicPr>
        <p:blipFill>
          <a:blip r:embed="rId5" cstate="print">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tretch>
            <a:fillRect/>
          </a:stretch>
        </p:blipFill>
        <p:spPr bwMode="gray">
          <a:xfrm>
            <a:off x="2778264" y="3854286"/>
            <a:ext cx="497660" cy="407176"/>
          </a:xfrm>
          <a:prstGeom prst="rect">
            <a:avLst/>
          </a:prstGeom>
        </p:spPr>
      </p:pic>
      <p:grpSp>
        <p:nvGrpSpPr>
          <p:cNvPr id="20" name="Group 3"/>
          <p:cNvGrpSpPr/>
          <p:nvPr/>
        </p:nvGrpSpPr>
        <p:grpSpPr bwMode="gray">
          <a:xfrm>
            <a:off x="2896361" y="4662866"/>
            <a:ext cx="261863" cy="61955"/>
            <a:chOff x="559282" y="6488261"/>
            <a:chExt cx="261965" cy="61979"/>
          </a:xfrm>
          <a:solidFill>
            <a:schemeClr val="bg1">
              <a:lumMod val="50000"/>
            </a:schemeClr>
          </a:solidFill>
        </p:grpSpPr>
        <p:sp>
          <p:nvSpPr>
            <p:cNvPr id="21"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2"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3"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cxnSp>
        <p:nvCxnSpPr>
          <p:cNvPr id="24" name="直接箭头连接符 23"/>
          <p:cNvCxnSpPr>
            <a:endCxn id="7" idx="0"/>
          </p:cNvCxnSpPr>
          <p:nvPr/>
        </p:nvCxnSpPr>
        <p:spPr bwMode="gray">
          <a:xfrm flipH="1">
            <a:off x="3027094" y="2457089"/>
            <a:ext cx="184757" cy="675438"/>
          </a:xfrm>
          <a:prstGeom prst="straightConnector1">
            <a:avLst/>
          </a:prstGeom>
          <a:noFill/>
          <a:ln w="19050" algn="ctr">
            <a:solidFill>
              <a:srgbClr val="EC7061"/>
            </a:solidFill>
            <a:prstDash val="sysDot"/>
            <a:round/>
            <a:headEnd type="none" w="med" len="med"/>
            <a:tailEnd type="triangle" w="med" len="med"/>
          </a:ln>
        </p:spPr>
      </p:cxnSp>
      <p:sp>
        <p:nvSpPr>
          <p:cNvPr id="25" name="矩形 24"/>
          <p:cNvSpPr/>
          <p:nvPr/>
        </p:nvSpPr>
        <p:spPr bwMode="gray">
          <a:xfrm>
            <a:off x="2552742" y="2496478"/>
            <a:ext cx="543527" cy="307657"/>
          </a:xfrm>
          <a:prstGeom prst="rect">
            <a:avLst/>
          </a:prstGeom>
        </p:spPr>
        <p:txBody>
          <a:bodyPr wrap="none">
            <a:spAutoFit/>
          </a:bodyPr>
          <a:lstStyle/>
          <a:p>
            <a:r>
              <a:rPr lang="zh-CN" altLang="en-US" sz="1399" b="1" dirty="0">
                <a:solidFill>
                  <a:srgbClr val="C7000B"/>
                </a:solidFill>
              </a:rPr>
              <a:t>专线</a:t>
            </a:r>
            <a:endParaRPr lang="en-US" altLang="zh-CN" sz="1399" b="1" dirty="0">
              <a:solidFill>
                <a:srgbClr val="C7000B"/>
              </a:solidFill>
            </a:endParaRPr>
          </a:p>
        </p:txBody>
      </p:sp>
      <p:pic>
        <p:nvPicPr>
          <p:cNvPr id="33" name="图片 32"/>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011712" y="3122973"/>
            <a:ext cx="497660" cy="407176"/>
          </a:xfrm>
          <a:prstGeom prst="rect">
            <a:avLst/>
          </a:prstGeom>
        </p:spPr>
      </p:pic>
      <p:sp>
        <p:nvSpPr>
          <p:cNvPr id="34" name="Freeform 159"/>
          <p:cNvSpPr/>
          <p:nvPr/>
        </p:nvSpPr>
        <p:spPr bwMode="gray">
          <a:xfrm flipH="1">
            <a:off x="4260542" y="2038664"/>
            <a:ext cx="835658" cy="43682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5" name="直接箭头连接符 34"/>
          <p:cNvCxnSpPr>
            <a:endCxn id="33" idx="0"/>
          </p:cNvCxnSpPr>
          <p:nvPr/>
        </p:nvCxnSpPr>
        <p:spPr bwMode="gray">
          <a:xfrm flipH="1">
            <a:off x="4260543" y="2485234"/>
            <a:ext cx="419681" cy="637739"/>
          </a:xfrm>
          <a:prstGeom prst="straightConnector1">
            <a:avLst/>
          </a:prstGeom>
          <a:noFill/>
          <a:ln w="19050" algn="ctr">
            <a:solidFill>
              <a:srgbClr val="56C4D2"/>
            </a:solidFill>
            <a:prstDash val="sysDot"/>
            <a:round/>
            <a:headEnd type="triangle" w="med" len="med"/>
            <a:tailEnd type="triangle" w="med" len="med"/>
          </a:ln>
        </p:spPr>
      </p:cxnSp>
      <p:sp>
        <p:nvSpPr>
          <p:cNvPr id="36" name="矩形 35"/>
          <p:cNvSpPr/>
          <p:nvPr/>
        </p:nvSpPr>
        <p:spPr bwMode="gray">
          <a:xfrm>
            <a:off x="4264246" y="2172703"/>
            <a:ext cx="831954" cy="307657"/>
          </a:xfrm>
          <a:prstGeom prst="rect">
            <a:avLst/>
          </a:prstGeom>
        </p:spPr>
        <p:txBody>
          <a:bodyPr wrap="none">
            <a:spAutoFit/>
          </a:bodyPr>
          <a:lstStyle/>
          <a:p>
            <a:pPr algn="ctr"/>
            <a:r>
              <a:rPr lang="en-US" altLang="zh-CN" sz="1399" dirty="0">
                <a:latin typeface="Huawei Sans" panose="020C0503030203020204" pitchFamily="34" charset="0"/>
                <a:ea typeface="方正兰亭黑简体" panose="02000000000000000000" pitchFamily="2" charset="-122"/>
                <a:sym typeface="Huawei Sans" panose="020C0503030203020204" pitchFamily="34" charset="0"/>
              </a:rPr>
              <a:t>Internet</a:t>
            </a:r>
          </a:p>
        </p:txBody>
      </p:sp>
      <p:sp>
        <p:nvSpPr>
          <p:cNvPr id="39" name="文本框 38"/>
          <p:cNvSpPr txBox="1"/>
          <p:nvPr/>
        </p:nvSpPr>
        <p:spPr bwMode="gray">
          <a:xfrm>
            <a:off x="5280696" y="3166022"/>
            <a:ext cx="5132225" cy="1496844"/>
          </a:xfrm>
          <a:prstGeom prst="rect">
            <a:avLst/>
          </a:prstGeom>
          <a:solidFill>
            <a:srgbClr val="FFFFCC"/>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342763" indent="-342763">
              <a:lnSpc>
                <a:spcPts val="2599"/>
              </a:lnSpc>
              <a:buFont typeface="+mj-lt"/>
              <a:buAutoNum type="arabicPeriod"/>
            </a:pPr>
            <a:r>
              <a:rPr lang="zh-CN" altLang="en-US" sz="1399" i="0" dirty="0">
                <a:solidFill>
                  <a:srgbClr val="C7000B"/>
                </a:solidFill>
              </a:rPr>
              <a:t>将原有汇聚交换机连接到新的集群交换机，拆除掉原有的核心交换机连接。</a:t>
            </a:r>
            <a:endParaRPr lang="en-US" altLang="zh-CN" sz="1399" i="0" dirty="0">
              <a:solidFill>
                <a:srgbClr val="C7000B"/>
              </a:solidFill>
            </a:endParaRPr>
          </a:p>
          <a:p>
            <a:pPr marL="342763" indent="-342763">
              <a:lnSpc>
                <a:spcPts val="2599"/>
              </a:lnSpc>
              <a:buFont typeface="+mj-lt"/>
              <a:buAutoNum type="arabicPeriod"/>
            </a:pPr>
            <a:r>
              <a:rPr lang="zh-CN" altLang="en-US" sz="1399" i="0" dirty="0">
                <a:solidFill>
                  <a:srgbClr val="C7000B"/>
                </a:solidFill>
              </a:rPr>
              <a:t>修改原有的出口路由器配置，修改指向内网的回程路由下一跳为新的集群交换机上互联地址。</a:t>
            </a:r>
            <a:endParaRPr lang="en-US" altLang="zh-CN" sz="1399" i="0" dirty="0">
              <a:solidFill>
                <a:srgbClr val="C7000B"/>
              </a:solidFill>
            </a:endParaRPr>
          </a:p>
        </p:txBody>
      </p:sp>
      <p:cxnSp>
        <p:nvCxnSpPr>
          <p:cNvPr id="43" name="直接连接符 42">
            <a:extLst>
              <a:ext uri="{FF2B5EF4-FFF2-40B4-BE49-F238E27FC236}">
                <a16:creationId xmlns:a16="http://schemas.microsoft.com/office/drawing/2014/main" id="{94275FFE-3BE6-4C12-8737-FDFE3456C4A2}"/>
              </a:ext>
            </a:extLst>
          </p:cNvPr>
          <p:cNvCxnSpPr>
            <a:stCxn id="42" idx="0"/>
          </p:cNvCxnSpPr>
          <p:nvPr/>
        </p:nvCxnSpPr>
        <p:spPr bwMode="gray">
          <a:xfrm flipV="1">
            <a:off x="4157810" y="3530148"/>
            <a:ext cx="102733" cy="325509"/>
          </a:xfrm>
          <a:prstGeom prst="line">
            <a:avLst/>
          </a:prstGeom>
          <a:noFill/>
          <a:ln w="19050" cap="flat" cmpd="sng" algn="ctr">
            <a:solidFill>
              <a:srgbClr val="56C4D2"/>
            </a:solidFill>
            <a:prstDash val="solid"/>
          </a:ln>
          <a:effectLst/>
        </p:spPr>
      </p:cxnSp>
      <p:cxnSp>
        <p:nvCxnSpPr>
          <p:cNvPr id="45" name="直接连接符 44">
            <a:extLst>
              <a:ext uri="{FF2B5EF4-FFF2-40B4-BE49-F238E27FC236}">
                <a16:creationId xmlns:a16="http://schemas.microsoft.com/office/drawing/2014/main" id="{94275FFE-3BE6-4C12-8737-FDFE3456C4A2}"/>
              </a:ext>
            </a:extLst>
          </p:cNvPr>
          <p:cNvCxnSpPr>
            <a:stCxn id="42" idx="0"/>
          </p:cNvCxnSpPr>
          <p:nvPr/>
        </p:nvCxnSpPr>
        <p:spPr bwMode="gray">
          <a:xfrm flipH="1" flipV="1">
            <a:off x="3027094" y="3539703"/>
            <a:ext cx="1130715" cy="315955"/>
          </a:xfrm>
          <a:prstGeom prst="line">
            <a:avLst/>
          </a:prstGeom>
          <a:noFill/>
          <a:ln w="19050" cap="flat" cmpd="sng" algn="ctr">
            <a:solidFill>
              <a:srgbClr val="56C4D2"/>
            </a:solidFill>
            <a:prstDash val="solid"/>
          </a:ln>
          <a:effectLst/>
        </p:spPr>
      </p:cxnSp>
      <p:cxnSp>
        <p:nvCxnSpPr>
          <p:cNvPr id="37" name="直接连接符 36">
            <a:extLst>
              <a:ext uri="{FF2B5EF4-FFF2-40B4-BE49-F238E27FC236}">
                <a16:creationId xmlns:a16="http://schemas.microsoft.com/office/drawing/2014/main" id="{94275FFE-3BE6-4C12-8737-FDFE3456C4A2}"/>
              </a:ext>
            </a:extLst>
          </p:cNvPr>
          <p:cNvCxnSpPr/>
          <p:nvPr/>
        </p:nvCxnSpPr>
        <p:spPr bwMode="gray">
          <a:xfrm flipV="1">
            <a:off x="2183325" y="4059246"/>
            <a:ext cx="2223314" cy="431010"/>
          </a:xfrm>
          <a:prstGeom prst="line">
            <a:avLst/>
          </a:prstGeom>
          <a:noFill/>
          <a:ln w="19050" cap="flat" cmpd="sng" algn="ctr">
            <a:solidFill>
              <a:srgbClr val="56C4D2"/>
            </a:solidFill>
            <a:prstDash val="solid"/>
          </a:ln>
          <a:effectLst/>
        </p:spPr>
      </p:cxnSp>
      <p:cxnSp>
        <p:nvCxnSpPr>
          <p:cNvPr id="38" name="直接连接符 37">
            <a:extLst>
              <a:ext uri="{FF2B5EF4-FFF2-40B4-BE49-F238E27FC236}">
                <a16:creationId xmlns:a16="http://schemas.microsoft.com/office/drawing/2014/main" id="{94275FFE-3BE6-4C12-8737-FDFE3456C4A2}"/>
              </a:ext>
            </a:extLst>
          </p:cNvPr>
          <p:cNvCxnSpPr/>
          <p:nvPr/>
        </p:nvCxnSpPr>
        <p:spPr bwMode="gray">
          <a:xfrm flipV="1">
            <a:off x="3870862" y="4059246"/>
            <a:ext cx="535777" cy="431010"/>
          </a:xfrm>
          <a:prstGeom prst="line">
            <a:avLst/>
          </a:prstGeom>
          <a:noFill/>
          <a:ln w="19050" cap="flat" cmpd="sng" algn="ctr">
            <a:solidFill>
              <a:srgbClr val="56C4D2"/>
            </a:solidFill>
            <a:prstDash val="solid"/>
          </a:ln>
          <a:effectLst/>
        </p:spPr>
      </p:cxnSp>
      <p:pic>
        <p:nvPicPr>
          <p:cNvPr id="42" name="图片 41" descr="堆叠CE交换机蓝.png"/>
          <p:cNvPicPr>
            <a:picLocks/>
          </p:cNvPicPr>
          <p:nvPr/>
        </p:nvPicPr>
        <p:blipFill>
          <a:blip r:embed="rId7" cstate="print"/>
          <a:stretch>
            <a:fillRect/>
          </a:stretch>
        </p:blipFill>
        <p:spPr bwMode="gray">
          <a:xfrm>
            <a:off x="3908979" y="3855658"/>
            <a:ext cx="497660" cy="407176"/>
          </a:xfrm>
          <a:prstGeom prst="rect">
            <a:avLst/>
          </a:prstGeom>
        </p:spPr>
      </p:pic>
      <p:sp>
        <p:nvSpPr>
          <p:cNvPr id="40" name="五边形 6"/>
          <p:cNvSpPr/>
          <p:nvPr/>
        </p:nvSpPr>
        <p:spPr bwMode="gray">
          <a:xfrm>
            <a:off x="9011894" y="120131"/>
            <a:ext cx="1560036"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注意事项与课堂环节</a:t>
            </a:r>
          </a:p>
        </p:txBody>
      </p:sp>
      <p:sp>
        <p:nvSpPr>
          <p:cNvPr id="46" name="燕尾形 7"/>
          <p:cNvSpPr/>
          <p:nvPr/>
        </p:nvSpPr>
        <p:spPr bwMode="gray">
          <a:xfrm>
            <a:off x="10481819" y="120131"/>
            <a:ext cx="1259508"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割接场景</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2840651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输出割接文档</a:t>
            </a:r>
          </a:p>
        </p:txBody>
      </p:sp>
      <p:sp>
        <p:nvSpPr>
          <p:cNvPr id="4" name="Text Placeholder 3"/>
          <p:cNvSpPr>
            <a:spLocks noGrp="1"/>
          </p:cNvSpPr>
          <p:nvPr>
            <p:ph type="body" sz="quarter" idx="10"/>
          </p:nvPr>
        </p:nvSpPr>
        <p:spPr bwMode="gray"/>
        <p:txBody>
          <a:bodyPr/>
          <a:lstStyle/>
          <a:p>
            <a:r>
              <a:rPr lang="zh-CN" altLang="en-US" dirty="0"/>
              <a:t>请根据前面介绍的割接项目信息，按照文档模板输出</a:t>
            </a:r>
            <a:r>
              <a:rPr lang="en-US" altLang="zh-CN" dirty="0"/>
              <a:t>《</a:t>
            </a:r>
            <a:r>
              <a:rPr lang="zh-CN" altLang="en-US" dirty="0"/>
              <a:t>项目割接方案模板</a:t>
            </a:r>
            <a:r>
              <a:rPr lang="en-US" altLang="zh-CN" dirty="0"/>
              <a:t>》</a:t>
            </a:r>
            <a:r>
              <a:rPr lang="zh-CN" altLang="en-US" dirty="0"/>
              <a:t>。</a:t>
            </a:r>
          </a:p>
        </p:txBody>
      </p:sp>
      <p:sp>
        <p:nvSpPr>
          <p:cNvPr id="40" name="文本占位符 2"/>
          <p:cNvSpPr txBox="1">
            <a:spLocks/>
          </p:cNvSpPr>
          <p:nvPr/>
        </p:nvSpPr>
        <p:spPr bwMode="gray">
          <a:xfrm>
            <a:off x="468318" y="1234345"/>
            <a:ext cx="11276183" cy="3847998"/>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999" dirty="0"/>
          </a:p>
        </p:txBody>
      </p:sp>
      <p:graphicFrame>
        <p:nvGraphicFramePr>
          <p:cNvPr id="3" name="对象 2"/>
          <p:cNvGraphicFramePr>
            <a:graphicFrameLocks noChangeAspect="1"/>
          </p:cNvGraphicFramePr>
          <p:nvPr>
            <p:extLst>
              <p:ext uri="{D42A27DB-BD31-4B8C-83A1-F6EECF244321}">
                <p14:modId xmlns:p14="http://schemas.microsoft.com/office/powerpoint/2010/main" val="2592875313"/>
              </p:ext>
            </p:extLst>
          </p:nvPr>
        </p:nvGraphicFramePr>
        <p:xfrm>
          <a:off x="5638186" y="3014825"/>
          <a:ext cx="914043" cy="828351"/>
        </p:xfrm>
        <a:graphic>
          <a:graphicData uri="http://schemas.openxmlformats.org/presentationml/2006/ole">
            <mc:AlternateContent xmlns:mc="http://schemas.openxmlformats.org/markup-compatibility/2006">
              <mc:Choice xmlns:v="urn:schemas-microsoft-com:vml" Requires="v">
                <p:oleObj name="Document" showAsIcon="1" r:id="rId3" imgW="914400" imgH="828720" progId="Word.Document.12">
                  <p:embed/>
                </p:oleObj>
              </mc:Choice>
              <mc:Fallback>
                <p:oleObj name="Document" showAsIcon="1" r:id="rId3" imgW="914400" imgH="828720" progId="Word.Document.12">
                  <p:embed/>
                  <p:pic>
                    <p:nvPicPr>
                      <p:cNvPr id="3" name="对象 2"/>
                      <p:cNvPicPr/>
                      <p:nvPr/>
                    </p:nvPicPr>
                    <p:blipFill>
                      <a:blip r:embed="rId4"/>
                      <a:stretch>
                        <a:fillRect/>
                      </a:stretch>
                    </p:blipFill>
                    <p:spPr>
                      <a:xfrm>
                        <a:off x="5638186" y="3014825"/>
                        <a:ext cx="914043" cy="828351"/>
                      </a:xfrm>
                      <a:prstGeom prst="rect">
                        <a:avLst/>
                      </a:prstGeom>
                    </p:spPr>
                  </p:pic>
                </p:oleObj>
              </mc:Fallback>
            </mc:AlternateContent>
          </a:graphicData>
        </a:graphic>
      </p:graphicFrame>
      <p:sp>
        <p:nvSpPr>
          <p:cNvPr id="9" name="五边形 6"/>
          <p:cNvSpPr/>
          <p:nvPr/>
        </p:nvSpPr>
        <p:spPr bwMode="gray">
          <a:xfrm>
            <a:off x="9011894" y="120131"/>
            <a:ext cx="1560036"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注意事项与课堂环节</a:t>
            </a:r>
          </a:p>
        </p:txBody>
      </p:sp>
      <p:sp>
        <p:nvSpPr>
          <p:cNvPr id="10" name="燕尾形 7"/>
          <p:cNvSpPr/>
          <p:nvPr/>
        </p:nvSpPr>
        <p:spPr bwMode="gray">
          <a:xfrm>
            <a:off x="10481819" y="120131"/>
            <a:ext cx="1259508"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割接场景</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2062738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简答题</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割接前为验证风险点可以在本地进行什么样的操作？</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a:t>
            </a:r>
          </a:p>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简答题</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在割接开始前需要对客户网络进行哪些内容备份？</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4908192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bwMode="gray"/>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割接会对网络进行变更，可能会影响客户的业务，为此在割接时需要已客户需求为中心，对于风险进行实时的风险把控。</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在割接前认真调研、验证，对于割接的每个步骤进行提前准备，割接之后对业务进行验证，严格按照割接规范流程才可以做到成功、高效地割接。</a:t>
            </a:r>
          </a:p>
        </p:txBody>
      </p:sp>
    </p:spTree>
    <p:extLst>
      <p:ext uri="{BB962C8B-B14F-4D97-AF65-F5344CB8AC3E}">
        <p14:creationId xmlns:p14="http://schemas.microsoft.com/office/powerpoint/2010/main" val="26967566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94303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ICON" val="#150790;#160209;#172923;#150164;"/>
</p:tagLst>
</file>

<file path=ppt/tags/tag2.xml><?xml version="1.0" encoding="utf-8"?>
<p:tagLst xmlns:a="http://schemas.openxmlformats.org/drawingml/2006/main" xmlns:r="http://schemas.openxmlformats.org/officeDocument/2006/relationships" xmlns:p="http://schemas.openxmlformats.org/presentationml/2006/main">
  <p:tag name="ISLIDE.ICON" val="#150790;#160209;#172923;#150164;"/>
</p:tagLst>
</file>

<file path=ppt/tags/tag3.xml><?xml version="1.0" encoding="utf-8"?>
<p:tagLst xmlns:a="http://schemas.openxmlformats.org/drawingml/2006/main" xmlns:r="http://schemas.openxmlformats.org/officeDocument/2006/relationships" xmlns:p="http://schemas.openxmlformats.org/presentationml/2006/main">
  <p:tag name="ISLIDE.ICON" val="#150790;#160209;#172923;#150164;"/>
</p:tagLst>
</file>

<file path=ppt/tags/tag4.xml><?xml version="1.0" encoding="utf-8"?>
<p:tagLst xmlns:a="http://schemas.openxmlformats.org/drawingml/2006/main" xmlns:r="http://schemas.openxmlformats.org/officeDocument/2006/relationships" xmlns:p="http://schemas.openxmlformats.org/presentationml/2006/main">
  <p:tag name="ISLIDE.ICON" val="#150790;#160209;#172923;#150164;"/>
</p:tagLst>
</file>

<file path=ppt/tags/tag5.xml><?xml version="1.0" encoding="utf-8"?>
<p:tagLst xmlns:a="http://schemas.openxmlformats.org/drawingml/2006/main" xmlns:r="http://schemas.openxmlformats.org/officeDocument/2006/relationships" xmlns:p="http://schemas.openxmlformats.org/presentationml/2006/main">
  <p:tag name="ISLIDE.ICON" val="#150790;#160209;#172923;#150164;"/>
</p:tagLst>
</file>

<file path=ppt/tags/tag6.xml><?xml version="1.0" encoding="utf-8"?>
<p:tagLst xmlns:a="http://schemas.openxmlformats.org/drawingml/2006/main" xmlns:r="http://schemas.openxmlformats.org/officeDocument/2006/relationships" xmlns:p="http://schemas.openxmlformats.org/presentationml/2006/main">
  <p:tag name="ISLIDE.ICON" val="#150790;#160209;#172923;#150164;"/>
</p:tagLst>
</file>

<file path=ppt/tags/tag7.xml><?xml version="1.0" encoding="utf-8"?>
<p:tagLst xmlns:a="http://schemas.openxmlformats.org/drawingml/2006/main" xmlns:r="http://schemas.openxmlformats.org/officeDocument/2006/relationships" xmlns:p="http://schemas.openxmlformats.org/presentationml/2006/main">
  <p:tag name="ISLIDE.ICON" val="#150790;#160209;#172923;#150164;"/>
</p:tagLst>
</file>

<file path=ppt/tags/tag8.xml><?xml version="1.0" encoding="utf-8"?>
<p:tagLst xmlns:a="http://schemas.openxmlformats.org/drawingml/2006/main" xmlns:r="http://schemas.openxmlformats.org/officeDocument/2006/relationships" xmlns:p="http://schemas.openxmlformats.org/presentationml/2006/main">
  <p:tag name="ISLIDE.ICON" val="#150790;#160209;#172923;#150164;#61989;"/>
</p:tagLst>
</file>

<file path=ppt/tags/tag9.xml><?xml version="1.0" encoding="utf-8"?>
<p:tagLst xmlns:a="http://schemas.openxmlformats.org/drawingml/2006/main" xmlns:r="http://schemas.openxmlformats.org/officeDocument/2006/relationships" xmlns:p="http://schemas.openxmlformats.org/presentationml/2006/main">
  <p:tag name="ISLIDE.ICON" val="#150790;#160209;#172923;#150164;"/>
</p:tagLst>
</file>

<file path=ppt/tags/tag10.xml><?xml version="1.0" encoding="utf-8"?>
<p:tagLst xmlns:a="http://schemas.openxmlformats.org/drawingml/2006/main" xmlns:r="http://schemas.openxmlformats.org/officeDocument/2006/relationships" xmlns:p="http://schemas.openxmlformats.org/presentationml/2006/main">
  <p:tag name="ISLIDE.ICON" val="#150790;#160209;#172923;#150164;"/>
</p:tagLst>
</file>

<file path=ppt/tags/tag11.xml><?xml version="1.0" encoding="utf-8"?>
<p:tagLst xmlns:a="http://schemas.openxmlformats.org/drawingml/2006/main" xmlns:r="http://schemas.openxmlformats.org/officeDocument/2006/relationships" xmlns:p="http://schemas.openxmlformats.org/presentationml/2006/main">
  <p:tag name="ISLIDE.ICON" val="#150790;#160209;#172923;#150164;#82624;"/>
</p:tagLst>
</file>

<file path=ppt/tags/tag12.xml><?xml version="1.0" encoding="utf-8"?>
<p:tagLst xmlns:a="http://schemas.openxmlformats.org/drawingml/2006/main" xmlns:r="http://schemas.openxmlformats.org/officeDocument/2006/relationships" xmlns:p="http://schemas.openxmlformats.org/presentationml/2006/main">
  <p:tag name="ISLIDE.ICON" val="#150790;#160209;#172923;#150164;#82624;"/>
</p:tagLst>
</file>

<file path=ppt/tags/tag13.xml><?xml version="1.0" encoding="utf-8"?>
<p:tagLst xmlns:a="http://schemas.openxmlformats.org/drawingml/2006/main" xmlns:r="http://schemas.openxmlformats.org/officeDocument/2006/relationships" xmlns:p="http://schemas.openxmlformats.org/presentationml/2006/main">
  <p:tag name="ISLIDE.ICON" val="#150790;#160209;#172923;#150164;#82624;"/>
</p:tagLst>
</file>

<file path=ppt/tags/tag14.xml><?xml version="1.0" encoding="utf-8"?>
<p:tagLst xmlns:a="http://schemas.openxmlformats.org/drawingml/2006/main" xmlns:r="http://schemas.openxmlformats.org/officeDocument/2006/relationships" xmlns:p="http://schemas.openxmlformats.org/presentationml/2006/main">
  <p:tag name="ISLIDE.ICON" val="#150790;#160209;#172923;#150164;#82624;#373746;#152814;#77542;"/>
</p:tagLst>
</file>

<file path=ppt/tags/tag15.xml><?xml version="1.0" encoding="utf-8"?>
<p:tagLst xmlns:a="http://schemas.openxmlformats.org/drawingml/2006/main" xmlns:r="http://schemas.openxmlformats.org/officeDocument/2006/relationships" xmlns:p="http://schemas.openxmlformats.org/presentationml/2006/main">
  <p:tag name="ISLIDE.ICON" val="#150790;#160209;#172923;#150164;#82624;#373746;#152814;#77542;#13647;#370941;#67218;#31592;#172444;#10745;#13555;#13555;"/>
</p:tagLst>
</file>

<file path=ppt/tags/tag16.xml><?xml version="1.0" encoding="utf-8"?>
<p:tagLst xmlns:a="http://schemas.openxmlformats.org/drawingml/2006/main" xmlns:r="http://schemas.openxmlformats.org/officeDocument/2006/relationships" xmlns:p="http://schemas.openxmlformats.org/presentationml/2006/main">
  <p:tag name="ISLIDE.ICON" val="#150790;#160209;#172923;#150164;#82624;#373746;#152814;#77542;#13647;#370941;#67218;#31592;#172444;"/>
</p:tagLst>
</file>

<file path=ppt/tags/tag17.xml><?xml version="1.0" encoding="utf-8"?>
<p:tagLst xmlns:a="http://schemas.openxmlformats.org/drawingml/2006/main" xmlns:r="http://schemas.openxmlformats.org/officeDocument/2006/relationships" xmlns:p="http://schemas.openxmlformats.org/presentationml/2006/main">
  <p:tag name="ISLIDE.ICON" val="#150790;#160209;#172923;#150164;#82624;#373746;#152814;#77542;#13647;#370941;#67218;#31592;#172444;"/>
</p:tagLst>
</file>

<file path=ppt/tags/tag18.xml><?xml version="1.0" encoding="utf-8"?>
<p:tagLst xmlns:a="http://schemas.openxmlformats.org/drawingml/2006/main" xmlns:r="http://schemas.openxmlformats.org/officeDocument/2006/relationships" xmlns:p="http://schemas.openxmlformats.org/presentationml/2006/main">
  <p:tag name="ISLIDE.ICON" val="#150790;#160209;#172923;#150164;#82624;#373746;#152814;#77542;#13647;#370941;#67218;#31592;#172444;"/>
</p:tagLst>
</file>

<file path=ppt/theme/theme1.xml><?xml version="1.0" encoding="utf-8"?>
<a:theme xmlns:a="http://schemas.openxmlformats.org/drawingml/2006/main" name="2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功能页模板">
  <a:themeElements>
    <a:clrScheme name="自定义 2">
      <a:dk1>
        <a:sysClr val="windowText" lastClr="000000"/>
      </a:dk1>
      <a:lt1>
        <a:sysClr val="window" lastClr="FFFFFF"/>
      </a:lt1>
      <a:dk2>
        <a:srgbClr val="44546A"/>
      </a:dk2>
      <a:lt2>
        <a:srgbClr val="E7E6E6"/>
      </a:lt2>
      <a:accent1>
        <a:srgbClr val="C7000B"/>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1" ma:contentTypeDescription="Create a new document." ma:contentTypeScope="" ma:versionID="fd4f534fc22f1d982cc2e0e62ad2af45">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51E410C-C6FF-49B8-B0E2-9684CB6047C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5f1e55-3009-46d8-9566-5d569a2b3a9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EDE263F-0510-4442-823E-69B63ECB61E1}">
  <ds:schemaRefs>
    <ds:schemaRef ds:uri="http://schemas.microsoft.com/sharepoint/v3/contenttype/forms"/>
  </ds:schemaRefs>
</ds:datastoreItem>
</file>

<file path=customXml/itemProps3.xml><?xml version="1.0" encoding="utf-8"?>
<ds:datastoreItem xmlns:ds="http://schemas.openxmlformats.org/officeDocument/2006/customXml" ds:itemID="{DA5960F2-6186-408B-A0DC-5CA5E58B604F}">
  <ds:schemaRefs>
    <ds:schemaRef ds:uri="http://schemas.microsoft.com/office/2006/documentManagement/types"/>
    <ds:schemaRef ds:uri="http://purl.org/dc/terms/"/>
    <ds:schemaRef ds:uri="http://schemas.microsoft.com/office/infopath/2007/PartnerControls"/>
    <ds:schemaRef ds:uri="http://www.w3.org/XML/1998/namespace"/>
    <ds:schemaRef ds:uri="http://purl.org/dc/elements/1.1/"/>
    <ds:schemaRef ds:uri="http://purl.org/dc/dcmitype/"/>
    <ds:schemaRef ds:uri="http://schemas.microsoft.com/office/2006/metadata/properties"/>
    <ds:schemaRef ds:uri="http://schemas.openxmlformats.org/package/2006/metadata/core-properties"/>
    <ds:schemaRef ds:uri="475f1e55-3009-46d8-9566-5d569a2b3a98"/>
  </ds:schemaRefs>
</ds:datastoreItem>
</file>

<file path=docProps/app.xml><?xml version="1.0" encoding="utf-8"?>
<Properties xmlns="http://schemas.openxmlformats.org/officeDocument/2006/extended-properties" xmlns:vt="http://schemas.openxmlformats.org/officeDocument/2006/docPropsVTypes">
  <Template/>
  <TotalTime>1643</TotalTime>
  <Words>4231</Words>
  <Application>Microsoft Office PowerPoint</Application>
  <PresentationFormat>宽屏</PresentationFormat>
  <Paragraphs>654</Paragraphs>
  <Slides>49</Slides>
  <Notes>49</Notes>
  <HiddenSlides>1</HiddenSlides>
  <MMClips>0</MMClips>
  <ScaleCrop>false</ScaleCrop>
  <HeadingPairs>
    <vt:vector size="8" baseType="variant">
      <vt:variant>
        <vt:lpstr>已用的字体</vt:lpstr>
      </vt:variant>
      <vt:variant>
        <vt:i4>9</vt:i4>
      </vt:variant>
      <vt:variant>
        <vt:lpstr>主题</vt:lpstr>
      </vt:variant>
      <vt:variant>
        <vt:i4>4</vt:i4>
      </vt:variant>
      <vt:variant>
        <vt:lpstr>嵌入 OLE 服务器</vt:lpstr>
      </vt:variant>
      <vt:variant>
        <vt:i4>1</vt:i4>
      </vt:variant>
      <vt:variant>
        <vt:lpstr>幻灯片标题</vt:lpstr>
      </vt:variant>
      <vt:variant>
        <vt:i4>49</vt:i4>
      </vt:variant>
    </vt:vector>
  </HeadingPairs>
  <TitlesOfParts>
    <vt:vector size="63" baseType="lpstr">
      <vt:lpstr>FrutigerNext LT Medium</vt:lpstr>
      <vt:lpstr>Huawei Sans</vt:lpstr>
      <vt:lpstr>方正兰亭黑简体</vt:lpstr>
      <vt:lpstr>微软雅黑</vt:lpstr>
      <vt:lpstr>微软雅黑</vt:lpstr>
      <vt:lpstr>微软雅黑</vt:lpstr>
      <vt:lpstr>Arial</vt:lpstr>
      <vt:lpstr>Verdana</vt:lpstr>
      <vt:lpstr>Wingdings</vt:lpstr>
      <vt:lpstr>2_标题页模板</vt:lpstr>
      <vt:lpstr>3_功能页模板</vt:lpstr>
      <vt:lpstr>4_内容页模板</vt:lpstr>
      <vt:lpstr>5_感谢页模板</vt:lpstr>
      <vt:lpstr>Microsoft Word 文档</vt:lpstr>
      <vt:lpstr>PowerPoint 演示文稿</vt:lpstr>
      <vt:lpstr>网络割接</vt:lpstr>
      <vt:lpstr>PowerPoint 演示文稿</vt:lpstr>
      <vt:lpstr>PowerPoint 演示文稿</vt:lpstr>
      <vt:lpstr>PowerPoint 演示文稿</vt:lpstr>
      <vt:lpstr>基本概念</vt:lpstr>
      <vt:lpstr>割接常见场景 (1)</vt:lpstr>
      <vt:lpstr>割接常见场景 (2)</vt:lpstr>
      <vt:lpstr>割接流程</vt:lpstr>
      <vt:lpstr>PowerPoint 演示文稿</vt:lpstr>
      <vt:lpstr>项目调研</vt:lpstr>
      <vt:lpstr>信息采集分析</vt:lpstr>
      <vt:lpstr>业务模型分析</vt:lpstr>
      <vt:lpstr>现网硬件环境观察</vt:lpstr>
      <vt:lpstr>项目分析</vt:lpstr>
      <vt:lpstr>风险评估</vt:lpstr>
      <vt:lpstr>输出割接方案</vt:lpstr>
      <vt:lpstr>实施方案</vt:lpstr>
      <vt:lpstr>回退方案</vt:lpstr>
      <vt:lpstr>方案验证和审定</vt:lpstr>
      <vt:lpstr>割接准备</vt:lpstr>
      <vt:lpstr>软、硬件准备</vt:lpstr>
      <vt:lpstr>工具、备件准备</vt:lpstr>
      <vt:lpstr>人员准备</vt:lpstr>
      <vt:lpstr>割接前快照</vt:lpstr>
      <vt:lpstr>割接执行</vt:lpstr>
      <vt:lpstr>割接回退</vt:lpstr>
      <vt:lpstr>割接测试</vt:lpstr>
      <vt:lpstr>守局</vt:lpstr>
      <vt:lpstr>割接验收</vt:lpstr>
      <vt:lpstr>PowerPoint 演示文稿</vt:lpstr>
      <vt:lpstr>割接场景案例 - 注意事项</vt:lpstr>
      <vt:lpstr>课堂环节</vt:lpstr>
      <vt:lpstr>项目改造前期介绍</vt:lpstr>
      <vt:lpstr>原拓扑介绍</vt:lpstr>
      <vt:lpstr>目标拓扑</vt:lpstr>
      <vt:lpstr>目标逻辑拓扑 (1)</vt:lpstr>
      <vt:lpstr>目标逻辑拓扑 (2)</vt:lpstr>
      <vt:lpstr>目标逻辑拓扑 (3)</vt:lpstr>
      <vt:lpstr>NQA检测设计</vt:lpstr>
      <vt:lpstr>路由备份设计</vt:lpstr>
      <vt:lpstr>割接方案 (1)</vt:lpstr>
      <vt:lpstr>割接方案 (2)</vt:lpstr>
      <vt:lpstr>割接方案 (3)</vt:lpstr>
      <vt:lpstr>割接方案 (4)</vt:lpstr>
      <vt:lpstr>输出割接文档</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junpeng he</cp:lastModifiedBy>
  <cp:revision>186</cp:revision>
  <cp:lastPrinted>2020-07-31T09:33:18Z</cp:lastPrinted>
  <dcterms:created xsi:type="dcterms:W3CDTF">2018-11-29T10:16:29Z</dcterms:created>
  <dcterms:modified xsi:type="dcterms:W3CDTF">2023-12-08T07:46:05Z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(3)0mPdkDjidkSOorfIAIg0i6coGiqEDaIIgGOPK1d3RC6QqY/LRrOwbMntt5jfFUJ44k4rbruA
RwS6QpMTdhOPZkCM8+tIcBi15m32b54ceapl3m3b97hYcSxQku6CFz0weRA1uKi0wauCTdzX
gjb0gYx93VbL1WMzPXhXmYK7vS4YhUvq8YDgfb4jJXut8hMKhQ4uARxEUEgO7p3/RmZG6W/4
tD9551Xa7S8u2igF4Z</vt:lpwstr>
  </property>
  <property fmtid="{D5CDD505-2E9C-101B-9397-08002B2CF9AE}" pid="3" name="_2015_ms_pID_7253431">
    <vt:lpwstr>9+pdNc5Czix7agLQZC5szmP6/LbezRlL4aar1zEIhsSKzBvgweV5Dr
P77bI4hyZBeW6X2aC1RhR8Q+Wcn4oT2AcUlEPDY6yzXwhoSgdHAuT0E+bOKkoNuyqPXYQhPB
Hd+h+WeQOxgNrMLiviP30KKGQc5QYtqnJKutk7FEDHim9/ssyoiWdUab+OEt1lHjxOHVFpeO
5Acpkux0v2+gvlS+eqVtjQZJsCZpIn9Ee4yO</vt:lpwstr>
  </property>
  <property fmtid="{D5CDD505-2E9C-101B-9397-08002B2CF9AE}" pid="4" name="_2015_ms_pID_7253432">
    <vt:lpwstr>3YCfG6+2jsU6POvsMxgT+ng=</vt:lpwstr>
  </property>
  <property fmtid="{D5CDD505-2E9C-101B-9397-08002B2CF9AE}" pid="5" name="ContentTypeId">
    <vt:lpwstr>0x01010002C5B4B712841F4C8A7AAEE2CD191271</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1631578795</vt:lpwstr>
  </property>
</Properties>
</file>
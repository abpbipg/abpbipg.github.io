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1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notesSlides/notesSlide16.xml" ContentType="application/vnd.openxmlformats-officedocument.presentationml.notesSlide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notesSlides/notesSlide17.xml" ContentType="application/vnd.openxmlformats-officedocument.presentationml.notesSlide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ink/ink97.xml" ContentType="application/inkml+xml"/>
  <Override PartName="/ppt/ink/ink98.xml" ContentType="application/inkml+xml"/>
  <Override PartName="/ppt/notesSlides/notesSlide23.xml" ContentType="application/vnd.openxmlformats-officedocument.presentationml.notesSlide+xml"/>
  <Override PartName="/ppt/ink/ink99.xml" ContentType="application/inkml+xml"/>
  <Override PartName="/ppt/notesSlides/notesSlide24.xml" ContentType="application/vnd.openxmlformats-officedocument.presentationml.notesSlide+xml"/>
  <Override PartName="/ppt/ink/ink100.xml" ContentType="application/inkml+xml"/>
  <Override PartName="/ppt/notesSlides/notesSlide25.xml" ContentType="application/vnd.openxmlformats-officedocument.presentationml.notesSlide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notesSlides/notesSlide26.xml" ContentType="application/vnd.openxmlformats-officedocument.presentationml.notesSlide+xml"/>
  <Override PartName="/ppt/ink/ink107.xml" ContentType="application/inkml+xml"/>
  <Override PartName="/ppt/ink/ink108.xml" ContentType="application/inkml+xml"/>
  <Override PartName="/ppt/ink/ink109.xml" ContentType="application/inkml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notesSlides/notesSlide30.xml" ContentType="application/vnd.openxmlformats-officedocument.presentationml.notesSlide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notesSlides/notesSlide36.xml" ContentType="application/vnd.openxmlformats-officedocument.presentationml.notesSlide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notesSlides/notesSlide37.xml" ContentType="application/vnd.openxmlformats-officedocument.presentationml.notesSlide+xml"/>
  <Override PartName="/ppt/ink/ink186.xml" ContentType="application/inkml+xml"/>
  <Override PartName="/ppt/ink/ink187.xml" ContentType="application/inkml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notesSlides/notesSlide43.xml" ContentType="application/vnd.openxmlformats-officedocument.presentationml.notesSlide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872" r:id="rId4"/>
    <p:sldMasterId id="2147483874" r:id="rId5"/>
    <p:sldMasterId id="2147483885" r:id="rId6"/>
    <p:sldMasterId id="2147483891" r:id="rId7"/>
  </p:sldMasterIdLst>
  <p:notesMasterIdLst>
    <p:notesMasterId r:id="rId61"/>
  </p:notesMasterIdLst>
  <p:handoutMasterIdLst>
    <p:handoutMasterId r:id="rId62"/>
  </p:handoutMasterIdLst>
  <p:sldIdLst>
    <p:sldId id="257" r:id="rId8"/>
    <p:sldId id="258" r:id="rId9"/>
    <p:sldId id="286" r:id="rId10"/>
    <p:sldId id="287" r:id="rId11"/>
    <p:sldId id="288" r:id="rId12"/>
    <p:sldId id="289" r:id="rId13"/>
    <p:sldId id="290" r:id="rId14"/>
    <p:sldId id="292" r:id="rId15"/>
    <p:sldId id="293" r:id="rId16"/>
    <p:sldId id="294" r:id="rId17"/>
    <p:sldId id="295" r:id="rId18"/>
    <p:sldId id="296" r:id="rId19"/>
    <p:sldId id="297" r:id="rId20"/>
    <p:sldId id="298" r:id="rId21"/>
    <p:sldId id="299" r:id="rId22"/>
    <p:sldId id="300" r:id="rId23"/>
    <p:sldId id="301" r:id="rId24"/>
    <p:sldId id="304" r:id="rId25"/>
    <p:sldId id="305" r:id="rId26"/>
    <p:sldId id="306" r:id="rId27"/>
    <p:sldId id="307" r:id="rId28"/>
    <p:sldId id="308" r:id="rId29"/>
    <p:sldId id="309" r:id="rId30"/>
    <p:sldId id="310" r:id="rId31"/>
    <p:sldId id="311" r:id="rId32"/>
    <p:sldId id="312" r:id="rId33"/>
    <p:sldId id="313" r:id="rId34"/>
    <p:sldId id="314" r:id="rId35"/>
    <p:sldId id="315" r:id="rId36"/>
    <p:sldId id="316" r:id="rId37"/>
    <p:sldId id="317" r:id="rId38"/>
    <p:sldId id="318" r:id="rId39"/>
    <p:sldId id="319" r:id="rId40"/>
    <p:sldId id="320" r:id="rId41"/>
    <p:sldId id="321" r:id="rId42"/>
    <p:sldId id="322" r:id="rId43"/>
    <p:sldId id="323" r:id="rId44"/>
    <p:sldId id="324" r:id="rId45"/>
    <p:sldId id="325" r:id="rId46"/>
    <p:sldId id="326" r:id="rId47"/>
    <p:sldId id="327" r:id="rId48"/>
    <p:sldId id="328" r:id="rId49"/>
    <p:sldId id="329" r:id="rId50"/>
    <p:sldId id="330" r:id="rId51"/>
    <p:sldId id="331" r:id="rId52"/>
    <p:sldId id="332" r:id="rId53"/>
    <p:sldId id="333" r:id="rId54"/>
    <p:sldId id="334" r:id="rId55"/>
    <p:sldId id="335" r:id="rId56"/>
    <p:sldId id="336" r:id="rId57"/>
    <p:sldId id="337" r:id="rId58"/>
    <p:sldId id="338" r:id="rId59"/>
    <p:sldId id="284" r:id="rId60"/>
  </p:sldIdLst>
  <p:sldSz cx="12192000" cy="6858000"/>
  <p:notesSz cx="7010400" cy="92964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5269" userDrawn="1">
          <p15:clr>
            <a:srgbClr val="A4A3A4"/>
          </p15:clr>
        </p15:guide>
        <p15:guide id="4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ejunjianzjhw" initials="h" lastIdx="12" clrIdx="0">
    <p:extLst>
      <p:ext uri="{19B8F6BF-5375-455C-9EA6-DF929625EA0E}">
        <p15:presenceInfo xmlns:p15="http://schemas.microsoft.com/office/powerpoint/2012/main" userId="S-1-5-21-147214757-305610072-1517763936-5682676" providerId="AD"/>
      </p:ext>
    </p:extLst>
  </p:cmAuthor>
  <p:cmAuthor id="2" name="Wuyuezjhw (Monk)" initials="W(" lastIdx="5" clrIdx="1">
    <p:extLst>
      <p:ext uri="{19B8F6BF-5375-455C-9EA6-DF929625EA0E}">
        <p15:presenceInfo xmlns:p15="http://schemas.microsoft.com/office/powerpoint/2012/main" userId="S-1-5-21-147214757-305610072-1517763936-319361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DAE2"/>
    <a:srgbClr val="62B230"/>
    <a:srgbClr val="56C4D2"/>
    <a:srgbClr val="BEE9EE"/>
    <a:srgbClr val="30B5C5"/>
    <a:srgbClr val="FCC800"/>
    <a:srgbClr val="FDD351"/>
    <a:srgbClr val="81C15F"/>
    <a:srgbClr val="B5B5B5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2F637F-D4D8-4F95-A428-6D3AB2C280BB}" v="59" dt="2023-12-09T02:03:51.684"/>
  </p1510:revLst>
</p1510:revInfo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54" autoAdjust="0"/>
    <p:restoredTop sz="95267" autoAdjust="0"/>
  </p:normalViewPr>
  <p:slideViewPr>
    <p:cSldViewPr snapToGrid="0" snapToObjects="1">
      <p:cViewPr varScale="1">
        <p:scale>
          <a:sx n="85" d="100"/>
          <a:sy n="85" d="100"/>
        </p:scale>
        <p:origin x="40" y="64"/>
      </p:cViewPr>
      <p:guideLst>
        <p:guide pos="5269"/>
        <p:guide orient="horz" pos="2160"/>
      </p:guideLst>
    </p:cSldViewPr>
  </p:slideViewPr>
  <p:outlineViewPr>
    <p:cViewPr>
      <p:scale>
        <a:sx n="33" d="100"/>
        <a:sy n="33" d="100"/>
      </p:scale>
      <p:origin x="0" y="-298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>
        <p:scale>
          <a:sx n="82" d="100"/>
          <a:sy n="82" d="100"/>
        </p:scale>
        <p:origin x="3006" y="132"/>
      </p:cViewPr>
      <p:guideLst>
        <p:guide orient="horz"/>
        <p:guide pos="2208"/>
      </p:guideLst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63" Type="http://schemas.openxmlformats.org/officeDocument/2006/relationships/commentAuthors" Target="commentAuthors.xml"/><Relationship Id="rId68" Type="http://schemas.microsoft.com/office/2016/11/relationships/changesInfo" Target="changesInfos/changesInfo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66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slide" Target="slides/slide49.xml"/><Relationship Id="rId64" Type="http://schemas.openxmlformats.org/officeDocument/2006/relationships/presProps" Target="presProps.xml"/><Relationship Id="rId69" Type="http://schemas.microsoft.com/office/2015/10/relationships/revisionInfo" Target="revisionInfo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slide" Target="slides/slide52.xml"/><Relationship Id="rId67" Type="http://schemas.openxmlformats.org/officeDocument/2006/relationships/tableStyles" Target="tableStyles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9" Type="http://schemas.openxmlformats.org/officeDocument/2006/relationships/slide" Target="slides/slide32.xml"/><Relationship Id="rId34" Type="http://schemas.openxmlformats.org/officeDocument/2006/relationships/slide" Target="slides/slide27.xml"/><Relationship Id="rId50" Type="http://schemas.openxmlformats.org/officeDocument/2006/relationships/slide" Target="slides/slide43.xml"/><Relationship Id="rId55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npeng he" userId="51e7bc25f46b8d94" providerId="LiveId" clId="{AF2F637F-D4D8-4F95-A428-6D3AB2C280BB}"/>
    <pc:docChg chg="undo custSel modSld">
      <pc:chgData name="junpeng he" userId="51e7bc25f46b8d94" providerId="LiveId" clId="{AF2F637F-D4D8-4F95-A428-6D3AB2C280BB}" dt="2023-12-09T02:05:06.425" v="309" actId="9405"/>
      <pc:docMkLst>
        <pc:docMk/>
      </pc:docMkLst>
      <pc:sldChg chg="addSp modSp mod">
        <pc:chgData name="junpeng he" userId="51e7bc25f46b8d94" providerId="LiveId" clId="{AF2F637F-D4D8-4F95-A428-6D3AB2C280BB}" dt="2023-12-09T01:48:30.311" v="153" actId="9405"/>
        <pc:sldMkLst>
          <pc:docMk/>
          <pc:sldMk cId="3002581227" sldId="296"/>
        </pc:sldMkLst>
        <pc:spChg chg="mod">
          <ac:chgData name="junpeng he" userId="51e7bc25f46b8d94" providerId="LiveId" clId="{AF2F637F-D4D8-4F95-A428-6D3AB2C280BB}" dt="2023-12-09T01:33:39.133" v="0" actId="13926"/>
          <ac:spMkLst>
            <pc:docMk/>
            <pc:sldMk cId="3002581227" sldId="296"/>
            <ac:spMk id="104" creationId="{57170D5B-AA38-4E87-9FE0-009D7C62B5A3}"/>
          </ac:spMkLst>
        </pc:spChg>
        <pc:inkChg chg="add">
          <ac:chgData name="junpeng he" userId="51e7bc25f46b8d94" providerId="LiveId" clId="{AF2F637F-D4D8-4F95-A428-6D3AB2C280BB}" dt="2023-12-09T01:48:30.311" v="153" actId="9405"/>
          <ac:inkMkLst>
            <pc:docMk/>
            <pc:sldMk cId="3002581227" sldId="296"/>
            <ac:inkMk id="2" creationId="{E440339E-24A3-3701-7599-9F440242B0AC}"/>
          </ac:inkMkLst>
        </pc:inkChg>
      </pc:sldChg>
      <pc:sldChg chg="addSp delSp modSp mod">
        <pc:chgData name="junpeng he" userId="51e7bc25f46b8d94" providerId="LiveId" clId="{AF2F637F-D4D8-4F95-A428-6D3AB2C280BB}" dt="2023-12-09T01:40:15.377" v="23"/>
        <pc:sldMkLst>
          <pc:docMk/>
          <pc:sldMk cId="1877733422" sldId="299"/>
        </pc:sldMkLst>
        <pc:grpChg chg="del mod">
          <ac:chgData name="junpeng he" userId="51e7bc25f46b8d94" providerId="LiveId" clId="{AF2F637F-D4D8-4F95-A428-6D3AB2C280BB}" dt="2023-12-09T01:39:57.558" v="11"/>
          <ac:grpSpMkLst>
            <pc:docMk/>
            <pc:sldMk cId="1877733422" sldId="299"/>
            <ac:grpSpMk id="20" creationId="{56DE4F0B-4B1F-166B-7028-E156957DAAB8}"/>
          </ac:grpSpMkLst>
        </pc:grpChg>
        <pc:grpChg chg="mod">
          <ac:chgData name="junpeng he" userId="51e7bc25f46b8d94" providerId="LiveId" clId="{AF2F637F-D4D8-4F95-A428-6D3AB2C280BB}" dt="2023-12-09T01:39:57.558" v="11"/>
          <ac:grpSpMkLst>
            <pc:docMk/>
            <pc:sldMk cId="1877733422" sldId="299"/>
            <ac:grpSpMk id="40" creationId="{0B5B8E88-C6A7-A99F-0863-D02B883BC931}"/>
          </ac:grpSpMkLst>
        </pc:grpChg>
        <pc:grpChg chg="mod">
          <ac:chgData name="junpeng he" userId="51e7bc25f46b8d94" providerId="LiveId" clId="{AF2F637F-D4D8-4F95-A428-6D3AB2C280BB}" dt="2023-12-09T01:40:00.700" v="16"/>
          <ac:grpSpMkLst>
            <pc:docMk/>
            <pc:sldMk cId="1877733422" sldId="299"/>
            <ac:grpSpMk id="53" creationId="{7F193FB8-783A-5293-AD67-D198863D1A5A}"/>
          </ac:grpSpMkLst>
        </pc:grpChg>
        <pc:grpChg chg="mod">
          <ac:chgData name="junpeng he" userId="51e7bc25f46b8d94" providerId="LiveId" clId="{AF2F637F-D4D8-4F95-A428-6D3AB2C280BB}" dt="2023-12-09T01:40:15.377" v="23"/>
          <ac:grpSpMkLst>
            <pc:docMk/>
            <pc:sldMk cId="1877733422" sldId="299"/>
            <ac:grpSpMk id="71" creationId="{5BF6BABF-9B9C-3028-2A6C-AC27A9B8465E}"/>
          </ac:grpSpMkLst>
        </pc:grpChg>
        <pc:inkChg chg="add del">
          <ac:chgData name="junpeng he" userId="51e7bc25f46b8d94" providerId="LiveId" clId="{AF2F637F-D4D8-4F95-A428-6D3AB2C280BB}" dt="2023-12-09T01:39:27.386" v="2" actId="9405"/>
          <ac:inkMkLst>
            <pc:docMk/>
            <pc:sldMk cId="1877733422" sldId="299"/>
            <ac:inkMk id="2" creationId="{AA0A9DD7-2D87-0216-F936-A859A121E57D}"/>
          </ac:inkMkLst>
        </pc:inkChg>
        <pc:inkChg chg="add">
          <ac:chgData name="junpeng he" userId="51e7bc25f46b8d94" providerId="LiveId" clId="{AF2F637F-D4D8-4F95-A428-6D3AB2C280BB}" dt="2023-12-09T01:39:28.510" v="3" actId="9405"/>
          <ac:inkMkLst>
            <pc:docMk/>
            <pc:sldMk cId="1877733422" sldId="299"/>
            <ac:inkMk id="4" creationId="{D88291BB-E472-9C1D-EF0C-86AA13B83626}"/>
          </ac:inkMkLst>
        </pc:inkChg>
        <pc:inkChg chg="add">
          <ac:chgData name="junpeng he" userId="51e7bc25f46b8d94" providerId="LiveId" clId="{AF2F637F-D4D8-4F95-A428-6D3AB2C280BB}" dt="2023-12-09T01:39:30.003" v="4" actId="9405"/>
          <ac:inkMkLst>
            <pc:docMk/>
            <pc:sldMk cId="1877733422" sldId="299"/>
            <ac:inkMk id="7" creationId="{114A63C0-DE96-1F3B-C8B0-9CACBD0AEEFB}"/>
          </ac:inkMkLst>
        </pc:inkChg>
        <pc:inkChg chg="add mod">
          <ac:chgData name="junpeng he" userId="51e7bc25f46b8d94" providerId="LiveId" clId="{AF2F637F-D4D8-4F95-A428-6D3AB2C280BB}" dt="2023-12-09T01:39:57.558" v="11"/>
          <ac:inkMkLst>
            <pc:docMk/>
            <pc:sldMk cId="1877733422" sldId="299"/>
            <ac:inkMk id="8" creationId="{4170EE85-0643-D742-C218-BD9A4457B059}"/>
          </ac:inkMkLst>
        </pc:inkChg>
        <pc:inkChg chg="add mod">
          <ac:chgData name="junpeng he" userId="51e7bc25f46b8d94" providerId="LiveId" clId="{AF2F637F-D4D8-4F95-A428-6D3AB2C280BB}" dt="2023-12-09T01:39:57.558" v="11"/>
          <ac:inkMkLst>
            <pc:docMk/>
            <pc:sldMk cId="1877733422" sldId="299"/>
            <ac:inkMk id="19" creationId="{FB6AB64C-5B5C-CA6C-5554-0C34E4E42745}"/>
          </ac:inkMkLst>
        </pc:inkChg>
        <pc:inkChg chg="add mod">
          <ac:chgData name="junpeng he" userId="51e7bc25f46b8d94" providerId="LiveId" clId="{AF2F637F-D4D8-4F95-A428-6D3AB2C280BB}" dt="2023-12-09T01:39:57.558" v="11"/>
          <ac:inkMkLst>
            <pc:docMk/>
            <pc:sldMk cId="1877733422" sldId="299"/>
            <ac:inkMk id="21" creationId="{0F895A0E-2797-21E3-AE62-4965DFAD523E}"/>
          </ac:inkMkLst>
        </pc:inkChg>
        <pc:inkChg chg="add mod">
          <ac:chgData name="junpeng he" userId="51e7bc25f46b8d94" providerId="LiveId" clId="{AF2F637F-D4D8-4F95-A428-6D3AB2C280BB}" dt="2023-12-09T01:39:57.558" v="11"/>
          <ac:inkMkLst>
            <pc:docMk/>
            <pc:sldMk cId="1877733422" sldId="299"/>
            <ac:inkMk id="24" creationId="{6933FABE-87B9-FC2E-2DC9-5AEEF768827A}"/>
          </ac:inkMkLst>
        </pc:inkChg>
        <pc:inkChg chg="add mod">
          <ac:chgData name="junpeng he" userId="51e7bc25f46b8d94" providerId="LiveId" clId="{AF2F637F-D4D8-4F95-A428-6D3AB2C280BB}" dt="2023-12-09T01:39:57.558" v="11"/>
          <ac:inkMkLst>
            <pc:docMk/>
            <pc:sldMk cId="1877733422" sldId="299"/>
            <ac:inkMk id="25" creationId="{15F01598-C4B7-3925-F189-580B994AF3FF}"/>
          </ac:inkMkLst>
        </pc:inkChg>
        <pc:inkChg chg="add mod">
          <ac:chgData name="junpeng he" userId="51e7bc25f46b8d94" providerId="LiveId" clId="{AF2F637F-D4D8-4F95-A428-6D3AB2C280BB}" dt="2023-12-09T01:40:00.700" v="16"/>
          <ac:inkMkLst>
            <pc:docMk/>
            <pc:sldMk cId="1877733422" sldId="299"/>
            <ac:inkMk id="44" creationId="{555F480C-0423-C566-8AE8-11A9427F4A03}"/>
          </ac:inkMkLst>
        </pc:inkChg>
        <pc:inkChg chg="add mod">
          <ac:chgData name="junpeng he" userId="51e7bc25f46b8d94" providerId="LiveId" clId="{AF2F637F-D4D8-4F95-A428-6D3AB2C280BB}" dt="2023-12-09T01:40:00.700" v="16"/>
          <ac:inkMkLst>
            <pc:docMk/>
            <pc:sldMk cId="1877733422" sldId="299"/>
            <ac:inkMk id="48" creationId="{F66A00A5-74B4-B873-CE65-19D46B2E8DFC}"/>
          </ac:inkMkLst>
        </pc:inkChg>
        <pc:inkChg chg="add mod">
          <ac:chgData name="junpeng he" userId="51e7bc25f46b8d94" providerId="LiveId" clId="{AF2F637F-D4D8-4F95-A428-6D3AB2C280BB}" dt="2023-12-09T01:40:00.700" v="16"/>
          <ac:inkMkLst>
            <pc:docMk/>
            <pc:sldMk cId="1877733422" sldId="299"/>
            <ac:inkMk id="49" creationId="{C1F7B1C3-ECD0-77B3-7D29-96A5723292B8}"/>
          </ac:inkMkLst>
        </pc:inkChg>
        <pc:inkChg chg="add mod">
          <ac:chgData name="junpeng he" userId="51e7bc25f46b8d94" providerId="LiveId" clId="{AF2F637F-D4D8-4F95-A428-6D3AB2C280BB}" dt="2023-12-09T01:40:00.700" v="16"/>
          <ac:inkMkLst>
            <pc:docMk/>
            <pc:sldMk cId="1877733422" sldId="299"/>
            <ac:inkMk id="52" creationId="{4651FA38-AEF0-4662-8CA3-31C1BD265E14}"/>
          </ac:inkMkLst>
        </pc:inkChg>
        <pc:inkChg chg="add">
          <ac:chgData name="junpeng he" userId="51e7bc25f46b8d94" providerId="LiveId" clId="{AF2F637F-D4D8-4F95-A428-6D3AB2C280BB}" dt="2023-12-09T01:40:05.959" v="17" actId="9405"/>
          <ac:inkMkLst>
            <pc:docMk/>
            <pc:sldMk cId="1877733422" sldId="299"/>
            <ac:inkMk id="54" creationId="{B67B4AFB-F20A-4E12-F22A-DFDECDAA5D70}"/>
          </ac:inkMkLst>
        </pc:inkChg>
        <pc:inkChg chg="add">
          <ac:chgData name="junpeng he" userId="51e7bc25f46b8d94" providerId="LiveId" clId="{AF2F637F-D4D8-4F95-A428-6D3AB2C280BB}" dt="2023-12-09T01:40:06.998" v="18" actId="9405"/>
          <ac:inkMkLst>
            <pc:docMk/>
            <pc:sldMk cId="1877733422" sldId="299"/>
            <ac:inkMk id="59" creationId="{CCA9CCC7-F66B-40CD-1102-709E97BE8EB7}"/>
          </ac:inkMkLst>
        </pc:inkChg>
        <pc:inkChg chg="add">
          <ac:chgData name="junpeng he" userId="51e7bc25f46b8d94" providerId="LiveId" clId="{AF2F637F-D4D8-4F95-A428-6D3AB2C280BB}" dt="2023-12-09T01:40:11.493" v="19" actId="9405"/>
          <ac:inkMkLst>
            <pc:docMk/>
            <pc:sldMk cId="1877733422" sldId="299"/>
            <ac:inkMk id="67" creationId="{7855D68F-5CB6-454C-262F-593DCDC00776}"/>
          </ac:inkMkLst>
        </pc:inkChg>
        <pc:inkChg chg="add mod">
          <ac:chgData name="junpeng he" userId="51e7bc25f46b8d94" providerId="LiveId" clId="{AF2F637F-D4D8-4F95-A428-6D3AB2C280BB}" dt="2023-12-09T01:40:15.377" v="23"/>
          <ac:inkMkLst>
            <pc:docMk/>
            <pc:sldMk cId="1877733422" sldId="299"/>
            <ac:inkMk id="68" creationId="{8B67C8BB-8DBF-7DDE-D073-D42931A582FE}"/>
          </ac:inkMkLst>
        </pc:inkChg>
        <pc:inkChg chg="add mod">
          <ac:chgData name="junpeng he" userId="51e7bc25f46b8d94" providerId="LiveId" clId="{AF2F637F-D4D8-4F95-A428-6D3AB2C280BB}" dt="2023-12-09T01:40:15.377" v="23"/>
          <ac:inkMkLst>
            <pc:docMk/>
            <pc:sldMk cId="1877733422" sldId="299"/>
            <ac:inkMk id="69" creationId="{3259CA80-55A1-35D8-549D-A205B6B61593}"/>
          </ac:inkMkLst>
        </pc:inkChg>
        <pc:inkChg chg="add mod">
          <ac:chgData name="junpeng he" userId="51e7bc25f46b8d94" providerId="LiveId" clId="{AF2F637F-D4D8-4F95-A428-6D3AB2C280BB}" dt="2023-12-09T01:40:15.377" v="23"/>
          <ac:inkMkLst>
            <pc:docMk/>
            <pc:sldMk cId="1877733422" sldId="299"/>
            <ac:inkMk id="70" creationId="{8BC9DE2E-BF5B-79B1-60A3-4DAE5DDA9254}"/>
          </ac:inkMkLst>
        </pc:inkChg>
      </pc:sldChg>
      <pc:sldChg chg="addSp delSp modSp mod">
        <pc:chgData name="junpeng he" userId="51e7bc25f46b8d94" providerId="LiveId" clId="{AF2F637F-D4D8-4F95-A428-6D3AB2C280BB}" dt="2023-12-09T01:43:26.420" v="101" actId="9405"/>
        <pc:sldMkLst>
          <pc:docMk/>
          <pc:sldMk cId="2288751587" sldId="300"/>
        </pc:sldMkLst>
        <pc:grpChg chg="del mod">
          <ac:chgData name="junpeng he" userId="51e7bc25f46b8d94" providerId="LiveId" clId="{AF2F637F-D4D8-4F95-A428-6D3AB2C280BB}" dt="2023-12-09T01:40:56.017" v="34"/>
          <ac:grpSpMkLst>
            <pc:docMk/>
            <pc:sldMk cId="2288751587" sldId="300"/>
            <ac:grpSpMk id="12" creationId="{7D44D699-99D8-EACC-1172-4ECEBCBE51B4}"/>
          </ac:grpSpMkLst>
        </pc:grpChg>
        <pc:grpChg chg="mod">
          <ac:chgData name="junpeng he" userId="51e7bc25f46b8d94" providerId="LiveId" clId="{AF2F637F-D4D8-4F95-A428-6D3AB2C280BB}" dt="2023-12-09T01:40:54.192" v="32"/>
          <ac:grpSpMkLst>
            <pc:docMk/>
            <pc:sldMk cId="2288751587" sldId="300"/>
            <ac:grpSpMk id="13" creationId="{B0B236E4-BE78-A6D3-CCB5-931E76F5C6F9}"/>
          </ac:grpSpMkLst>
        </pc:grpChg>
        <pc:grpChg chg="mod">
          <ac:chgData name="junpeng he" userId="51e7bc25f46b8d94" providerId="LiveId" clId="{AF2F637F-D4D8-4F95-A428-6D3AB2C280BB}" dt="2023-12-09T01:40:56.017" v="34"/>
          <ac:grpSpMkLst>
            <pc:docMk/>
            <pc:sldMk cId="2288751587" sldId="300"/>
            <ac:grpSpMk id="15" creationId="{9D30F76D-6F2F-87B2-70C7-48DA48E8833B}"/>
          </ac:grpSpMkLst>
        </pc:grpChg>
        <pc:grpChg chg="del mod">
          <ac:chgData name="junpeng he" userId="51e7bc25f46b8d94" providerId="LiveId" clId="{AF2F637F-D4D8-4F95-A428-6D3AB2C280BB}" dt="2023-12-09T01:41:57.973" v="41"/>
          <ac:grpSpMkLst>
            <pc:docMk/>
            <pc:sldMk cId="2288751587" sldId="300"/>
            <ac:grpSpMk id="20" creationId="{57F3ADBB-51C2-9056-E74F-6B8B5EEE788B}"/>
          </ac:grpSpMkLst>
        </pc:grpChg>
        <pc:grpChg chg="mod">
          <ac:chgData name="junpeng he" userId="51e7bc25f46b8d94" providerId="LiveId" clId="{AF2F637F-D4D8-4F95-A428-6D3AB2C280BB}" dt="2023-12-09T01:41:57.973" v="41"/>
          <ac:grpSpMkLst>
            <pc:docMk/>
            <pc:sldMk cId="2288751587" sldId="300"/>
            <ac:grpSpMk id="22" creationId="{53ED07BD-8698-F8B3-EE8A-899B57B04BCC}"/>
          </ac:grpSpMkLst>
        </pc:grpChg>
        <pc:grpChg chg="del mod">
          <ac:chgData name="junpeng he" userId="51e7bc25f46b8d94" providerId="LiveId" clId="{AF2F637F-D4D8-4F95-A428-6D3AB2C280BB}" dt="2023-12-09T01:42:29.624" v="52"/>
          <ac:grpSpMkLst>
            <pc:docMk/>
            <pc:sldMk cId="2288751587" sldId="300"/>
            <ac:grpSpMk id="31" creationId="{4A6B7C46-9ED7-5F37-0784-5484FF2AE67C}"/>
          </ac:grpSpMkLst>
        </pc:grpChg>
        <pc:grpChg chg="mod">
          <ac:chgData name="junpeng he" userId="51e7bc25f46b8d94" providerId="LiveId" clId="{AF2F637F-D4D8-4F95-A428-6D3AB2C280BB}" dt="2023-12-09T01:42:29.624" v="52"/>
          <ac:grpSpMkLst>
            <pc:docMk/>
            <pc:sldMk cId="2288751587" sldId="300"/>
            <ac:grpSpMk id="33" creationId="{82BB0DE4-148D-B314-0483-146F9CEF86FC}"/>
          </ac:grpSpMkLst>
        </pc:grpChg>
        <pc:grpChg chg="del mod">
          <ac:chgData name="junpeng he" userId="51e7bc25f46b8d94" providerId="LiveId" clId="{AF2F637F-D4D8-4F95-A428-6D3AB2C280BB}" dt="2023-12-09T01:42:49.152" v="77"/>
          <ac:grpSpMkLst>
            <pc:docMk/>
            <pc:sldMk cId="2288751587" sldId="300"/>
            <ac:grpSpMk id="38" creationId="{4E2D758D-5683-71AE-857B-65C3B8ACBBF9}"/>
          </ac:grpSpMkLst>
        </pc:grpChg>
        <pc:grpChg chg="mod">
          <ac:chgData name="junpeng he" userId="51e7bc25f46b8d94" providerId="LiveId" clId="{AF2F637F-D4D8-4F95-A428-6D3AB2C280BB}" dt="2023-12-09T01:42:41.364" v="68"/>
          <ac:grpSpMkLst>
            <pc:docMk/>
            <pc:sldMk cId="2288751587" sldId="300"/>
            <ac:grpSpMk id="49" creationId="{456C9A7E-763B-DD54-F392-4EB4F671BC87}"/>
          </ac:grpSpMkLst>
        </pc:grpChg>
        <pc:grpChg chg="del mod">
          <ac:chgData name="junpeng he" userId="51e7bc25f46b8d94" providerId="LiveId" clId="{AF2F637F-D4D8-4F95-A428-6D3AB2C280BB}" dt="2023-12-09T01:42:53.592" v="84"/>
          <ac:grpSpMkLst>
            <pc:docMk/>
            <pc:sldMk cId="2288751587" sldId="300"/>
            <ac:grpSpMk id="58" creationId="{173339F9-036E-489D-ED0F-0A0894AA9C1A}"/>
          </ac:grpSpMkLst>
        </pc:grpChg>
        <pc:grpChg chg="del mod">
          <ac:chgData name="junpeng he" userId="51e7bc25f46b8d94" providerId="LiveId" clId="{AF2F637F-D4D8-4F95-A428-6D3AB2C280BB}" dt="2023-12-09T01:42:56.547" v="89"/>
          <ac:grpSpMkLst>
            <pc:docMk/>
            <pc:sldMk cId="2288751587" sldId="300"/>
            <ac:grpSpMk id="65" creationId="{E84E7E33-7360-FD75-13FA-0AB6D405F861}"/>
          </ac:grpSpMkLst>
        </pc:grpChg>
        <pc:grpChg chg="del mod">
          <ac:chgData name="junpeng he" userId="51e7bc25f46b8d94" providerId="LiveId" clId="{AF2F637F-D4D8-4F95-A428-6D3AB2C280BB}" dt="2023-12-09T01:43:02.903" v="92"/>
          <ac:grpSpMkLst>
            <pc:docMk/>
            <pc:sldMk cId="2288751587" sldId="300"/>
            <ac:grpSpMk id="71" creationId="{2D3BB976-BDBC-AE45-91FF-BCACCCDE250D}"/>
          </ac:grpSpMkLst>
        </pc:grpChg>
        <pc:grpChg chg="mod">
          <ac:chgData name="junpeng he" userId="51e7bc25f46b8d94" providerId="LiveId" clId="{AF2F637F-D4D8-4F95-A428-6D3AB2C280BB}" dt="2023-12-09T01:43:02.903" v="92"/>
          <ac:grpSpMkLst>
            <pc:docMk/>
            <pc:sldMk cId="2288751587" sldId="300"/>
            <ac:grpSpMk id="77" creationId="{0E01C549-1B8E-0505-D478-9AE81922619A}"/>
          </ac:grpSpMkLst>
        </pc:grpChg>
        <pc:grpChg chg="mod">
          <ac:chgData name="junpeng he" userId="51e7bc25f46b8d94" providerId="LiveId" clId="{AF2F637F-D4D8-4F95-A428-6D3AB2C280BB}" dt="2023-12-09T01:43:17.886" v="100"/>
          <ac:grpSpMkLst>
            <pc:docMk/>
            <pc:sldMk cId="2288751587" sldId="300"/>
            <ac:grpSpMk id="85" creationId="{F66F56A2-C28E-A53F-E16A-005CA7A3F17E}"/>
          </ac:grpSpMkLst>
        </pc:grpChg>
        <pc:grpChg chg="mod">
          <ac:chgData name="junpeng he" userId="51e7bc25f46b8d94" providerId="LiveId" clId="{AF2F637F-D4D8-4F95-A428-6D3AB2C280BB}" dt="2023-12-09T01:43:17.886" v="100"/>
          <ac:grpSpMkLst>
            <pc:docMk/>
            <pc:sldMk cId="2288751587" sldId="300"/>
            <ac:grpSpMk id="86" creationId="{99E4DE97-ADC3-8DC3-63DA-0D220AC73A42}"/>
          </ac:grpSpMkLst>
        </pc:grpChg>
        <pc:inkChg chg="add">
          <ac:chgData name="junpeng he" userId="51e7bc25f46b8d94" providerId="LiveId" clId="{AF2F637F-D4D8-4F95-A428-6D3AB2C280BB}" dt="2023-12-09T01:40:43.806" v="24" actId="9405"/>
          <ac:inkMkLst>
            <pc:docMk/>
            <pc:sldMk cId="2288751587" sldId="300"/>
            <ac:inkMk id="2" creationId="{E2A3D381-DB8E-96F5-E74F-BF9636EFCAE5}"/>
          </ac:inkMkLst>
        </pc:inkChg>
        <pc:inkChg chg="add mod">
          <ac:chgData name="junpeng he" userId="51e7bc25f46b8d94" providerId="LiveId" clId="{AF2F637F-D4D8-4F95-A428-6D3AB2C280BB}" dt="2023-12-09T01:40:56.017" v="34"/>
          <ac:inkMkLst>
            <pc:docMk/>
            <pc:sldMk cId="2288751587" sldId="300"/>
            <ac:inkMk id="4" creationId="{BBAB2406-44B6-D678-525E-F74457D7494B}"/>
          </ac:inkMkLst>
        </pc:inkChg>
        <pc:inkChg chg="add mod">
          <ac:chgData name="junpeng he" userId="51e7bc25f46b8d94" providerId="LiveId" clId="{AF2F637F-D4D8-4F95-A428-6D3AB2C280BB}" dt="2023-12-09T01:40:54.192" v="32"/>
          <ac:inkMkLst>
            <pc:docMk/>
            <pc:sldMk cId="2288751587" sldId="300"/>
            <ac:inkMk id="5" creationId="{CF9DAF29-CD71-0CF9-B54A-048D42B103DB}"/>
          </ac:inkMkLst>
        </pc:inkChg>
        <pc:inkChg chg="add mod">
          <ac:chgData name="junpeng he" userId="51e7bc25f46b8d94" providerId="LiveId" clId="{AF2F637F-D4D8-4F95-A428-6D3AB2C280BB}" dt="2023-12-09T01:40:54.192" v="32"/>
          <ac:inkMkLst>
            <pc:docMk/>
            <pc:sldMk cId="2288751587" sldId="300"/>
            <ac:inkMk id="7" creationId="{5E750F9D-D38B-1477-337A-904CDEB01E1C}"/>
          </ac:inkMkLst>
        </pc:inkChg>
        <pc:inkChg chg="add mod">
          <ac:chgData name="junpeng he" userId="51e7bc25f46b8d94" providerId="LiveId" clId="{AF2F637F-D4D8-4F95-A428-6D3AB2C280BB}" dt="2023-12-09T01:40:54.192" v="32"/>
          <ac:inkMkLst>
            <pc:docMk/>
            <pc:sldMk cId="2288751587" sldId="300"/>
            <ac:inkMk id="8" creationId="{5C4E6F7E-A97B-1897-85BD-078E1DC63ED3}"/>
          </ac:inkMkLst>
        </pc:inkChg>
        <pc:inkChg chg="add mod">
          <ac:chgData name="junpeng he" userId="51e7bc25f46b8d94" providerId="LiveId" clId="{AF2F637F-D4D8-4F95-A428-6D3AB2C280BB}" dt="2023-12-09T01:40:56.017" v="34"/>
          <ac:inkMkLst>
            <pc:docMk/>
            <pc:sldMk cId="2288751587" sldId="300"/>
            <ac:inkMk id="9" creationId="{21748181-7D6B-327C-6751-BC86A413FC1A}"/>
          </ac:inkMkLst>
        </pc:inkChg>
        <pc:inkChg chg="add mod">
          <ac:chgData name="junpeng he" userId="51e7bc25f46b8d94" providerId="LiveId" clId="{AF2F637F-D4D8-4F95-A428-6D3AB2C280BB}" dt="2023-12-09T01:40:56.017" v="34"/>
          <ac:inkMkLst>
            <pc:docMk/>
            <pc:sldMk cId="2288751587" sldId="300"/>
            <ac:inkMk id="10" creationId="{6A77E14D-5B89-FBA0-716F-170FE5E4B0EA}"/>
          </ac:inkMkLst>
        </pc:inkChg>
        <pc:inkChg chg="add mod">
          <ac:chgData name="junpeng he" userId="51e7bc25f46b8d94" providerId="LiveId" clId="{AF2F637F-D4D8-4F95-A428-6D3AB2C280BB}" dt="2023-12-09T01:40:56.017" v="34"/>
          <ac:inkMkLst>
            <pc:docMk/>
            <pc:sldMk cId="2288751587" sldId="300"/>
            <ac:inkMk id="11" creationId="{AB7B74F4-FE0E-3DB6-5AA4-F9498A5B26E3}"/>
          </ac:inkMkLst>
        </pc:inkChg>
        <pc:inkChg chg="add mod">
          <ac:chgData name="junpeng he" userId="51e7bc25f46b8d94" providerId="LiveId" clId="{AF2F637F-D4D8-4F95-A428-6D3AB2C280BB}" dt="2023-12-09T01:40:56.017" v="34"/>
          <ac:inkMkLst>
            <pc:docMk/>
            <pc:sldMk cId="2288751587" sldId="300"/>
            <ac:inkMk id="14" creationId="{6F25E296-E640-5D2B-C5D8-07CBE08130D4}"/>
          </ac:inkMkLst>
        </pc:inkChg>
        <pc:inkChg chg="add">
          <ac:chgData name="junpeng he" userId="51e7bc25f46b8d94" providerId="LiveId" clId="{AF2F637F-D4D8-4F95-A428-6D3AB2C280BB}" dt="2023-12-09T01:40:59.840" v="35" actId="9405"/>
          <ac:inkMkLst>
            <pc:docMk/>
            <pc:sldMk cId="2288751587" sldId="300"/>
            <ac:inkMk id="16" creationId="{55772C14-4BE2-3CE5-FF87-20A6A2682353}"/>
          </ac:inkMkLst>
        </pc:inkChg>
        <pc:inkChg chg="add">
          <ac:chgData name="junpeng he" userId="51e7bc25f46b8d94" providerId="LiveId" clId="{AF2F637F-D4D8-4F95-A428-6D3AB2C280BB}" dt="2023-12-09T01:41:05.537" v="36" actId="9405"/>
          <ac:inkMkLst>
            <pc:docMk/>
            <pc:sldMk cId="2288751587" sldId="300"/>
            <ac:inkMk id="17" creationId="{F349A663-F1C8-F5A0-AC88-98D0368B5B02}"/>
          </ac:inkMkLst>
        </pc:inkChg>
        <pc:inkChg chg="add mod">
          <ac:chgData name="junpeng he" userId="51e7bc25f46b8d94" providerId="LiveId" clId="{AF2F637F-D4D8-4F95-A428-6D3AB2C280BB}" dt="2023-12-09T01:41:57.973" v="41"/>
          <ac:inkMkLst>
            <pc:docMk/>
            <pc:sldMk cId="2288751587" sldId="300"/>
            <ac:inkMk id="18" creationId="{24197CDF-A209-0F54-154B-170DF31C71C3}"/>
          </ac:inkMkLst>
        </pc:inkChg>
        <pc:inkChg chg="add mod">
          <ac:chgData name="junpeng he" userId="51e7bc25f46b8d94" providerId="LiveId" clId="{AF2F637F-D4D8-4F95-A428-6D3AB2C280BB}" dt="2023-12-09T01:41:57.973" v="41"/>
          <ac:inkMkLst>
            <pc:docMk/>
            <pc:sldMk cId="2288751587" sldId="300"/>
            <ac:inkMk id="19" creationId="{7F808830-25A5-3027-CC12-8896B2ABF96D}"/>
          </ac:inkMkLst>
        </pc:inkChg>
        <pc:inkChg chg="add mod">
          <ac:chgData name="junpeng he" userId="51e7bc25f46b8d94" providerId="LiveId" clId="{AF2F637F-D4D8-4F95-A428-6D3AB2C280BB}" dt="2023-12-09T01:41:57.973" v="41"/>
          <ac:inkMkLst>
            <pc:docMk/>
            <pc:sldMk cId="2288751587" sldId="300"/>
            <ac:inkMk id="21" creationId="{C3A95839-74C4-B66B-E356-768D2126A467}"/>
          </ac:inkMkLst>
        </pc:inkChg>
        <pc:inkChg chg="add mod">
          <ac:chgData name="junpeng he" userId="51e7bc25f46b8d94" providerId="LiveId" clId="{AF2F637F-D4D8-4F95-A428-6D3AB2C280BB}" dt="2023-12-09T01:42:29.624" v="52"/>
          <ac:inkMkLst>
            <pc:docMk/>
            <pc:sldMk cId="2288751587" sldId="300"/>
            <ac:inkMk id="23" creationId="{EEB05CB2-58E9-4AB1-C15E-1D5C2A1E429B}"/>
          </ac:inkMkLst>
        </pc:inkChg>
        <pc:inkChg chg="add mod">
          <ac:chgData name="junpeng he" userId="51e7bc25f46b8d94" providerId="LiveId" clId="{AF2F637F-D4D8-4F95-A428-6D3AB2C280BB}" dt="2023-12-09T01:42:29.624" v="52"/>
          <ac:inkMkLst>
            <pc:docMk/>
            <pc:sldMk cId="2288751587" sldId="300"/>
            <ac:inkMk id="24" creationId="{207F09B6-8605-0AC1-1267-72192007BD03}"/>
          </ac:inkMkLst>
        </pc:inkChg>
        <pc:inkChg chg="add mod">
          <ac:chgData name="junpeng he" userId="51e7bc25f46b8d94" providerId="LiveId" clId="{AF2F637F-D4D8-4F95-A428-6D3AB2C280BB}" dt="2023-12-09T01:42:29.624" v="52"/>
          <ac:inkMkLst>
            <pc:docMk/>
            <pc:sldMk cId="2288751587" sldId="300"/>
            <ac:inkMk id="25" creationId="{73C69D5C-84C1-8A51-5DCD-DB78D4E56DEB}"/>
          </ac:inkMkLst>
        </pc:inkChg>
        <pc:inkChg chg="add mod">
          <ac:chgData name="junpeng he" userId="51e7bc25f46b8d94" providerId="LiveId" clId="{AF2F637F-D4D8-4F95-A428-6D3AB2C280BB}" dt="2023-12-09T01:42:29.624" v="52"/>
          <ac:inkMkLst>
            <pc:docMk/>
            <pc:sldMk cId="2288751587" sldId="300"/>
            <ac:inkMk id="26" creationId="{BD69FDF2-262F-17FF-56DB-FFBEE448426E}"/>
          </ac:inkMkLst>
        </pc:inkChg>
        <pc:inkChg chg="add mod">
          <ac:chgData name="junpeng he" userId="51e7bc25f46b8d94" providerId="LiveId" clId="{AF2F637F-D4D8-4F95-A428-6D3AB2C280BB}" dt="2023-12-09T01:42:29.624" v="52"/>
          <ac:inkMkLst>
            <pc:docMk/>
            <pc:sldMk cId="2288751587" sldId="300"/>
            <ac:inkMk id="27" creationId="{40D20093-D509-EDB4-E50C-29119B816258}"/>
          </ac:inkMkLst>
        </pc:inkChg>
        <pc:inkChg chg="add mod">
          <ac:chgData name="junpeng he" userId="51e7bc25f46b8d94" providerId="LiveId" clId="{AF2F637F-D4D8-4F95-A428-6D3AB2C280BB}" dt="2023-12-09T01:42:29.624" v="52"/>
          <ac:inkMkLst>
            <pc:docMk/>
            <pc:sldMk cId="2288751587" sldId="300"/>
            <ac:inkMk id="28" creationId="{927B84FB-6076-B278-BEAB-97FA4A6CBA2E}"/>
          </ac:inkMkLst>
        </pc:inkChg>
        <pc:inkChg chg="add mod">
          <ac:chgData name="junpeng he" userId="51e7bc25f46b8d94" providerId="LiveId" clId="{AF2F637F-D4D8-4F95-A428-6D3AB2C280BB}" dt="2023-12-09T01:42:29.624" v="52"/>
          <ac:inkMkLst>
            <pc:docMk/>
            <pc:sldMk cId="2288751587" sldId="300"/>
            <ac:inkMk id="29" creationId="{9EA967E9-5AC3-89CD-E6C3-C6E22BD8E7AB}"/>
          </ac:inkMkLst>
        </pc:inkChg>
        <pc:inkChg chg="add mod">
          <ac:chgData name="junpeng he" userId="51e7bc25f46b8d94" providerId="LiveId" clId="{AF2F637F-D4D8-4F95-A428-6D3AB2C280BB}" dt="2023-12-09T01:42:29.624" v="52"/>
          <ac:inkMkLst>
            <pc:docMk/>
            <pc:sldMk cId="2288751587" sldId="300"/>
            <ac:inkMk id="30" creationId="{97D05365-3CE6-4DED-2B4B-7DD56E8F6804}"/>
          </ac:inkMkLst>
        </pc:inkChg>
        <pc:inkChg chg="add mod">
          <ac:chgData name="junpeng he" userId="51e7bc25f46b8d94" providerId="LiveId" clId="{AF2F637F-D4D8-4F95-A428-6D3AB2C280BB}" dt="2023-12-09T01:42:29.624" v="52"/>
          <ac:inkMkLst>
            <pc:docMk/>
            <pc:sldMk cId="2288751587" sldId="300"/>
            <ac:inkMk id="32" creationId="{A732D1CD-8B00-F102-A507-B2400A06A991}"/>
          </ac:inkMkLst>
        </pc:inkChg>
        <pc:inkChg chg="add mod">
          <ac:chgData name="junpeng he" userId="51e7bc25f46b8d94" providerId="LiveId" clId="{AF2F637F-D4D8-4F95-A428-6D3AB2C280BB}" dt="2023-12-09T01:43:02.903" v="92"/>
          <ac:inkMkLst>
            <pc:docMk/>
            <pc:sldMk cId="2288751587" sldId="300"/>
            <ac:inkMk id="34" creationId="{78A5DF23-55C2-93E0-76FC-3091A03F7E43}"/>
          </ac:inkMkLst>
        </pc:inkChg>
        <pc:inkChg chg="add mod">
          <ac:chgData name="junpeng he" userId="51e7bc25f46b8d94" providerId="LiveId" clId="{AF2F637F-D4D8-4F95-A428-6D3AB2C280BB}" dt="2023-12-09T01:43:02.903" v="92"/>
          <ac:inkMkLst>
            <pc:docMk/>
            <pc:sldMk cId="2288751587" sldId="300"/>
            <ac:inkMk id="35" creationId="{8411B6A2-CB50-CA0D-882F-E0A1E7B77384}"/>
          </ac:inkMkLst>
        </pc:inkChg>
        <pc:inkChg chg="add mod">
          <ac:chgData name="junpeng he" userId="51e7bc25f46b8d94" providerId="LiveId" clId="{AF2F637F-D4D8-4F95-A428-6D3AB2C280BB}" dt="2023-12-09T01:43:02.903" v="92"/>
          <ac:inkMkLst>
            <pc:docMk/>
            <pc:sldMk cId="2288751587" sldId="300"/>
            <ac:inkMk id="36" creationId="{8B4E027E-CA2D-AF9A-8938-4EE9B52C978A}"/>
          </ac:inkMkLst>
        </pc:inkChg>
        <pc:inkChg chg="add mod">
          <ac:chgData name="junpeng he" userId="51e7bc25f46b8d94" providerId="LiveId" clId="{AF2F637F-D4D8-4F95-A428-6D3AB2C280BB}" dt="2023-12-09T01:43:02.903" v="92"/>
          <ac:inkMkLst>
            <pc:docMk/>
            <pc:sldMk cId="2288751587" sldId="300"/>
            <ac:inkMk id="37" creationId="{12AEB102-9763-1AD8-A6B8-EE8613904C0C}"/>
          </ac:inkMkLst>
        </pc:inkChg>
        <pc:inkChg chg="add mod">
          <ac:chgData name="junpeng he" userId="51e7bc25f46b8d94" providerId="LiveId" clId="{AF2F637F-D4D8-4F95-A428-6D3AB2C280BB}" dt="2023-12-09T01:42:41.364" v="68"/>
          <ac:inkMkLst>
            <pc:docMk/>
            <pc:sldMk cId="2288751587" sldId="300"/>
            <ac:inkMk id="39" creationId="{18D453AC-7D46-F623-701A-0BEBA042F47F}"/>
          </ac:inkMkLst>
        </pc:inkChg>
        <pc:inkChg chg="add mod">
          <ac:chgData name="junpeng he" userId="51e7bc25f46b8d94" providerId="LiveId" clId="{AF2F637F-D4D8-4F95-A428-6D3AB2C280BB}" dt="2023-12-09T01:42:41.364" v="68"/>
          <ac:inkMkLst>
            <pc:docMk/>
            <pc:sldMk cId="2288751587" sldId="300"/>
            <ac:inkMk id="40" creationId="{728E4E20-CA9F-DE98-0D42-67087B668839}"/>
          </ac:inkMkLst>
        </pc:inkChg>
        <pc:inkChg chg="add mod">
          <ac:chgData name="junpeng he" userId="51e7bc25f46b8d94" providerId="LiveId" clId="{AF2F637F-D4D8-4F95-A428-6D3AB2C280BB}" dt="2023-12-09T01:42:41.364" v="68"/>
          <ac:inkMkLst>
            <pc:docMk/>
            <pc:sldMk cId="2288751587" sldId="300"/>
            <ac:inkMk id="41" creationId="{785C9FEE-8B55-8BBB-2828-55DF66EAE034}"/>
          </ac:inkMkLst>
        </pc:inkChg>
        <pc:inkChg chg="add mod">
          <ac:chgData name="junpeng he" userId="51e7bc25f46b8d94" providerId="LiveId" clId="{AF2F637F-D4D8-4F95-A428-6D3AB2C280BB}" dt="2023-12-09T01:42:41.364" v="68"/>
          <ac:inkMkLst>
            <pc:docMk/>
            <pc:sldMk cId="2288751587" sldId="300"/>
            <ac:inkMk id="42" creationId="{381A0752-752B-ED8E-4F23-A72FE7A20E3F}"/>
          </ac:inkMkLst>
        </pc:inkChg>
        <pc:inkChg chg="add mod">
          <ac:chgData name="junpeng he" userId="51e7bc25f46b8d94" providerId="LiveId" clId="{AF2F637F-D4D8-4F95-A428-6D3AB2C280BB}" dt="2023-12-09T01:42:41.364" v="68"/>
          <ac:inkMkLst>
            <pc:docMk/>
            <pc:sldMk cId="2288751587" sldId="300"/>
            <ac:inkMk id="43" creationId="{C8F831AA-4234-24C8-6CD1-A8CBB8EE61F0}"/>
          </ac:inkMkLst>
        </pc:inkChg>
        <pc:inkChg chg="add mod">
          <ac:chgData name="junpeng he" userId="51e7bc25f46b8d94" providerId="LiveId" clId="{AF2F637F-D4D8-4F95-A428-6D3AB2C280BB}" dt="2023-12-09T01:42:41.364" v="68"/>
          <ac:inkMkLst>
            <pc:docMk/>
            <pc:sldMk cId="2288751587" sldId="300"/>
            <ac:inkMk id="44" creationId="{907A8AD3-D0F4-9915-E24B-9494CDA47EB5}"/>
          </ac:inkMkLst>
        </pc:inkChg>
        <pc:inkChg chg="add mod">
          <ac:chgData name="junpeng he" userId="51e7bc25f46b8d94" providerId="LiveId" clId="{AF2F637F-D4D8-4F95-A428-6D3AB2C280BB}" dt="2023-12-09T01:42:41.364" v="68"/>
          <ac:inkMkLst>
            <pc:docMk/>
            <pc:sldMk cId="2288751587" sldId="300"/>
            <ac:inkMk id="45" creationId="{86937124-D528-6919-9CE3-F32DE30EAE8E}"/>
          </ac:inkMkLst>
        </pc:inkChg>
        <pc:inkChg chg="add mod">
          <ac:chgData name="junpeng he" userId="51e7bc25f46b8d94" providerId="LiveId" clId="{AF2F637F-D4D8-4F95-A428-6D3AB2C280BB}" dt="2023-12-09T01:42:41.364" v="68"/>
          <ac:inkMkLst>
            <pc:docMk/>
            <pc:sldMk cId="2288751587" sldId="300"/>
            <ac:inkMk id="46" creationId="{6E0D74F0-3350-5CE7-97A1-D759C6CA9C39}"/>
          </ac:inkMkLst>
        </pc:inkChg>
        <pc:inkChg chg="add mod">
          <ac:chgData name="junpeng he" userId="51e7bc25f46b8d94" providerId="LiveId" clId="{AF2F637F-D4D8-4F95-A428-6D3AB2C280BB}" dt="2023-12-09T01:42:41.364" v="68"/>
          <ac:inkMkLst>
            <pc:docMk/>
            <pc:sldMk cId="2288751587" sldId="300"/>
            <ac:inkMk id="47" creationId="{C679B89E-A784-D4D7-54EF-60B7CD6BA479}"/>
          </ac:inkMkLst>
        </pc:inkChg>
        <pc:inkChg chg="add mod">
          <ac:chgData name="junpeng he" userId="51e7bc25f46b8d94" providerId="LiveId" clId="{AF2F637F-D4D8-4F95-A428-6D3AB2C280BB}" dt="2023-12-09T01:42:41.364" v="68"/>
          <ac:inkMkLst>
            <pc:docMk/>
            <pc:sldMk cId="2288751587" sldId="300"/>
            <ac:inkMk id="48" creationId="{6D21E877-D50F-B81B-AC85-47458326081E}"/>
          </ac:inkMkLst>
        </pc:inkChg>
        <pc:inkChg chg="add mod">
          <ac:chgData name="junpeng he" userId="51e7bc25f46b8d94" providerId="LiveId" clId="{AF2F637F-D4D8-4F95-A428-6D3AB2C280BB}" dt="2023-12-09T01:43:02.903" v="92"/>
          <ac:inkMkLst>
            <pc:docMk/>
            <pc:sldMk cId="2288751587" sldId="300"/>
            <ac:inkMk id="50" creationId="{049B1247-9243-B055-9546-DDC8BF6DD937}"/>
          </ac:inkMkLst>
        </pc:inkChg>
        <pc:inkChg chg="add mod">
          <ac:chgData name="junpeng he" userId="51e7bc25f46b8d94" providerId="LiveId" clId="{AF2F637F-D4D8-4F95-A428-6D3AB2C280BB}" dt="2023-12-09T01:43:02.903" v="92"/>
          <ac:inkMkLst>
            <pc:docMk/>
            <pc:sldMk cId="2288751587" sldId="300"/>
            <ac:inkMk id="51" creationId="{91E235DC-FD20-6174-B344-9FC8C428BE61}"/>
          </ac:inkMkLst>
        </pc:inkChg>
        <pc:inkChg chg="add mod">
          <ac:chgData name="junpeng he" userId="51e7bc25f46b8d94" providerId="LiveId" clId="{AF2F637F-D4D8-4F95-A428-6D3AB2C280BB}" dt="2023-12-09T01:43:02.903" v="92"/>
          <ac:inkMkLst>
            <pc:docMk/>
            <pc:sldMk cId="2288751587" sldId="300"/>
            <ac:inkMk id="52" creationId="{B0AD4335-5BC6-00B8-3141-A6D7D8C4A8CD}"/>
          </ac:inkMkLst>
        </pc:inkChg>
        <pc:inkChg chg="add mod">
          <ac:chgData name="junpeng he" userId="51e7bc25f46b8d94" providerId="LiveId" clId="{AF2F637F-D4D8-4F95-A428-6D3AB2C280BB}" dt="2023-12-09T01:43:02.903" v="92"/>
          <ac:inkMkLst>
            <pc:docMk/>
            <pc:sldMk cId="2288751587" sldId="300"/>
            <ac:inkMk id="53" creationId="{C75C5B86-D926-885D-2E92-2E453F67EE5E}"/>
          </ac:inkMkLst>
        </pc:inkChg>
        <pc:inkChg chg="add mod">
          <ac:chgData name="junpeng he" userId="51e7bc25f46b8d94" providerId="LiveId" clId="{AF2F637F-D4D8-4F95-A428-6D3AB2C280BB}" dt="2023-12-09T01:43:02.903" v="92"/>
          <ac:inkMkLst>
            <pc:docMk/>
            <pc:sldMk cId="2288751587" sldId="300"/>
            <ac:inkMk id="54" creationId="{1A499EFB-4CDE-722C-68D6-D799DCFE9B49}"/>
          </ac:inkMkLst>
        </pc:inkChg>
        <pc:inkChg chg="add mod">
          <ac:chgData name="junpeng he" userId="51e7bc25f46b8d94" providerId="LiveId" clId="{AF2F637F-D4D8-4F95-A428-6D3AB2C280BB}" dt="2023-12-09T01:43:02.903" v="92"/>
          <ac:inkMkLst>
            <pc:docMk/>
            <pc:sldMk cId="2288751587" sldId="300"/>
            <ac:inkMk id="55" creationId="{845E6B02-2715-EF71-4F44-4A4854E7C979}"/>
          </ac:inkMkLst>
        </pc:inkChg>
        <pc:inkChg chg="add mod">
          <ac:chgData name="junpeng he" userId="51e7bc25f46b8d94" providerId="LiveId" clId="{AF2F637F-D4D8-4F95-A428-6D3AB2C280BB}" dt="2023-12-09T01:43:02.903" v="92"/>
          <ac:inkMkLst>
            <pc:docMk/>
            <pc:sldMk cId="2288751587" sldId="300"/>
            <ac:inkMk id="56" creationId="{66EF9E13-049E-CCCF-E5BB-0C09295D1AC7}"/>
          </ac:inkMkLst>
        </pc:inkChg>
        <pc:inkChg chg="add mod">
          <ac:chgData name="junpeng he" userId="51e7bc25f46b8d94" providerId="LiveId" clId="{AF2F637F-D4D8-4F95-A428-6D3AB2C280BB}" dt="2023-12-09T01:43:02.903" v="92"/>
          <ac:inkMkLst>
            <pc:docMk/>
            <pc:sldMk cId="2288751587" sldId="300"/>
            <ac:inkMk id="57" creationId="{2C5632AB-542E-FDE7-A9EA-532D105E9C29}"/>
          </ac:inkMkLst>
        </pc:inkChg>
        <pc:inkChg chg="add mod">
          <ac:chgData name="junpeng he" userId="51e7bc25f46b8d94" providerId="LiveId" clId="{AF2F637F-D4D8-4F95-A428-6D3AB2C280BB}" dt="2023-12-09T01:43:02.903" v="92"/>
          <ac:inkMkLst>
            <pc:docMk/>
            <pc:sldMk cId="2288751587" sldId="300"/>
            <ac:inkMk id="59" creationId="{66D8861B-281A-8812-5B89-D357E4BD0A96}"/>
          </ac:inkMkLst>
        </pc:inkChg>
        <pc:inkChg chg="add mod">
          <ac:chgData name="junpeng he" userId="51e7bc25f46b8d94" providerId="LiveId" clId="{AF2F637F-D4D8-4F95-A428-6D3AB2C280BB}" dt="2023-12-09T01:43:02.903" v="92"/>
          <ac:inkMkLst>
            <pc:docMk/>
            <pc:sldMk cId="2288751587" sldId="300"/>
            <ac:inkMk id="60" creationId="{39466C00-50D1-3217-5B01-1E0FED39BA88}"/>
          </ac:inkMkLst>
        </pc:inkChg>
        <pc:inkChg chg="add mod">
          <ac:chgData name="junpeng he" userId="51e7bc25f46b8d94" providerId="LiveId" clId="{AF2F637F-D4D8-4F95-A428-6D3AB2C280BB}" dt="2023-12-09T01:43:02.903" v="92"/>
          <ac:inkMkLst>
            <pc:docMk/>
            <pc:sldMk cId="2288751587" sldId="300"/>
            <ac:inkMk id="61" creationId="{BB4A5794-0696-1AD3-9B17-AF647D9C660C}"/>
          </ac:inkMkLst>
        </pc:inkChg>
        <pc:inkChg chg="add mod">
          <ac:chgData name="junpeng he" userId="51e7bc25f46b8d94" providerId="LiveId" clId="{AF2F637F-D4D8-4F95-A428-6D3AB2C280BB}" dt="2023-12-09T01:43:02.903" v="92"/>
          <ac:inkMkLst>
            <pc:docMk/>
            <pc:sldMk cId="2288751587" sldId="300"/>
            <ac:inkMk id="62" creationId="{A1DC8769-AF85-51AF-3AAC-15623F57E34E}"/>
          </ac:inkMkLst>
        </pc:inkChg>
        <pc:inkChg chg="add mod">
          <ac:chgData name="junpeng he" userId="51e7bc25f46b8d94" providerId="LiveId" clId="{AF2F637F-D4D8-4F95-A428-6D3AB2C280BB}" dt="2023-12-09T01:43:02.903" v="92"/>
          <ac:inkMkLst>
            <pc:docMk/>
            <pc:sldMk cId="2288751587" sldId="300"/>
            <ac:inkMk id="63" creationId="{9DADFF68-C850-3B15-E769-817AD5F5201B}"/>
          </ac:inkMkLst>
        </pc:inkChg>
        <pc:inkChg chg="add mod">
          <ac:chgData name="junpeng he" userId="51e7bc25f46b8d94" providerId="LiveId" clId="{AF2F637F-D4D8-4F95-A428-6D3AB2C280BB}" dt="2023-12-09T01:43:02.903" v="92"/>
          <ac:inkMkLst>
            <pc:docMk/>
            <pc:sldMk cId="2288751587" sldId="300"/>
            <ac:inkMk id="64" creationId="{A7DF1514-59F5-3C89-CDF8-A1C57A709AC0}"/>
          </ac:inkMkLst>
        </pc:inkChg>
        <pc:inkChg chg="add mod">
          <ac:chgData name="junpeng he" userId="51e7bc25f46b8d94" providerId="LiveId" clId="{AF2F637F-D4D8-4F95-A428-6D3AB2C280BB}" dt="2023-12-09T01:43:02.903" v="92"/>
          <ac:inkMkLst>
            <pc:docMk/>
            <pc:sldMk cId="2288751587" sldId="300"/>
            <ac:inkMk id="66" creationId="{39B0EC92-9505-D9D9-096D-2CC0719956BA}"/>
          </ac:inkMkLst>
        </pc:inkChg>
        <pc:inkChg chg="add mod">
          <ac:chgData name="junpeng he" userId="51e7bc25f46b8d94" providerId="LiveId" clId="{AF2F637F-D4D8-4F95-A428-6D3AB2C280BB}" dt="2023-12-09T01:43:02.903" v="92"/>
          <ac:inkMkLst>
            <pc:docMk/>
            <pc:sldMk cId="2288751587" sldId="300"/>
            <ac:inkMk id="67" creationId="{D6855DB9-9D35-D089-85B8-A283A2E95B13}"/>
          </ac:inkMkLst>
        </pc:inkChg>
        <pc:inkChg chg="add mod">
          <ac:chgData name="junpeng he" userId="51e7bc25f46b8d94" providerId="LiveId" clId="{AF2F637F-D4D8-4F95-A428-6D3AB2C280BB}" dt="2023-12-09T01:43:02.903" v="92"/>
          <ac:inkMkLst>
            <pc:docMk/>
            <pc:sldMk cId="2288751587" sldId="300"/>
            <ac:inkMk id="68" creationId="{9276AF08-9335-212B-9148-C7D755FDFDD8}"/>
          </ac:inkMkLst>
        </pc:inkChg>
        <pc:inkChg chg="add mod">
          <ac:chgData name="junpeng he" userId="51e7bc25f46b8d94" providerId="LiveId" clId="{AF2F637F-D4D8-4F95-A428-6D3AB2C280BB}" dt="2023-12-09T01:43:02.903" v="92"/>
          <ac:inkMkLst>
            <pc:docMk/>
            <pc:sldMk cId="2288751587" sldId="300"/>
            <ac:inkMk id="69" creationId="{A355385C-1DD8-F745-CD40-5456A278C1BA}"/>
          </ac:inkMkLst>
        </pc:inkChg>
        <pc:inkChg chg="add mod">
          <ac:chgData name="junpeng he" userId="51e7bc25f46b8d94" providerId="LiveId" clId="{AF2F637F-D4D8-4F95-A428-6D3AB2C280BB}" dt="2023-12-09T01:43:02.903" v="92"/>
          <ac:inkMkLst>
            <pc:docMk/>
            <pc:sldMk cId="2288751587" sldId="300"/>
            <ac:inkMk id="75" creationId="{C758145C-6F9C-3AC3-8F2C-EE3C8DD08D3B}"/>
          </ac:inkMkLst>
        </pc:inkChg>
        <pc:inkChg chg="add mod">
          <ac:chgData name="junpeng he" userId="51e7bc25f46b8d94" providerId="LiveId" clId="{AF2F637F-D4D8-4F95-A428-6D3AB2C280BB}" dt="2023-12-09T01:43:02.903" v="92"/>
          <ac:inkMkLst>
            <pc:docMk/>
            <pc:sldMk cId="2288751587" sldId="300"/>
            <ac:inkMk id="76" creationId="{7D3A2463-8CFD-4933-EB9A-52BBEC2F6AF9}"/>
          </ac:inkMkLst>
        </pc:inkChg>
        <pc:inkChg chg="add">
          <ac:chgData name="junpeng he" userId="51e7bc25f46b8d94" providerId="LiveId" clId="{AF2F637F-D4D8-4F95-A428-6D3AB2C280BB}" dt="2023-12-09T01:43:13.856" v="93" actId="9405"/>
          <ac:inkMkLst>
            <pc:docMk/>
            <pc:sldMk cId="2288751587" sldId="300"/>
            <ac:inkMk id="78" creationId="{CC6342C8-9D85-EF5C-C883-30461D39668A}"/>
          </ac:inkMkLst>
        </pc:inkChg>
        <pc:inkChg chg="add mod">
          <ac:chgData name="junpeng he" userId="51e7bc25f46b8d94" providerId="LiveId" clId="{AF2F637F-D4D8-4F95-A428-6D3AB2C280BB}" dt="2023-12-09T01:43:17.886" v="100"/>
          <ac:inkMkLst>
            <pc:docMk/>
            <pc:sldMk cId="2288751587" sldId="300"/>
            <ac:inkMk id="79" creationId="{452914D4-CC7B-2F0E-737F-F76FCCBFC6C5}"/>
          </ac:inkMkLst>
        </pc:inkChg>
        <pc:inkChg chg="add mod">
          <ac:chgData name="junpeng he" userId="51e7bc25f46b8d94" providerId="LiveId" clId="{AF2F637F-D4D8-4F95-A428-6D3AB2C280BB}" dt="2023-12-09T01:43:17.886" v="100"/>
          <ac:inkMkLst>
            <pc:docMk/>
            <pc:sldMk cId="2288751587" sldId="300"/>
            <ac:inkMk id="80" creationId="{37D82212-76BE-B079-836C-DA9AEB62501C}"/>
          </ac:inkMkLst>
        </pc:inkChg>
        <pc:inkChg chg="add mod">
          <ac:chgData name="junpeng he" userId="51e7bc25f46b8d94" providerId="LiveId" clId="{AF2F637F-D4D8-4F95-A428-6D3AB2C280BB}" dt="2023-12-09T01:43:17.886" v="100"/>
          <ac:inkMkLst>
            <pc:docMk/>
            <pc:sldMk cId="2288751587" sldId="300"/>
            <ac:inkMk id="81" creationId="{F5AA34F9-3DF7-48A1-B130-2548C9C610EF}"/>
          </ac:inkMkLst>
        </pc:inkChg>
        <pc:inkChg chg="add mod">
          <ac:chgData name="junpeng he" userId="51e7bc25f46b8d94" providerId="LiveId" clId="{AF2F637F-D4D8-4F95-A428-6D3AB2C280BB}" dt="2023-12-09T01:43:17.886" v="100"/>
          <ac:inkMkLst>
            <pc:docMk/>
            <pc:sldMk cId="2288751587" sldId="300"/>
            <ac:inkMk id="82" creationId="{7DFC556B-A205-AD89-0E8F-BE5518A09D29}"/>
          </ac:inkMkLst>
        </pc:inkChg>
        <pc:inkChg chg="add mod">
          <ac:chgData name="junpeng he" userId="51e7bc25f46b8d94" providerId="LiveId" clId="{AF2F637F-D4D8-4F95-A428-6D3AB2C280BB}" dt="2023-12-09T01:43:17.886" v="100"/>
          <ac:inkMkLst>
            <pc:docMk/>
            <pc:sldMk cId="2288751587" sldId="300"/>
            <ac:inkMk id="83" creationId="{B610AA27-4547-E304-DD47-708C55C500E7}"/>
          </ac:inkMkLst>
        </pc:inkChg>
        <pc:inkChg chg="add mod">
          <ac:chgData name="junpeng he" userId="51e7bc25f46b8d94" providerId="LiveId" clId="{AF2F637F-D4D8-4F95-A428-6D3AB2C280BB}" dt="2023-12-09T01:43:17.886" v="100"/>
          <ac:inkMkLst>
            <pc:docMk/>
            <pc:sldMk cId="2288751587" sldId="300"/>
            <ac:inkMk id="84" creationId="{ABDBE571-F098-99E4-CF61-7385D2C5C49C}"/>
          </ac:inkMkLst>
        </pc:inkChg>
        <pc:inkChg chg="add">
          <ac:chgData name="junpeng he" userId="51e7bc25f46b8d94" providerId="LiveId" clId="{AF2F637F-D4D8-4F95-A428-6D3AB2C280BB}" dt="2023-12-09T01:43:26.420" v="101" actId="9405"/>
          <ac:inkMkLst>
            <pc:docMk/>
            <pc:sldMk cId="2288751587" sldId="300"/>
            <ac:inkMk id="87" creationId="{CB27381D-FE06-F5A7-DA42-C3BB1FDF7FF9}"/>
          </ac:inkMkLst>
        </pc:inkChg>
      </pc:sldChg>
      <pc:sldChg chg="addSp delSp modSp mod">
        <pc:chgData name="junpeng he" userId="51e7bc25f46b8d94" providerId="LiveId" clId="{AF2F637F-D4D8-4F95-A428-6D3AB2C280BB}" dt="2023-12-09T01:44:30.525" v="107" actId="9405"/>
        <pc:sldMkLst>
          <pc:docMk/>
          <pc:sldMk cId="3135978956" sldId="301"/>
        </pc:sldMkLst>
        <pc:grpChg chg="del mod">
          <ac:chgData name="junpeng he" userId="51e7bc25f46b8d94" providerId="LiveId" clId="{AF2F637F-D4D8-4F95-A428-6D3AB2C280BB}" dt="2023-12-09T01:44:18.454" v="106"/>
          <ac:grpSpMkLst>
            <pc:docMk/>
            <pc:sldMk cId="3135978956" sldId="301"/>
            <ac:grpSpMk id="5" creationId="{5E05541F-5031-91E5-866C-225D5C2BB9CD}"/>
          </ac:grpSpMkLst>
        </pc:grpChg>
        <pc:grpChg chg="mod">
          <ac:chgData name="junpeng he" userId="51e7bc25f46b8d94" providerId="LiveId" clId="{AF2F637F-D4D8-4F95-A428-6D3AB2C280BB}" dt="2023-12-09T01:44:18.454" v="106"/>
          <ac:grpSpMkLst>
            <pc:docMk/>
            <pc:sldMk cId="3135978956" sldId="301"/>
            <ac:grpSpMk id="8" creationId="{529F17F8-D250-6BA7-943D-8AE709B0CA63}"/>
          </ac:grpSpMkLst>
        </pc:grpChg>
        <pc:inkChg chg="add mod">
          <ac:chgData name="junpeng he" userId="51e7bc25f46b8d94" providerId="LiveId" clId="{AF2F637F-D4D8-4F95-A428-6D3AB2C280BB}" dt="2023-12-09T01:44:18.454" v="106"/>
          <ac:inkMkLst>
            <pc:docMk/>
            <pc:sldMk cId="3135978956" sldId="301"/>
            <ac:inkMk id="2" creationId="{83CA7D30-9B12-598F-3CE4-BB38C1EA0999}"/>
          </ac:inkMkLst>
        </pc:inkChg>
        <pc:inkChg chg="add mod">
          <ac:chgData name="junpeng he" userId="51e7bc25f46b8d94" providerId="LiveId" clId="{AF2F637F-D4D8-4F95-A428-6D3AB2C280BB}" dt="2023-12-09T01:44:18.454" v="106"/>
          <ac:inkMkLst>
            <pc:docMk/>
            <pc:sldMk cId="3135978956" sldId="301"/>
            <ac:inkMk id="4" creationId="{3ACF010B-F561-5C37-CED8-C224F3ACEF84}"/>
          </ac:inkMkLst>
        </pc:inkChg>
        <pc:inkChg chg="add mod">
          <ac:chgData name="junpeng he" userId="51e7bc25f46b8d94" providerId="LiveId" clId="{AF2F637F-D4D8-4F95-A428-6D3AB2C280BB}" dt="2023-12-09T01:44:18.454" v="106"/>
          <ac:inkMkLst>
            <pc:docMk/>
            <pc:sldMk cId="3135978956" sldId="301"/>
            <ac:inkMk id="7" creationId="{9C0B405C-A2D4-DA9D-E401-0E7CC341563C}"/>
          </ac:inkMkLst>
        </pc:inkChg>
        <pc:inkChg chg="add">
          <ac:chgData name="junpeng he" userId="51e7bc25f46b8d94" providerId="LiveId" clId="{AF2F637F-D4D8-4F95-A428-6D3AB2C280BB}" dt="2023-12-09T01:44:30.525" v="107" actId="9405"/>
          <ac:inkMkLst>
            <pc:docMk/>
            <pc:sldMk cId="3135978956" sldId="301"/>
            <ac:inkMk id="9" creationId="{1ED3772A-FE34-17C2-D025-0DBE0B157071}"/>
          </ac:inkMkLst>
        </pc:inkChg>
      </pc:sldChg>
      <pc:sldChg chg="addSp delSp modSp mod">
        <pc:chgData name="junpeng he" userId="51e7bc25f46b8d94" providerId="LiveId" clId="{AF2F637F-D4D8-4F95-A428-6D3AB2C280BB}" dt="2023-12-09T01:45:51.080" v="118"/>
        <pc:sldMkLst>
          <pc:docMk/>
          <pc:sldMk cId="579451033" sldId="305"/>
        </pc:sldMkLst>
        <pc:grpChg chg="del mod">
          <ac:chgData name="junpeng he" userId="51e7bc25f46b8d94" providerId="LiveId" clId="{AF2F637F-D4D8-4F95-A428-6D3AB2C280BB}" dt="2023-12-09T01:45:51.080" v="118"/>
          <ac:grpSpMkLst>
            <pc:docMk/>
            <pc:sldMk cId="579451033" sldId="305"/>
            <ac:grpSpMk id="22" creationId="{0DB00397-2854-5E7E-CA7E-6E0F687ACF68}"/>
          </ac:grpSpMkLst>
        </pc:grpChg>
        <pc:grpChg chg="mod">
          <ac:chgData name="junpeng he" userId="51e7bc25f46b8d94" providerId="LiveId" clId="{AF2F637F-D4D8-4F95-A428-6D3AB2C280BB}" dt="2023-12-09T01:45:51.080" v="118"/>
          <ac:grpSpMkLst>
            <pc:docMk/>
            <pc:sldMk cId="579451033" sldId="305"/>
            <ac:grpSpMk id="149" creationId="{750C4A16-B585-77FE-8B87-7469662FA9F5}"/>
          </ac:grpSpMkLst>
        </pc:grpChg>
        <pc:grpChg chg="mod">
          <ac:chgData name="junpeng he" userId="51e7bc25f46b8d94" providerId="LiveId" clId="{AF2F637F-D4D8-4F95-A428-6D3AB2C280BB}" dt="2023-12-09T01:45:51.080" v="118"/>
          <ac:grpSpMkLst>
            <pc:docMk/>
            <pc:sldMk cId="579451033" sldId="305"/>
            <ac:grpSpMk id="150" creationId="{3956C4D7-1F44-A7BF-F015-CAF6D06CE978}"/>
          </ac:grpSpMkLst>
        </pc:grpChg>
        <pc:inkChg chg="add">
          <ac:chgData name="junpeng he" userId="51e7bc25f46b8d94" providerId="LiveId" clId="{AF2F637F-D4D8-4F95-A428-6D3AB2C280BB}" dt="2023-12-09T01:45:38.883" v="108" actId="9405"/>
          <ac:inkMkLst>
            <pc:docMk/>
            <pc:sldMk cId="579451033" sldId="305"/>
            <ac:inkMk id="19" creationId="{C51B95A7-2488-403B-2988-D1222BC53146}"/>
          </ac:inkMkLst>
        </pc:inkChg>
        <pc:inkChg chg="add mod">
          <ac:chgData name="junpeng he" userId="51e7bc25f46b8d94" providerId="LiveId" clId="{AF2F637F-D4D8-4F95-A428-6D3AB2C280BB}" dt="2023-12-09T01:45:51.080" v="118"/>
          <ac:inkMkLst>
            <pc:docMk/>
            <pc:sldMk cId="579451033" sldId="305"/>
            <ac:inkMk id="20" creationId="{B41FEB70-1EFC-0258-36CD-66FD5944BB9F}"/>
          </ac:inkMkLst>
        </pc:inkChg>
        <pc:inkChg chg="add mod">
          <ac:chgData name="junpeng he" userId="51e7bc25f46b8d94" providerId="LiveId" clId="{AF2F637F-D4D8-4F95-A428-6D3AB2C280BB}" dt="2023-12-09T01:45:51.080" v="118"/>
          <ac:inkMkLst>
            <pc:docMk/>
            <pc:sldMk cId="579451033" sldId="305"/>
            <ac:inkMk id="21" creationId="{13DDFD89-252F-3D81-6A02-166381EF5081}"/>
          </ac:inkMkLst>
        </pc:inkChg>
        <pc:inkChg chg="add mod">
          <ac:chgData name="junpeng he" userId="51e7bc25f46b8d94" providerId="LiveId" clId="{AF2F637F-D4D8-4F95-A428-6D3AB2C280BB}" dt="2023-12-09T01:45:51.080" v="118"/>
          <ac:inkMkLst>
            <pc:docMk/>
            <pc:sldMk cId="579451033" sldId="305"/>
            <ac:inkMk id="135" creationId="{69D61C33-F98E-65AD-CD38-7030A38AA4B9}"/>
          </ac:inkMkLst>
        </pc:inkChg>
        <pc:inkChg chg="add mod">
          <ac:chgData name="junpeng he" userId="51e7bc25f46b8d94" providerId="LiveId" clId="{AF2F637F-D4D8-4F95-A428-6D3AB2C280BB}" dt="2023-12-09T01:45:51.080" v="118"/>
          <ac:inkMkLst>
            <pc:docMk/>
            <pc:sldMk cId="579451033" sldId="305"/>
            <ac:inkMk id="136" creationId="{555520AA-DD88-8BBE-1438-C73FE5F4E891}"/>
          </ac:inkMkLst>
        </pc:inkChg>
        <pc:inkChg chg="add">
          <ac:chgData name="junpeng he" userId="51e7bc25f46b8d94" providerId="LiveId" clId="{AF2F637F-D4D8-4F95-A428-6D3AB2C280BB}" dt="2023-12-09T01:45:49.339" v="114" actId="9405"/>
          <ac:inkMkLst>
            <pc:docMk/>
            <pc:sldMk cId="579451033" sldId="305"/>
            <ac:inkMk id="139" creationId="{A21B1E7E-4F18-2A70-9A73-B077C3EDB2FB}"/>
          </ac:inkMkLst>
        </pc:inkChg>
        <pc:inkChg chg="add mod">
          <ac:chgData name="junpeng he" userId="51e7bc25f46b8d94" providerId="LiveId" clId="{AF2F637F-D4D8-4F95-A428-6D3AB2C280BB}" dt="2023-12-09T01:45:51.080" v="118"/>
          <ac:inkMkLst>
            <pc:docMk/>
            <pc:sldMk cId="579451033" sldId="305"/>
            <ac:inkMk id="140" creationId="{90AF4EA4-4270-6391-47F1-DB03BAD3DAD2}"/>
          </ac:inkMkLst>
        </pc:inkChg>
        <pc:inkChg chg="add mod">
          <ac:chgData name="junpeng he" userId="51e7bc25f46b8d94" providerId="LiveId" clId="{AF2F637F-D4D8-4F95-A428-6D3AB2C280BB}" dt="2023-12-09T01:45:51.080" v="118"/>
          <ac:inkMkLst>
            <pc:docMk/>
            <pc:sldMk cId="579451033" sldId="305"/>
            <ac:inkMk id="142" creationId="{C58FE79A-EAA3-B0B3-6219-3A9BA73BBCB6}"/>
          </ac:inkMkLst>
        </pc:inkChg>
        <pc:inkChg chg="add mod">
          <ac:chgData name="junpeng he" userId="51e7bc25f46b8d94" providerId="LiveId" clId="{AF2F637F-D4D8-4F95-A428-6D3AB2C280BB}" dt="2023-12-09T01:45:51.080" v="118"/>
          <ac:inkMkLst>
            <pc:docMk/>
            <pc:sldMk cId="579451033" sldId="305"/>
            <ac:inkMk id="148" creationId="{70378645-98E8-73B4-5247-E932FE16F889}"/>
          </ac:inkMkLst>
        </pc:inkChg>
      </pc:sldChg>
      <pc:sldChg chg="addSp delSp modSp mod">
        <pc:chgData name="junpeng he" userId="51e7bc25f46b8d94" providerId="LiveId" clId="{AF2F637F-D4D8-4F95-A428-6D3AB2C280BB}" dt="2023-12-09T01:49:18.588" v="169" actId="9405"/>
        <pc:sldMkLst>
          <pc:docMk/>
          <pc:sldMk cId="1975100844" sldId="306"/>
        </pc:sldMkLst>
        <pc:grpChg chg="mod">
          <ac:chgData name="junpeng he" userId="51e7bc25f46b8d94" providerId="LiveId" clId="{AF2F637F-D4D8-4F95-A428-6D3AB2C280BB}" dt="2023-12-09T01:48:08.867" v="150"/>
          <ac:grpSpMkLst>
            <pc:docMk/>
            <pc:sldMk cId="1975100844" sldId="306"/>
            <ac:grpSpMk id="57" creationId="{4E9645D2-F766-F94E-FE9A-799588F04D9C}"/>
          </ac:grpSpMkLst>
        </pc:grpChg>
        <pc:grpChg chg="add del mod">
          <ac:chgData name="junpeng he" userId="51e7bc25f46b8d94" providerId="LiveId" clId="{AF2F637F-D4D8-4F95-A428-6D3AB2C280BB}" dt="2023-12-09T01:48:08.316" v="147"/>
          <ac:grpSpMkLst>
            <pc:docMk/>
            <pc:sldMk cId="1975100844" sldId="306"/>
            <ac:grpSpMk id="60" creationId="{252B7EB2-1BCF-548D-0D7D-C312625563E1}"/>
          </ac:grpSpMkLst>
        </pc:grpChg>
        <pc:grpChg chg="mod">
          <ac:chgData name="junpeng he" userId="51e7bc25f46b8d94" providerId="LiveId" clId="{AF2F637F-D4D8-4F95-A428-6D3AB2C280BB}" dt="2023-12-09T01:48:07.776" v="144"/>
          <ac:grpSpMkLst>
            <pc:docMk/>
            <pc:sldMk cId="1975100844" sldId="306"/>
            <ac:grpSpMk id="63" creationId="{CD6D37B3-14E4-301A-4BE1-6527CAC00340}"/>
          </ac:grpSpMkLst>
        </pc:grpChg>
        <pc:grpChg chg="mod">
          <ac:chgData name="junpeng he" userId="51e7bc25f46b8d94" providerId="LiveId" clId="{AF2F637F-D4D8-4F95-A428-6D3AB2C280BB}" dt="2023-12-09T01:49:14.248" v="159"/>
          <ac:grpSpMkLst>
            <pc:docMk/>
            <pc:sldMk cId="1975100844" sldId="306"/>
            <ac:grpSpMk id="68" creationId="{0735628F-D194-4723-266E-A49EA3FEE9C7}"/>
          </ac:grpSpMkLst>
        </pc:grpChg>
        <pc:grpChg chg="mod">
          <ac:chgData name="junpeng he" userId="51e7bc25f46b8d94" providerId="LiveId" clId="{AF2F637F-D4D8-4F95-A428-6D3AB2C280BB}" dt="2023-12-09T01:49:18.264" v="168"/>
          <ac:grpSpMkLst>
            <pc:docMk/>
            <pc:sldMk cId="1975100844" sldId="306"/>
            <ac:grpSpMk id="72" creationId="{923AB2A7-AA76-B882-7334-6107F09C8DC8}"/>
          </ac:grpSpMkLst>
        </pc:grpChg>
        <pc:inkChg chg="add del">
          <ac:chgData name="junpeng he" userId="51e7bc25f46b8d94" providerId="LiveId" clId="{AF2F637F-D4D8-4F95-A428-6D3AB2C280BB}" dt="2023-12-09T01:46:24.852" v="120" actId="9405"/>
          <ac:inkMkLst>
            <pc:docMk/>
            <pc:sldMk cId="1975100844" sldId="306"/>
            <ac:inkMk id="36" creationId="{6B7F68C4-AEAA-8291-AF16-02B173BFDBEF}"/>
          </ac:inkMkLst>
        </pc:inkChg>
        <pc:inkChg chg="add del">
          <ac:chgData name="junpeng he" userId="51e7bc25f46b8d94" providerId="LiveId" clId="{AF2F637F-D4D8-4F95-A428-6D3AB2C280BB}" dt="2023-12-09T01:46:57.140" v="122" actId="9405"/>
          <ac:inkMkLst>
            <pc:docMk/>
            <pc:sldMk cId="1975100844" sldId="306"/>
            <ac:inkMk id="38" creationId="{21C83D0D-0769-4B8D-D867-ED3507A6BED5}"/>
          </ac:inkMkLst>
        </pc:inkChg>
        <pc:inkChg chg="add del">
          <ac:chgData name="junpeng he" userId="51e7bc25f46b8d94" providerId="LiveId" clId="{AF2F637F-D4D8-4F95-A428-6D3AB2C280BB}" dt="2023-12-09T01:47:15.358" v="128" actId="9405"/>
          <ac:inkMkLst>
            <pc:docMk/>
            <pc:sldMk cId="1975100844" sldId="306"/>
            <ac:inkMk id="48" creationId="{D31A4C21-C188-9977-CC7E-3655A4231D09}"/>
          </ac:inkMkLst>
        </pc:inkChg>
        <pc:inkChg chg="add del">
          <ac:chgData name="junpeng he" userId="51e7bc25f46b8d94" providerId="LiveId" clId="{AF2F637F-D4D8-4F95-A428-6D3AB2C280BB}" dt="2023-12-09T01:47:14.842" v="127" actId="9405"/>
          <ac:inkMkLst>
            <pc:docMk/>
            <pc:sldMk cId="1975100844" sldId="306"/>
            <ac:inkMk id="51" creationId="{353267DF-3BD1-3E53-4FCE-232970614B54}"/>
          </ac:inkMkLst>
        </pc:inkChg>
        <pc:inkChg chg="add del">
          <ac:chgData name="junpeng he" userId="51e7bc25f46b8d94" providerId="LiveId" clId="{AF2F637F-D4D8-4F95-A428-6D3AB2C280BB}" dt="2023-12-09T01:47:13.858" v="126" actId="9405"/>
          <ac:inkMkLst>
            <pc:docMk/>
            <pc:sldMk cId="1975100844" sldId="306"/>
            <ac:inkMk id="52" creationId="{46941DFD-75AE-7427-5207-F75E4D24638D}"/>
          </ac:inkMkLst>
        </pc:inkChg>
        <pc:inkChg chg="add del">
          <ac:chgData name="junpeng he" userId="51e7bc25f46b8d94" providerId="LiveId" clId="{AF2F637F-D4D8-4F95-A428-6D3AB2C280BB}" dt="2023-12-09T01:48:09.476" v="152" actId="9405"/>
          <ac:inkMkLst>
            <pc:docMk/>
            <pc:sldMk cId="1975100844" sldId="306"/>
            <ac:inkMk id="53" creationId="{44BFD820-1184-B08D-D016-A916359242A5}"/>
          </ac:inkMkLst>
        </pc:inkChg>
        <pc:inkChg chg="add del">
          <ac:chgData name="junpeng he" userId="51e7bc25f46b8d94" providerId="LiveId" clId="{AF2F637F-D4D8-4F95-A428-6D3AB2C280BB}" dt="2023-12-09T01:47:34.107" v="131" actId="9405"/>
          <ac:inkMkLst>
            <pc:docMk/>
            <pc:sldMk cId="1975100844" sldId="306"/>
            <ac:inkMk id="54" creationId="{102459E9-24C4-1FB8-FF37-373B7811F5B7}"/>
          </ac:inkMkLst>
        </pc:inkChg>
        <pc:inkChg chg="add del mod">
          <ac:chgData name="junpeng he" userId="51e7bc25f46b8d94" providerId="LiveId" clId="{AF2F637F-D4D8-4F95-A428-6D3AB2C280BB}" dt="2023-12-09T01:48:09.188" v="151" actId="9405"/>
          <ac:inkMkLst>
            <pc:docMk/>
            <pc:sldMk cId="1975100844" sldId="306"/>
            <ac:inkMk id="55" creationId="{27669F53-0805-E842-F23D-29A049499EC4}"/>
          </ac:inkMkLst>
        </pc:inkChg>
        <pc:inkChg chg="add del mod">
          <ac:chgData name="junpeng he" userId="51e7bc25f46b8d94" providerId="LiveId" clId="{AF2F637F-D4D8-4F95-A428-6D3AB2C280BB}" dt="2023-12-09T01:48:08.867" v="150"/>
          <ac:inkMkLst>
            <pc:docMk/>
            <pc:sldMk cId="1975100844" sldId="306"/>
            <ac:inkMk id="56" creationId="{EB0A4FB5-F39B-467E-F8D0-32814CF56E60}"/>
          </ac:inkMkLst>
        </pc:inkChg>
        <pc:inkChg chg="add del mod">
          <ac:chgData name="junpeng he" userId="51e7bc25f46b8d94" providerId="LiveId" clId="{AF2F637F-D4D8-4F95-A428-6D3AB2C280BB}" dt="2023-12-09T01:48:08.614" v="148" actId="9405"/>
          <ac:inkMkLst>
            <pc:docMk/>
            <pc:sldMk cId="1975100844" sldId="306"/>
            <ac:inkMk id="58" creationId="{0682DFE7-E148-6239-F070-4F411943135B}"/>
          </ac:inkMkLst>
        </pc:inkChg>
        <pc:inkChg chg="add del mod">
          <ac:chgData name="junpeng he" userId="51e7bc25f46b8d94" providerId="LiveId" clId="{AF2F637F-D4D8-4F95-A428-6D3AB2C280BB}" dt="2023-12-09T01:48:08.316" v="147"/>
          <ac:inkMkLst>
            <pc:docMk/>
            <pc:sldMk cId="1975100844" sldId="306"/>
            <ac:inkMk id="59" creationId="{C48F455E-BBD4-1143-6FBA-EEE4E6C4077B}"/>
          </ac:inkMkLst>
        </pc:inkChg>
        <pc:inkChg chg="add del mod">
          <ac:chgData name="junpeng he" userId="51e7bc25f46b8d94" providerId="LiveId" clId="{AF2F637F-D4D8-4F95-A428-6D3AB2C280BB}" dt="2023-12-09T01:48:08.045" v="145" actId="9405"/>
          <ac:inkMkLst>
            <pc:docMk/>
            <pc:sldMk cId="1975100844" sldId="306"/>
            <ac:inkMk id="61" creationId="{2C55F4CB-7224-27E0-57F3-2D85C19B4AA2}"/>
          </ac:inkMkLst>
        </pc:inkChg>
        <pc:inkChg chg="add del mod">
          <ac:chgData name="junpeng he" userId="51e7bc25f46b8d94" providerId="LiveId" clId="{AF2F637F-D4D8-4F95-A428-6D3AB2C280BB}" dt="2023-12-09T01:48:07.776" v="144"/>
          <ac:inkMkLst>
            <pc:docMk/>
            <pc:sldMk cId="1975100844" sldId="306"/>
            <ac:inkMk id="62" creationId="{606DEDC6-1ED9-FEF6-4DF0-28E8A396FE4B}"/>
          </ac:inkMkLst>
        </pc:inkChg>
        <pc:inkChg chg="add del">
          <ac:chgData name="junpeng he" userId="51e7bc25f46b8d94" providerId="LiveId" clId="{AF2F637F-D4D8-4F95-A428-6D3AB2C280BB}" dt="2023-12-09T01:48:07.484" v="142" actId="9405"/>
          <ac:inkMkLst>
            <pc:docMk/>
            <pc:sldMk cId="1975100844" sldId="306"/>
            <ac:inkMk id="64" creationId="{47684D41-AF05-1F80-AED6-7116D0DB68C2}"/>
          </ac:inkMkLst>
        </pc:inkChg>
        <pc:inkChg chg="add del mod">
          <ac:chgData name="junpeng he" userId="51e7bc25f46b8d94" providerId="LiveId" clId="{AF2F637F-D4D8-4F95-A428-6D3AB2C280BB}" dt="2023-12-09T01:49:14.770" v="161" actId="9405"/>
          <ac:inkMkLst>
            <pc:docMk/>
            <pc:sldMk cId="1975100844" sldId="306"/>
            <ac:inkMk id="65" creationId="{8BC9C85E-D906-F6C3-41E5-C7F4B164473B}"/>
          </ac:inkMkLst>
        </pc:inkChg>
        <pc:inkChg chg="add del mod">
          <ac:chgData name="junpeng he" userId="51e7bc25f46b8d94" providerId="LiveId" clId="{AF2F637F-D4D8-4F95-A428-6D3AB2C280BB}" dt="2023-12-09T01:49:14.511" v="160" actId="9405"/>
          <ac:inkMkLst>
            <pc:docMk/>
            <pc:sldMk cId="1975100844" sldId="306"/>
            <ac:inkMk id="66" creationId="{51296134-A034-A6E7-78C2-93BA0644ABCF}"/>
          </ac:inkMkLst>
        </pc:inkChg>
        <pc:inkChg chg="add del mod">
          <ac:chgData name="junpeng he" userId="51e7bc25f46b8d94" providerId="LiveId" clId="{AF2F637F-D4D8-4F95-A428-6D3AB2C280BB}" dt="2023-12-09T01:49:14.248" v="159"/>
          <ac:inkMkLst>
            <pc:docMk/>
            <pc:sldMk cId="1975100844" sldId="306"/>
            <ac:inkMk id="67" creationId="{EC627C45-D0A5-D863-63BD-EFB1FBCF3208}"/>
          </ac:inkMkLst>
        </pc:inkChg>
        <pc:inkChg chg="add del">
          <ac:chgData name="junpeng he" userId="51e7bc25f46b8d94" providerId="LiveId" clId="{AF2F637F-D4D8-4F95-A428-6D3AB2C280BB}" dt="2023-12-09T01:49:16.038" v="163" actId="9405"/>
          <ac:inkMkLst>
            <pc:docMk/>
            <pc:sldMk cId="1975100844" sldId="306"/>
            <ac:inkMk id="69" creationId="{33CBD566-9C00-BAF7-9619-AFD4A9B5F26E}"/>
          </ac:inkMkLst>
        </pc:inkChg>
        <pc:inkChg chg="add del mod">
          <ac:chgData name="junpeng he" userId="51e7bc25f46b8d94" providerId="LiveId" clId="{AF2F637F-D4D8-4F95-A428-6D3AB2C280BB}" dt="2023-12-09T01:49:18.588" v="169" actId="9405"/>
          <ac:inkMkLst>
            <pc:docMk/>
            <pc:sldMk cId="1975100844" sldId="306"/>
            <ac:inkMk id="70" creationId="{4953685D-5776-232F-E08F-D404E96E013B}"/>
          </ac:inkMkLst>
        </pc:inkChg>
        <pc:inkChg chg="add del mod">
          <ac:chgData name="junpeng he" userId="51e7bc25f46b8d94" providerId="LiveId" clId="{AF2F637F-D4D8-4F95-A428-6D3AB2C280BB}" dt="2023-12-09T01:49:18.264" v="168"/>
          <ac:inkMkLst>
            <pc:docMk/>
            <pc:sldMk cId="1975100844" sldId="306"/>
            <ac:inkMk id="71" creationId="{7ED47C59-2F81-E9F2-E217-E5283AF703A6}"/>
          </ac:inkMkLst>
        </pc:inkChg>
      </pc:sldChg>
      <pc:sldChg chg="addSp delSp modSp mod">
        <pc:chgData name="junpeng he" userId="51e7bc25f46b8d94" providerId="LiveId" clId="{AF2F637F-D4D8-4F95-A428-6D3AB2C280BB}" dt="2023-12-09T01:50:50.256" v="176"/>
        <pc:sldMkLst>
          <pc:docMk/>
          <pc:sldMk cId="643231436" sldId="308"/>
        </pc:sldMkLst>
        <pc:grpChg chg="mod">
          <ac:chgData name="junpeng he" userId="51e7bc25f46b8d94" providerId="LiveId" clId="{AF2F637F-D4D8-4F95-A428-6D3AB2C280BB}" dt="2023-12-09T01:50:50.256" v="176"/>
          <ac:grpSpMkLst>
            <pc:docMk/>
            <pc:sldMk cId="643231436" sldId="308"/>
            <ac:grpSpMk id="7" creationId="{B0E5CA26-AC09-8993-0AF8-B743699D4313}"/>
          </ac:grpSpMkLst>
        </pc:grpChg>
        <pc:inkChg chg="add del">
          <ac:chgData name="junpeng he" userId="51e7bc25f46b8d94" providerId="LiveId" clId="{AF2F637F-D4D8-4F95-A428-6D3AB2C280BB}" dt="2023-12-09T01:50:13.429" v="171" actId="9405"/>
          <ac:inkMkLst>
            <pc:docMk/>
            <pc:sldMk cId="643231436" sldId="308"/>
            <ac:inkMk id="3" creationId="{321BAFC3-3A40-099D-4CC2-F342F1089487}"/>
          </ac:inkMkLst>
        </pc:inkChg>
        <pc:inkChg chg="add del">
          <ac:chgData name="junpeng he" userId="51e7bc25f46b8d94" providerId="LiveId" clId="{AF2F637F-D4D8-4F95-A428-6D3AB2C280BB}" dt="2023-12-09T01:50:25.312" v="173" actId="9405"/>
          <ac:inkMkLst>
            <pc:docMk/>
            <pc:sldMk cId="643231436" sldId="308"/>
            <ac:inkMk id="4" creationId="{928CB7E9-FAEE-A377-10E8-B348C813FBD7}"/>
          </ac:inkMkLst>
        </pc:inkChg>
        <pc:inkChg chg="add mod">
          <ac:chgData name="junpeng he" userId="51e7bc25f46b8d94" providerId="LiveId" clId="{AF2F637F-D4D8-4F95-A428-6D3AB2C280BB}" dt="2023-12-09T01:50:50.256" v="176"/>
          <ac:inkMkLst>
            <pc:docMk/>
            <pc:sldMk cId="643231436" sldId="308"/>
            <ac:inkMk id="5" creationId="{683E422A-4650-CAE7-8BE3-2A4DAA224EBF}"/>
          </ac:inkMkLst>
        </pc:inkChg>
        <pc:inkChg chg="add mod">
          <ac:chgData name="junpeng he" userId="51e7bc25f46b8d94" providerId="LiveId" clId="{AF2F637F-D4D8-4F95-A428-6D3AB2C280BB}" dt="2023-12-09T01:50:50.256" v="176"/>
          <ac:inkMkLst>
            <pc:docMk/>
            <pc:sldMk cId="643231436" sldId="308"/>
            <ac:inkMk id="6" creationId="{4B3C0858-BB50-1D06-C805-6CB2040A19BF}"/>
          </ac:inkMkLst>
        </pc:inkChg>
      </pc:sldChg>
      <pc:sldChg chg="addSp mod">
        <pc:chgData name="junpeng he" userId="51e7bc25f46b8d94" providerId="LiveId" clId="{AF2F637F-D4D8-4F95-A428-6D3AB2C280BB}" dt="2023-12-09T01:52:14.789" v="177" actId="9405"/>
        <pc:sldMkLst>
          <pc:docMk/>
          <pc:sldMk cId="2796872611" sldId="309"/>
        </pc:sldMkLst>
        <pc:inkChg chg="add">
          <ac:chgData name="junpeng he" userId="51e7bc25f46b8d94" providerId="LiveId" clId="{AF2F637F-D4D8-4F95-A428-6D3AB2C280BB}" dt="2023-12-09T01:52:14.789" v="177" actId="9405"/>
          <ac:inkMkLst>
            <pc:docMk/>
            <pc:sldMk cId="2796872611" sldId="309"/>
            <ac:inkMk id="5" creationId="{7CBE729E-0DBB-7D5B-642F-6262AB276A8C}"/>
          </ac:inkMkLst>
        </pc:inkChg>
      </pc:sldChg>
      <pc:sldChg chg="addSp mod">
        <pc:chgData name="junpeng he" userId="51e7bc25f46b8d94" providerId="LiveId" clId="{AF2F637F-D4D8-4F95-A428-6D3AB2C280BB}" dt="2023-12-09T01:52:31.885" v="178" actId="9405"/>
        <pc:sldMkLst>
          <pc:docMk/>
          <pc:sldMk cId="14153585" sldId="310"/>
        </pc:sldMkLst>
        <pc:inkChg chg="add">
          <ac:chgData name="junpeng he" userId="51e7bc25f46b8d94" providerId="LiveId" clId="{AF2F637F-D4D8-4F95-A428-6D3AB2C280BB}" dt="2023-12-09T01:52:31.885" v="178" actId="9405"/>
          <ac:inkMkLst>
            <pc:docMk/>
            <pc:sldMk cId="14153585" sldId="310"/>
            <ac:inkMk id="4" creationId="{694CB43C-CEEF-7369-EC0E-F1149AFCE7EE}"/>
          </ac:inkMkLst>
        </pc:inkChg>
      </pc:sldChg>
      <pc:sldChg chg="addSp delSp modSp mod">
        <pc:chgData name="junpeng he" userId="51e7bc25f46b8d94" providerId="LiveId" clId="{AF2F637F-D4D8-4F95-A428-6D3AB2C280BB}" dt="2023-12-09T01:53:02.484" v="187"/>
        <pc:sldMkLst>
          <pc:docMk/>
          <pc:sldMk cId="1110571781" sldId="311"/>
        </pc:sldMkLst>
        <pc:grpChg chg="mod">
          <ac:chgData name="junpeng he" userId="51e7bc25f46b8d94" providerId="LiveId" clId="{AF2F637F-D4D8-4F95-A428-6D3AB2C280BB}" dt="2023-12-09T01:53:02.484" v="187"/>
          <ac:grpSpMkLst>
            <pc:docMk/>
            <pc:sldMk cId="1110571781" sldId="311"/>
            <ac:grpSpMk id="10" creationId="{B7202F20-103E-03E5-4B85-0AE27139DBCB}"/>
          </ac:grpSpMkLst>
        </pc:grpChg>
        <pc:inkChg chg="add">
          <ac:chgData name="junpeng he" userId="51e7bc25f46b8d94" providerId="LiveId" clId="{AF2F637F-D4D8-4F95-A428-6D3AB2C280BB}" dt="2023-12-09T01:52:48.728" v="179" actId="9405"/>
          <ac:inkMkLst>
            <pc:docMk/>
            <pc:sldMk cId="1110571781" sldId="311"/>
            <ac:inkMk id="3" creationId="{9E72DEC0-00E1-5227-B5BF-8695CD54E676}"/>
          </ac:inkMkLst>
        </pc:inkChg>
        <pc:inkChg chg="add">
          <ac:chgData name="junpeng he" userId="51e7bc25f46b8d94" providerId="LiveId" clId="{AF2F637F-D4D8-4F95-A428-6D3AB2C280BB}" dt="2023-12-09T01:52:53.111" v="180" actId="9405"/>
          <ac:inkMkLst>
            <pc:docMk/>
            <pc:sldMk cId="1110571781" sldId="311"/>
            <ac:inkMk id="4" creationId="{B4D72315-6BE4-E119-44DD-018B3BE8A3D9}"/>
          </ac:inkMkLst>
        </pc:inkChg>
        <pc:inkChg chg="add del">
          <ac:chgData name="junpeng he" userId="51e7bc25f46b8d94" providerId="LiveId" clId="{AF2F637F-D4D8-4F95-A428-6D3AB2C280BB}" dt="2023-12-09T01:52:56.590" v="182" actId="9405"/>
          <ac:inkMkLst>
            <pc:docMk/>
            <pc:sldMk cId="1110571781" sldId="311"/>
            <ac:inkMk id="5" creationId="{4EF11998-C920-B9EF-13AD-50EB59FB4E1D}"/>
          </ac:inkMkLst>
        </pc:inkChg>
        <pc:inkChg chg="add">
          <ac:chgData name="junpeng he" userId="51e7bc25f46b8d94" providerId="LiveId" clId="{AF2F637F-D4D8-4F95-A428-6D3AB2C280BB}" dt="2023-12-09T01:52:57.356" v="183" actId="9405"/>
          <ac:inkMkLst>
            <pc:docMk/>
            <pc:sldMk cId="1110571781" sldId="311"/>
            <ac:inkMk id="6" creationId="{0F055BBC-EC09-FD8D-2DBE-9CC98A90031A}"/>
          </ac:inkMkLst>
        </pc:inkChg>
        <pc:inkChg chg="add">
          <ac:chgData name="junpeng he" userId="51e7bc25f46b8d94" providerId="LiveId" clId="{AF2F637F-D4D8-4F95-A428-6D3AB2C280BB}" dt="2023-12-09T01:52:58.802" v="184" actId="9405"/>
          <ac:inkMkLst>
            <pc:docMk/>
            <pc:sldMk cId="1110571781" sldId="311"/>
            <ac:inkMk id="7" creationId="{511F24AD-F7D9-B181-90AF-5F0EB526080A}"/>
          </ac:inkMkLst>
        </pc:inkChg>
        <pc:inkChg chg="add mod">
          <ac:chgData name="junpeng he" userId="51e7bc25f46b8d94" providerId="LiveId" clId="{AF2F637F-D4D8-4F95-A428-6D3AB2C280BB}" dt="2023-12-09T01:53:02.484" v="187"/>
          <ac:inkMkLst>
            <pc:docMk/>
            <pc:sldMk cId="1110571781" sldId="311"/>
            <ac:inkMk id="8" creationId="{DDC9AB74-3999-835B-D471-89719673D3D8}"/>
          </ac:inkMkLst>
        </pc:inkChg>
        <pc:inkChg chg="add mod">
          <ac:chgData name="junpeng he" userId="51e7bc25f46b8d94" providerId="LiveId" clId="{AF2F637F-D4D8-4F95-A428-6D3AB2C280BB}" dt="2023-12-09T01:53:02.484" v="187"/>
          <ac:inkMkLst>
            <pc:docMk/>
            <pc:sldMk cId="1110571781" sldId="311"/>
            <ac:inkMk id="9" creationId="{23BD7C0C-1887-9281-17AC-B888672CCC07}"/>
          </ac:inkMkLst>
        </pc:inkChg>
      </pc:sldChg>
      <pc:sldChg chg="addSp modSp mod">
        <pc:chgData name="junpeng he" userId="51e7bc25f46b8d94" providerId="LiveId" clId="{AF2F637F-D4D8-4F95-A428-6D3AB2C280BB}" dt="2023-12-09T01:55:41.204" v="204" actId="9405"/>
        <pc:sldMkLst>
          <pc:docMk/>
          <pc:sldMk cId="1083068674" sldId="312"/>
        </pc:sldMkLst>
        <pc:grpChg chg="mod">
          <ac:chgData name="junpeng he" userId="51e7bc25f46b8d94" providerId="LiveId" clId="{AF2F637F-D4D8-4F95-A428-6D3AB2C280BB}" dt="2023-12-09T01:55:39.344" v="203"/>
          <ac:grpSpMkLst>
            <pc:docMk/>
            <pc:sldMk cId="1083068674" sldId="312"/>
            <ac:grpSpMk id="5" creationId="{70AC3327-CB3F-F44B-9341-24A8691B3088}"/>
          </ac:grpSpMkLst>
        </pc:grpChg>
        <pc:inkChg chg="add mod">
          <ac:chgData name="junpeng he" userId="51e7bc25f46b8d94" providerId="LiveId" clId="{AF2F637F-D4D8-4F95-A428-6D3AB2C280BB}" dt="2023-12-09T01:55:39.344" v="203"/>
          <ac:inkMkLst>
            <pc:docMk/>
            <pc:sldMk cId="1083068674" sldId="312"/>
            <ac:inkMk id="3" creationId="{FEF9739E-2CD6-E0FC-BA31-0B4DFEDA1196}"/>
          </ac:inkMkLst>
        </pc:inkChg>
        <pc:inkChg chg="add mod">
          <ac:chgData name="junpeng he" userId="51e7bc25f46b8d94" providerId="LiveId" clId="{AF2F637F-D4D8-4F95-A428-6D3AB2C280BB}" dt="2023-12-09T01:55:39.344" v="203"/>
          <ac:inkMkLst>
            <pc:docMk/>
            <pc:sldMk cId="1083068674" sldId="312"/>
            <ac:inkMk id="4" creationId="{1834EDE2-FF30-A488-F459-9815B35A4A62}"/>
          </ac:inkMkLst>
        </pc:inkChg>
        <pc:inkChg chg="add">
          <ac:chgData name="junpeng he" userId="51e7bc25f46b8d94" providerId="LiveId" clId="{AF2F637F-D4D8-4F95-A428-6D3AB2C280BB}" dt="2023-12-09T01:55:41.204" v="204" actId="9405"/>
          <ac:inkMkLst>
            <pc:docMk/>
            <pc:sldMk cId="1083068674" sldId="312"/>
            <ac:inkMk id="6" creationId="{BCD05812-100B-63BF-A15F-E9AA274A5F6F}"/>
          </ac:inkMkLst>
        </pc:inkChg>
      </pc:sldChg>
      <pc:sldChg chg="addSp modSp mod">
        <pc:chgData name="junpeng he" userId="51e7bc25f46b8d94" providerId="LiveId" clId="{AF2F637F-D4D8-4F95-A428-6D3AB2C280BB}" dt="2023-12-09T01:56:44.255" v="210" actId="9405"/>
        <pc:sldMkLst>
          <pc:docMk/>
          <pc:sldMk cId="415192847" sldId="315"/>
        </pc:sldMkLst>
        <pc:grpChg chg="mod">
          <ac:chgData name="junpeng he" userId="51e7bc25f46b8d94" providerId="LiveId" clId="{AF2F637F-D4D8-4F95-A428-6D3AB2C280BB}" dt="2023-12-09T01:56:32.071" v="209"/>
          <ac:grpSpMkLst>
            <pc:docMk/>
            <pc:sldMk cId="415192847" sldId="315"/>
            <ac:grpSpMk id="7" creationId="{2F15CAC0-5E0D-EA81-3746-8F7FF654DF52}"/>
          </ac:grpSpMkLst>
        </pc:grpChg>
        <pc:inkChg chg="add">
          <ac:chgData name="junpeng he" userId="51e7bc25f46b8d94" providerId="LiveId" clId="{AF2F637F-D4D8-4F95-A428-6D3AB2C280BB}" dt="2023-12-09T01:56:16.347" v="205" actId="9405"/>
          <ac:inkMkLst>
            <pc:docMk/>
            <pc:sldMk cId="415192847" sldId="315"/>
            <ac:inkMk id="3" creationId="{EA31C55D-60B7-0C54-A0D4-87324669837D}"/>
          </ac:inkMkLst>
        </pc:inkChg>
        <pc:inkChg chg="add">
          <ac:chgData name="junpeng he" userId="51e7bc25f46b8d94" providerId="LiveId" clId="{AF2F637F-D4D8-4F95-A428-6D3AB2C280BB}" dt="2023-12-09T01:56:27.127" v="206" actId="9405"/>
          <ac:inkMkLst>
            <pc:docMk/>
            <pc:sldMk cId="415192847" sldId="315"/>
            <ac:inkMk id="4" creationId="{84B6770F-6528-C8C2-7972-D905C3683859}"/>
          </ac:inkMkLst>
        </pc:inkChg>
        <pc:inkChg chg="add mod">
          <ac:chgData name="junpeng he" userId="51e7bc25f46b8d94" providerId="LiveId" clId="{AF2F637F-D4D8-4F95-A428-6D3AB2C280BB}" dt="2023-12-09T01:56:32.071" v="209"/>
          <ac:inkMkLst>
            <pc:docMk/>
            <pc:sldMk cId="415192847" sldId="315"/>
            <ac:inkMk id="5" creationId="{8863FCF0-9327-88D5-1BED-1EDD397E6FA9}"/>
          </ac:inkMkLst>
        </pc:inkChg>
        <pc:inkChg chg="add mod">
          <ac:chgData name="junpeng he" userId="51e7bc25f46b8d94" providerId="LiveId" clId="{AF2F637F-D4D8-4F95-A428-6D3AB2C280BB}" dt="2023-12-09T01:56:32.071" v="209"/>
          <ac:inkMkLst>
            <pc:docMk/>
            <pc:sldMk cId="415192847" sldId="315"/>
            <ac:inkMk id="6" creationId="{34979A43-E9A1-396A-6E20-71765503DFB7}"/>
          </ac:inkMkLst>
        </pc:inkChg>
        <pc:inkChg chg="add">
          <ac:chgData name="junpeng he" userId="51e7bc25f46b8d94" providerId="LiveId" clId="{AF2F637F-D4D8-4F95-A428-6D3AB2C280BB}" dt="2023-12-09T01:56:44.255" v="210" actId="9405"/>
          <ac:inkMkLst>
            <pc:docMk/>
            <pc:sldMk cId="415192847" sldId="315"/>
            <ac:inkMk id="8" creationId="{ECC5ACA5-A5E3-DB0A-85DD-2968D07A87D0}"/>
          </ac:inkMkLst>
        </pc:inkChg>
      </pc:sldChg>
      <pc:sldChg chg="addSp delSp modSp mod">
        <pc:chgData name="junpeng he" userId="51e7bc25f46b8d94" providerId="LiveId" clId="{AF2F637F-D4D8-4F95-A428-6D3AB2C280BB}" dt="2023-12-09T01:59:43.662" v="277"/>
        <pc:sldMkLst>
          <pc:docMk/>
          <pc:sldMk cId="2694156060" sldId="316"/>
        </pc:sldMkLst>
        <pc:grpChg chg="mod">
          <ac:chgData name="junpeng he" userId="51e7bc25f46b8d94" providerId="LiveId" clId="{AF2F637F-D4D8-4F95-A428-6D3AB2C280BB}" dt="2023-12-09T01:57:18.253" v="219"/>
          <ac:grpSpMkLst>
            <pc:docMk/>
            <pc:sldMk cId="2694156060" sldId="316"/>
            <ac:grpSpMk id="9" creationId="{67DBD0EC-F0AC-93A2-E503-F3307343FF7C}"/>
          </ac:grpSpMkLst>
        </pc:grpChg>
        <pc:grpChg chg="del mod">
          <ac:chgData name="junpeng he" userId="51e7bc25f46b8d94" providerId="LiveId" clId="{AF2F637F-D4D8-4F95-A428-6D3AB2C280BB}" dt="2023-12-09T01:57:27.667" v="228"/>
          <ac:grpSpMkLst>
            <pc:docMk/>
            <pc:sldMk cId="2694156060" sldId="316"/>
            <ac:grpSpMk id="14" creationId="{72A66AD8-D49C-BEEF-567B-FCAE8784638E}"/>
          </ac:grpSpMkLst>
        </pc:grpChg>
        <pc:grpChg chg="mod">
          <ac:chgData name="junpeng he" userId="51e7bc25f46b8d94" providerId="LiveId" clId="{AF2F637F-D4D8-4F95-A428-6D3AB2C280BB}" dt="2023-12-09T01:57:27.667" v="228"/>
          <ac:grpSpMkLst>
            <pc:docMk/>
            <pc:sldMk cId="2694156060" sldId="316"/>
            <ac:grpSpMk id="17" creationId="{3AB90253-89D5-A4EF-D331-C3B087DAE3E3}"/>
          </ac:grpSpMkLst>
        </pc:grpChg>
        <pc:grpChg chg="mod">
          <ac:chgData name="junpeng he" userId="51e7bc25f46b8d94" providerId="LiveId" clId="{AF2F637F-D4D8-4F95-A428-6D3AB2C280BB}" dt="2023-12-09T01:57:42.366" v="232"/>
          <ac:grpSpMkLst>
            <pc:docMk/>
            <pc:sldMk cId="2694156060" sldId="316"/>
            <ac:grpSpMk id="21" creationId="{CA1F3FE5-575D-6BED-06FD-246320037308}"/>
          </ac:grpSpMkLst>
        </pc:grpChg>
        <pc:grpChg chg="del mod">
          <ac:chgData name="junpeng he" userId="51e7bc25f46b8d94" providerId="LiveId" clId="{AF2F637F-D4D8-4F95-A428-6D3AB2C280BB}" dt="2023-12-09T01:59:35.452" v="270"/>
          <ac:grpSpMkLst>
            <pc:docMk/>
            <pc:sldMk cId="2694156060" sldId="316"/>
            <ac:grpSpMk id="44" creationId="{41F732E6-9FB6-58B6-4F94-E3192D7CCCB0}"/>
          </ac:grpSpMkLst>
        </pc:grpChg>
        <pc:grpChg chg="del mod">
          <ac:chgData name="junpeng he" userId="51e7bc25f46b8d94" providerId="LiveId" clId="{AF2F637F-D4D8-4F95-A428-6D3AB2C280BB}" dt="2023-12-09T01:59:03.685" v="252"/>
          <ac:grpSpMkLst>
            <pc:docMk/>
            <pc:sldMk cId="2694156060" sldId="316"/>
            <ac:grpSpMk id="51" creationId="{1C05E08C-F415-3355-DA2D-BD0A9BC73D28}"/>
          </ac:grpSpMkLst>
        </pc:grpChg>
        <pc:grpChg chg="del mod">
          <ac:chgData name="junpeng he" userId="51e7bc25f46b8d94" providerId="LiveId" clId="{AF2F637F-D4D8-4F95-A428-6D3AB2C280BB}" dt="2023-12-09T01:59:22.634" v="262"/>
          <ac:grpSpMkLst>
            <pc:docMk/>
            <pc:sldMk cId="2694156060" sldId="316"/>
            <ac:grpSpMk id="53" creationId="{BAC4880B-79D0-2045-DEC9-6B51E83C9D13}"/>
          </ac:grpSpMkLst>
        </pc:grpChg>
        <pc:grpChg chg="del mod">
          <ac:chgData name="junpeng he" userId="51e7bc25f46b8d94" providerId="LiveId" clId="{AF2F637F-D4D8-4F95-A428-6D3AB2C280BB}" dt="2023-12-09T01:59:22.634" v="262"/>
          <ac:grpSpMkLst>
            <pc:docMk/>
            <pc:sldMk cId="2694156060" sldId="316"/>
            <ac:grpSpMk id="58" creationId="{E540F1E7-1154-01D9-410C-62B82696FF3E}"/>
          </ac:grpSpMkLst>
        </pc:grpChg>
        <pc:grpChg chg="del mod">
          <ac:chgData name="junpeng he" userId="51e7bc25f46b8d94" providerId="LiveId" clId="{AF2F637F-D4D8-4F95-A428-6D3AB2C280BB}" dt="2023-12-09T01:59:35.452" v="270"/>
          <ac:grpSpMkLst>
            <pc:docMk/>
            <pc:sldMk cId="2694156060" sldId="316"/>
            <ac:grpSpMk id="63" creationId="{9D7D045F-B3C0-20A9-ACEA-D2396D6A5A3D}"/>
          </ac:grpSpMkLst>
        </pc:grpChg>
        <pc:grpChg chg="del mod">
          <ac:chgData name="junpeng he" userId="51e7bc25f46b8d94" providerId="LiveId" clId="{AF2F637F-D4D8-4F95-A428-6D3AB2C280BB}" dt="2023-12-09T01:59:35.452" v="270"/>
          <ac:grpSpMkLst>
            <pc:docMk/>
            <pc:sldMk cId="2694156060" sldId="316"/>
            <ac:grpSpMk id="64" creationId="{342D55C2-51D8-3EDE-2041-B6C9E8D31A4C}"/>
          </ac:grpSpMkLst>
        </pc:grpChg>
        <pc:grpChg chg="del mod">
          <ac:chgData name="junpeng he" userId="51e7bc25f46b8d94" providerId="LiveId" clId="{AF2F637F-D4D8-4F95-A428-6D3AB2C280BB}" dt="2023-12-09T01:59:35.452" v="270"/>
          <ac:grpSpMkLst>
            <pc:docMk/>
            <pc:sldMk cId="2694156060" sldId="316"/>
            <ac:grpSpMk id="70" creationId="{0773E764-A4DA-4AA2-DC60-666C601C48F7}"/>
          </ac:grpSpMkLst>
        </pc:grpChg>
        <pc:grpChg chg="del mod">
          <ac:chgData name="junpeng he" userId="51e7bc25f46b8d94" providerId="LiveId" clId="{AF2F637F-D4D8-4F95-A428-6D3AB2C280BB}" dt="2023-12-09T01:59:35.452" v="270"/>
          <ac:grpSpMkLst>
            <pc:docMk/>
            <pc:sldMk cId="2694156060" sldId="316"/>
            <ac:grpSpMk id="71" creationId="{3AC933B6-0998-212A-A237-C84E34D5DCC8}"/>
          </ac:grpSpMkLst>
        </pc:grpChg>
        <pc:grpChg chg="mod">
          <ac:chgData name="junpeng he" userId="51e7bc25f46b8d94" providerId="LiveId" clId="{AF2F637F-D4D8-4F95-A428-6D3AB2C280BB}" dt="2023-12-09T01:59:35.452" v="270"/>
          <ac:grpSpMkLst>
            <pc:docMk/>
            <pc:sldMk cId="2694156060" sldId="316"/>
            <ac:grpSpMk id="73" creationId="{19770086-5FC6-31EF-77FC-0F00C2CD0A0C}"/>
          </ac:grpSpMkLst>
        </pc:grpChg>
        <pc:grpChg chg="mod">
          <ac:chgData name="junpeng he" userId="51e7bc25f46b8d94" providerId="LiveId" clId="{AF2F637F-D4D8-4F95-A428-6D3AB2C280BB}" dt="2023-12-09T01:59:43.662" v="277"/>
          <ac:grpSpMkLst>
            <pc:docMk/>
            <pc:sldMk cId="2694156060" sldId="316"/>
            <ac:grpSpMk id="80" creationId="{DBEFF626-7209-3481-89AA-A039599366ED}"/>
          </ac:grpSpMkLst>
        </pc:grpChg>
        <pc:inkChg chg="add">
          <ac:chgData name="junpeng he" userId="51e7bc25f46b8d94" providerId="LiveId" clId="{AF2F637F-D4D8-4F95-A428-6D3AB2C280BB}" dt="2023-12-09T01:57:00.533" v="211" actId="9405"/>
          <ac:inkMkLst>
            <pc:docMk/>
            <pc:sldMk cId="2694156060" sldId="316"/>
            <ac:inkMk id="3" creationId="{89B4589D-A96A-BA2B-6F01-3855068D55C5}"/>
          </ac:inkMkLst>
        </pc:inkChg>
        <pc:inkChg chg="add">
          <ac:chgData name="junpeng he" userId="51e7bc25f46b8d94" providerId="LiveId" clId="{AF2F637F-D4D8-4F95-A428-6D3AB2C280BB}" dt="2023-12-09T01:57:03.133" v="212" actId="9405"/>
          <ac:inkMkLst>
            <pc:docMk/>
            <pc:sldMk cId="2694156060" sldId="316"/>
            <ac:inkMk id="4" creationId="{06A2C07B-C73A-424A-C7AD-ED3135B50773}"/>
          </ac:inkMkLst>
        </pc:inkChg>
        <pc:inkChg chg="add">
          <ac:chgData name="junpeng he" userId="51e7bc25f46b8d94" providerId="LiveId" clId="{AF2F637F-D4D8-4F95-A428-6D3AB2C280BB}" dt="2023-12-09T01:57:11.591" v="213" actId="9405"/>
          <ac:inkMkLst>
            <pc:docMk/>
            <pc:sldMk cId="2694156060" sldId="316"/>
            <ac:inkMk id="5" creationId="{C90D1174-5A7F-167C-7312-163A2013A9D8}"/>
          </ac:inkMkLst>
        </pc:inkChg>
        <pc:inkChg chg="add">
          <ac:chgData name="junpeng he" userId="51e7bc25f46b8d94" providerId="LiveId" clId="{AF2F637F-D4D8-4F95-A428-6D3AB2C280BB}" dt="2023-12-09T01:57:13.123" v="214" actId="9405"/>
          <ac:inkMkLst>
            <pc:docMk/>
            <pc:sldMk cId="2694156060" sldId="316"/>
            <ac:inkMk id="6" creationId="{B1E55C93-7A4F-B7F4-FD52-646F8FD85D0F}"/>
          </ac:inkMkLst>
        </pc:inkChg>
        <pc:inkChg chg="add del mod">
          <ac:chgData name="junpeng he" userId="51e7bc25f46b8d94" providerId="LiveId" clId="{AF2F637F-D4D8-4F95-A428-6D3AB2C280BB}" dt="2023-12-09T01:57:18.596" v="220" actId="9405"/>
          <ac:inkMkLst>
            <pc:docMk/>
            <pc:sldMk cId="2694156060" sldId="316"/>
            <ac:inkMk id="7" creationId="{B9DCD1C7-A512-472D-676B-D43231F704BB}"/>
          </ac:inkMkLst>
        </pc:inkChg>
        <pc:inkChg chg="add del mod">
          <ac:chgData name="junpeng he" userId="51e7bc25f46b8d94" providerId="LiveId" clId="{AF2F637F-D4D8-4F95-A428-6D3AB2C280BB}" dt="2023-12-09T01:57:18.253" v="219"/>
          <ac:inkMkLst>
            <pc:docMk/>
            <pc:sldMk cId="2694156060" sldId="316"/>
            <ac:inkMk id="8" creationId="{9C2699F2-CB2B-1773-254F-562879865AE3}"/>
          </ac:inkMkLst>
        </pc:inkChg>
        <pc:inkChg chg="add del">
          <ac:chgData name="junpeng he" userId="51e7bc25f46b8d94" providerId="LiveId" clId="{AF2F637F-D4D8-4F95-A428-6D3AB2C280BB}" dt="2023-12-09T01:57:20.647" v="222" actId="9405"/>
          <ac:inkMkLst>
            <pc:docMk/>
            <pc:sldMk cId="2694156060" sldId="316"/>
            <ac:inkMk id="11" creationId="{5BD9DFC5-B1C7-B4E9-486E-F8A73F9D7F91}"/>
          </ac:inkMkLst>
        </pc:inkChg>
        <pc:inkChg chg="add mod">
          <ac:chgData name="junpeng he" userId="51e7bc25f46b8d94" providerId="LiveId" clId="{AF2F637F-D4D8-4F95-A428-6D3AB2C280BB}" dt="2023-12-09T01:57:27.667" v="228"/>
          <ac:inkMkLst>
            <pc:docMk/>
            <pc:sldMk cId="2694156060" sldId="316"/>
            <ac:inkMk id="12" creationId="{E053F585-B751-CF64-0C2B-870E2D3F1100}"/>
          </ac:inkMkLst>
        </pc:inkChg>
        <pc:inkChg chg="add mod">
          <ac:chgData name="junpeng he" userId="51e7bc25f46b8d94" providerId="LiveId" clId="{AF2F637F-D4D8-4F95-A428-6D3AB2C280BB}" dt="2023-12-09T01:57:27.667" v="228"/>
          <ac:inkMkLst>
            <pc:docMk/>
            <pc:sldMk cId="2694156060" sldId="316"/>
            <ac:inkMk id="13" creationId="{246124A4-C98A-3C38-2F13-C28D3C1BAB24}"/>
          </ac:inkMkLst>
        </pc:inkChg>
        <pc:inkChg chg="add mod">
          <ac:chgData name="junpeng he" userId="51e7bc25f46b8d94" providerId="LiveId" clId="{AF2F637F-D4D8-4F95-A428-6D3AB2C280BB}" dt="2023-12-09T01:57:27.667" v="228"/>
          <ac:inkMkLst>
            <pc:docMk/>
            <pc:sldMk cId="2694156060" sldId="316"/>
            <ac:inkMk id="15" creationId="{F5A9C3F4-854F-DBEF-1B81-613DFAB95F41}"/>
          </ac:inkMkLst>
        </pc:inkChg>
        <pc:inkChg chg="add mod">
          <ac:chgData name="junpeng he" userId="51e7bc25f46b8d94" providerId="LiveId" clId="{AF2F637F-D4D8-4F95-A428-6D3AB2C280BB}" dt="2023-12-09T01:57:27.667" v="228"/>
          <ac:inkMkLst>
            <pc:docMk/>
            <pc:sldMk cId="2694156060" sldId="316"/>
            <ac:inkMk id="16" creationId="{9C6776CD-1C27-AA14-12F6-068B856647F7}"/>
          </ac:inkMkLst>
        </pc:inkChg>
        <pc:inkChg chg="add mod">
          <ac:chgData name="junpeng he" userId="51e7bc25f46b8d94" providerId="LiveId" clId="{AF2F637F-D4D8-4F95-A428-6D3AB2C280BB}" dt="2023-12-09T01:57:42.366" v="232"/>
          <ac:inkMkLst>
            <pc:docMk/>
            <pc:sldMk cId="2694156060" sldId="316"/>
            <ac:inkMk id="18" creationId="{45F96018-5989-6262-BB5C-67353FAE8A52}"/>
          </ac:inkMkLst>
        </pc:inkChg>
        <pc:inkChg chg="add mod">
          <ac:chgData name="junpeng he" userId="51e7bc25f46b8d94" providerId="LiveId" clId="{AF2F637F-D4D8-4F95-A428-6D3AB2C280BB}" dt="2023-12-09T01:57:42.366" v="232"/>
          <ac:inkMkLst>
            <pc:docMk/>
            <pc:sldMk cId="2694156060" sldId="316"/>
            <ac:inkMk id="19" creationId="{36D3D082-A699-4576-BB01-549985C6AE3C}"/>
          </ac:inkMkLst>
        </pc:inkChg>
        <pc:inkChg chg="add mod">
          <ac:chgData name="junpeng he" userId="51e7bc25f46b8d94" providerId="LiveId" clId="{AF2F637F-D4D8-4F95-A428-6D3AB2C280BB}" dt="2023-12-09T01:57:42.366" v="232"/>
          <ac:inkMkLst>
            <pc:docMk/>
            <pc:sldMk cId="2694156060" sldId="316"/>
            <ac:inkMk id="20" creationId="{5EF09F97-3BCB-0EC4-ACD2-14C2184CF2D7}"/>
          </ac:inkMkLst>
        </pc:inkChg>
        <pc:inkChg chg="add">
          <ac:chgData name="junpeng he" userId="51e7bc25f46b8d94" providerId="LiveId" clId="{AF2F637F-D4D8-4F95-A428-6D3AB2C280BB}" dt="2023-12-09T01:58:45.793" v="233" actId="9405"/>
          <ac:inkMkLst>
            <pc:docMk/>
            <pc:sldMk cId="2694156060" sldId="316"/>
            <ac:inkMk id="22" creationId="{34F4F2F5-78AA-1C91-6489-412307214CB0}"/>
          </ac:inkMkLst>
        </pc:inkChg>
        <pc:inkChg chg="add mod">
          <ac:chgData name="junpeng he" userId="51e7bc25f46b8d94" providerId="LiveId" clId="{AF2F637F-D4D8-4F95-A428-6D3AB2C280BB}" dt="2023-12-09T01:59:35.452" v="270"/>
          <ac:inkMkLst>
            <pc:docMk/>
            <pc:sldMk cId="2694156060" sldId="316"/>
            <ac:inkMk id="23" creationId="{3F769751-0BC3-3800-EA49-FE5811920CF4}"/>
          </ac:inkMkLst>
        </pc:inkChg>
        <pc:inkChg chg="add mod">
          <ac:chgData name="junpeng he" userId="51e7bc25f46b8d94" providerId="LiveId" clId="{AF2F637F-D4D8-4F95-A428-6D3AB2C280BB}" dt="2023-12-09T01:59:35.452" v="270"/>
          <ac:inkMkLst>
            <pc:docMk/>
            <pc:sldMk cId="2694156060" sldId="316"/>
            <ac:inkMk id="24" creationId="{C0CFFC45-9F56-C1E4-447D-6E42499ED014}"/>
          </ac:inkMkLst>
        </pc:inkChg>
        <pc:inkChg chg="add mod">
          <ac:chgData name="junpeng he" userId="51e7bc25f46b8d94" providerId="LiveId" clId="{AF2F637F-D4D8-4F95-A428-6D3AB2C280BB}" dt="2023-12-09T01:59:35.452" v="270"/>
          <ac:inkMkLst>
            <pc:docMk/>
            <pc:sldMk cId="2694156060" sldId="316"/>
            <ac:inkMk id="25" creationId="{EB1D96FC-482A-7B4F-0E44-C8672D9DF3E8}"/>
          </ac:inkMkLst>
        </pc:inkChg>
        <pc:inkChg chg="add mod">
          <ac:chgData name="junpeng he" userId="51e7bc25f46b8d94" providerId="LiveId" clId="{AF2F637F-D4D8-4F95-A428-6D3AB2C280BB}" dt="2023-12-09T01:59:35.452" v="270"/>
          <ac:inkMkLst>
            <pc:docMk/>
            <pc:sldMk cId="2694156060" sldId="316"/>
            <ac:inkMk id="26" creationId="{AA770057-FF6E-7BF3-9BAD-E2BC798648A5}"/>
          </ac:inkMkLst>
        </pc:inkChg>
        <pc:inkChg chg="add mod">
          <ac:chgData name="junpeng he" userId="51e7bc25f46b8d94" providerId="LiveId" clId="{AF2F637F-D4D8-4F95-A428-6D3AB2C280BB}" dt="2023-12-09T01:59:35.452" v="270"/>
          <ac:inkMkLst>
            <pc:docMk/>
            <pc:sldMk cId="2694156060" sldId="316"/>
            <ac:inkMk id="37" creationId="{E617641B-28FD-EE97-461D-381715D088D4}"/>
          </ac:inkMkLst>
        </pc:inkChg>
        <pc:inkChg chg="add mod">
          <ac:chgData name="junpeng he" userId="51e7bc25f46b8d94" providerId="LiveId" clId="{AF2F637F-D4D8-4F95-A428-6D3AB2C280BB}" dt="2023-12-09T01:59:35.452" v="270"/>
          <ac:inkMkLst>
            <pc:docMk/>
            <pc:sldMk cId="2694156060" sldId="316"/>
            <ac:inkMk id="40" creationId="{4E872678-E0A1-DAC2-F50E-C3E7097B3E48}"/>
          </ac:inkMkLst>
        </pc:inkChg>
        <pc:inkChg chg="add mod">
          <ac:chgData name="junpeng he" userId="51e7bc25f46b8d94" providerId="LiveId" clId="{AF2F637F-D4D8-4F95-A428-6D3AB2C280BB}" dt="2023-12-09T01:59:35.452" v="270"/>
          <ac:inkMkLst>
            <pc:docMk/>
            <pc:sldMk cId="2694156060" sldId="316"/>
            <ac:inkMk id="41" creationId="{B9465C17-355F-0032-8E6B-6487FE47239D}"/>
          </ac:inkMkLst>
        </pc:inkChg>
        <pc:inkChg chg="add mod">
          <ac:chgData name="junpeng he" userId="51e7bc25f46b8d94" providerId="LiveId" clId="{AF2F637F-D4D8-4F95-A428-6D3AB2C280BB}" dt="2023-12-09T01:59:35.452" v="270"/>
          <ac:inkMkLst>
            <pc:docMk/>
            <pc:sldMk cId="2694156060" sldId="316"/>
            <ac:inkMk id="42" creationId="{E77481C1-7054-C4EB-9C91-BA9BF07F2D30}"/>
          </ac:inkMkLst>
        </pc:inkChg>
        <pc:inkChg chg="add mod">
          <ac:chgData name="junpeng he" userId="51e7bc25f46b8d94" providerId="LiveId" clId="{AF2F637F-D4D8-4F95-A428-6D3AB2C280BB}" dt="2023-12-09T01:59:35.452" v="270"/>
          <ac:inkMkLst>
            <pc:docMk/>
            <pc:sldMk cId="2694156060" sldId="316"/>
            <ac:inkMk id="43" creationId="{41B89DE1-5521-B244-EA1F-89EC60695067}"/>
          </ac:inkMkLst>
        </pc:inkChg>
        <pc:inkChg chg="add mod">
          <ac:chgData name="junpeng he" userId="51e7bc25f46b8d94" providerId="LiveId" clId="{AF2F637F-D4D8-4F95-A428-6D3AB2C280BB}" dt="2023-12-09T01:59:35.452" v="270"/>
          <ac:inkMkLst>
            <pc:docMk/>
            <pc:sldMk cId="2694156060" sldId="316"/>
            <ac:inkMk id="45" creationId="{476816B5-64BF-74FE-6038-416EFE931044}"/>
          </ac:inkMkLst>
        </pc:inkChg>
        <pc:inkChg chg="add mod">
          <ac:chgData name="junpeng he" userId="51e7bc25f46b8d94" providerId="LiveId" clId="{AF2F637F-D4D8-4F95-A428-6D3AB2C280BB}" dt="2023-12-09T01:59:35.452" v="270"/>
          <ac:inkMkLst>
            <pc:docMk/>
            <pc:sldMk cId="2694156060" sldId="316"/>
            <ac:inkMk id="46" creationId="{AB7E7B64-D67F-F8A6-5652-4C1492328114}"/>
          </ac:inkMkLst>
        </pc:inkChg>
        <pc:inkChg chg="add mod">
          <ac:chgData name="junpeng he" userId="51e7bc25f46b8d94" providerId="LiveId" clId="{AF2F637F-D4D8-4F95-A428-6D3AB2C280BB}" dt="2023-12-09T01:59:35.452" v="270"/>
          <ac:inkMkLst>
            <pc:docMk/>
            <pc:sldMk cId="2694156060" sldId="316"/>
            <ac:inkMk id="47" creationId="{07795239-C476-7965-F142-27B79C89FD5E}"/>
          </ac:inkMkLst>
        </pc:inkChg>
        <pc:inkChg chg="add mod">
          <ac:chgData name="junpeng he" userId="51e7bc25f46b8d94" providerId="LiveId" clId="{AF2F637F-D4D8-4F95-A428-6D3AB2C280BB}" dt="2023-12-09T01:59:35.452" v="270"/>
          <ac:inkMkLst>
            <pc:docMk/>
            <pc:sldMk cId="2694156060" sldId="316"/>
            <ac:inkMk id="48" creationId="{9546CDBE-7AE5-9452-1FFE-C453E87D69C7}"/>
          </ac:inkMkLst>
        </pc:inkChg>
        <pc:inkChg chg="add mod">
          <ac:chgData name="junpeng he" userId="51e7bc25f46b8d94" providerId="LiveId" clId="{AF2F637F-D4D8-4F95-A428-6D3AB2C280BB}" dt="2023-12-09T01:59:35.452" v="270"/>
          <ac:inkMkLst>
            <pc:docMk/>
            <pc:sldMk cId="2694156060" sldId="316"/>
            <ac:inkMk id="49" creationId="{51BA0A78-ACD5-60FE-77BC-BA10638CD374}"/>
          </ac:inkMkLst>
        </pc:inkChg>
        <pc:inkChg chg="add mod">
          <ac:chgData name="junpeng he" userId="51e7bc25f46b8d94" providerId="LiveId" clId="{AF2F637F-D4D8-4F95-A428-6D3AB2C280BB}" dt="2023-12-09T01:59:35.452" v="270"/>
          <ac:inkMkLst>
            <pc:docMk/>
            <pc:sldMk cId="2694156060" sldId="316"/>
            <ac:inkMk id="50" creationId="{23D1518F-1FF1-2D81-8B75-E9DD48098267}"/>
          </ac:inkMkLst>
        </pc:inkChg>
        <pc:inkChg chg="add mod">
          <ac:chgData name="junpeng he" userId="51e7bc25f46b8d94" providerId="LiveId" clId="{AF2F637F-D4D8-4F95-A428-6D3AB2C280BB}" dt="2023-12-09T01:59:35.452" v="270"/>
          <ac:inkMkLst>
            <pc:docMk/>
            <pc:sldMk cId="2694156060" sldId="316"/>
            <ac:inkMk id="52" creationId="{C6A989B7-DF43-57AE-F054-BEC6751FED91}"/>
          </ac:inkMkLst>
        </pc:inkChg>
        <pc:inkChg chg="add mod">
          <ac:chgData name="junpeng he" userId="51e7bc25f46b8d94" providerId="LiveId" clId="{AF2F637F-D4D8-4F95-A428-6D3AB2C280BB}" dt="2023-12-09T01:59:35.452" v="270"/>
          <ac:inkMkLst>
            <pc:docMk/>
            <pc:sldMk cId="2694156060" sldId="316"/>
            <ac:inkMk id="54" creationId="{6D3EF1BC-1C5B-C5C3-5CD0-4B13D80FCCCD}"/>
          </ac:inkMkLst>
        </pc:inkChg>
        <pc:inkChg chg="add mod">
          <ac:chgData name="junpeng he" userId="51e7bc25f46b8d94" providerId="LiveId" clId="{AF2F637F-D4D8-4F95-A428-6D3AB2C280BB}" dt="2023-12-09T01:59:35.452" v="270"/>
          <ac:inkMkLst>
            <pc:docMk/>
            <pc:sldMk cId="2694156060" sldId="316"/>
            <ac:inkMk id="55" creationId="{8800327A-72CC-A6BC-9305-B4220770F527}"/>
          </ac:inkMkLst>
        </pc:inkChg>
        <pc:inkChg chg="add mod">
          <ac:chgData name="junpeng he" userId="51e7bc25f46b8d94" providerId="LiveId" clId="{AF2F637F-D4D8-4F95-A428-6D3AB2C280BB}" dt="2023-12-09T01:59:35.452" v="270"/>
          <ac:inkMkLst>
            <pc:docMk/>
            <pc:sldMk cId="2694156060" sldId="316"/>
            <ac:inkMk id="56" creationId="{788B1AE5-C572-827E-68C8-ED52DF260F36}"/>
          </ac:inkMkLst>
        </pc:inkChg>
        <pc:inkChg chg="add mod">
          <ac:chgData name="junpeng he" userId="51e7bc25f46b8d94" providerId="LiveId" clId="{AF2F637F-D4D8-4F95-A428-6D3AB2C280BB}" dt="2023-12-09T01:59:35.452" v="270"/>
          <ac:inkMkLst>
            <pc:docMk/>
            <pc:sldMk cId="2694156060" sldId="316"/>
            <ac:inkMk id="57" creationId="{BB684997-5E04-77AC-1673-048C1D98C18D}"/>
          </ac:inkMkLst>
        </pc:inkChg>
        <pc:inkChg chg="add mod">
          <ac:chgData name="junpeng he" userId="51e7bc25f46b8d94" providerId="LiveId" clId="{AF2F637F-D4D8-4F95-A428-6D3AB2C280BB}" dt="2023-12-09T01:59:35.452" v="270"/>
          <ac:inkMkLst>
            <pc:docMk/>
            <pc:sldMk cId="2694156060" sldId="316"/>
            <ac:inkMk id="59" creationId="{527D9629-0059-72E7-8141-D807C8FD1F7C}"/>
          </ac:inkMkLst>
        </pc:inkChg>
        <pc:inkChg chg="add mod">
          <ac:chgData name="junpeng he" userId="51e7bc25f46b8d94" providerId="LiveId" clId="{AF2F637F-D4D8-4F95-A428-6D3AB2C280BB}" dt="2023-12-09T01:59:35.452" v="270"/>
          <ac:inkMkLst>
            <pc:docMk/>
            <pc:sldMk cId="2694156060" sldId="316"/>
            <ac:inkMk id="60" creationId="{DE766272-DDF5-718C-C419-1E12013D68C6}"/>
          </ac:inkMkLst>
        </pc:inkChg>
        <pc:inkChg chg="add mod">
          <ac:chgData name="junpeng he" userId="51e7bc25f46b8d94" providerId="LiveId" clId="{AF2F637F-D4D8-4F95-A428-6D3AB2C280BB}" dt="2023-12-09T01:59:35.452" v="270"/>
          <ac:inkMkLst>
            <pc:docMk/>
            <pc:sldMk cId="2694156060" sldId="316"/>
            <ac:inkMk id="61" creationId="{DD08EC71-BEEC-EFD0-F1B8-B1CE8F68427D}"/>
          </ac:inkMkLst>
        </pc:inkChg>
        <pc:inkChg chg="add mod">
          <ac:chgData name="junpeng he" userId="51e7bc25f46b8d94" providerId="LiveId" clId="{AF2F637F-D4D8-4F95-A428-6D3AB2C280BB}" dt="2023-12-09T01:59:35.452" v="270"/>
          <ac:inkMkLst>
            <pc:docMk/>
            <pc:sldMk cId="2694156060" sldId="316"/>
            <ac:inkMk id="62" creationId="{E833E930-4A3F-B4D5-3448-3BC89062696A}"/>
          </ac:inkMkLst>
        </pc:inkChg>
        <pc:inkChg chg="add mod">
          <ac:chgData name="junpeng he" userId="51e7bc25f46b8d94" providerId="LiveId" clId="{AF2F637F-D4D8-4F95-A428-6D3AB2C280BB}" dt="2023-12-09T01:59:35.452" v="270"/>
          <ac:inkMkLst>
            <pc:docMk/>
            <pc:sldMk cId="2694156060" sldId="316"/>
            <ac:inkMk id="65" creationId="{A00EDB85-1511-5A3E-2CA7-C0AE9A759050}"/>
          </ac:inkMkLst>
        </pc:inkChg>
        <pc:inkChg chg="add mod">
          <ac:chgData name="junpeng he" userId="51e7bc25f46b8d94" providerId="LiveId" clId="{AF2F637F-D4D8-4F95-A428-6D3AB2C280BB}" dt="2023-12-09T01:59:35.452" v="270"/>
          <ac:inkMkLst>
            <pc:docMk/>
            <pc:sldMk cId="2694156060" sldId="316"/>
            <ac:inkMk id="66" creationId="{D078CF5E-BF3A-A3B4-123E-F9A51F97F194}"/>
          </ac:inkMkLst>
        </pc:inkChg>
        <pc:inkChg chg="add mod">
          <ac:chgData name="junpeng he" userId="51e7bc25f46b8d94" providerId="LiveId" clId="{AF2F637F-D4D8-4F95-A428-6D3AB2C280BB}" dt="2023-12-09T01:59:35.452" v="270"/>
          <ac:inkMkLst>
            <pc:docMk/>
            <pc:sldMk cId="2694156060" sldId="316"/>
            <ac:inkMk id="67" creationId="{164C5FDD-CDA3-BD1D-2673-DA5225D12D36}"/>
          </ac:inkMkLst>
        </pc:inkChg>
        <pc:inkChg chg="add mod">
          <ac:chgData name="junpeng he" userId="51e7bc25f46b8d94" providerId="LiveId" clId="{AF2F637F-D4D8-4F95-A428-6D3AB2C280BB}" dt="2023-12-09T01:59:35.452" v="270"/>
          <ac:inkMkLst>
            <pc:docMk/>
            <pc:sldMk cId="2694156060" sldId="316"/>
            <ac:inkMk id="68" creationId="{8A544247-B76F-1691-2032-C4DB73E15206}"/>
          </ac:inkMkLst>
        </pc:inkChg>
        <pc:inkChg chg="add mod">
          <ac:chgData name="junpeng he" userId="51e7bc25f46b8d94" providerId="LiveId" clId="{AF2F637F-D4D8-4F95-A428-6D3AB2C280BB}" dt="2023-12-09T01:59:35.452" v="270"/>
          <ac:inkMkLst>
            <pc:docMk/>
            <pc:sldMk cId="2694156060" sldId="316"/>
            <ac:inkMk id="69" creationId="{B1A03944-41F4-4224-6E82-3CC0293CD572}"/>
          </ac:inkMkLst>
        </pc:inkChg>
        <pc:inkChg chg="add mod">
          <ac:chgData name="junpeng he" userId="51e7bc25f46b8d94" providerId="LiveId" clId="{AF2F637F-D4D8-4F95-A428-6D3AB2C280BB}" dt="2023-12-09T01:59:35.452" v="270"/>
          <ac:inkMkLst>
            <pc:docMk/>
            <pc:sldMk cId="2694156060" sldId="316"/>
            <ac:inkMk id="72" creationId="{36C877DC-E08A-2B8B-1B17-09550E5343CF}"/>
          </ac:inkMkLst>
        </pc:inkChg>
        <pc:inkChg chg="add">
          <ac:chgData name="junpeng he" userId="51e7bc25f46b8d94" providerId="LiveId" clId="{AF2F637F-D4D8-4F95-A428-6D3AB2C280BB}" dt="2023-12-09T01:59:37.933" v="271" actId="9405"/>
          <ac:inkMkLst>
            <pc:docMk/>
            <pc:sldMk cId="2694156060" sldId="316"/>
            <ac:inkMk id="74" creationId="{525D3D06-0358-8318-D55A-D06333761931}"/>
          </ac:inkMkLst>
        </pc:inkChg>
        <pc:inkChg chg="add mod">
          <ac:chgData name="junpeng he" userId="51e7bc25f46b8d94" providerId="LiveId" clId="{AF2F637F-D4D8-4F95-A428-6D3AB2C280BB}" dt="2023-12-09T01:59:43.662" v="277"/>
          <ac:inkMkLst>
            <pc:docMk/>
            <pc:sldMk cId="2694156060" sldId="316"/>
            <ac:inkMk id="75" creationId="{241D64FB-FB82-85C1-1980-E7696F658421}"/>
          </ac:inkMkLst>
        </pc:inkChg>
        <pc:inkChg chg="add mod">
          <ac:chgData name="junpeng he" userId="51e7bc25f46b8d94" providerId="LiveId" clId="{AF2F637F-D4D8-4F95-A428-6D3AB2C280BB}" dt="2023-12-09T01:59:43.662" v="277"/>
          <ac:inkMkLst>
            <pc:docMk/>
            <pc:sldMk cId="2694156060" sldId="316"/>
            <ac:inkMk id="76" creationId="{99ED325A-6D76-DD2B-74D0-6563B9CDDB14}"/>
          </ac:inkMkLst>
        </pc:inkChg>
        <pc:inkChg chg="add mod">
          <ac:chgData name="junpeng he" userId="51e7bc25f46b8d94" providerId="LiveId" clId="{AF2F637F-D4D8-4F95-A428-6D3AB2C280BB}" dt="2023-12-09T01:59:43.662" v="277"/>
          <ac:inkMkLst>
            <pc:docMk/>
            <pc:sldMk cId="2694156060" sldId="316"/>
            <ac:inkMk id="77" creationId="{E22E2250-430B-9C1A-1FCA-722C1D74E5BC}"/>
          </ac:inkMkLst>
        </pc:inkChg>
        <pc:inkChg chg="add mod">
          <ac:chgData name="junpeng he" userId="51e7bc25f46b8d94" providerId="LiveId" clId="{AF2F637F-D4D8-4F95-A428-6D3AB2C280BB}" dt="2023-12-09T01:59:43.662" v="277"/>
          <ac:inkMkLst>
            <pc:docMk/>
            <pc:sldMk cId="2694156060" sldId="316"/>
            <ac:inkMk id="78" creationId="{3B251E3B-65E6-A55D-586D-4EF04348597F}"/>
          </ac:inkMkLst>
        </pc:inkChg>
        <pc:inkChg chg="add mod">
          <ac:chgData name="junpeng he" userId="51e7bc25f46b8d94" providerId="LiveId" clId="{AF2F637F-D4D8-4F95-A428-6D3AB2C280BB}" dt="2023-12-09T01:59:43.662" v="277"/>
          <ac:inkMkLst>
            <pc:docMk/>
            <pc:sldMk cId="2694156060" sldId="316"/>
            <ac:inkMk id="79" creationId="{BECB6FF8-D55C-1C89-41E0-35FACDC8BAAC}"/>
          </ac:inkMkLst>
        </pc:inkChg>
      </pc:sldChg>
      <pc:sldChg chg="addSp modSp mod">
        <pc:chgData name="junpeng he" userId="51e7bc25f46b8d94" providerId="LiveId" clId="{AF2F637F-D4D8-4F95-A428-6D3AB2C280BB}" dt="2023-12-09T02:01:11.378" v="288" actId="9405"/>
        <pc:sldMkLst>
          <pc:docMk/>
          <pc:sldMk cId="1274279804" sldId="319"/>
        </pc:sldMkLst>
        <pc:grpChg chg="mod">
          <ac:chgData name="junpeng he" userId="51e7bc25f46b8d94" providerId="LiveId" clId="{AF2F637F-D4D8-4F95-A428-6D3AB2C280BB}" dt="2023-12-09T02:00:42.301" v="281"/>
          <ac:grpSpMkLst>
            <pc:docMk/>
            <pc:sldMk cId="1274279804" sldId="319"/>
            <ac:grpSpMk id="7" creationId="{28A19FBC-FA25-9545-D667-F082A02FF8F8}"/>
          </ac:grpSpMkLst>
        </pc:grpChg>
        <pc:grpChg chg="mod">
          <ac:chgData name="junpeng he" userId="51e7bc25f46b8d94" providerId="LiveId" clId="{AF2F637F-D4D8-4F95-A428-6D3AB2C280BB}" dt="2023-12-09T02:00:47.363" v="284"/>
          <ac:grpSpMkLst>
            <pc:docMk/>
            <pc:sldMk cId="1274279804" sldId="319"/>
            <ac:grpSpMk id="10" creationId="{7985BB99-90C8-27D6-9A80-F647D5A4E1C8}"/>
          </ac:grpSpMkLst>
        </pc:grpChg>
        <pc:grpChg chg="mod">
          <ac:chgData name="junpeng he" userId="51e7bc25f46b8d94" providerId="LiveId" clId="{AF2F637F-D4D8-4F95-A428-6D3AB2C280BB}" dt="2023-12-09T02:01:01.720" v="287"/>
          <ac:grpSpMkLst>
            <pc:docMk/>
            <pc:sldMk cId="1274279804" sldId="319"/>
            <ac:grpSpMk id="18" creationId="{D433A481-EA6C-B532-03CD-CB7C4705BBC1}"/>
          </ac:grpSpMkLst>
        </pc:grpChg>
        <pc:inkChg chg="add">
          <ac:chgData name="junpeng he" userId="51e7bc25f46b8d94" providerId="LiveId" clId="{AF2F637F-D4D8-4F95-A428-6D3AB2C280BB}" dt="2023-12-09T02:00:36.762" v="278" actId="9405"/>
          <ac:inkMkLst>
            <pc:docMk/>
            <pc:sldMk cId="1274279804" sldId="319"/>
            <ac:inkMk id="3" creationId="{0EEAF96C-D8B1-C780-D133-A0A486DBC25F}"/>
          </ac:inkMkLst>
        </pc:inkChg>
        <pc:inkChg chg="add mod">
          <ac:chgData name="junpeng he" userId="51e7bc25f46b8d94" providerId="LiveId" clId="{AF2F637F-D4D8-4F95-A428-6D3AB2C280BB}" dt="2023-12-09T02:00:42.301" v="281"/>
          <ac:inkMkLst>
            <pc:docMk/>
            <pc:sldMk cId="1274279804" sldId="319"/>
            <ac:inkMk id="4" creationId="{01E98AE6-79FA-1C46-F086-53F783271585}"/>
          </ac:inkMkLst>
        </pc:inkChg>
        <pc:inkChg chg="add mod">
          <ac:chgData name="junpeng he" userId="51e7bc25f46b8d94" providerId="LiveId" clId="{AF2F637F-D4D8-4F95-A428-6D3AB2C280BB}" dt="2023-12-09T02:00:42.301" v="281"/>
          <ac:inkMkLst>
            <pc:docMk/>
            <pc:sldMk cId="1274279804" sldId="319"/>
            <ac:inkMk id="6" creationId="{9263A6C5-5704-1A0E-CF6D-C28E7A2F9161}"/>
          </ac:inkMkLst>
        </pc:inkChg>
        <pc:inkChg chg="add mod">
          <ac:chgData name="junpeng he" userId="51e7bc25f46b8d94" providerId="LiveId" clId="{AF2F637F-D4D8-4F95-A428-6D3AB2C280BB}" dt="2023-12-09T02:00:47.363" v="284"/>
          <ac:inkMkLst>
            <pc:docMk/>
            <pc:sldMk cId="1274279804" sldId="319"/>
            <ac:inkMk id="8" creationId="{C0BE6641-285F-328E-231B-30A28F4FB938}"/>
          </ac:inkMkLst>
        </pc:inkChg>
        <pc:inkChg chg="add mod">
          <ac:chgData name="junpeng he" userId="51e7bc25f46b8d94" providerId="LiveId" clId="{AF2F637F-D4D8-4F95-A428-6D3AB2C280BB}" dt="2023-12-09T02:00:47.363" v="284"/>
          <ac:inkMkLst>
            <pc:docMk/>
            <pc:sldMk cId="1274279804" sldId="319"/>
            <ac:inkMk id="9" creationId="{D4CBBA4A-ADDF-C94E-C6DA-36C85A17B02C}"/>
          </ac:inkMkLst>
        </pc:inkChg>
        <pc:inkChg chg="add mod">
          <ac:chgData name="junpeng he" userId="51e7bc25f46b8d94" providerId="LiveId" clId="{AF2F637F-D4D8-4F95-A428-6D3AB2C280BB}" dt="2023-12-09T02:01:01.720" v="287"/>
          <ac:inkMkLst>
            <pc:docMk/>
            <pc:sldMk cId="1274279804" sldId="319"/>
            <ac:inkMk id="16" creationId="{FC568441-C37C-3C6F-AE13-68ED204186F9}"/>
          </ac:inkMkLst>
        </pc:inkChg>
        <pc:inkChg chg="add mod">
          <ac:chgData name="junpeng he" userId="51e7bc25f46b8d94" providerId="LiveId" clId="{AF2F637F-D4D8-4F95-A428-6D3AB2C280BB}" dt="2023-12-09T02:01:01.720" v="287"/>
          <ac:inkMkLst>
            <pc:docMk/>
            <pc:sldMk cId="1274279804" sldId="319"/>
            <ac:inkMk id="17" creationId="{0D177C0A-F077-A70E-7C39-8851D5F96A03}"/>
          </ac:inkMkLst>
        </pc:inkChg>
        <pc:inkChg chg="add">
          <ac:chgData name="junpeng he" userId="51e7bc25f46b8d94" providerId="LiveId" clId="{AF2F637F-D4D8-4F95-A428-6D3AB2C280BB}" dt="2023-12-09T02:01:11.378" v="288" actId="9405"/>
          <ac:inkMkLst>
            <pc:docMk/>
            <pc:sldMk cId="1274279804" sldId="319"/>
            <ac:inkMk id="19" creationId="{0757255B-7399-838D-3736-19843F02F472}"/>
          </ac:inkMkLst>
        </pc:inkChg>
      </pc:sldChg>
      <pc:sldChg chg="addSp delSp modSp mod">
        <pc:chgData name="junpeng he" userId="51e7bc25f46b8d94" providerId="LiveId" clId="{AF2F637F-D4D8-4F95-A428-6D3AB2C280BB}" dt="2023-12-09T02:03:27.010" v="299" actId="9405"/>
        <pc:sldMkLst>
          <pc:docMk/>
          <pc:sldMk cId="2017078267" sldId="321"/>
        </pc:sldMkLst>
        <pc:grpChg chg="del mod">
          <ac:chgData name="junpeng he" userId="51e7bc25f46b8d94" providerId="LiveId" clId="{AF2F637F-D4D8-4F95-A428-6D3AB2C280BB}" dt="2023-12-09T02:03:14.088" v="296"/>
          <ac:grpSpMkLst>
            <pc:docMk/>
            <pc:sldMk cId="2017078267" sldId="321"/>
            <ac:grpSpMk id="6" creationId="{7FE522A0-DBC9-6D1E-0ED8-F697695EEFF3}"/>
          </ac:grpSpMkLst>
        </pc:grpChg>
        <pc:grpChg chg="mod">
          <ac:chgData name="junpeng he" userId="51e7bc25f46b8d94" providerId="LiveId" clId="{AF2F637F-D4D8-4F95-A428-6D3AB2C280BB}" dt="2023-12-09T02:03:14.088" v="296"/>
          <ac:grpSpMkLst>
            <pc:docMk/>
            <pc:sldMk cId="2017078267" sldId="321"/>
            <ac:grpSpMk id="9" creationId="{9D580F4D-C89A-AD83-AA2A-9BDAA708EF24}"/>
          </ac:grpSpMkLst>
        </pc:grpChg>
        <pc:inkChg chg="add">
          <ac:chgData name="junpeng he" userId="51e7bc25f46b8d94" providerId="LiveId" clId="{AF2F637F-D4D8-4F95-A428-6D3AB2C280BB}" dt="2023-12-09T02:02:53.753" v="290" actId="9405"/>
          <ac:inkMkLst>
            <pc:docMk/>
            <pc:sldMk cId="2017078267" sldId="321"/>
            <ac:inkMk id="3" creationId="{129C9BDC-AE1F-DA28-D0B6-D018EF4C3E1A}"/>
          </ac:inkMkLst>
        </pc:inkChg>
        <pc:inkChg chg="add mod">
          <ac:chgData name="junpeng he" userId="51e7bc25f46b8d94" providerId="LiveId" clId="{AF2F637F-D4D8-4F95-A428-6D3AB2C280BB}" dt="2023-12-09T02:03:14.088" v="296"/>
          <ac:inkMkLst>
            <pc:docMk/>
            <pc:sldMk cId="2017078267" sldId="321"/>
            <ac:inkMk id="4" creationId="{FE080D02-C6C2-C847-BF01-D6F7AD15E0E1}"/>
          </ac:inkMkLst>
        </pc:inkChg>
        <pc:inkChg chg="add mod">
          <ac:chgData name="junpeng he" userId="51e7bc25f46b8d94" providerId="LiveId" clId="{AF2F637F-D4D8-4F95-A428-6D3AB2C280BB}" dt="2023-12-09T02:03:14.088" v="296"/>
          <ac:inkMkLst>
            <pc:docMk/>
            <pc:sldMk cId="2017078267" sldId="321"/>
            <ac:inkMk id="5" creationId="{AF6E7EF4-62B4-73A1-697A-EE5F6B8506D6}"/>
          </ac:inkMkLst>
        </pc:inkChg>
        <pc:inkChg chg="add mod">
          <ac:chgData name="junpeng he" userId="51e7bc25f46b8d94" providerId="LiveId" clId="{AF2F637F-D4D8-4F95-A428-6D3AB2C280BB}" dt="2023-12-09T02:03:14.088" v="296"/>
          <ac:inkMkLst>
            <pc:docMk/>
            <pc:sldMk cId="2017078267" sldId="321"/>
            <ac:inkMk id="7" creationId="{BD95D667-A340-464B-1E4A-073C90228381}"/>
          </ac:inkMkLst>
        </pc:inkChg>
        <pc:inkChg chg="add mod">
          <ac:chgData name="junpeng he" userId="51e7bc25f46b8d94" providerId="LiveId" clId="{AF2F637F-D4D8-4F95-A428-6D3AB2C280BB}" dt="2023-12-09T02:03:14.088" v="296"/>
          <ac:inkMkLst>
            <pc:docMk/>
            <pc:sldMk cId="2017078267" sldId="321"/>
            <ac:inkMk id="8" creationId="{93F8CB12-E6BF-F8E4-D4CD-685109CD3151}"/>
          </ac:inkMkLst>
        </pc:inkChg>
        <pc:inkChg chg="add">
          <ac:chgData name="junpeng he" userId="51e7bc25f46b8d94" providerId="LiveId" clId="{AF2F637F-D4D8-4F95-A428-6D3AB2C280BB}" dt="2023-12-09T02:03:22.428" v="297" actId="9405"/>
          <ac:inkMkLst>
            <pc:docMk/>
            <pc:sldMk cId="2017078267" sldId="321"/>
            <ac:inkMk id="11" creationId="{1375326D-B028-482F-1D41-2FD11362AD4B}"/>
          </ac:inkMkLst>
        </pc:inkChg>
        <pc:inkChg chg="add">
          <ac:chgData name="junpeng he" userId="51e7bc25f46b8d94" providerId="LiveId" clId="{AF2F637F-D4D8-4F95-A428-6D3AB2C280BB}" dt="2023-12-09T02:03:23.397" v="298" actId="9405"/>
          <ac:inkMkLst>
            <pc:docMk/>
            <pc:sldMk cId="2017078267" sldId="321"/>
            <ac:inkMk id="12" creationId="{94C49101-4BCC-CF90-013D-DE7E7D743CA9}"/>
          </ac:inkMkLst>
        </pc:inkChg>
        <pc:inkChg chg="add">
          <ac:chgData name="junpeng he" userId="51e7bc25f46b8d94" providerId="LiveId" clId="{AF2F637F-D4D8-4F95-A428-6D3AB2C280BB}" dt="2023-12-09T02:03:27.010" v="299" actId="9405"/>
          <ac:inkMkLst>
            <pc:docMk/>
            <pc:sldMk cId="2017078267" sldId="321"/>
            <ac:inkMk id="13" creationId="{53A3FF5A-7846-F45C-0B33-67D0C7A3A02B}"/>
          </ac:inkMkLst>
        </pc:inkChg>
      </pc:sldChg>
      <pc:sldChg chg="addSp delSp modSp mod">
        <pc:chgData name="junpeng he" userId="51e7bc25f46b8d94" providerId="LiveId" clId="{AF2F637F-D4D8-4F95-A428-6D3AB2C280BB}" dt="2023-12-09T02:03:51.684" v="307"/>
        <pc:sldMkLst>
          <pc:docMk/>
          <pc:sldMk cId="1817192238" sldId="322"/>
        </pc:sldMkLst>
        <pc:grpChg chg="del mod">
          <ac:chgData name="junpeng he" userId="51e7bc25f46b8d94" providerId="LiveId" clId="{AF2F637F-D4D8-4F95-A428-6D3AB2C280BB}" dt="2023-12-09T02:03:51.684" v="307"/>
          <ac:grpSpMkLst>
            <pc:docMk/>
            <pc:sldMk cId="1817192238" sldId="322"/>
            <ac:grpSpMk id="9" creationId="{1F855D6E-BE9C-DED5-6FD6-7B38B538CB31}"/>
          </ac:grpSpMkLst>
        </pc:grpChg>
        <pc:grpChg chg="mod">
          <ac:chgData name="junpeng he" userId="51e7bc25f46b8d94" providerId="LiveId" clId="{AF2F637F-D4D8-4F95-A428-6D3AB2C280BB}" dt="2023-12-09T02:03:51.684" v="307"/>
          <ac:grpSpMkLst>
            <pc:docMk/>
            <pc:sldMk cId="1817192238" sldId="322"/>
            <ac:grpSpMk id="12" creationId="{F1086DF0-4C39-D2EE-8D89-89D65E60605E}"/>
          </ac:grpSpMkLst>
        </pc:grpChg>
        <pc:inkChg chg="add">
          <ac:chgData name="junpeng he" userId="51e7bc25f46b8d94" providerId="LiveId" clId="{AF2F637F-D4D8-4F95-A428-6D3AB2C280BB}" dt="2023-12-09T02:02:40.706" v="289" actId="9405"/>
          <ac:inkMkLst>
            <pc:docMk/>
            <pc:sldMk cId="1817192238" sldId="322"/>
            <ac:inkMk id="3" creationId="{8BAA405F-0A99-71AA-29DA-D606C62CCF07}"/>
          </ac:inkMkLst>
        </pc:inkChg>
        <pc:inkChg chg="add">
          <ac:chgData name="junpeng he" userId="51e7bc25f46b8d94" providerId="LiveId" clId="{AF2F637F-D4D8-4F95-A428-6D3AB2C280BB}" dt="2023-12-09T02:03:40.889" v="300" actId="9405"/>
          <ac:inkMkLst>
            <pc:docMk/>
            <pc:sldMk cId="1817192238" sldId="322"/>
            <ac:inkMk id="4" creationId="{13AB6E6D-FCF9-3195-F8A6-9A32BE651482}"/>
          </ac:inkMkLst>
        </pc:inkChg>
        <pc:inkChg chg="add">
          <ac:chgData name="junpeng he" userId="51e7bc25f46b8d94" providerId="LiveId" clId="{AF2F637F-D4D8-4F95-A428-6D3AB2C280BB}" dt="2023-12-09T02:03:45.771" v="301" actId="9405"/>
          <ac:inkMkLst>
            <pc:docMk/>
            <pc:sldMk cId="1817192238" sldId="322"/>
            <ac:inkMk id="6" creationId="{82B71B97-5E08-AAA3-B151-B56FAC73022A}"/>
          </ac:inkMkLst>
        </pc:inkChg>
        <pc:inkChg chg="add mod">
          <ac:chgData name="junpeng he" userId="51e7bc25f46b8d94" providerId="LiveId" clId="{AF2F637F-D4D8-4F95-A428-6D3AB2C280BB}" dt="2023-12-09T02:03:51.684" v="307"/>
          <ac:inkMkLst>
            <pc:docMk/>
            <pc:sldMk cId="1817192238" sldId="322"/>
            <ac:inkMk id="7" creationId="{E473B55D-CED8-CB5F-5F07-C108A13893CA}"/>
          </ac:inkMkLst>
        </pc:inkChg>
        <pc:inkChg chg="add mod">
          <ac:chgData name="junpeng he" userId="51e7bc25f46b8d94" providerId="LiveId" clId="{AF2F637F-D4D8-4F95-A428-6D3AB2C280BB}" dt="2023-12-09T02:03:51.684" v="307"/>
          <ac:inkMkLst>
            <pc:docMk/>
            <pc:sldMk cId="1817192238" sldId="322"/>
            <ac:inkMk id="8" creationId="{6A0E6665-E1C7-0C72-B27D-EEC3DC6F152E}"/>
          </ac:inkMkLst>
        </pc:inkChg>
        <pc:inkChg chg="add mod">
          <ac:chgData name="junpeng he" userId="51e7bc25f46b8d94" providerId="LiveId" clId="{AF2F637F-D4D8-4F95-A428-6D3AB2C280BB}" dt="2023-12-09T02:03:51.684" v="307"/>
          <ac:inkMkLst>
            <pc:docMk/>
            <pc:sldMk cId="1817192238" sldId="322"/>
            <ac:inkMk id="10" creationId="{005108D4-23F1-F159-AD44-248DB56FDC31}"/>
          </ac:inkMkLst>
        </pc:inkChg>
        <pc:inkChg chg="add mod">
          <ac:chgData name="junpeng he" userId="51e7bc25f46b8d94" providerId="LiveId" clId="{AF2F637F-D4D8-4F95-A428-6D3AB2C280BB}" dt="2023-12-09T02:03:51.684" v="307"/>
          <ac:inkMkLst>
            <pc:docMk/>
            <pc:sldMk cId="1817192238" sldId="322"/>
            <ac:inkMk id="11" creationId="{083FCB3B-91C0-E59E-AF24-29176FC9BD22}"/>
          </ac:inkMkLst>
        </pc:inkChg>
      </pc:sldChg>
      <pc:sldChg chg="addSp mod">
        <pc:chgData name="junpeng he" userId="51e7bc25f46b8d94" providerId="LiveId" clId="{AF2F637F-D4D8-4F95-A428-6D3AB2C280BB}" dt="2023-12-09T02:05:06.425" v="309" actId="9405"/>
        <pc:sldMkLst>
          <pc:docMk/>
          <pc:sldMk cId="3123819277" sldId="323"/>
        </pc:sldMkLst>
        <pc:inkChg chg="add">
          <ac:chgData name="junpeng he" userId="51e7bc25f46b8d94" providerId="LiveId" clId="{AF2F637F-D4D8-4F95-A428-6D3AB2C280BB}" dt="2023-12-09T02:04:10.164" v="308" actId="9405"/>
          <ac:inkMkLst>
            <pc:docMk/>
            <pc:sldMk cId="3123819277" sldId="323"/>
            <ac:inkMk id="3" creationId="{06344F71-4F83-AE83-21FD-300C4EA85989}"/>
          </ac:inkMkLst>
        </pc:inkChg>
        <pc:inkChg chg="add">
          <ac:chgData name="junpeng he" userId="51e7bc25f46b8d94" providerId="LiveId" clId="{AF2F637F-D4D8-4F95-A428-6D3AB2C280BB}" dt="2023-12-09T02:05:06.425" v="309" actId="9405"/>
          <ac:inkMkLst>
            <pc:docMk/>
            <pc:sldMk cId="3123819277" sldId="323"/>
            <ac:inkMk id="4" creationId="{D6680482-5D87-5E5B-E1B8-11AC3D3CCBAF}"/>
          </ac:inkMkLst>
        </pc:inkChg>
      </pc:sldChg>
      <pc:sldChg chg="addSp delSp modSp mod">
        <pc:chgData name="junpeng he" userId="51e7bc25f46b8d94" providerId="LiveId" clId="{AF2F637F-D4D8-4F95-A428-6D3AB2C280BB}" dt="2023-12-09T01:53:41.462" v="193"/>
        <pc:sldMkLst>
          <pc:docMk/>
          <pc:sldMk cId="3693802481" sldId="328"/>
        </pc:sldMkLst>
        <pc:grpChg chg="del mod">
          <ac:chgData name="junpeng he" userId="51e7bc25f46b8d94" providerId="LiveId" clId="{AF2F637F-D4D8-4F95-A428-6D3AB2C280BB}" dt="2023-12-09T01:53:41.462" v="193"/>
          <ac:grpSpMkLst>
            <pc:docMk/>
            <pc:sldMk cId="3693802481" sldId="328"/>
            <ac:grpSpMk id="9" creationId="{91984C39-3635-8BAE-4FA0-8B51717794EF}"/>
          </ac:grpSpMkLst>
        </pc:grpChg>
        <pc:grpChg chg="mod">
          <ac:chgData name="junpeng he" userId="51e7bc25f46b8d94" providerId="LiveId" clId="{AF2F637F-D4D8-4F95-A428-6D3AB2C280BB}" dt="2023-12-09T01:53:41.462" v="193"/>
          <ac:grpSpMkLst>
            <pc:docMk/>
            <pc:sldMk cId="3693802481" sldId="328"/>
            <ac:grpSpMk id="11" creationId="{77633D30-2CF3-A729-376E-E8BE7FB0B4BB}"/>
          </ac:grpSpMkLst>
        </pc:grpChg>
        <pc:inkChg chg="add mod">
          <ac:chgData name="junpeng he" userId="51e7bc25f46b8d94" providerId="LiveId" clId="{AF2F637F-D4D8-4F95-A428-6D3AB2C280BB}" dt="2023-12-09T01:53:41.462" v="193"/>
          <ac:inkMkLst>
            <pc:docMk/>
            <pc:sldMk cId="3693802481" sldId="328"/>
            <ac:inkMk id="4" creationId="{F9F779CE-3297-3060-1A89-9EC3A0499F17}"/>
          </ac:inkMkLst>
        </pc:inkChg>
        <pc:inkChg chg="add mod">
          <ac:chgData name="junpeng he" userId="51e7bc25f46b8d94" providerId="LiveId" clId="{AF2F637F-D4D8-4F95-A428-6D3AB2C280BB}" dt="2023-12-09T01:53:41.462" v="193"/>
          <ac:inkMkLst>
            <pc:docMk/>
            <pc:sldMk cId="3693802481" sldId="328"/>
            <ac:inkMk id="6" creationId="{C85BEE02-5E93-7A00-CCBA-7F89181D2C82}"/>
          </ac:inkMkLst>
        </pc:inkChg>
        <pc:inkChg chg="add mod">
          <ac:chgData name="junpeng he" userId="51e7bc25f46b8d94" providerId="LiveId" clId="{AF2F637F-D4D8-4F95-A428-6D3AB2C280BB}" dt="2023-12-09T01:53:41.462" v="193"/>
          <ac:inkMkLst>
            <pc:docMk/>
            <pc:sldMk cId="3693802481" sldId="328"/>
            <ac:inkMk id="8" creationId="{DB93EB2D-A181-01F6-48B6-F4A7D47FF9C9}"/>
          </ac:inkMkLst>
        </pc:inkChg>
        <pc:inkChg chg="add mod">
          <ac:chgData name="junpeng he" userId="51e7bc25f46b8d94" providerId="LiveId" clId="{AF2F637F-D4D8-4F95-A428-6D3AB2C280BB}" dt="2023-12-09T01:53:41.462" v="193"/>
          <ac:inkMkLst>
            <pc:docMk/>
            <pc:sldMk cId="3693802481" sldId="328"/>
            <ac:inkMk id="10" creationId="{D3134849-323A-48F9-FCE8-1E2440755F21}"/>
          </ac:inkMkLst>
        </pc:inkChg>
      </pc:sldChg>
      <pc:sldChg chg="addSp modSp mod">
        <pc:chgData name="junpeng he" userId="51e7bc25f46b8d94" providerId="LiveId" clId="{AF2F637F-D4D8-4F95-A428-6D3AB2C280BB}" dt="2023-12-09T01:54:50.319" v="200"/>
        <pc:sldMkLst>
          <pc:docMk/>
          <pc:sldMk cId="80880134" sldId="329"/>
        </pc:sldMkLst>
        <pc:grpChg chg="mod">
          <ac:chgData name="junpeng he" userId="51e7bc25f46b8d94" providerId="LiveId" clId="{AF2F637F-D4D8-4F95-A428-6D3AB2C280BB}" dt="2023-12-09T01:54:40.349" v="196"/>
          <ac:grpSpMkLst>
            <pc:docMk/>
            <pc:sldMk cId="80880134" sldId="329"/>
            <ac:grpSpMk id="8" creationId="{BA8E48D7-DC4A-BE12-73D6-0EBC5E6401F9}"/>
          </ac:grpSpMkLst>
        </pc:grpChg>
        <pc:grpChg chg="mod">
          <ac:chgData name="junpeng he" userId="51e7bc25f46b8d94" providerId="LiveId" clId="{AF2F637F-D4D8-4F95-A428-6D3AB2C280BB}" dt="2023-12-09T01:54:50.319" v="200"/>
          <ac:grpSpMkLst>
            <pc:docMk/>
            <pc:sldMk cId="80880134" sldId="329"/>
            <ac:grpSpMk id="12" creationId="{B7B1A5E6-D65A-B2FF-05FC-A49E4CB1C73E}"/>
          </ac:grpSpMkLst>
        </pc:grpChg>
        <pc:inkChg chg="add mod">
          <ac:chgData name="junpeng he" userId="51e7bc25f46b8d94" providerId="LiveId" clId="{AF2F637F-D4D8-4F95-A428-6D3AB2C280BB}" dt="2023-12-09T01:54:40.349" v="196"/>
          <ac:inkMkLst>
            <pc:docMk/>
            <pc:sldMk cId="80880134" sldId="329"/>
            <ac:inkMk id="4" creationId="{FA3F4994-6E8B-2460-022C-9DC4E6315F13}"/>
          </ac:inkMkLst>
        </pc:inkChg>
        <pc:inkChg chg="add mod">
          <ac:chgData name="junpeng he" userId="51e7bc25f46b8d94" providerId="LiveId" clId="{AF2F637F-D4D8-4F95-A428-6D3AB2C280BB}" dt="2023-12-09T01:54:40.349" v="196"/>
          <ac:inkMkLst>
            <pc:docMk/>
            <pc:sldMk cId="80880134" sldId="329"/>
            <ac:inkMk id="6" creationId="{D95B2D00-2027-AFB5-7293-769781B75D6F}"/>
          </ac:inkMkLst>
        </pc:inkChg>
        <pc:inkChg chg="add mod">
          <ac:chgData name="junpeng he" userId="51e7bc25f46b8d94" providerId="LiveId" clId="{AF2F637F-D4D8-4F95-A428-6D3AB2C280BB}" dt="2023-12-09T01:54:50.319" v="200"/>
          <ac:inkMkLst>
            <pc:docMk/>
            <pc:sldMk cId="80880134" sldId="329"/>
            <ac:inkMk id="9" creationId="{695F699E-3F20-2C34-AC77-934ED282A624}"/>
          </ac:inkMkLst>
        </pc:inkChg>
        <pc:inkChg chg="add mod">
          <ac:chgData name="junpeng he" userId="51e7bc25f46b8d94" providerId="LiveId" clId="{AF2F637F-D4D8-4F95-A428-6D3AB2C280BB}" dt="2023-12-09T01:54:50.319" v="200"/>
          <ac:inkMkLst>
            <pc:docMk/>
            <pc:sldMk cId="80880134" sldId="329"/>
            <ac:inkMk id="10" creationId="{604308AD-E5FF-0412-AD10-346CE03D5AF5}"/>
          </ac:inkMkLst>
        </pc:inkChg>
        <pc:inkChg chg="add mod">
          <ac:chgData name="junpeng he" userId="51e7bc25f46b8d94" providerId="LiveId" clId="{AF2F637F-D4D8-4F95-A428-6D3AB2C280BB}" dt="2023-12-09T01:54:50.319" v="200"/>
          <ac:inkMkLst>
            <pc:docMk/>
            <pc:sldMk cId="80880134" sldId="329"/>
            <ac:inkMk id="11" creationId="{616696D2-64C9-B7F1-E640-380BA37B2084}"/>
          </ac:inkMkLst>
        </pc:ink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>
                <a:latin typeface="Huawei Sans" panose="020C0503030203020204" pitchFamily="34" charset="0"/>
              </a:rPr>
              <a:t>12/9/2023</a:t>
            </a:fld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968"/>
            <a:ext cx="3037840" cy="466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938" y="8829968"/>
            <a:ext cx="3037840" cy="466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>
                <a:latin typeface="Huawei Sans" panose="020C0503030203020204" pitchFamily="34" charset="0"/>
              </a:rPr>
              <a:t>‹#›</a:t>
            </a:fld>
            <a:endParaRPr lang="en-US" dirty="0">
              <a:latin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8:30.3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24575,'226'12'0,"7"-3"0,1-1 0,361 52 0,-310-40 0,191 22 0,-286-22 0,254-4 0,-339-17 0,138 2 0,-118 12 0,-46-4 0,50 7-1365,-97-13-5461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39:28.5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98 1 24575,'0'3'0,"0"5"0,0 5 0,0 3 0,0 3 0,0 2 0,0 0 0,-3 4 0,-6 9 0,0 5 0,-2 3 0,0-2 0,-2 0 0,2-4 0,3-5 0,-1-3 0,1-4 0,2-5-8191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39:30.0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98 1 24575,'9'0'0,"4"0"0,-1 0 0,1 1 0,16 3 0,-24-3 0,-1 0 0,0 0 0,0 1 0,0 0 0,0 0 0,0 0 0,-1 0 0,1 0 0,0 1 0,-1 0 0,0 0 0,0 0 0,5 5 0,-4-3 0,0 1 0,0-1 0,-1 1 0,0 0 0,0 0 0,0 0 0,-1 0 0,0 1 0,0-1 0,0 1 0,-1-1 0,1 12 0,-2-14 0,0 0 0,0 0 0,0 0 0,-1 0 0,0 0 0,1 0 0,-2 0 0,1-1 0,0 1 0,-1 0 0,1-1 0,-1 1 0,0-1 0,-1 1 0,1-1 0,0 0 0,-1 0 0,0 0 0,1 0 0,-1-1 0,-1 1 0,-4 3 0,-15 7 0,0-1 0,-38 13 0,9-4 0,-11 3 0,83-20 0,16-2 0,276 33 217,-151-13-1799,-133-19-5244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39:52.7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191 272 24575,'9'0'0,"0"-1"0,0 0 0,1-1 0,-1 0 0,0 0 0,0-1 0,-1 0 0,1-1 0,11-6 0,7-7 0,37-28 0,-33 22 0,-29 22 0,0 0 0,0-1 0,0 1 0,0-1 0,-1 0 0,1 0 0,0 0 0,-1 0 0,1 0 0,-1 0 0,0 0 0,1 0 0,-1 0 0,0-1 0,0 1 0,-1 0 0,1-1 0,0 1 0,-1 0 0,0-1 0,1 1 0,-1-1 0,0 1 0,0-1 0,0 1 0,-1-1 0,1 1 0,-1-1 0,1 1 0,-1-1 0,-1-3 0,-1 1 0,0 0 0,0 0 0,0 0 0,0 1 0,-1-1 0,0 1 0,1 0 0,-2 0 0,1 0 0,0 1 0,-1-1 0,-8-4 0,5 4 0,0 0 0,-1 1 0,1 0 0,-1 0 0,1 0 0,-1 1 0,0 1 0,0-1 0,0 2 0,0-1 0,0 1 0,-12 1 0,17 0 0,0 0 0,0 0 0,0 0 0,0 0 0,0 0 0,0 1 0,0 0 0,0 0 0,1 0 0,-1 0 0,1 0 0,-1 1 0,1 0 0,0-1 0,0 1 0,0 0 0,1 1 0,-1-1 0,1 0 0,-1 1 0,1 0 0,0-1 0,0 1 0,1 0 0,-1 0 0,1 0 0,0 0 0,-1 4 0,0 5 0,1-1 0,0 1 0,0 0 0,1-1 0,1 1 0,2 14 0,21 72 0,-20-84 0,2 17 0,0 1 0,-3 0 0,-1 0 0,-3 57 0,0-44 0,1-43 0,0 0 0,0 0 0,0 0 0,0 0 0,-1 0 0,1 0 0,-1 0 0,0 0 0,0 0 0,0-1 0,0 1 0,-1 0 0,-2 4 0,2-5 0,0-1 0,0 1 0,0 0 0,0-1 0,0 0 0,-1 1 0,1-1 0,0 0 0,-1 0 0,1 0 0,-1 0 0,1-1 0,-1 1 0,1-1 0,-6 1 0,-4 0 0,-1 0 0,0-1 0,1 0 0,-1-1 0,-17-3 0,27 3 0,-1 1 0,1-1 0,0 0 0,0 0 0,0 0 0,0 0 0,0-1 0,0 1 0,1-1 0,-1 0 0,0 0 0,1 0 0,-1 0 0,1 0 0,0 0 0,0-1 0,0 1 0,0-1 0,0 1 0,0-1 0,1 0 0,-1 0 0,1 0 0,0 1 0,-1-2 0,0-4 0,2 5 0,0 1 0,0-1 0,0 1 0,0-1 0,0 1 0,0 0 0,1-1 0,-1 1 0,1-1 0,0 1 0,0-1 0,0 1 0,0 0 0,0 0 0,0 0 0,1-1 0,-1 1 0,1 0 0,-1 1 0,1-1 0,0 0 0,0 0 0,0 1 0,0-1 0,0 1 0,4-3 0,6-2 0,0 0 0,1 1 0,25-7 0,-11 3 0,39-23 333,-11 6-2031,-39 19-5128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39:53.6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25 24575,'-7'8'0,"0"1"0,0 1 0,1-1 0,0 1 0,1 0 0,-5 14 0,6-15 0,1 0 0,1 0 0,0 0 0,0 1 0,1-1 0,0 1 0,0-1 0,2 19 0,-1-25 0,1 0 0,-1 0 0,1 0 0,-1 0 0,1 0 0,0 0 0,0-1 0,0 1 0,0 0 0,1-1 0,-1 1 0,1-1 0,-1 1 0,1-1 0,0 0 0,0 0 0,0 0 0,0 0 0,0 0 0,1 0 0,-1 0 0,1-1 0,-1 1 0,1-1 0,0 0 0,-1 1 0,1-1 0,0-1 0,0 1 0,-1 0 0,1-1 0,5 1 0,-3-1 0,0-1 0,0 1 0,0-1 0,0 0 0,-1-1 0,1 1 0,0-1 0,0 0 0,-1 0 0,1 0 0,-1-1 0,0 1 0,1-1 0,-1 0 0,-1-1 0,6-4 0,3-3 0,-1-2 0,-1 1 0,16-24 0,-19 25 57,0 0 0,-1 0 0,0-1 0,-1 0 0,4-16 0,-8 26-105,0-1 1,0 1-1,-1 0 1,1-1 0,-1 1-1,0 0 1,0-1-1,1 1 1,-2-1 0,1 1-1,0 0 1,0-1-1,-1 1 1,1 0-1,-1-1 1,0 1 0,0 0-1,0-1 1,0 1-1,0 0 1,0 0 0,-1 0-1,1 0 1,-1 0-1,1 1 1,-1-1 0,0 0-1,1 1 1,-1-1-1,0 1 1,0-1 0,0 1-1,0 0 1,-1 0-1,-2-1 1,-11-3-6779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39:55.1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 24575,'4'0'0,"4"0"0,8 0 0,9 0 0,6 0 0,-1-4 0,-2 0 0,-3-1 0,-6 1-8191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39:56.0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315 102 24575,'0'-10'0,"-1"0"0,1 1 0,-2-1 0,-4-19 0,6 28 0,0-1 0,-1 0 0,1 1 0,-1-1 0,1 1 0,-1-1 0,0 0 0,0 1 0,0-1 0,0 1 0,0 0 0,0-1 0,0 1 0,0 0 0,0 0 0,-1 0 0,1-1 0,0 1 0,-1 1 0,1-1 0,-1 0 0,1 0 0,-1 0 0,0 1 0,1-1 0,-1 1 0,0-1 0,1 1 0,-1 0 0,0 0 0,1 0 0,-1 0 0,0 0 0,0 0 0,1 0 0,-4 1 0,3 0 0,-1 0 0,1 0 0,0 0 0,0 0 0,0 1 0,0-1 0,0 1 0,0-1 0,0 1 0,0 0 0,0 0 0,-1 2 0,-20 30 0,13-17 0,7-14 0,1 1 0,-1 0 0,1 0 0,0 0 0,1 0 0,-1 0 0,-2 7 0,4-10 0,0 1 0,0-1 0,0 0 0,0 0 0,0 0 0,0 0 0,1 0 0,-1 0 0,0 0 0,1 0 0,-1 1 0,0-1 0,1 0 0,-1 0 0,1 0 0,0-1 0,-1 1 0,1 0 0,0 0 0,-1 0 0,1 0 0,0-1 0,0 1 0,0 0 0,0-1 0,0 1 0,0 0 0,0-1 0,0 1 0,0-1 0,0 0 0,0 1 0,0-1 0,2 1 0,10 1 0,0 0 0,0 0 0,0-1 0,0 0 0,23-3 0,15 1 0,-50 1 0,-1 0 0,0 0 0,1 0 0,-1 0 0,1 0 0,-1 0 0,0 0 0,1 0 0,-1 0 0,1 0 0,-1 0 0,0 0 0,1 0 0,-1 0 0,1 0 0,-1 1 0,0-1 0,1 0 0,-1 0 0,0 0 0,1 1 0,-1-1 0,0 0 0,1 0 0,-1 1 0,0-1 0,0 0 0,1 1 0,-1-1 0,0 0 0,0 1 0,0-1 0,1 1 0,-1-1 0,0 0 0,0 1 0,-8 14 0,-25 13 0,32-27 0,-99 72 0,-59 46 0,102-68 0,51-42 135,11-7 53,16-5-951,-15 1-162,13-2-5901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39:56.6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 68 24575,'-24'21'0,"19"-17"0,0 0 0,0 0 0,1 0 0,-1 1 0,1-1 0,0 1 0,-3 6 0,5-9 0,0 1 0,1 0 0,-1-1 0,1 1 0,0 0 0,0 0 0,0 0 0,0 0 0,1 0 0,-1 0 0,1 0 0,0 0 0,0 0 0,0 0 0,0 0 0,0 0 0,1 0 0,-1 0 0,3 5 0,-2-5 0,1-1 0,-1 1 0,1-1 0,0 1 0,0-1 0,0 0 0,0 0 0,1 1 0,-1-2 0,1 1 0,-1 0 0,1 0 0,-1-1 0,1 0 0,0 1 0,0-1 0,0 0 0,0 0 0,0-1 0,4 2 0,17 2 0,1-1 0,-1-1 0,1-1 0,0-2 0,0 0 0,-1-1 0,43-10 0,-60 10 0,-1 0 0,1 0 0,-1-1 0,1 0 0,-1 0 0,0 0 0,0-1 0,0 0 0,-1 0 0,1 0 0,8-9 0,-12 10 0,0 0 0,0 0 0,0 0 0,0 0 0,0 0 0,-1 0 0,1 0 0,-1-1 0,0 1 0,0-1 0,0 1 0,-1-1 0,1 1 0,-1-1 0,0 0 0,0 1 0,0-1 0,0 1 0,-1-1 0,1 0 0,-1 1 0,0-1 0,0 1 0,-2-4 0,1 3 0,0 0 0,0 0 0,-1 0 0,0 1 0,1-1 0,-1 1 0,-1 0 0,1 0 0,0 0 0,-1 0 0,1 1 0,-1-1 0,0 1 0,0 0 0,0 0 0,-5-2 0,-8-2 0,-1 0 0,-27-4 0,12 4 0,-1 2 0,1 1 0,-1 2 0,-37 3 0,39 4 342,31-6-424,0 1 1,-1-1 0,1 1 0,0-1-1,0 1 1,0 0 0,0-1-1,0 1 1,0 0 0,0 0 0,0 0-1,0 0 1,0 0 0,0 0 0,0 0-1,1 0 1,-1 0 0,1 0 0,-1 0-1,0 3 1,-1 9-6745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39:58.2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378 1 24575,'-3'1'0,"-1"1"0,1-1 0,0 1 0,0 0 0,0 0 0,0 0 0,0 1 0,0-1 0,0 1 0,1 0 0,0-1 0,-4 7 0,-1-2 0,-19 19 0,15-16 0,0 1 0,1 0 0,-13 17 0,22-26 0,-1 1 0,0 0 0,0 0 0,1 0 0,0 0 0,-1 0 0,1 0 0,1 0 0,-1 0 0,0 1 0,1-1 0,-1 0 0,1 0 0,0 1 0,0-1 0,0 0 0,1 1 0,-1-1 0,1 0 0,1 6 0,4 3 0,1-1 0,0 0 0,0 0 0,1 0 0,0-1 0,1 0 0,17 15 0,-15-16 0,-1 1 0,-1 1 0,0 0 0,0 0 0,-1 0 0,12 23 0,-18-32 0,-1 1 0,0-1 0,0 1 0,-1-1 0,1 1 0,0-1 0,-1 1 0,0-1 0,1 1 0,-1-1 0,0 1 0,0 0 0,-1-1 0,1 1 0,0-1 0,-1 1 0,0-1 0,1 1 0,-2 2 0,0-3 0,0 1 0,1-1 0,-1 0 0,0 0 0,0-1 0,0 1 0,0 0 0,0-1 0,0 1 0,-1-1 0,1 1 0,0-1 0,-1 0 0,1 0 0,-1 0 0,1-1 0,-1 1 0,-4 0 0,-41 4 0,1-1 0,-1-3 0,-70-8 0,113 7-91,0 0 0,0 0 0,0-1 0,0 0 0,0 0 0,1 0 0,-1 0 0,0-1 0,0 0 0,1 0 0,-1 0 0,1 0 0,-1-1 0,-5-4 0,0-6-6735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39:58.8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24575,'122'-1'0,"127"3"0,-244-2 0,0 0 0,-1 1 0,1 0 0,-1-1 0,7 4 0,-10-4 0,-1 0 0,1 0 0,-1 0 0,0 0 0,1 1 0,-1-1 0,0 0 0,1 0 0,-1 1 0,0-1 0,1 0 0,-1 1 0,0-1 0,1 0 0,-1 1 0,0-1 0,0 0 0,0 1 0,1-1 0,-1 1 0,0-1 0,0 0 0,0 1 0,0 0 0,0 0 0,0 0 0,0 0 0,-1-1 0,1 1 0,0 0 0,-1 0 0,1 0 0,-1 0 0,1-1 0,-1 1 0,0 0 0,1 0 0,-1-1 0,1 1 0,-1-1 0,-1 2 0,-18 15 0,6-6 0,0 1 0,-20 23 0,31-31 0,0 0 0,0 0 0,0 1 0,0-1 0,1 1 0,0 0 0,0-1 0,0 1 0,1 0 0,-1 0 0,1 0 0,0 0 0,1 0 0,-1 7 0,1-10 0,0 0 0,1 0 0,-1 0 0,1 0 0,-1 0 0,1 0 0,0 0 0,0 0 0,0 0 0,0-1 0,0 1 0,0 0 0,1 0 0,-1-1 0,0 1 0,1-1 0,-1 1 0,1-1 0,0 0 0,-1 0 0,1 1 0,0-1 0,0 0 0,0-1 0,0 1 0,0 0 0,0 0 0,0-1 0,2 1 0,8 2 0,1-1 0,-1 0 0,21-1 0,-29-1 0,22 2 0,-7-1 0,1 0 0,0-1 0,-1-1 0,1-1 0,27-6 0,-45 8 0,-1 0 0,1-1 0,-1 1 0,1-1 0,-1 0 0,1 1 0,-1-1 0,0 0 0,0 0 0,1 0 0,-1 0 0,0 0 0,0 0 0,0 0 0,0 0 0,0-1 0,0 1 0,0 0 0,0-1 0,-1 1 0,1 0 0,0-1 0,-1 1 0,1-1 0,-1 1 0,0-1 0,1 1 0,-1-1 0,0 1 0,0-1 0,0 0 0,0 1 0,0-1 0,0 1 0,-1-1 0,1 1 0,0-1 0,-1 1 0,1-1 0,-2-1 0,0-3 0,-1 1 0,0-1 0,0 1 0,0 0 0,-1-1 0,0 2 0,0-1 0,-9-8 0,-12-7-403,-51-30-1,67 45-154,-12-8-6268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39:59.4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24575,'0'11'0,"0"-5"0,0 1 0,0-1 0,0 0 0,1 0 0,0 0 0,3 12 0,-3-16 0,1 0 0,-1 0 0,0 0 0,1 0 0,-1 0 0,1 0 0,0 0 0,-1 0 0,1-1 0,0 1 0,0-1 0,0 1 0,0-1 0,1 0 0,-1 0 0,0 0 0,0 0 0,1 0 0,-1 0 0,1-1 0,2 1 0,14 3 0,0-1 0,0 0 0,0-2 0,0 0 0,0-1 0,0-1 0,33-6 0,-50 7 0,0 0 0,-1 0 0,1 0 0,-1-1 0,1 1 0,-1-1 0,0 1 0,1-1 0,-1 0 0,1 1 0,-1-1 0,0 0 0,0 0 0,1 0 0,-1 0 0,0 0 0,0 0 0,0 0 0,0-1 0,0 1 0,0 0 0,-1 0 0,1-1 0,0 1 0,-1-1 0,1 1 0,-1 0 0,1-1 0,-1 1 0,1-1 0,-1 0 0,0 1 0,0-1 0,0 1 0,0-1 0,0 1 0,0-1 0,-1 1 0,0-3 0,1 3 9,0 1 0,0-1 0,0 1 0,0-1 0,0 1 0,0-1 0,0 1 0,1-1 0,-1 1 0,0-1 0,0 1 0,0-1 0,0 1 0,1 0 0,-1-1 0,0 1 0,0-1 0,1 1 0,-1 0 0,0-1 0,1 1 1,-1 0-1,0-1 0,1 1 0,-1 0 0,1-1 0,-1 1 0,0 0 0,1 0 0,-1 0 0,1-1 0,-1 1 0,1 0 0,-1 0 0,1 0 0,0 0 0,19-3-1062,-17 2 407,20 0-6180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0:00.1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911 1 24575,'19'0'0,"-12"-1"0,0 1 0,0 0 0,0 1 0,0-1 0,-1 1 0,12 3 0,-18-4 0,1 0 0,-1 0 0,1 0 0,-1 0 0,1 1 0,-1-1 0,1 0 0,-1 0 0,1 1 0,-1-1 0,0 0 0,1 1 0,-1-1 0,1 0 0,-1 1 0,0-1 0,1 1 0,-1-1 0,0 1 0,1-1 0,-1 1 0,0-1 0,0 1 0,1-1 0,-1 1 0,0-1 0,0 1 0,0-1 0,0 1 0,0-1 0,0 1 0,0-1 0,0 1 0,0-1 0,0 1 0,0-1 0,0 1 0,0 0 0,0-1 0,-1 1 0,1 0 0,-2 1 0,1 0 0,0 0 0,-1 0 0,1 0 0,-1 0 0,0 0 0,0 0 0,-2 1 0,-28 20 0,-69 34 0,39-23 0,-357 236 0,388-249 0,-68 50 0,-106 99 0,187-156 0,4-4 0,29-13 0,61-25 0,1 3 0,2 4 0,-1 3 0,137-13 0,-213 31 0,6-1 0,1 1 0,-1 0 0,1 0 0,11 2 0,-18-1 0,-1-1 0,0 0 0,1 0 0,-1 1 0,0-1 0,0 1 0,1-1 0,-1 1 0,0-1 0,0 1 0,0 0 0,0-1 0,0 1 0,1 0 0,-2 0 0,1 0 0,0 0 0,0 0 0,0 0 0,0 0 0,-1 0 0,1 1 0,0-1 0,-1 0 0,1 0 0,-1 1 0,1-1 0,-1 0 0,0 0 0,0 1 0,0-1 0,1 0 0,-1 1 0,0-1 0,-1 2 0,-2 17 0,3-16 0,-1 0 0,0 0 0,1-1 0,0 1 0,0 0 0,0 0 0,1 7 0,0-10 0,-1 0 0,1 1 0,0-1 0,0 1 0,0-1 0,0 0 0,0 0 0,0 1 0,0-1 0,0 0 0,0 0 0,0 0 0,0 0 0,1 0 0,-1-1 0,1 1 0,-1 0 0,0-1 0,1 1 0,-1 0 0,1-1 0,-1 0 0,4 1 0,1 0 0,0-1 0,0 1 0,0-1 0,0-1 0,0 1 0,0-1 0,0 0 0,0 0 0,0-1 0,8-3 0,-11 5 0,0-1 0,0-1 0,0 1 0,0 0 0,-1-1 0,1 1 0,0-1 0,0 0 0,-1 0 0,1 0 0,-1 0 0,0-1 0,0 1 0,0 0 0,0-1 0,0 0 0,0 1 0,-1-1 0,1 0 0,1-5 0,-3 7 0,1 0 0,-1-1 0,0 1 0,0 0 0,0 0 0,0-1 0,0 1 0,0 0 0,-1 0 0,1 0 0,0-1 0,-1 1 0,1 0 0,-1 0 0,1 0 0,-1 0 0,1 0 0,-1 0 0,0 0 0,1 0 0,-1 0 0,-1-2 0,-1 2 0,1-1 0,0 1 0,-1-1 0,0 1 0,1 0 0,-1-1 0,1 1 0,-1 1 0,-4-2 0,-6 0 0,0 0 0,-1 1 0,-16 1 0,26 1 0,-62 1-1365,48-2-5461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0:05.9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46 24575,'2712'0'0,"-2700"0"-124,1 0 0,0-1 0,-1-1 0,1 0 0,-1-1 0,0 0-1,0-1 1,0 0 0,0-1 0,14-8 0,-12 4-6702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0:06.9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3005 190 24575,'-14'-1'0,"1"-1"0,0 0 0,-24-8 0,9 2 0,-51-7 0,-1 4 0,-138-2 0,152 11 0,-185-18 0,148 11 0,-82-4 0,-48-7 0,-12-1 0,97 11 0,21 1 0,-9-2 0,-28 0 0,3 10 0,-161 3 0,293 0 0,-1 2 0,1 0 0,-49 15 0,58-12 0,0 0 0,1 1 0,0 1 0,0 1 0,1 0 0,-18 15 0,28-18-74,0 1 1,1 0-1,0 0 0,1 0 0,-6 11 0,5-10-848,-3 5-5904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0:11.4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24575,'290'13'0,"-70"17"0,155 11 0,139-39 0,-261-4 0,594 2-1365,-828 0-5461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0:13.2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23 24575,'91'1'0,"98"-2"0,-101-9 0,8-1 0,36 10-1365,-87 1-5461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0:13.8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24575,'6'1'0,"0"-1"0,0 1 0,-1 1 0,11 2 0,13 4 0,41-2 0,118-6 0,-84-2 0,183 2-1365,-270 0-5461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0:14.4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417 0 24575,'0'10'0,"1"0"0,1 0 0,4 17 0,4 18 0,-10-44 0,1 13 0,0-1 0,0 1 0,-2 14 0,0-23 0,0-1 0,0 1 0,0-1 0,0 1 0,-1-1 0,1 1 0,-1-1 0,0 0 0,-1 0 0,1 0 0,-1 0 0,1-1 0,-6 6 0,-10 8-375,0-1-1,-1 0 0,-32 18 1,-70 34-2603,-31 20 674,149-86 2306,0 0 0,1 0 0,-1 0 0,1 0 0,-1 1 0,1-1 0,0 1 0,-1 0 0,-2 4 0,5-6-9,0 0 1,0 0-1,0 0 0,0 0 1,-1 0-1,1-1 0,0 1 1,1 0-1,-1 0 0,0 0 0,0 0 1,0 0-1,0 0 0,1-1 1,-1 1-1,0 0 0,1 0 1,-1 0-1,1-1 0,-1 1 0,1 0 1,-1 0-1,1-1 0,0 1 1,-1 0-1,1-1 0,0 1 1,-1-1-1,1 1 0,0-1 1,0 1-1,-1-1 0,1 0 0,0 1 1,0-1-1,0 0 0,1 1 1,25 8-1167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0:43.8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24575,'1180'0'0,"-1016"11"0,-35-1 0,-1 2 0,-42-2 0,-6-2 0,90 4 0,71 0 0,-136-1 0,109 16 0,-133-18 0,0-3 0,108-7 0,-75-1 0,3400 2-1365,-3497 0-5461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0:51.2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24575,'7'0'0,"9"0"0,10 0 0,13 0 0,19 0 0,6 0 0,11 0 0,5 0 0,-2 0 0,-2 0 0,-2 0 0,-10 0 0,-17 0-8191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0:51.6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 1 24575,'-3'7'0,"-6"13"0,-3 13 0,-5 9 0,2 4 0,-1-2 0,3-5 0,3-6 0,4-9-8191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0:51.9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1 24575,'0'3'0,"0"5"0,0 5 0,0 3 0,0 3 0,-4 2 0,-1 0 0,-3 1 0,0 0 0,1-4-8191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0:49.9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2999 1 24575,'-204'44'0,"-87"15"0,193-45 0,-233 38 0,7 23 0,246-51 0,1 3 0,1 3 0,2 3 0,1 4 0,-71 48 0,61-26 0,2 4 0,-95 96 0,-117 168 0,200-212 0,6 4 0,-83 148 0,116-168 0,-50 127 0,86-175 0,1 0 0,3 0 0,1 2 0,-8 93 0,17 304 0,14-308 0,53 256 0,82 126 0,-65-299 0,-55-163 0,53 90 0,-52-111 0,2-1 0,2-2 0,1 0 0,2-3 0,1 0 0,51 37 0,-26-27 0,3-3 0,1-2 0,98 44 0,-80-50 0,2-3 0,1-4 0,143 26 0,268 15 0,262-34 0,-621-34 0,372-12 0,-387 3 0,0-5 0,137-35 0,-122 13 0,-2-6 0,-2-5 0,-3-6 0,230-131 0,-244 109 0,-3-6 0,-4-4 0,-4-4 0,-4-6 0,-5-3 0,-3-5 0,94-137 0,-120 140 0,-5-2 0,-4-3 0,58-152 0,-60 126 0,77-210 0,-113 280 0,-2-1 0,-3 0 0,9-109 0,-21-179 0,-4 325 0,-1 0 0,-2 1 0,0-1 0,-2 0 0,0 1 0,-2 1 0,-1-1 0,-22-38 0,-10-7 0,-71-86 0,98 135 0,-228-283 0,29 38 0,178 222 0,-1 2 0,-1 2 0,-3 2 0,-81-59 0,-200-97 0,251 154 112,-234-118-1589,240 128-5349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0:52.6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24575,'7'0'0,"13"0"0,21 0 0,14 0 0,18 0 0,9 0 0,-4 0 0,-7 0 0,-13 0 0,-16 0-8191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0:52.9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218 1 24575,'-3'3'0,"-2"6"0,-3 4 0,-4 10 0,-3 2 0,-7 7 0,-6 8 0,-2 5 0,1-1 0,1-6 0,6-4 0,6-10-8191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0:53.5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24575,'12'0'0,"1"1"0,0 0 0,0 1 0,-1 0 0,1 1 0,22 8 0,-32-10 0,1 0 0,-1 1 0,0 0 0,1-1 0,-1 1 0,0 0 0,0 1 0,0-1 0,0 0 0,0 1 0,-1 0 0,1-1 0,-1 1 0,0 0 0,0 0 0,0 1 0,0-1 0,0 0 0,-1 1 0,1-1 0,-1 1 0,0-1 0,0 1 0,-1 0 0,1-1 0,-1 1 0,1 5 0,-2-7 0,1 1 0,-1 0 0,0 0 0,1-1 0,-1 1 0,-1-1 0,1 1 0,0 0 0,-1-1 0,1 0 0,-1 1 0,0-1 0,0 0 0,1 0 0,-1 0 0,-1 0 0,1 0 0,0-1 0,0 1 0,-1-1 0,1 1 0,-1-1 0,-4 2 0,-7 2 0,1 0 0,-1-1 0,-17 3 0,27-6 0,-45 9 0,107-8 0,-26-3-1365,-1 1-5461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0:54.9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314 0 24575,'-4'0'0,"-11"0"0,-11 0 0,-7 0 0,-2 0 0,-3 0 0,3 0 0,3 0 0,3 0 0,4 0 0,2 0 0,5 0-8191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0:59.8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338 0 24575,'-8'0'0,"1"0"0,-1 0 0,1 1 0,-1 0 0,1 0 0,0 0 0,-1 1 0,1 0 0,0 1 0,0 0 0,1 0 0,-10 5 0,-5 5 0,6-4 0,0 0 0,1 1 0,0 0 0,-24 25 0,23-19 0,2 1 0,0 0 0,1 2 0,1-1 0,-12 28 0,17-31 0,0 0 0,2 0 0,0 1 0,0-1 0,2 1 0,0 0 0,0 30 0,2 4 0,-1-26 0,1 0 0,2 0 0,0 0 0,7 28 0,-7-46 0,0 0 0,1 0 0,-1 0 0,1-1 0,1 1 0,-1-1 0,1 0 0,0 0 0,0 0 0,0-1 0,1 1 0,0-1 0,-1 0 0,2 0 0,-1-1 0,0 1 0,1-1 0,-1-1 0,1 1 0,0-1 0,11 3 0,3 0 0,1 0 0,-1-2 0,1-1 0,0 0 0,26-2 0,211-1 0,67-2 0,-311 3 0,-1-2 0,0 1 0,1-1 0,-1-1 0,0 0 0,0-1 0,22-10 0,-28 10 0,0 0 0,0-1 0,-1 1 0,1-1 0,-1-1 0,0 1 0,-1-1 0,1 0 0,-1 0 0,0-1 0,-1 1 0,0-1 0,0 0 0,4-10 0,-2 1 0,0-1 0,-2 0 0,0 0 0,-1 0 0,0 0 0,-2-1 0,0 1 0,-1-1 0,0 1 0,-2-1 0,-4-22 0,4 33-91,-1-1 0,1 1 0,-2 0 0,1 0 0,-1 1 0,0-1 0,-1 1 0,1-1 0,-1 1 0,0 1 0,-1-1 0,1 1 0,-1 0 0,-13-8 0,0 0-6735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1:05.5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24575,'215'11'0,"-14"-1"0,173 11 0,57 0 0,680-22-1365,-1091 1-5461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1:09.5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 24575,'218'-1'0,"247"2"0,-248 10 0,61 0 0,-116-13 0,123 4 0,-134 15-1365,-128-15-5461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1:10.4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24575,'1395'0'-1365,"-1367"0"-5461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1:57.0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1209 1210 24575,'23'1'0,"35"6"0,4 1 0,457-1 0,-317-9 0,2365 2 0,-2009 21 0,-52-1 0,1444-18 0,-983-4 0,1874 2 0,-2598 11 0,-33-1 0,1003-7-5235,-623-5 4817,-401 3 2814,203-3 861,-325-1-3257,103-18 0,-135 11 0,0-1 0,-1-1 0,-1-3 0,56-31 0,16-7 0,38-17 0,-50 23 0,-79 40 0,-1-1 0,0-1 0,-1 0 0,0-1 0,0-1 0,-1 1 0,0-2 0,-1 1 0,-1-1 0,0-1 0,9-15 0,1-7 0,-1-1 0,-1-1 0,11-40 0,-22 53 0,-1 0 0,-1 0 0,-1 0 0,-1 0 0,-2 0 0,-2-33 0,0 4 0,3 48 0,-1 0 0,0 0 0,-1 0 0,1 1 0,-1-1 0,0 0 0,0 0 0,-1 1 0,1-1 0,-1 1 0,0-1 0,0 1 0,0 0 0,-1 0 0,0 0 0,1 0 0,-2 0 0,1 1 0,0-1 0,-1 1 0,1 0 0,-1 0 0,0 0 0,0 0 0,0 1 0,-8-4 0,-38-18 0,0 1 0,-2 3 0,-74-18 0,-168-23 0,205 44 0,-30-3 0,-209-8 0,-326 8 0,379 11 0,-233-3 0,-1607 13 0,1646-12 0,30 1 0,-1623 9 0,989 3 0,678-13 0,29 0 0,-1784 10 0,1039 2 0,-167-1 0,842 30 0,397-25 0,0 2 0,-60 20 0,-70 35 0,144-53 0,-27 11 0,-45 18 0,87-33 0,0 1 0,0 0 0,0 0 0,1 1 0,0 0 0,1 1 0,-9 9 0,-20 27 0,1 1 0,-44 75 0,67-97 0,1 0 0,2 1 0,0 0 0,2 1 0,0 0 0,2 0 0,-7 52 0,10 174 0,5-134 0,-2-112 29,0 1-1,1-1 1,0 0-1,0 0 0,0 0 1,0 0-1,1 0 1,0 0-1,0 0 1,0-1-1,4 8 1,-1-5-314,1 0 1,0 0-1,0-1 1,0 0-1,13 10 1,8 4-6542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2:22.2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 0 24575,'29'1'0,"0"2"0,0 1 0,-1 1 0,1 2 0,30 10 0,-53-15 0,-1 0 0,1 1 0,-1 0 0,0-1 0,0 2 0,0-1 0,0 1 0,0-1 0,-1 1 0,1 0 0,-1 1 0,0-1 0,0 1 0,5 10 0,-7-11 0,0 0 0,0 0 0,-1 0 0,1 0 0,-1 1 0,0-1 0,-1 0 0,1 1 0,-1-1 0,0 1 0,0-1 0,0 1 0,0-1 0,-1 1 0,0-1 0,0 0 0,0 1 0,0-1 0,-1 0 0,-4 8 0,-3 2 0,0 1 0,-1-1 0,-1-1 0,0 0 0,-1-1 0,-1 0 0,1 0 0,-25 15 0,-124 69 0,155-93 0,-8 5 0,-34 20 0,46-27 0,0 1 0,0 0 0,0-1 0,0 1 0,0 0 0,0 0 0,0 0 0,1 0 0,-1 0 0,1 1 0,-1-1 0,1 0 0,0 1 0,0-1 0,0 1 0,0 4 0,0-6 0,1 0 0,1 0 0,-1 0 0,0 0 0,0 0 0,0 0 0,1 0 0,-1 0 0,0 0 0,1 0 0,-1 0 0,1 0 0,-1 0 0,1 0 0,0 0 0,-1 0 0,1 0 0,0-1 0,-1 1 0,1 0 0,0 0 0,0-1 0,0 1 0,0-1 0,0 1 0,0-1 0,0 1 0,0-1 0,1 1 0,34 7 0,-32-7 0,59 4-115,114-4-1,-123-3-1018,-21 2-5692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2:22.6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24575,'4'4'0,"4"4"0,4 5 0,5 4 0,2-2 0,1-3 0,-2-3-8191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2:22.9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104 1 24575,'-31'58'0,"19"-37"0,0 1 0,1 1 0,1 0 0,1 0 0,-8 36 0,16-57 0,1 1 0,0-1 0,0 0 0,0 0 0,0 1 0,0-1 0,0 0 0,0 0 0,1 1 0,-1-1 0,1 0 0,0 0 0,0 0 0,-1 0 0,1 0 0,1 0 0,-1 0 0,0 0 0,0 0 0,1 0 0,-1-1 0,1 1 0,-1 0 0,1-1 0,0 1 0,0-1 0,0 0 0,-1 0 0,1 1 0,0-1 0,5 1 0,5 2 0,0 0 0,0-1 0,0 0 0,20 1 0,-26-4 0,83 6-1365,-43-5-5461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2:23.3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564 0 24575,'-7'0'0,"-6"4"0,-11 11 0,-9 11 0,-16 14 0,-18 19 0,-4 6 0,-1 7 0,4 0 0,8-7 0,13-8 0,15-10 0,16-13 0,11-13-8191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2:23.8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591 1 24575,'-26'1'0,"1"1"0,-1 1 0,1 2 0,0 0 0,0 2 0,-27 11 0,-3 5 0,-77 44 0,107-53 0,0 0 0,2 2 0,-39 34 0,56-45 0,0 0 0,1 1 0,-1 0 0,2 0 0,-1 0 0,1 1 0,-1-1 0,2 1 0,-1 0 0,1 0 0,0 0 0,1 1 0,-1-1 0,1 1 0,1-1 0,0 1 0,0 0 0,0 13 0,1-18 0,1-1 0,-1 0 0,1 1 0,0-1 0,-1 0 0,1 0 0,0 0 0,0 0 0,1 0 0,-1 0 0,0 0 0,1 0 0,-1 0 0,1 0 0,-1-1 0,1 1 0,0-1 0,0 1 0,0-1 0,0 0 0,0 1 0,0-1 0,0 0 0,0 0 0,0-1 0,1 1 0,2 0 0,7 2 0,0-1 0,1 0 0,23 0 0,-29-2 0,48 3 0,0-3 0,79-10 0,-125 8 0,-1 0 0,1 0 0,-1-1 0,12-5 0,-18 8 0,-1-1 0,1 0 0,-1 1 0,1-1 0,-1 0 0,1 0 0,-1 0 0,1 0 0,-1 0 0,0-1 0,1 1 0,-1 0 0,0-1 0,0 1 0,0 0 0,0-1 0,0 1 0,-1-1 0,1 0 0,0 1 0,-1-1 0,1 0 0,-1 1 0,1-1 0,-1 0 0,0 0 0,0-2 0,0 3 0,-1-1 0,1 1 0,-1 0 0,1 0 0,-1 0 0,0-1 0,1 1 0,-1 0 0,0 0 0,0 0 0,0 0 0,0 0 0,0 0 0,0 1 0,0-1 0,0 0 0,0 0 0,-2 0 0,2 1 0,1 0 0,0-1 0,0 1 0,0 0 0,-1 0 0,1 0 0,0 0 0,0 0 0,0 0 0,-1 0 0,1 0 0,0 0 0,0 0 0,-1 0 0,1 0 0,0 0 0,0 0 0,0 0 0,-1 0 0,1 0 0,0 0 0,0 0 0,-1 0 0,1 0 0,0 0 0,0 0 0,0 0 0,-1 0 0,1 1 0,0-1 0,0 0 0,0 0 0,0 0 0,-1 1 0,6 12 0,-1-6 0,0 0 0,0 1 0,-1-1 0,0 0 0,0 1 0,-1 0 0,0-1 0,2 14 0,-4-16 0,0-1 0,0 0 0,-1 1 0,1-1 0,-1 0 0,0 1 0,0-1 0,0 0 0,-1 0 0,1 0 0,-1 0 0,0 0 0,-1 0 0,1 0 0,0-1 0,-1 1 0,-4 4 0,-12 10-1365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2:24.1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 0 24575,'-3'11'0,"-6"7"0,-4 4 0,-3 5 0,-3 5 0,2 1 0,0-2 0,3-2 0,1-3 0,-1-3 0,1-4-8191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2:24.5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24575,'4'0'0,"4"0"0,9 0 0,4 0 0,9 0 0,7 0 0,4 0 0,-4 0-8191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2:24.8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444 1 24575,'-7'10'0,"-13"19"0,-14 24 0,-4 11 0,-14 16 0,-8 15 0,2-1 0,0 4 0,7-7 0,12-15 0,12-21-8191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2:28.6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 18 24575,'-4'-4'0,"-4"-1"0,-5 1 0,0 0-8191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2:36.4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 24575,'24'-1'0,"-12"1"0,-1-1 0,1 2 0,0-1 0,15 4 0,-25-4 0,1 1 0,-1 0 0,0-1 0,1 1 0,-1 0 0,0 0 0,1 1 0,-1-1 0,0 0 0,0 1 0,0-1 0,0 1 0,0 0 0,-1 0 0,1-1 0,0 1 0,-1 0 0,1 0 0,-1 1 0,0-1 0,0 0 0,0 0 0,0 1 0,0-1 0,1 4 0,1 8 0,-1 1 0,-1 0 0,0 0 0,-1 0 0,0 0 0,-1 0 0,-1 0 0,-6 24 0,5-28 0,0 0 0,0-1 0,-1 1 0,-1-1 0,0 0 0,0-1 0,-1 1 0,0-1 0,-1 0 0,0-1 0,0 1 0,-12 9 0,16-16 0,0 0 0,0 1 0,0-1 0,1 1 0,-1 0 0,1 0 0,-1 0 0,-2 5 0,5-7 0,0-1 0,0 1 0,0-1 0,0 1 0,-1-1 0,1 1 0,0-1 0,0 1 0,0-1 0,0 1 0,0-1 0,0 1 0,0 0 0,1-1 0,-1 1 0,0-1 0,0 1 0,0-1 0,1 1 0,-1-1 0,0 1 0,0-1 0,1 1 0,1 0 0,-1 1 0,0-1 0,1-1 0,-1 1 0,0 0 0,1 0 0,-1 0 0,1-1 0,0 1 0,-1-1 0,4 1 0,36 7-682,74 5-1,-79-10-6143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2:37.0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143 67 24575,'-7'0'0,"1"1"0,-1 0 0,0 1 0,1-1 0,-1 1 0,1 1 0,0-1 0,0 1 0,0 0 0,0 1 0,0-1 0,1 1 0,-1 0 0,1 1 0,0-1 0,0 1 0,1 0 0,-1 0 0,1 0 0,0 1 0,1 0 0,-1-1 0,1 1 0,0 1 0,1-1 0,-1 0 0,-2 12 0,5-16 0,0-1 0,0 1 0,-1-1 0,1 1 0,0-1 0,0 1 0,0-1 0,1 1 0,-1-1 0,0 1 0,0-1 0,1 1 0,-1-1 0,1 0 0,-1 1 0,1-1 0,0 0 0,0 1 0,-1-1 0,1 0 0,1 2 0,0-2 0,0 1 0,0-1 0,0 1 0,1-1 0,-1 0 0,0 0 0,0 0 0,1 0 0,-1 0 0,1 0 0,3 0 0,6 0 0,1 0 0,-1 0 0,1-2 0,12 0 0,-21 0 0,2 1 0,-1-1 0,1 1 0,-1-2 0,1 1 0,-1 0 0,1-1 0,-1 0 0,0 0 0,0-1 0,0 1 0,0-1 0,0 0 0,-1-1 0,1 1 0,4-6 0,-4 4 0,-1-1 0,0 0 0,0 0 0,-1 0 0,0 0 0,0-1 0,0 1 0,-1-1 0,0 0 0,0 0 0,2-12 0,-4 14 0,1 0 0,0 1 0,-1-1 0,0 0 0,0 1 0,0-1 0,-1 0 0,1 1 0,-1-1 0,0 1 0,-3-8 0,2 9 0,1 1 0,-1-1 0,0 1 0,0-1 0,0 1 0,0 0 0,0-1 0,-1 1 0,1 1 0,-1-1 0,1 0 0,-1 0 0,0 1 0,0 0 0,0-1 0,1 1 0,-1 0 0,-5 0 0,-8-3-273,0 1 0,-1 1 0,1 1 0,-25 1 0,20 0-6553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2:37.5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24575,'3'3'0,"2"5"0,0 5 0,-2 3 0,0 7 0,-1 2 0,-1 1 0,-1-1 0,0 3 0,0 0 0,0 6 0,-1 0 0,1-1 0,0-7-8191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2:37.8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58 24575,'3'0'0,"5"0"0,9-3 0,7-2 0,8 1 0,1 1 0,3-4 0,-2 1 0,-3-3 0,-3 1 0,-3 1 0,-5 2-8191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2:38.2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2:39.4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1 400 24575,'2'0'0,"-1"0"0,1-1 0,0 1 0,0-1 0,0 1 0,0-1 0,-1 0 0,1 0 0,0 0 0,-1 0 0,1 0 0,-1 0 0,1 0 0,-1 0 0,1 0 0,-1-1 0,0 1 0,0-1 0,1 1 0,-1-1 0,0 0 0,0 1 0,-1-1 0,1 0 0,1-2 0,2-7 0,0-1 0,4-23 0,-3 15 0,-1 4 0,13-49 0,45-111 0,-60 173 0,-1-1 0,1 0 0,0 1 0,0-1 0,1 1 0,4-6 0,-7 9 0,1-1 0,-1 1 0,1 0 0,-1-1 0,1 1 0,-1 0 0,1 0 0,-1-1 0,1 1 0,-1 0 0,1 0 0,-1 0 0,1 0 0,-1 0 0,1 0 0,-1 0 0,1 0 0,-1 0 0,1 0 0,-1 0 0,1 0 0,0 0 0,1 1 0,-1-1 0,0 1 0,0 0 0,0-1 0,0 1 0,0 0 0,0 0 0,0 0 0,-1 0 0,1 0 0,0 0 0,0 0 0,0 2 0,10 21 0,-1-1 0,-1 2 0,-1-1 0,7 44 0,-5-23 0,-4-21 0,9 36 0,-14-55 0,1 0 0,0 0 0,0-1 0,1 1 0,-1 0 0,1-1 0,0 0 0,6 8 0,-8-12 0,0 1 0,-1-1 0,1 1 0,0-1 0,0 0 0,0 1 0,0-1 0,0 0 0,0 1 0,0-1 0,-1 0 0,1 0 0,0 0 0,0 0 0,0 0 0,0 0 0,0 0 0,0 0 0,0 0 0,0-1 0,0 1 0,0 0 0,0 0 0,-1-1 0,1 1 0,0-1 0,0 1 0,0-1 0,-1 1 0,1-1 0,0 1 0,0-1 0,-1 0 0,1 1 0,-1-1 0,1 0 0,0 0 0,-1 1 0,1-2 0,25-38 0,-22 33 0,24-48 0,32-92 0,-40 96 0,-20 50 0,0 0 0,1 1 0,-1-1 0,0 0 0,0 0 0,1 1 0,-1-1 0,0 0 0,1 0 0,-1 1 0,1-1 0,-1 1 0,1-1 0,-1 0 0,1 1 0,-1-1 0,1 1 0,0-1 0,0 0 0,3 13 0,-4 32 0,0-38 0,-1 33 111,-1-19-322,1 1 0,2-1 0,0 0 1,1 0-1,0 0 0,9 28 0,-3-29-6615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2:39.8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 1 24575,'0'3'0,"0"13"0,-3 9 0,-6 13 0,0 1 0,-2 7 0,0 4 0,-2-1 0,2-3 0,3-5 0,2-6 0,3-6 0,1-8-8191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2:40.1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35 24575,'0'-4'0,"4"0"0,4-1 0,8 1 0,5 2 0,2 0 0,5 1 0,1-2 0,-1-2 0,-6 1-8191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2:40.5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170 1 24575,'-4'3'0,"-1"5"0,-3 9 0,-4 11 0,-7 12 0,0 2 0,0 5 0,-1 5 0,3-2 0,1-4 0,3-5 0,5-6 0,2-6 0,3-4 0,2-6-8191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2:40.8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24575,'27'-1'0,"39"2"0,-59 0 0,0 0 0,-1 0 0,1 0 0,-1 1 0,1 0 0,-1 0 0,8 4 0,-13-5 0,0-1 0,0 1 0,0 0 0,0-1 0,0 1 0,0 0 0,0 0 0,0 0 0,0-1 0,-1 1 0,1 0 0,0 0 0,0 0 0,-1 0 0,1 0 0,-1 1 0,1-1 0,-1 0 0,1 0 0,-1 0 0,0 0 0,0 2 0,0-1 0,0 0 0,0 1 0,0-1 0,-1 0 0,1 0 0,-1 0 0,0 0 0,1 0 0,-1 0 0,0 0 0,-2 3 0,-4 5 0,0-1 0,-1 0 0,-14 14 0,16-18 0,-5 6 0,7-8 0,0 1 0,0-1 0,0 1 0,0 0 0,1 0 0,0 1 0,0-1 0,0 1 0,-4 8 0,7-12 0,0-1 0,0 1 0,-1 0 0,1-1 0,0 1 0,0 0 0,0-1 0,0 1 0,0 0 0,0-1 0,1 1 0,-1 0 0,0-1 0,0 1 0,0-1 0,1 1 0,-1 0 0,0-1 0,0 1 0,1-1 0,-1 1 0,1 0 0,-1-1 0,0 1 0,1-1 0,0 1 0,19 8 0,28-6 0,-45-3 0,20 1-455,0 0 0,23 6 0,-27-3-6371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2:31.0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0 24575,'0'335'0,"-1"-313"0,-1 0 0,0-1 0,-2 1 0,-10 32 0,8-38-1365,1-3-5461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2:31.5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1 148 24575,'24'-1'0,"-1"0"0,45-11 0,-12 2 0,552-56-449,2 30-73,-539 32 514,1347-13-168,-940 19 142,22-2-325,-471 0-6284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2:31.9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182 0 24575,'0'4'0,"0"8"0,0 5 0,-3 8 0,-5 12 0,-5 12 0,-3 4 0,-3 7 0,-5 5 0,1-6 0,5-10 0,2-9 0,4-7 0,3-7 0,0-7 0,2-4 0,2-4-8191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2:32.6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211 1 24575,'3'0'0,"-1"0"0,0 1 0,0 0 0,1-1 0,-1 1 0,0 0 0,0 0 0,0 0 0,0 0 0,0 0 0,0 1 0,-1-1 0,1 0 0,0 1 0,-1 0 0,1-1 0,-1 1 0,1 0 0,-1 0 0,0 0 0,2 3 0,0 1 0,1 0 0,-2 1 0,1-1 0,-1 1 0,3 11 0,-4-13 0,0 1 0,0-1 0,-1 0 0,0 1 0,0-1 0,0 0 0,-1 1 0,1-1 0,-1 0 0,0 1 0,-1-1 0,0 0 0,1 0 0,-2 0 0,1 0 0,0-1 0,-1 1 0,0 0 0,0-1 0,0 0 0,-1 0 0,0 0 0,1 0 0,-1 0 0,-8 5 0,-18 14 0,19-15 0,0 0 0,1 0 0,0 2 0,-13 14 0,20-21 0,1 1 0,0-1 0,0 1 0,0 0 0,0-1 0,0 1 0,1 0 0,0 0 0,0 0 0,0 0 0,0 1 0,1-1 0,-1 0 0,1 0 0,0 0 0,0 0 0,1 1 0,1 6 0,1 1 0,2 0 0,-1 0 0,1 0 0,1-1 0,11 18 0,-11-20 0,0 1 0,0 0 0,-1 0 0,-1 0 0,0 1 0,0 0 0,3 19 0,-6-24 0,0 0 0,-1 0 0,0 0 0,0 0 0,0 0 0,-1-1 0,0 1 0,-3 11 0,2-13 0,1-1 0,-1 1 0,0-1 0,0 0 0,0 0 0,0 0 0,-1 0 0,1 0 0,-1 0 0,0-1 0,0 0 0,0 1 0,0-1 0,0 0 0,-7 3 0,-9 3-455,-1 0 0,-32 7 0,4-3-6371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2:44.5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83 24575,'0'-3'0,"3"-2"0,2-3 0,3 0 0,0-3 0,3 1 0,-1-1 0,1-3 0,-1 1-8191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2:44.8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57 24575,'4'-4'0,"4"-4"0,5-4 0,3-5 0,0 2-8191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2:45.2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97 24575,'3'0'0,"6"-4"0,4-1 0,3-3 0,3 0 0,1 0 0,2 0 0,-1-4 0,1 1 0,-4-2 0,2 2 0,-2 3-8191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2:45.6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63 24575,'3'0'0,"5"0"0,5-4 0,3 0 0,3 0 0,2 0 0,0 2 0,-3 0-8191</inkml:trace>
  <inkml:trace contextRef="#ctx0" brushRef="#br0" timeOffset="1">584 0 24575,'3'0'0,"5"0"0,5 0 0,3 0 0,3 0 0,1 0 0,-2 0-8191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2:45.9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24575,'4'0'0,"0"4"0,4 1 0,4-1 0,0 4 0,1-1 0,3 3 0,-3-1-8191</inkml:trace>
  <inkml:trace contextRef="#ctx0" brushRef="#br0" timeOffset="1">334 292 24575,'0'3'0,"3"6"0,6 7 0,4 2 0,3 4 0,3 3 0,1-1 0,-2 1 0,-1-5 0,0-2 0,-2-1 0,-5-3-8191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2:46.3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24575,'0'4'0,"4"4"0,1 5 0,3 0 0,0 1 0,-1 2 0,-2 2 0,2-2 0,0-4-8191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2:47.4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186 1 24575,'0'25'0,"-1"0"0,-1 0 0,-8 32 0,9-49 0,-1 0 0,1 0 0,0 0 0,1 0 0,0 12 0,0-16 0,1 0 0,0 0 0,0 0 0,0 0 0,0 0 0,1 0 0,0-1 0,0 1 0,0-1 0,0 1 0,0-1 0,6 6 0,-2-2 0,-1-1 0,0 1 0,0 1 0,0-1 0,-1 1 0,1-1 0,-2 1 0,4 11 0,-6-16 0,0 0 0,0 0 0,-1-1 0,1 1 0,-1 0 0,0 0 0,0 0 0,0 0 0,0 0 0,-1 0 0,1 0 0,-1-1 0,0 1 0,1 0 0,-1 0 0,0-1 0,-1 1 0,1 0 0,0-1 0,-1 1 0,0-1 0,1 0 0,-1 1 0,0-1 0,0 0 0,0 0 0,-5 3 0,-5 3-105,0 0 0,-1-2 0,0 1 0,0-1 0,0-1 0,-1 0 0,0-1 0,0-1 0,0 0 0,0-1 0,-1 0 0,-18-1 0,15-1-6721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2:48.2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64 24575,'0'-4'0,"4"-1"0,4-3 0,5 0 0,3 0 0,4 3 0,0 2 0,5-3 0,1 1 0,1 0 0,-2 2 0,-1 1 0,-5 1-8191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2:50.6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583 1 24575,'-9'7'0,"1"0"0,-2 0 0,-16 9 0,-10 6 0,-17 17 0,-157 122 0,166-123 0,1 1 0,-56 69 0,67-62 0,30-44 0,0 1 0,1 0 0,0 1 0,-1-1 0,1 0 0,0 0 0,0 0 0,0 1 0,1-1 0,-1 0 0,1 1 0,0-1 0,0 6 0,1-7 0,0-1 0,-1 1 0,1-1 0,0 1 0,-1-1 0,1 0 0,0 1 0,0-1 0,0 0 0,1 0 0,-1 0 0,0 0 0,0 0 0,0 0 0,1 0 0,-1 0 0,1 0 0,-1 0 0,1-1 0,-1 1 0,1-1 0,-1 1 0,1-1 0,-1 1 0,1-1 0,-1 0 0,3 0 0,7 1 0,0 0 0,21-3 0,-21 2 0,-2-1 0,2 1 0,-1 0 0,1-1 0,-1-1 0,20-4 0,-27 4 0,1 1 0,-1-1 0,1 0 0,-1 0 0,0 0 0,0-1 0,0 1 0,0-1 0,0 1 0,0-1 0,-1 0 0,1 0 0,-1 0 0,0 0 0,0-1 0,3-6 0,-2 5-114,-1-1 1,1 0-1,-1 0 0,-1 1 0,1-1 1,-1-1-1,0 1 0,0 0 0,-1 0 1,0 0-1,-1-13 0,-3 5-6712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2:50.9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77 24575,'4'-3'0,"4"-6"0,1-3 0,3-5 0,2-2 0,0 2-8191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2:51.3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1 120 24575,'3'0'0,"9"-4"0,2-4 0,6-1 0,3-3 0,4-2 0,2-3 0,6-2 0,5-1 0,-6 3-8191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2:51.7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24575,'6'1'0,"1"-1"0,-1 1 0,1 0 0,-1 0 0,1 1 0,-1 0 0,0 0 0,0 1 0,0-1 0,0 1 0,0 1 0,0-1 0,7 7 0,-6-4 0,0 1 0,0-1 0,-1 1 0,0 0 0,0 1 0,-1 0 0,0-1 0,8 18 0,19 61 0,36 146 0,-66-224 0,19 60 234,-13-43-554,-1-1 0,-1 1 1,0 0-1,1 27 0,-7-30-6506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2:52.3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 1 24575,'0'3'0,"-3"9"0,-2 9 0,-3 5 0,-4 5 0,1 0 0,-3-1 0,3-2 0,-2-3 0,2-1 0,3-5-8191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2:53.0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 0 24575,'-3'0'0,"-2"4"0,1 4 0,0 5 0,-2 3 0,0 3 0,1 1 0,1 2 0,1-1 0,1 1 0,2-4-8191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2:54.5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257 1 24575,'-1'10'0,"0"0"0,-1 0 0,0 0 0,0 0 0,-1-1 0,-1 1 0,1-1 0,-1 1 0,-1-1 0,0 0 0,-8 10 0,-9 11 0,-43 45 0,-50 33-1365,105-99-5461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2:55.1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133 1 24575,'-13'17'0,"0"0"0,2 1 0,0 1 0,0 0 0,-7 23 0,12-30 0,-5 11 0,5-11 0,0 0 0,1 0 0,0 0 0,1 0 0,0 1 0,1 0 0,-2 16 0,4-28 0,1 0 0,0 0 0,0 0 0,0 0 0,0 0 0,0 0 0,0 0 0,1 0 0,-1-1 0,0 1 0,0 0 0,1 0 0,-1 0 0,0 0 0,1 0 0,-1-1 0,1 1 0,-1 0 0,1 0 0,-1-1 0,1 1 0,0 0 0,-1-1 0,1 1 0,0-1 0,0 1 0,-1-1 0,1 1 0,0-1 0,0 0 0,0 1 0,0-1 0,-1 0 0,1 1 0,0-1 0,0 0 0,0 0 0,0 0 0,0 0 0,0 0 0,0 0 0,0 0 0,-1 0 0,1 0 0,0 0 0,0-1 0,1 0 0,5-1 0,0 0 0,0-1 0,-1 0 0,11-6 0,-8 4-114,0-1 1,0 1-1,-1-2 0,0 1 0,0-1 1,-1 0-1,0-1 0,0 0 0,-1 0 1,0 0-1,5-10 0,-2-3-6712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2:55.4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0 24575,'0'4'0,"0"4"0,0 5 0,0 3 0,0 3 0,-4 1 0,-1 2 0,-3 0 0,0-1 0,1 1 0,2-1 0,1-3-8191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2:55.8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182 1 24575,'0'3'0,"0"9"0,-4 6 0,-4 9 0,-4 9 0,-5 4 0,-2 3 0,-5 5 0,-2-3 0,0-1 0,0-2 0,6-8-8191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3:01.4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1715 24575,'3'-46'0,"2"-1"0,2 1 0,23-79 0,9-61 0,-25 85 0,0 11 0,0-103 0,-15 54 0,-1 42 0,13-119 0,2 39 0,-1 10 0,-6 108-1365,-5 33-5461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3:02.2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1896 24575,'1'0'0,"0"0"0,0-1 0,-1 1 0,1 0 0,0-1 0,-1 1 0,1-1 0,0 1 0,-1-1 0,1 1 0,0-1 0,-1 0 0,1 1 0,-1-1 0,1 0 0,-1 1 0,0-1 0,1 0 0,-1 0 0,0 1 0,1-1 0,-1 0 0,0 0 0,0 0 0,0 1 0,1-3 0,3-28 0,-3 22 0,7-47 0,27-290 0,-33-74 236,2-43-254,33 5-1565,-22 364-5243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3:13.8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0 24575,'-1'66'0,"0"48"0,2-97 0,1 0 0,0 0 0,1-1 0,8 24 0,-10-37 0,0 0 0,0 0 0,1 0 0,0 0 0,-1-1 0,1 1 0,0 0 0,0-1 0,1 1 0,-1-1 0,0 0 0,1 0 0,-1 0 0,1 0 0,0 0 0,0 0 0,0-1 0,0 0 0,0 1 0,0-1 0,0 0 0,0 0 0,0-1 0,0 1 0,1-1 0,-1 1 0,0-1 0,4 0 0,10-1 0,1-1 0,-1 0 0,1-1 0,19-6 0,-4 1 0,46-7 0,111-28 0,-185 41 0,-1 1 0,1-1 0,-1 1 0,1 0 0,0 0 0,-1 0 0,7 0 0,-10 1 0,0 1 0,0-1 0,1 0 0,-1 0 0,0 1 0,0-1 0,0 0 0,0 1 0,0-1 0,0 1 0,-1-1 0,1 1 0,0 0 0,0-1 0,0 1 0,0 0 0,-1 0 0,1 0 0,0-1 0,-1 1 0,1 0 0,-1 0 0,1 0 0,-1 0 0,1 0 0,-1 0 0,1 0 0,-1 0 0,0 0 0,0 0 0,0 0 0,1 2 0,4 64 0,-4-49 0,0 0 0,1-1 0,8 31 0,-9-46 0,0 1 0,0-1 0,0 1 0,1-1 0,-1 0 0,1 0 0,-1 0 0,1 0 0,0 0 0,0 0 0,0 0 0,0-1 0,0 1 0,1-1 0,-1 1 0,0-1 0,1 0 0,-1 0 0,1 0 0,-1 0 0,1 0 0,3 0 0,7 1 0,1 0 0,-1-1 0,18 0 0,-17-1 0,360-2 0,-116-1 0,-5 5 0,355-7 0,-110-40 0,-471 41 0,-1-1 0,0 0 0,0-2 0,0-2 0,-1 0 0,0-1 0,-1-2 0,0 0 0,-1-2 0,29-21 0,-19 9 44,243-171-1453,-239 177-5417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3:15.4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24575,'17'0'0,"0"0"0,0 1 0,0 1 0,0 1 0,-1 0 0,23 8 0,-35-10 0,0 1 0,0 0 0,0 0 0,0 0 0,0 0 0,0 1 0,-1 0 0,1 0 0,-1 0 0,1 0 0,-1 0 0,0 1 0,-1-1 0,1 1 0,0 0 0,-1 0 0,0 0 0,0 0 0,0 0 0,-1 0 0,1 0 0,-1 1 0,0-1 0,0 1 0,-1-1 0,1 1 0,-1-1 0,0 8 0,-1-5 0,0 0 0,0 0 0,0 0 0,-1-1 0,0 1 0,0 0 0,-1-1 0,0 0 0,0 1 0,-7 9 0,-5 3 0,-27 31 0,32-40 0,10-9 20,-1 0 0,0-1 0,0 1 1,1 0-1,-1 0 0,0 0 0,1-1 0,-1 1 0,1 0 0,-1 0 0,1 0 0,0 0 0,-1 0 0,1 0 0,0 0 0,0 2 1,0-3-87,0 1 0,0-1 1,1 1-1,-1-1 0,1 1 1,-1-1-1,1 1 0,-1-1 1,0 1-1,1-1 1,0 1-1,-1-1 0,1 0 1,-1 1-1,1-1 0,-1 0 1,1 0-1,0 1 0,-1-1 1,1 0-1,-1 0 1,1 0-1,0 0 0,-1 0 1,2 0-1,16 2-6760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3:15.8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 0 24575,'-3'0'0,"-6"4"0,-4 4 0,1 5 0,1 3 0,3 3 0,3 1 0,6-2 0,6-5 0,5-7 0,5-9 0,6-8 0,-1-1-8191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3:16.1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 24575,'0'-4'0,"0"-4"0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3:16.5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263 0 24575,'-7'0'0,"-6"0"0,-8 4 0,-7 4 0,-2 5 0,-8 3 0,0 7 0,3 2 0,7 1 0,9 0 0,14-2 0,22-1 0,19-4 0,11-6 0,22-5 0,-1-4-8191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3:16.8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220 1 24575,'-7'7'0,"-9"9"0,-10 13 0,-3 5 0,-1 4 0,2-2 0,2-2 0,1-5 0,6-2 0,5-7-8191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3:17.2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118 22 24575,'-3'0'0,"-6"3"0,-3 5 0,-5 5 0,-1 7 0,-3 0 0,3 0 0,4 1 0,9-4 0,8-5 0,15-4 0,3-3-8191</inkml:trace>
  <inkml:trace contextRef="#ctx0" brushRef="#br0" timeOffset="1">243 0 24575,'0'0'-8191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3:26.4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22 24575,'640'-12'0,"46"3"0,-326 30 0,55 1 0,126-22-1365,-513 0-5461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4:12.3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24575,'8'1'0,"0"0"0,0 0 0,-1 0 0,13 5 0,7 1 0,315 54 0,-301-56 0,70-1 0,-75-4 0,-1 2 0,58 9 0,-47-2 0,1-1 0,-1-3 0,64 0 0,-71-6 0,0 2 0,66 10 0,-84-8-1365,-4 0-5461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4:15.0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672 1 24575,'-23'-1'0,"-1"2"0,1 0 0,0 1 0,0 2 0,1 0 0,-31 10 0,31-6 0,0 2 0,0 0 0,1 1 0,0 2 0,1 0 0,-27 22 0,10-5 0,2 2 0,1 0 0,2 3 0,1 1 0,-40 59 0,61-79 0,0 0 0,1 1 0,1 0 0,1 1 0,-10 34 0,16-45 0,-1 0 0,1 0 0,1 0 0,-1 0 0,1 1 0,1-1 0,-1 0 0,1 0 0,0 0 0,1 0 0,0 0 0,0-1 0,0 1 0,1 0 0,0-1 0,0 0 0,1 1 0,8 10 0,-3-6 0,1 0 0,0-1 0,1 0 0,0-1 0,1 0 0,22 12 0,83 34 0,-98-47 0,24 7 0,1-1 0,1-3 0,0-1 0,0-3 0,73 4 0,204-9 0,-170-3 0,-120 1 0,1-2 0,62-11 0,-81 10 0,-1 0 0,1-2 0,-1 1 0,0-2 0,-1 1 0,1-2 0,-1 0 0,0 0 0,16-14 0,-5-2 0,-1-1 0,-1-1 0,-2 0 0,21-35 0,-19 29 0,-14 20 0,0 0 0,-1 0 0,0-1 0,0 0 0,-1 0 0,-1-1 0,0 1 0,-1-1 0,0 0 0,-1 0 0,0 0 0,-1 0 0,-1-16 0,-1 25 0,1 1 0,-1-1 0,0 1 0,-1-1 0,1 1 0,-1 0 0,1-1 0,-1 1 0,0 0 0,0 0 0,0 0 0,-1 0 0,1 1 0,-1-1 0,1 1 0,-1-1 0,-4-2 0,-6-4 0,0 1 0,-24-11 0,31 16 0,-123-52-682,-141-41-1,233 84-6143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4:17.4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608 0 24575,'-18'1'0,"-1"0"0,1 1 0,0 1 0,0 0 0,0 1 0,0 2 0,0 0 0,1 0 0,0 2 0,1 0 0,-17 11 0,-59 30 0,69-38 0,1 1 0,0 0 0,0 2 0,-25 21 0,42-31 0,-4 3 0,-1 1 0,1 1 0,1-1 0,0 2 0,0-1 0,1 1 0,0 0 0,0 0 0,-7 18 0,-1 15 0,3 1 0,2 0 0,-6 56 0,12-68 0,2 0 0,2 0 0,3 36 0,-2-62 0,1 0 0,-1 0 0,1 0 0,0 0 0,0 0 0,1-1 0,0 1 0,0-1 0,0 1 0,1-1 0,0 0 0,0-1 0,9 9 0,-2-2 0,1-2 0,1 1 0,-1-2 0,21 11 0,-3-3 0,1-1 0,1-2 0,1-1 0,56 13 0,-15-12 0,88 2 0,-67-7 0,57 3 0,-120-11 0,-1-1 0,61-10 0,-47 2 0,112-26 0,-135 28 0,-1-1 0,0 0 0,-1-1 0,0-2 0,22-14 0,-30 17 0,60-45 0,-64 46 0,0-1 0,-1 1 0,0-1 0,-1-1 0,0 1 0,8-15 0,58-119 0,-65 125 0,-1 0 0,-1-1 0,-1 0 0,0 0 0,-1 0 0,0-25 0,1 8 0,-4 28 0,4-17 0,-2 0 0,-1 0 0,-1-1 0,-3-24 0,3 43 0,-2-1 0,1 1 0,-1-1 0,0 1 0,0 0 0,-1 0 0,1 0 0,-1 0 0,-1 0 0,1 1 0,-1-1 0,0 1 0,0 0 0,-1 0 0,0 0 0,1 1 0,-2-1 0,1 1 0,-9-5 0,-5-1-682,-37-13-1,13 8-6143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4:30.5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24575,'505'0'0,"-342"10"0,-17 0 0,773-8 0,-469-4 0,3806 2-1365,-4235 0-5461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5:38.8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4442 22 24575,'0'0'0,"0"-1"0,-1 0 0,1 0 0,0 1 0,-1-1 0,1 0 0,0 1 0,-1-1 0,1 0 0,-1 1 0,1-1 0,-1 1 0,1-1 0,-1 1 0,1-1 0,-1 1 0,1-1 0,-1 1 0,0 0 0,1-1 0,-1 1 0,0 0 0,0-1 0,1 1 0,-1 0 0,0 0 0,0 0 0,-24-5 0,23 5 0,-225-4 0,129 6 0,-252 5 0,238 1 0,-123 25 0,-199 67 0,94-19 0,-95 22 0,11 37 0,299-82 0,2 4 0,-144 99 0,148-81 0,3 5 0,4 6 0,5 3 0,-183 209 0,253-256 0,2 2 0,2 1 0,2 1 0,2 2 0,-29 76 0,-63 227 0,84-231 0,-21 82 0,44-149 0,-9 95 0,16-53 0,5 1 0,12 129 0,-1-158 0,3 0 0,3-1 0,46 132 0,-22-107-66,5-1-1,3-2 1,5-2-1,3-3 1,4-2-1,4-3 1,4-3-1,3-3 1,3-2-1,3-5 1,4-2-1,2-4 1,3-4-1,3-3 1,2-4-1,144 61 1,57-9-4653,161 15 3244,316 7 1859,260-54-861,4-70 555,-560-6-115,-237 4 37,269-3-6,-303-9-174,240-45 0,192-69 2726,-459 88 627,7-7-2519,-1-7-1,208-89 1,252-98-2287,-210 101-98,434-147 1699,-702 223-185,-3-6 0,166-98 1,-245 118 107,-3-4 1,-2-3-1,-2-4 1,-3-2-1,99-110 1,-50 25 1298,121-193 0,59-180 1189,-164 227-2379,-120 250 0,-2 0 0,-1-1 0,-3-1 0,-1 0 0,3-57 0,-15-300 0,3 381 0,-1 0 0,-1 0 0,0 0 0,-2 0 0,0 1 0,-1-1 0,-1 1 0,-16-29 0,10 25 0,-2 0 0,0 2 0,-1 0 0,0 0 0,-36-30 0,13 18 0,-2 1 0,-49-27 0,-93-44 0,96 56 0,-99-63 0,-103-52 0,124 89 0,-4 7 0,-283-68 0,294 101 0,-190-12 0,82 13 0,-160-21 0,-477 3 0,-802 49 0,689 2 0,-197-2-1365,1187 0-5461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5:41.9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2084 2537 24575,'-52'-3'0,"0"-3"0,0-2 0,-96-28 0,66 15 0,73 19 0,-12-2 0,0-2 0,0 0 0,0-1 0,1-1 0,0 0 0,-29-19 0,-296-226 0,258 194 0,66 46 0,1 0 0,0-1 0,1-1 0,0-1 0,-21-23 0,-228-297 0,28-21 0,180 255 0,-125-223 0,176 303 0,0 0 0,2-1 0,1 0 0,0 0 0,2-1 0,-3-33 0,-11-56 0,-81-264 0,90 344 0,5 18 0,0 0 0,1-1 0,0 0 0,0-22 0,3 20-1365,0 1-5461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5:42.7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1 376 24575,'9'-16'0,"1"0"0,1 1 0,14-15 0,8-12 0,7-16 0,-12 16 0,1 1 0,59-61 0,-88 101 0,1 0 0,0 0 0,0 0 0,0 0 0,0 0 0,0 0 0,0 0 0,0 0 0,0 1 0,1-1 0,-1 0 0,0 1 0,0-1 0,1 1 0,-1-1 0,0 1 0,0 0 0,1-1 0,-1 1 0,1 0 0,-1 0 0,0 0 0,1 0 0,-1 0 0,0 0 0,1 1 0,-1-1 0,2 1 0,-1 1 0,0-1 0,1 1 0,-1 0 0,0 0 0,-1 1 0,1-1 0,0 0 0,-1 1 0,1-1 0,-1 1 0,1-1 0,0 5 0,19 49 0,6 11 0,-3-17 0,-8-14 0,1-2 0,2 0 0,1-1 0,26 31 0,-34-51-1365,0-3-5461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5:48.6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92 24575,'0'-7'0,"0"-10"0,0-5 0,0-2 0,0 2-8191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5:48.9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1 387 24575,'0'-4'0,"0"-4"0,0-8 0,0-9 0,0-7 0,0-4 0,3-5 0,2 2 0,-1 5 0,-1 0 0,0 2 0,2 0 0,1 2 0,-1 6-8191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5:49.3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0 666 24575,'0'-4'0,"0"-4"0,4-1 0,1-6 0,-1-4 0,0-6 0,2 1 0,1-2 0,-2-1 0,-1 5-8191</inkml:trace>
  <inkml:trace contextRef="#ctx0" brushRef="#br0" timeOffset="1">84 145 24575,'0'-3'0,"4"-2"0,0-3 0,0-4 0,0-3 0,-2-14 0,0-8 0,-1 2-8191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5:49.6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 24575,'0'-7'0,"3"-2"0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5:50.0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195 0 24575,'-4'7'0,"-8"10"0,-5 5 0,-4 6 0,-2 5 0,0 1 0,3-2 0,3-3 0,-1-2 0,4-4 0,0 0 0,3-6-8191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45:50.3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24575,'0'3'0,"0"9"0,4 9 0,4 5 0,5 4 0,4 9 0,2-3-6784,5-1 6784,2-2 0,-4-3 0,-1-7 0,-5-8-1407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0:48.6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242 1 24575,'-1'6'0,"0"0"0,-1 0 0,1-1 0,-1 1 0,0 0 0,-1-1 0,-4 8 0,-2 6 0,-30 67 0,-14 37 0,27-64 0,16-37 0,-12 32 0,-36 142 0,57-194 0,0 0 0,0 0 0,1 0 0,-1 0 0,1 0 0,-1 0 0,1 0 0,0 0 0,0 0 0,0 0 0,0 0 0,0 0 0,0 0 0,1 0 0,-1 0 0,1-1 0,-1 1 0,1 0 0,0 0 0,0 0 0,0 0 0,0-1 0,0 1 0,0 0 0,0-1 0,0 1 0,1-1 0,-1 1 0,1-1 0,-1 0 0,1 1 0,-1-1 0,1 0 0,0 0 0,0 0 0,0 0 0,2 0 0,11 7 0,1-2 0,0 0 0,0 0 0,22 3 0,68 8 0,-97-16 0,338 24 0,0-27 0,-169 0 0,1425 1 0,-1586 0 0,0 0 0,27-7 0,24-2 0,282 7 0,-180 5 0,2362-2 0,-2510-1 0,1-1 0,25-6 0,-6 0 0,6 1 0,-7 0 0,60-2 0,-74 7 0,0-1 0,-1-1 0,0-1 0,0-1 0,36-14 0,-37 9 0,-1-1 0,38-25 0,-21 11 0,-11 7 0,44-39 0,-47 36 0,50-33 0,-67 48 0,1 0 0,-2-1 0,1 0 0,-1-1 0,-1 0 0,0 0 0,0-1 0,11-17 0,2-9 0,20-46 0,-39 75 0,0 1 0,0 0 0,0-1 0,0 1 0,-1-1 0,0 1 0,-1-1 0,1 0 0,-1 1 0,-1-1 0,1 0 0,-2-7 0,1 11 0,0 0 0,1 0 0,-1 0 0,0 0 0,0 0 0,-1 0 0,1 1 0,-1-1 0,1 0 0,-1 1 0,0-1 0,0 1 0,0-1 0,0 1 0,-1 0 0,1 0 0,0 0 0,-1 0 0,0 0 0,1 1 0,-1-1 0,0 1 0,0 0 0,0 0 0,0 0 0,0 0 0,-3-1 0,-27-1 0,0 2 0,-53 3 0,12 1 0,68-2-85,-1-1 0,0 1-1,1 0 1,-1 1 0,1-1-1,0 1 1,-1 0 0,1 1-1,0 0 1,0 0 0,1 0-1,-1 1 1,1 0 0,-1 0-1,-5 6 1,0-1-6741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0:49.3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24575,'3'0'0,"6"3"0,0 6 0,2 7 0,4 2 0,-2 0 0,2 6 0,-3 1 0,-4 0 0,-2-4-8191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2:14.7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24575,'319'20'0,"-72"-2"0,394-13 0,-135-5 0,-158 21 0,42 0 0,1286-20 0,-755-3 0,1835 2-1365,-2728 0-5461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2:31.8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1112 0 24575,'-3'1'0,"0"1"0,0-1 0,0 0 0,0 1 0,1 0 0,-1-1 0,0 1 0,1 0 0,-1 0 0,1 1 0,-3 2 0,-9 7 0,-8 1 0,-29 14 0,36-20 0,0 1 0,1 0 0,0 1 0,0 0 0,-22 21 0,29-23 0,-1 0 0,-1-1 0,1 0 0,-1 0 0,0-1 0,-10 5 0,-63 22 0,9-3 0,-108 41 0,-88 25 0,204-77 0,48-14 0,0 0 0,0 2 0,0-1 0,1 2 0,-26 14 0,41-20 0,0-1 0,-1 1 0,1 1 0,0-1 0,0 0 0,0 0 0,0 0 0,0 0 0,0 1 0,0-1 0,1 0 0,-1 1 0,0-1 0,1 1 0,-1-1 0,1 1 0,0-1 0,-1 1 0,1-1 0,0 1 0,0-1 0,0 1 0,0-1 0,0 1 0,0 0 0,0-1 0,1 1 0,-1-1 0,0 1 0,1-1 0,0 1 0,-1-1 0,1 0 0,0 1 0,-1-1 0,1 0 0,0 1 0,2 1 0,3 5 0,0-1 0,1 1 0,0-1 0,15 12 0,8 5 0,208 170 0,-5 21 0,-199-182 0,-1 2 0,28 40 0,19 20 0,19 24 280,15 15-1690,-90-109-1078,75 85-1572,-83-91 5638,-2 1 0,0 1 1,21 43-1,-28-47-8404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2:48.7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24575,'2'2'0,"0"-1"0,1 1 0,0-1 0,-1 1 0,1-1 0,0 0 0,0 0 0,-1 0 0,1 0 0,6 0 0,34 2 0,-29-2 0,375 3 0,-214-6 0,1093 2 0,-1234 1 0,44 9 0,13 0 0,100 14 0,-125-14 0,-3 2 0,-34-6 0,55 5 0,3 0 306,-26-3-1977,-43-6-5155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2:53.1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24575,'27'0'0,"226"9"0,346 6 0,-428-17 0,1411 2 0,-1556 1 0,47 9 0,-46-6 0,36 2 0,184-7 0,77 3 0,-222 7 0,35 2 0,280-11 227,-195-1-1819,-205 1-5234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2:57.3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170 1 24575,'-4'0'0,"-1"1"0,0 0 0,1 0 0,-1 1 0,0-1 0,1 1 0,0 0 0,-1 0 0,1 1 0,0-1 0,0 1 0,0 0 0,1 0 0,-7 7 0,-2 2 0,0 1 0,-17 26 0,25-32 0,0 0 0,1 0 0,0 0 0,0 1 0,0-1 0,-2 15 0,-5 49 0,8-47 0,-4 36 0,3 103 0,5-129 0,1 0 0,2 0 0,1 0 0,17 49 0,-20-75-105,0 1 0,1 0 0,0-1 0,0 1 0,1-1 0,0-1 0,1 1 0,0-1 0,0 1 0,0-2 0,1 1 0,11 8 0,-5-6-6721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2:58.8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0 24575,'1'66'0,"11"87"0,-12-152 0,10 100 342,-10-91-532,0-1 0,-1 1 1,0 0-1,0 0 0,-1 0 1,-1-1-1,0 1 1,-4 9-1,-1-2-6636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3:00.5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24575,'1029'0'-1365,"-996"0"-5461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3:01.8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24575,'1123'0'-1365,"-1104"0"-5461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5:37.8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1 532 24575,'537'22'0,"-24"0"0,-393-22 0,468 11 0,303-2 0,-568-10 0,-86-9 0,-36 0 0,91-5 0,-178 8 0,146-14 0,-208 18 0,1-2 0,-1-3 0,66-17 0,-110 22 0,0-1 0,-1 1 0,1-1 0,-1 0 0,0-1 0,0 0 0,0 0 0,0 0 0,-1-1 0,0 0 0,0 0 0,-1-1 0,0 1 0,0-1 0,0 0 0,-1-1 0,4-10 0,2-6 0,-1 0 0,-1-1 0,-2 0 0,5-36 0,-6 20-230,-2-80-1,-4 96-673,1-10-5922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5:38.7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4610 419 24575,'-12'-14'94,"0"0"0,-15-25 0,17 24-564,0 1-1,-24-27 0,12 22 430,0 0 1,-1 1-1,0 2 1,-2 0 0,0 1-1,-43-18 1,28 18 393,-1 1 1,0 3-1,-82-13 0,-190-17-353,-378 1 0,-1293 41 0,1934 2 0,-91 16 0,-21 1 0,120-16 0,-1 2 0,2 2 0,-52 16 0,-12 14 0,43-15 0,33-13 0,1 1 0,1 2 0,0 1 0,-28 19 0,44-26 0,1 1 0,1 0 0,-1 0 0,1 1 0,1 0 0,-1 0 0,2 1 0,-1 0 0,1 1 0,1-1 0,0 2 0,-7 18 0,-26 92-1365,32-101-5461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5:41.2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24575,'8'3'0,"0"0"0,-1-1 0,1 0 0,0-1 0,0 0 0,12 1 0,4 0 0,600 43 0,1-41 0,-477-5 0,42-1-1409,262 6-3966,-182 25 8246,60 2 1042,124-32-3913,-345-7-1365,-68 3-5461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6:16.3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24575,'6'2'0,"0"0"0,0 0 0,1 0 0,-1-1 0,1 0 0,-1 0 0,9-1 0,3 1 0,466 9 0,-330-11 0,4592 0 0,-4231 35 0,-122-24 4,-262-12-1373,-113 2-5457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6:27.1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442 108 24575,'-31'12'0,"0"2"0,1 1 0,1 1 0,-46 34 0,61-39 0,0 1 0,1 0 0,0 1 0,0 1 0,2 0 0,0 0 0,0 1 0,1 0 0,-8 19 0,2 2 0,1 1 0,3 0 0,-10 43 0,16-57 0,-7 26 0,2 1 0,2-1 0,-3 74 0,10-74 0,3 1 0,2-1 0,12 65 0,-12-99 0,1 1 0,1-1 0,0 0 0,1-1 0,0 1 0,1-1 0,1-1 0,0 1 0,1-1 0,1-1 0,0 1 0,0-2 0,1 1 0,19 14 0,-5-8 0,1-2 0,1-1 0,0-1 0,0-1 0,1-1 0,31 8 0,181 35 0,-211-50 0,92 15 0,0-6 0,190-2 0,-136-13 0,141-2 0,-270 0 0,0-2 0,0-2 0,89-25 0,124-67 0,-229 86 0,-1-2 0,0-1 0,-1-2 0,41-32 0,-56 39 0,-1 0 0,0-1 0,0-1 0,-1 0 0,-1-1 0,0 0 0,-1 0 0,-1-1 0,0 0 0,9-26 0,-4-1 0,-2 0 0,-2-1 0,5-63 0,-12 72 0,-1 0 0,-2 0 0,-1 0 0,-13-66 0,9 78 0,0 0 0,-2 1 0,0 0 0,-1 0 0,-2 1 0,0 0 0,-1 1 0,-18-24 0,10 21 0,0 0 0,-1 1 0,-1 2 0,-1 0 0,-40-25 0,14 15 0,-2 2 0,-57-21 0,-110-32 0,138 52 0,37 13 0,0 2 0,-78-14 0,-149 8 0,-3 20 0,93 1 0,127-3 114,-67 2 70,109 0-368,0 0-1,1 1 0,-1 0 0,1 1 0,-1 0 0,1 0 1,0 2-1,-15 7 0,9-1-6641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6:30.6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1150 25 24575,'-1'-1'0,"1"1"0,0-1 0,-1 0 0,1 0 0,-1 0 0,1 0 0,-1 0 0,0 0 0,1 1 0,-1-1 0,0 0 0,1 1 0,-1-1 0,0 0 0,0 1 0,1-1 0,-1 1 0,0-1 0,0 1 0,0-1 0,0 1 0,0 0 0,0-1 0,0 1 0,0 0 0,0 0 0,-1 0 0,-33-4 0,31 4 0,-112-5 0,-191 18 0,114 13 0,164-21 0,1 3 0,0 0 0,0 1 0,-44 23 0,60-25 0,1 0 0,0 1 0,1 0 0,-1 1 0,2 0 0,-1 1 0,-9 13 0,-52 82 0,54-79 0,1 1 0,0 1 0,2 0 0,1 1 0,-14 48 0,21-55 0,1 1 0,1 0 0,1 0 0,1 0 0,1 1 0,4 45 0,-2-62 0,1 0 0,0 0 0,0 0 0,0-1 0,1 1 0,0-1 0,0 1 0,1-1 0,-1 0 0,2 0 0,6 8 0,6 5 0,37 30 0,-30-28 0,17 15 0,3-1 0,0-3 0,2-1 0,2-3 0,0-1 0,2-3 0,77 27 0,-84-39 0,-1-2 0,1-2 0,71 4 0,134-9 0,-191-3 0,-46 0 0,22 0 0,60-8 0,-82 6 0,0-1 0,0 0 0,0 0 0,0-1 0,0-1 0,-1 0 0,0 0 0,0-1 0,11-8 0,30-26 0,-1-2 0,-2-2 0,64-78 0,-75 77 0,-3-1 0,-1-1 0,28-57 0,-51 84 0,-2 0 0,0 0 0,-2-1 0,8-36 0,-12 42 0,0 1 0,-2-1 0,1 1 0,-2-1 0,0 1 0,0-1 0,-8-27 0,5 30 0,-1 0 0,0 1 0,0 0 0,-1 0 0,-1 0 0,0 0 0,-14-16 0,-68-62 0,76 77 0,-6-3-254,1 0-1,-27-14 1,38 25-348,-25-16-6224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6:31.4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24575,'15'0'0,"18"0"0,21 0 0,23 0 0,9 4 0,8 1 0,5 3 0,4 0 0,-9 3 0,-6-1 0,-7 1 0,-14-1 0,-19-2-8191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6:44.2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24575,'561'12'0,"-4"45"0,-254-2 0,-157-27 0,-81-19 0,0-3 0,89-4 0,-90-3 0,0 3 0,92 14 0,-146-14-105,112 25-6808,-100-21 5740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7:00.5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24575,'24'1'0,"41"8"0,-13-2 0,554 39 0,642-44 0,-600-4 0,6509 2 0,-7017 11 0,-69-2 0,-37-6 0,288 16 0,-252-18 0,-33 1 0,-1-3 0,52-5 0,-82 5-227,-1-1-1,1 1 1,-1-1-1,1 0 1,6-3-1,1-3-6598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7:03.1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963 128 24575,'-112'-1'0,"-153"6"0,248-3 0,0 0 0,1 2 0,-1 0 0,1 1 0,0 0 0,0 2 0,1 0 0,-1 0 0,1 2 0,1-1 0,-17 14 0,-27 22 0,-100 83 0,139-110 0,1 2 0,1 0 0,1 2 0,0-1 0,-22 43 0,31-51 0,1 1 0,1 0 0,0 0 0,1 1 0,0-1 0,1 1 0,-2 21 0,5-30 0,0 1 0,0 0 0,0 0 0,1 0 0,-1-1 0,1 1 0,1 0 0,-1-1 0,1 1 0,0-1 0,1 1 0,-1-1 0,1 0 0,0 0 0,0 0 0,0 0 0,1-1 0,0 1 0,0-1 0,7 7 0,12 5 0,0-1 0,0-1 0,1-1 0,1 0 0,36 11 0,137 34 0,-178-53 0,71 18 0,1-3 0,1-5 0,151 5 0,-160-19 0,220-7 0,-283 3 0,1 0 0,-2-2 0,1 0 0,0-1 0,-1-1 0,0-1 0,-1-1 0,0-1 0,0-1 0,-1 0 0,0-1 0,-1-1 0,15-15 0,13-11 0,-12 10 0,58-64 0,-83 83 0,0 0 0,0-1 0,-2 0 0,1 0 0,-1-1 0,-1 0 0,0 0 0,0 0 0,-2-1 0,1 1 0,1-15 0,-3 5 0,0 0 0,-1 1 0,-2-1 0,-4-35 0,3 45 0,0 1 0,-1 0 0,-1 0 0,0 0 0,-1 0 0,1 1 0,-2-1 0,0 1 0,0 1 0,-12-15 0,-1 4-516,0 1-1,-2 0 1,0 1-1,-1 2 0,-32-19 1,-127-58-3104,159 82 3555,-56-25-169,7 5-939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7:11.5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 24575,'534'-2'0,"584"4"0,-674 8 0,175 1 0,130 2 0,495-3 0,-785-12 0,2425 2 0,-2561 11 0,2-1 0,846-11-1365,-1153 1-5461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7:13.1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291 1 24575,'-12'14'0,"0"1"0,-9 17 0,-14 17 0,6-14 0,-144 188 0,172-222 0,0 0 0,0 0 0,0 1 0,0-1 0,1 0 0,-1 1 0,1-1 0,-1 1 0,1-1 0,-1 0 0,1 1 0,0-1 0,0 1 0,-1-1 0,1 1 0,0-1 0,0 1 0,1 2 0,0-3 0,-1 0 0,1 0 0,-1 0 0,1 0 0,0 0 0,0 0 0,-1 0 0,1 0 0,0-1 0,0 1 0,0 0 0,0 0 0,0-1 0,0 1 0,0-1 0,0 1 0,0-1 0,2 1 0,7 1 0,-1 0 0,1-1 0,-1 0 0,18 0 0,-14-1 0,325 0 0,-141-3 0,-193 3 0,-1 0 0,1 0 0,0 0 0,-1 0 0,1-1 0,0 0 0,-1 0 0,1 0 0,5-3 0,-8 3 0,1 0 0,-1 0 0,0 0 0,1 0 0,-1 0 0,0-1 0,0 1 0,0 0 0,0-1 0,0 1 0,-1-1 0,1 1 0,0-1 0,-1 0 0,1 1 0,-1-1 0,1 1 0,-1-1 0,0 0 0,1 0 0,-1 1 0,0-1 0,-1-2 0,1-7 0,-1 1 0,-1 0 0,0 0 0,0 0 0,-1 0 0,0 0 0,-1 1 0,-8-16 0,-6-8 0,-25-31 0,9 13 0,-18-26-1365,37 58-5461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7:21.4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24575,'0'7'0,"4"9"0,1 6 0,3 3 0,4 4 0,3 0 0,3 6 0,2 9 0,0-1 0,-2-4 0,-1-1 0,-4-1 0,1 2 0,0-4 0,-2-3 0,-3-7-8191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7:21.9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435 0 24575,'-4'4'0,"-11"4"0,-7 5 0,-7 6 0,-12 9 0,-4 1 0,-10 8 0,-8 7 0,0 4 0,8-3 0,12-9-8191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7:26.0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1107 24 24575,'-3'-2'0,"0"0"0,1 0 0,-1 0 0,0 1 0,0-1 0,0 1 0,0 0 0,0 0 0,0 0 0,-1 0 0,-3 0 0,-41-3 0,36 4 0,-29-2 0,1 1 0,-1 3 0,-72 11 0,85-8 0,13-2 0,1-1 0,0 2 0,0 0 0,1 1 0,-16 7 0,-210 115 0,222-116 0,1 1 0,0 1 0,0 0 0,1 1 0,1 0 0,0 2 0,-17 24 0,14-13 0,1 1 0,1 0 0,1 1 0,-10 32 0,-13 45-3392,-42 207 0,71-268 3719,-4 16 1826,2 1-1,-2 106 0,13-121-2152,1-13 0,-2 1 0,-1-1 0,-8 49 0,1-30 0,3 0 0,2 1 0,5 58 0,-1-27 0,-1-66 0,2 0 0,0 0 0,7 29 0,-7-38 0,1 1 0,1-1 0,0 0 0,0-1 0,1 1 0,0-1 0,12 17 0,24 34 0,-31-44 0,1-1 0,0 0 0,20 21 0,-11-19-136,1-1-1,0 0 1,1-2-1,1-1 1,0 0-1,0-2 1,1 0-1,1-2 0,43 10 1,-43-13-6690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7:26.7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137 0 24575,'1'9'0,"0"0"0,0-1 0,0 1 0,2 0 0,-1-1 0,1 0 0,6 14 0,34 57 0,-18-38 0,-19-29 0,2 2 0,0 0 0,-2 0 0,1 1 0,4 20 0,-10-31 0,0 0 0,0 1 0,0-1 0,-1 1 0,0-1 0,0 1 0,0-1 0,-1 1 0,0-1 0,1 1 0,-2-1 0,1 1 0,0-1 0,-1 0 0,0 0 0,0 0 0,0 0 0,0 0 0,-6 7 0,-9 7 0,-2 0 0,0-1 0,-1-1 0,-35 22 0,-13 11 0,39-26-1365,4-3-5461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7:40.2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1295 1 24575,'-636'0'0,"593"0"0,-1 3 0,0 1 0,1 3 0,0 1 0,-59 19 0,84-20 0,0 1 0,1 1 0,0 0 0,-24 18 0,-57 52 0,45-33 0,46-40 0,0 0 0,1 1 0,0 0 0,0 0 0,1 0 0,0 1 0,0 0 0,1 0 0,-1 0 0,2 1 0,0-1 0,0 1 0,-3 15 0,3-9 0,1 1 0,1-1 0,0 1 0,1-1 0,1 1 0,0-1 0,5 21 0,-4-29 0,1 1 0,-1-1 0,1 0 0,1 0 0,-1-1 0,1 1 0,1-1 0,-1 0 0,1 0 0,0 0 0,0-1 0,1 0 0,-1 1 0,1-2 0,0 1 0,8 3 0,13 8 0,0-1 0,46 16 0,-65-27 0,48 15 0,0-2 0,1-2 0,1-3 0,99 8 0,235 41 0,-386-60 0,218 48 0,8 1 0,-172-41 0,118 5 0,1213-17 0,-1077 2 0,-286-1 0,0-1 0,-1-1 0,49-14 0,76-36 0,-137 47 0,0-1 0,-1 0 0,0-1 0,-1 0 0,1-1 0,-2-1 0,0 0 0,0-1 0,-1 0 0,0 0 0,-1-1 0,13-23 0,-16 24 0,0-1 0,0 1 0,-2-2 0,0 1 0,0 0 0,-1-1 0,-1 0 0,0 0 0,-1 0 0,0-1 0,-1 1 0,-1 0 0,-1 0 0,-3-25 0,1 25 0,-2-1 0,0 1 0,-1 0 0,0 1 0,-1-1 0,0 1 0,-1 1 0,-1-1 0,-11-12 0,1 4 0,-1 0 0,0 2 0,-46-33 0,32 30 0,0 2 0,-1 2 0,-1 1 0,-1 2 0,-1 1 0,-59-13 0,8 9 0,-160-12 0,-72 19 0,97 6 0,-742-5 0,921 11 0,0 2 0,0 2 0,0 2 0,0 2 0,1 2 0,1 2 0,0 2 0,-46 22 0,53-20-1365,7-2-5461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7:40.9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272 1 24575,'-4'3'0,"-1"6"0,1 7 0,-7 9 0,-1 6 0,-5 13 0,-8 20 0,-2 3 0,-4 7 0,-4 2 0,4-5 0,4-4 0,6-10 0,7-10 0,6-14-8191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7:41.3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 1 24575,'0'7'0,"0"9"0,0 6 0,0 6 0,0 12 0,0 7 0,0 13 0,-3 10 0,-2 1 0,1-2 0,-3-5 0,0-6 0,0-10 0,3-6 0,1-6 0,1-10-8191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8:45.7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64 24575,'196'-11'0,"-5"0"0,679 12-5653,2262-1 11306,-2654-22-5653,-9 1 0,902 23-1365,-1334-2-5461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8:48.1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 0 24575,'0'4'0,"0"4"0,0 5 0,0 7 0,0 3 0,0 10 0,0 12 0,-3 6 0,-1 8 0,-4 12 0,-4 15 0,0-3 0,-1-6 0,1-8 0,3-13 0,3-15-8191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8:48.4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24575,'11'0'0,"6"0"0,12 0 0,14 0 0,15 0 0,18 0 0,18 0 0,-4 0 0,-6 0 0,-18 0-8191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8:48.8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124 0 24575,'0'7'0,"0"13"0,0 10 0,-7 14 0,-2 18 0,-4 5 0,-3 12 0,-2 7 0,2 3 0,0-3 0,3-5 0,4-14 0,3-17-8191</inkml:trace>
  <inkml:trace contextRef="#ctx0" brushRef="#br0" timeOffset="1">166 21 24575,'3'0'0,"6"0"0,3 4 0,12 4 0,11 1 0,4 2 0,9 0 0,8 1 0,0-1 0,2-3 0,-2-2 0,-10-3-8191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8:49.1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163 0 24575,'-3'7'0,"-2"6"0,-3 8 0,-8 11 0,-4 14 0,-2 3 0,-2 0 0,4-4 0,6-4 0,0-4 0,4-6 0,4-7-8191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8:49.5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0 24575,'62'4'0,"120"21"0,-161-22 0,-20-3 0,10 2 0,-1 0 0,1 1 0,15 6 0,-24-9 0,0 1 0,0 0 0,0 0 0,0 0 0,0 1 0,0-1 0,0 0 0,0 1 0,-1-1 0,1 1 0,0 0 0,-1-1 0,0 1 0,1 0 0,-1 0 0,0 0 0,0 0 0,0 0 0,0 0 0,0 0 0,-1 1 0,1-1 0,0 3 0,-1 1 0,0 1 0,-1-1 0,1 1 0,-1 0 0,-1-1 0,1 0 0,-1 1 0,0-1 0,-1 0 0,-4 8 0,-6 10 0,-18 26 0,22-37 0,-109 154 0,-38 61 0,144-204-1365,8-12-5461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8:49.8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234 1 24575,'0'3'0,"0"13"0,0 24 0,-4 19 0,-4 11 0,-8 14 0,-13 15 0,0-3 0,-7-4 0,0-6 0,6-15 0,4-19 0,7-26 0,21-38 0,9-17-8191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8:50.2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24575,'3'1'0,"0"0"0,0 0 0,-1 0 0,1 1 0,0-1 0,-1 1 0,1 0 0,-1 0 0,1 0 0,-1 0 0,0 0 0,0 0 0,0 1 0,0-1 0,2 4 0,5 4 0,27 30 0,59 85 0,-81-103 0,0 1 0,-2 0 0,0 1 0,-2 0 0,-1 1 0,6 27 0,-14-49 0,0-1 0,-1 1 0,1 0 0,-1 0 0,0-1 0,0 1 0,0 0 0,0 0 0,0 0 0,-1-1 0,1 1 0,-1 0 0,0-1 0,0 1 0,0 0 0,0-1 0,-2 4 0,1-3 0,0-1 0,0 0 0,0 0 0,-1 0 0,1 0 0,-1-1 0,1 1 0,-1 0 0,1-1 0,-1 0 0,0 0 0,0 0 0,0 0 0,0 0 0,-6 1 0,-14 1-455,-1-1 0,-30-2 0,18-1-6371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8:50.5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199 1 24575,'0'3'0,"0"5"0,-4 9 0,-5 11 0,-3 4 0,-5 9 0,-2 6 0,-1 4 0,-2-4 0,0-3 0,1-6 0,-1-8 0,4-7 0,5-6-8191</inkml:trace>
  <inkml:trace contextRef="#ctx0" brushRef="#br0" timeOffset="1">156 417 24575,'4'4'0,"4"4"0,1 5 0,3 3 0,-1 3 0,1-2 0,-1-1 0,1-2 0,-2-4-8191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8:50.9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122 29 24575,'0'3'0,"-1"0"0,0 0 0,0 1 0,0-1 0,0 0 0,-1 0 0,1 0 0,-1 0 0,1-1 0,-1 1 0,-3 2 0,-2 6 0,-5 10 0,-2-1 0,1 1 0,1 1 0,1 0 0,1 1 0,-12 42 0,21-63 0,1-1 0,-1 1 0,1 0 0,0 0 0,0 0 0,0 0 0,0 0 0,0 0 0,0 0 0,0 0 0,1 0 0,-1 0 0,1-1 0,-1 1 0,1 0 0,0 0 0,1 1 0,-1-2 0,0 0 0,0 0 0,0 0 0,0 0 0,0 0 0,0 0 0,0 0 0,1-1 0,-1 1 0,0 0 0,0-1 0,1 1 0,-1-1 0,1 0 0,-1 1 0,0-1 0,3 0 0,4 0 0,0 0 0,-1-1 0,1 0 0,-1-1 0,1 0 0,-1 0 0,8-3 0,15-7 0,-1-2 0,0-1 0,46-32 0,72-67 0,-141 110 0,0-1 0,-1-1 0,1 1 0,-1-1 0,-1 0 0,1 0 0,3-8 0,-7 13 0,0 0 0,-1 0 0,1 0 0,-1-1 0,0 1 0,1 0 0,-1 0 0,0-1 0,0 1 0,0 0 0,0 0 0,0-1 0,0 1 0,0 0 0,0 0 0,0-1 0,-1 1 0,1 0 0,-1-2 0,0 1 0,-1 1 0,1-1 0,0 1 0,-1 0 0,1 0 0,-1 0 0,1-1 0,-1 1 0,0 0 0,1 1 0,-1-1 0,0 0 0,1 0 0,-1 1 0,0-1 0,0 1 0,-3-1 0,-26-3 0,-1 2 0,0 0 0,-52 5 0,16 0 0,20-3-1365,4 1-5461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8:53.3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24575,'202'8'0,"-34"0"0,1417-1-511,-914-9 374,2504 2-580,-3159 0-6109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9:00.4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1 149 24575,'381'1'0,"841"-17"0,-554-24-131,600-33-523,-671 52 867,-5 22-449,-218 1-741,2489-2 2762,-2821 4-3150,-26 0-5461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9:00.8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112 1 24575,'53'63'0,"-48"-58"0,-1 0 0,0 0 0,0 0 0,0 0 0,-1 0 0,1 1 0,-1-1 0,-1 1 0,1 0 0,-1 0 0,0 0 0,0 0 0,-1 0 0,0 1 0,0-1 0,0 10 0,-1-7 0,-1 0 0,-1-1 0,1 1 0,-1 0 0,-1-1 0,0 1 0,0-1 0,-1 0 0,1 0 0,-2 0 0,-6 9 0,-7 8-227,-2 0-1,0-2 1,-2 0-1,-1-1 1,-34 25-1,44-38-6598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9:01.2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 24575,'0'3'0,"0"5"0,0 5 0,0 3 0,0 3 0,0 2 0,0 0 0,0 1 0,-4-1 0,-1-3-8191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9:01.5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24575,'20'8'0,"0"0"0,30 8 0,-25-9 0,28 12 0,-46-16 0,0 0 0,0 1 0,-1 0 0,1 0 0,-1 0 0,0 1 0,-1 0 0,9 8 0,-12-11 0,-1 1 0,1-1 0,0 0 0,-1 0 0,1 1 0,-1-1 0,0 1 0,0-1 0,0 1 0,0-1 0,0 1 0,-1 0 0,1 0 0,-1-1 0,0 1 0,0 0 0,0 0 0,0-1 0,0 1 0,0 0 0,-1 0 0,1-1 0,-1 1 0,0 0 0,0-1 0,0 1 0,0-1 0,0 1 0,-1-1 0,1 1 0,-1-1 0,1 0 0,-3 2 0,-5 6 0,-1 0 0,0 0 0,-1-2 0,0 1 0,-16 9 0,17-13-124,0 1 0,-1-1 0,0-1 0,1 0 0,-1 0 0,-1-1-1,1 0 1,0-1 0,-1-1 0,-12 1 0,4-2-6702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9:01.9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24575,'4'7'0,"11"13"0,14 18 0,9 8 0,2 1 0,4 3 0,3-1 0,-1-4 0,-4-6 0,-6-11 0,-8-9-8191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9:02.6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0 101 24575,'0'4'0,"4"1"0,8-1 0,9 0 0,8-1 0,2-2 0,4-4 0,2-1 0,3-4 0,1-4 0,4-7 0,-2 0 0,3-1 0,-3 0 0,-10 3-8191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9:18.6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91 24575,'0'21'0,"0"1"0,2-1 0,0 0 0,1 0 0,2-1 0,8 30 0,-8-37 0,0 2 0,0-1 0,0 1 0,2-1 0,0 0 0,0-1 0,1 0 0,18 22 0,-6-8 0,-17-22 0,1 0 0,0 0 0,0 0 0,8 8 0,-10-12 0,0 0 0,0 1 0,-1-1 0,1 0 0,0 0 0,0-1 0,0 1 0,0 0 0,0-1 0,0 1 0,1-1 0,-1 1 0,0-1 0,0 0 0,0 0 0,0 0 0,0 0 0,4-1 0,5-2 0,1 0 0,-1-1 0,0 0 0,0-1 0,-1 0 0,0 0 0,1-1 0,-2-1 0,11-8 0,2-3 0,-1-1 0,30-36 0,111-148 0,-75 86-1365,-77 104-5461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9:07.0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24575,'35'0'0,"422"4"0,258 24-508,340 4-398,-167-31-719,447-2 4303,-615 0-3504,-1 0-4771,-446 13 9056,-8-1-134,637-12-4690,-873 1-5461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9:07.6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110 1 24575,'1'3'0,"0"0"0,0 0 0,0 0 0,1 0 0,-1 0 0,1 0 0,-1-1 0,1 1 0,0 0 0,0-1 0,0 0 0,5 5 0,6 8 0,-4-2 0,0 0 0,-1 1 0,0 0 0,9 26 0,-15-35 0,-1 0 0,1-1 0,-1 1 0,-1 0 0,1 0 0,-1 0 0,0 0 0,0 0 0,0 0 0,-1 0 0,1 0 0,-1 0 0,-1 0 0,1 0 0,-1 0 0,1-1 0,-1 1 0,-1-1 0,-2 6 0,-7 5 0,-1 0 0,0 0 0,-27 22 0,21-19 0,-54 39-1365,56-44-5461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9:08.0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24575,'3'0'0,"9"0"0,5 0 0,5 0 0,4 0 0,2 0 0,6 0 0,5 0 0,-4 0-8191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9:08.3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138 1 24575,'-3'4'0,"-5"4"0,-2 5 0,-1 7 0,-4 0 0,-2 3 0,-1 6 0,1 1 0,1-1 0,3-2 0,3-5-8191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9: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28 24575,'-2'42'0,"1"-26"0,1 0 0,0 0 0,1 0 0,0 0 0,1 0 0,5 17 0,-5-30 0,-1-1 0,0 1 0,1-1 0,-1 0 0,1 1 0,0-1 0,0 0 0,0 0 0,0 0 0,0 0 0,0-1 0,0 1 0,1 0 0,-1-1 0,1 0 0,-1 0 0,1 1 0,-1-1 0,1-1 0,0 1 0,-1 0 0,6 0 0,7 1 0,-1-1 0,1 0 0,16-2 0,-20 1 0,21-2 0,0-2 0,0 0 0,0-3 0,-1 0 0,0-2 0,0-1 0,-1-2 0,0-1 0,-1-1 0,-1-1 0,0-2 0,-1-1 0,-1-1 0,-1-1 0,26-27 0,-40 35-1365,-3 2-5461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9:21.0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24575,'2'24'0,"0"0"0,11 41 0,-7-37 0,-5-23 0,2 12 0,1 1 0,0-1 0,1 0 0,1-1 0,11 22 0,-15-36 0,-1 0 0,1 0 0,0 0 0,0 0 0,0 0 0,0 0 0,0 0 0,1-1 0,-1 1 0,1-1 0,-1 0 0,1 0 0,-1 0 0,1 0 0,0 0 0,-1 0 0,1-1 0,4 1 0,5 0 0,0 0 0,24-2 0,-16 0 0,-5 0 29,0-1-1,0 0 1,0-1-1,-1-1 0,1 0 1,-1-1-1,1 0 1,-1-1-1,-1-1 1,1 0-1,22-17 1,-16 8-273,-1 0 0,-1-1 0,-1-1 0,0-1 1,-1 0-1,19-32 0,-27 37-6582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9:22.0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0 24575,'-1'106'0,"3"113"0,-1-206 0,0 0 0,1 0 0,1-1 0,0 1 0,1-1 0,0 0 0,1 0 0,0 0 0,8 11 0,-9-17 0,0 0 0,0 0 0,1-1 0,-1 1 0,2-1 0,-1 0 0,0-1 0,1 1 0,0-1 0,0 0 0,0 0 0,1-1 0,-1 0 0,1 0 0,0 0 0,0-1 0,10 2 0,-4-2 0,0-1 0,0 0 0,0 0 0,0-2 0,0 0 0,0 0 0,0-1 0,0-1 0,-1 0 0,1-1 0,-1 0 0,0-1 0,0 0 0,0-1 0,0 0 0,20-15 0,-21 12 0,0-1 0,0 1 0,-1-2 0,0 1 0,-1-1 0,0-1 0,-1 0 0,0 0 0,-1-1 0,-1 0 0,0 0 0,0 0 0,-1-1 0,-1 1 0,4-19 0,7-46-1365,-11 57-5461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9:24.0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335 1 24575,'-7'10'0,"-6"12"0,-8 11 0,-11 15 0,-3 6 0,-3 9 0,-6 7 0,1-5 0,1-6 0,7-10 0,11-13-8191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9:24.6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0 24575,'1'6'0,"-1"-1"0,1 0 0,0 1 0,1-1 0,-1 0 0,3 5 0,3 11 0,9 33 0,33 132 0,-40-143 0,-3 0 0,3 64 0,-8-86 0,0-6 0,-1 0 0,0 0 0,-4 20 0,4-31 0,-1 0 0,0-1 0,0 1 0,0 0 0,-1-1 0,1 1 0,-1-1 0,0 1 0,0-1 0,0 0 0,-1 0 0,1 0 0,-1 0 0,1 0 0,-1-1 0,0 1 0,0-1 0,-4 3 0,1-1 0,-1-1 0,1 1 0,-1-2 0,0 1 0,0-1 0,-8 2 0,13-3 0,1-1 0,-1 0 0,1 1 0,-1-1 0,0 0 0,1 0 0,-1 0 0,1 0 0,-1-1 0,1 1 0,-1 0 0,1-1 0,-1 1 0,1-1 0,-1 1 0,1-1 0,0 0 0,-1 1 0,1-1 0,0 0 0,-1 0 0,1 0 0,0 0 0,0 0 0,0 0 0,0 0 0,0-1 0,0 1 0,0 0 0,0-1 0,1 1 0,-1 0 0,1-1 0,-1 1 0,0-3 0,-2-7 0,0-1 0,1 1 0,1-1 0,0 1 0,0-1 0,1 0 0,3-18 0,-3 26 0,1-1 0,-1 1 0,1 1 0,0-1 0,1 0 0,-1 0 0,1 0 0,0 0 0,0 1 0,0-1 0,0 1 0,0 0 0,1-1 0,-1 1 0,1 0 0,0 0 0,0 1 0,0-1 0,1 1 0,-1-1 0,1 1 0,-1 0 0,1 0 0,0 1 0,4-2 0,1 0-170,1 1-1,-1 1 0,1 0 1,-1 0-1,1 1 0,-1 0 1,15 2-1,2 3-6655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9:25.2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139 0 24575,'0'8'0,"0"8"0,-3 10 0,-6 10 0,-3 7 0,-5 2 0,-1 9 0,1-2 0,0-7 0,3-3 0,1-9 0,2-6 0,3-9-8191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9:25.8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341 0 24575,'7'1'0,"-1"0"0,0 0 0,1 1 0,-1-1 0,0 1 0,0 0 0,0 1 0,0 0 0,9 5 0,0 2 0,0 0 0,16 15 0,-27-22 0,-1 1 0,0-1 0,1 1 0,-1 0 0,0 0 0,-1 0 0,1 0 0,-1 0 0,0 1 0,0-1 0,0 1 0,-1 0 0,1-1 0,0 7 0,-2-8 0,0 0 0,1 0 0,-1 0 0,-1 0 0,1 0 0,0 0 0,-1 0 0,1 0 0,-1 0 0,0 0 0,0 0 0,0 0 0,-1 0 0,1-1 0,-1 1 0,1 0 0,-1-1 0,0 1 0,0-1 0,0 0 0,0 0 0,0 1 0,-5 2 0,-10 5 0,0-2 0,0 1 0,-1-2 0,0 0 0,0-2 0,-1 0 0,-22 4 0,10-3 0,-40 15 0,68-20 0,0 0 0,1 0 0,-1 0 0,0 1 0,1-1 0,-1 1 0,1-1 0,0 1 0,0 0 0,-1 0 0,1 0 0,0 0 0,1 0 0,-1 1 0,0-1 0,1 1 0,-1-1 0,1 1 0,0-1 0,-2 5 0,2-3 0,1-1 0,0 1 0,0-1 0,0 0 0,0 1 0,0-1 0,0 1 0,1-1 0,0 0 0,0 0 0,0 1 0,0-1 0,0 0 0,1 0 0,-1 0 0,1 0 0,2 3 0,12 15 0,0-1 0,37 35 0,15 16 0,-62-63 0,1 1 0,-1 0 0,0 1 0,-1-1 0,0 1 0,6 18 0,-10-26 7,-1 0 0,1 0 0,-1 0 1,1 0-1,-1 0 0,0 0 0,0 0 0,0 1 0,0-1 0,0 0 0,0 0 0,0 0 0,-1 0 0,1 0 0,-1 0 0,0 0 0,0 0 0,1 0 1,-3 3-1,1-2 3,-1-1 1,1 0 0,0 1 0,0-1 0,-1-1 0,1 1 0,-1 0 0,0-1-1,0 1 1,1-1 0,-1 0 0,-4 2 0,-4 0-213,-1-1 0,1 0 0,-1 0 0,0-1 0,1-1 0,-14 0 1,10-2-1576,0 0-1,-20-4 1,13-1 1666,1 0 0,0-2-1,0 0 1,-30-18 0,5-1-1062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9:26.4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253 1 24575,'-12'0'0,"1"1"0,0 1 0,0 0 0,-1 0 0,1 1 0,0 0 0,1 1 0,-1 1 0,1-1 0,0 2 0,0-1 0,0 1 0,1 1 0,-10 8 0,11-8 0,1 0 0,0 0 0,0 1 0,0 0 0,1 0 0,0 1 0,1 0 0,0 0 0,0 0 0,1 1 0,0-1 0,1 1 0,0 0 0,0 0 0,-1 18 0,3-25 0,1 1 0,0-1 0,0 0 0,1 1 0,-1-1 0,1 1 0,0-1 0,0 0 0,0 1 0,0-1 0,0 0 0,1 0 0,-1 0 0,1 0 0,3 4 0,-1-3 0,0 1 0,0-1 0,0 0 0,1-1 0,-1 1 0,1-1 0,0 0 0,8 4 0,4 0 0,0-1 0,0 0 0,1-2 0,32 6 0,-6-6-682,50 0-1,-52-4-6143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9:34.4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2610 0 24575,'-12'1'0,"1"0"0,-1 1 0,1 0 0,-1 1 0,1 0 0,0 1 0,0 0 0,0 0 0,1 2 0,-13 7 0,-9 7 0,-52 46 0,-134 133 0,56-48 0,-482 473 0,596-575 0,-761 810 0,732-771 0,3 3 0,-77 125 0,126-173 0,1 1 0,2 0 0,2 2 0,3 0 0,1 1 0,2 1 0,-14 98 0,22-84 0,3 1 0,2 0 0,3 0 0,11 62 0,-10-110 0,0 0 0,1 0 0,1-1 0,0 1 0,1-1 0,1-1 0,15 25 0,-9-19 0,2-1 0,0 0 0,1-1 0,26 22 0,12 2 0,2-3 0,91 48 0,-137-81 0,218 104 0,-178-90 0,1-2 0,92 17 0,-79-27 0,0-2 0,97-7 0,-73 0 0,-5-1 0,0-4 0,0-4 0,-1-3 0,0-4 0,-1-3 0,95-40 0,229-121 0,-319 135 0,-3-5 0,118-92 0,-135 87 0,-3-2 0,-2-3 0,-3-3 0,-3-2 0,81-129 0,-84 105 0,-3-3 0,-5-1 0,-4-3 0,39-143 0,-44 101 114,-6-2 0,15-216 0,-35 186-968,-24-301 1,5 375-5973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9:37.9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24575,'2991'0'-832,"-2823"3"1248,274 40 0,-285-15-227,-48-8-966,214 13 0,-304-33-6049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9:41.7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24575,'4'0'0,"4"0"0,4 0 0,8 0 0,7 0 0,14 0 0,9 0 0,1 0 0,-2 0 0,-1 0 0,-7 0 0,2 0 0,-4 0 0,-8 0-8191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9:42.0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430 1 24575,'-3'7'0,"-9"9"0,-5 6 0,-12 10 0,-10 6 0,-2 0 0,-2 5 0,-3 5 0,2-2 0,1 2 0,5-4 0,5-2 0,8-4 0,8-10-8191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9:42.4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1 24575,'-4'0'0,"0"3"0,-4 2 0,-4 3 0,0 4 0,2 4 0,3 2 0,6-2 0,7-4 0,9-3 0,13-4 0,16-6 0,4-6 0,8-6 0,-6 0-8191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9:42.7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355 0 24575,'0'8'0,"-8"15"0,-5 9 0,-7 8 0,-9 13 0,-1 3 0,-4 4 0,-3 1 0,2-1 0,-1-5 0,2-8 0,4-5 0,7-6 0,7-5 0,6-9-8191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9:43.1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122 1 24575,'7'8'0,"-1"-1"0,-1 2 0,1-1 0,5 14 0,7 9 0,25 31 0,32 54 0,-74-115 0,-1-1 0,1 1 0,-1 0 0,1 0 0,-1-1 0,0 1 0,1 0 0,-1 0 0,0-1 0,1 1 0,-1 0 0,0 0 0,0 0 0,0 0 0,0 0 0,0-1 0,0 1 0,0 0 0,0 0 0,0 0 0,0 0 0,-1 0 0,1-1 0,0 1 0,0 0 0,-1 0 0,1-1 0,-1 1 0,1 0 0,-1 0 0,1-1 0,-1 1 0,1 0 0,-1-1 0,1 1 0,-1-1 0,0 1 0,1-1 0,-1 1 0,0-1 0,-1 1 0,-3 1 0,-1 0 0,1 0 0,0-1 0,-1 0 0,-7 1 0,5-1 0,-58 5-674,-69-3 0,135-3 657,-36 0-6809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2:00:36.7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858 2 24575,'-6'1'0,"1"0"0,-1 0 0,0 0 0,1 0 0,-1 1 0,1 0 0,-6 3 0,-11 3 0,-54 19 0,0 3 0,3 3 0,0 3 0,-128 88 0,191-116 0,0 1 0,0 0 0,1 0 0,0 1 0,1 1 0,-8 11 0,-36 71 0,37-65 0,-17 31 0,-44 93 0,68-133 0,2 0 0,0 0 0,1 0 0,1 1 0,1 0 0,-2 30 0,4-9 0,0-4 0,0-1 0,10 65 0,-6-90 0,0 1 0,1 0 0,1-1 0,0 0 0,0 0 0,1 0 0,1-1 0,10 14 0,-6-10 0,2 0 0,-1 0 0,2-1 0,27 20 0,-31-26 0,1-1 0,0-1 0,0 0 0,0 0 0,21 5 0,64 10 0,-59-14 0,158 27 0,90 19 0,15-8 0,-228-36 0,93 4 0,172-9 0,14-1 0,421 16 0,622-19 0,-905-28 0,-411 18 0,-1-3 0,-1-4 0,-1-3 0,74-31 0,-26-2 0,152-90 0,-253 131 0,-1-1 0,0-1 0,-1-1 0,-1 0 0,0-1 0,-2-2 0,0 1 0,-1-2 0,0 0 0,-2-1 0,18-34 0,70-201 0,-93 230 0,-3 9 0,-1-1 0,0 1 0,-1-1 0,-1 0 0,1-25 0,-4 36 0,0 0 0,0 1 0,-1-1 0,0 1 0,0-1 0,0 1 0,-1 0 0,0-1 0,-1 1 0,1 0 0,-1 0 0,0 0 0,-1 1 0,1-1 0,-1 1 0,0 0 0,-1 0 0,-5-6 0,-3 1 0,0 0 0,0 1 0,-1 1 0,0 0 0,-29-11 0,-84-21 0,-559-109 0,151 60 0,-8 50 0,-25 41-1365,497-2-5461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2:00:39.8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23 24575,'183'9'0,"-30"0"0,801-5 0,-525-6 0,-271-10 0,-99 5 0,15-1 0,147-7 0,-160 15-1365,-44 1-5461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2:00:41.3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124 1 24575,'1'12'0,"1"-1"0,0 1 0,1 0 0,0-1 0,1 1 0,9 18 0,-2-1 0,48 103 0,-38-87 0,-1 0 0,15 54 0,-24-63 0,-6-21 0,-1 0 0,0 0 0,-1 0 0,2 26 0,-5-36 0,0 0 0,-1 0 0,1 0 0,-1 0 0,0 0 0,0 0 0,-1-1 0,0 1 0,0 0 0,0-1 0,0 1 0,-1-1 0,1 1 0,-1-1 0,0 0 0,-1 0 0,1-1 0,-7 7 0,-4 1 0,-1-1 0,0 0 0,0-1 0,-28 12 0,-69 21 0,73-30-1365,5-2-5461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2:00:45.9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43 24575,'315'2'0,"442"-8"0,-454-12 0,133-2 0,41 37 0,-440-15-1365,-9 0-5461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2:00:46.5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168 0 24575,'4'4'0,"4"4"0,5 5 0,3 3 0,-1 3 0,-3 2 0,-3 3 0,-4 3 0,-5 3 0,-8 0 0,-11 2 0,-15 6 0,-4 0 0,1-2 0,-5-1 0,3-3 0,6-6-8191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2:00:59.7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24575,'7'0'0,"13"0"0,10 0 0,7 0 0,4 0 0,-4 0-8191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2:01:00.8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24575,'4161'0'0,"-4117"2"-132,49 8 1,-64-6-971,-7-1-5724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2:01:11.3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24575,'7'0'0,"13"0"0,28 0 0,12 0 0,11 0 0,7 0 0,2 0 0,-7 0 0,-8 0 0,-9 0 0,-5 0 0,-10 0 0,-7 0 0,-2 0 0,-4 0 0,2 0 0,5 0 0,-3 0-8191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2:02:53.7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2131 1 24575,'-44'11'0,"-20"4"0,-112 44 0,101-25 0,1 4 0,1 3 0,3 3 0,1 3 0,-73 65 0,19-6 0,-235 217 0,303-264 0,-87 121 0,-27 82 0,97-146 0,45-73 0,-236 412 0,239-404 0,2 1 0,3 1 0,2 1 0,2 0 0,3 1 0,2 0 0,-4 80 0,12-62 0,14 120 0,-6-154 0,1-1 0,2 0 0,1-1 0,29 68 0,-1-30 0,2-2 0,4-2 0,2-2 0,4-2 0,3-2 0,2-3 0,116 102 0,-89-98 0,2-3 0,3-4 0,2-4 0,2-4 0,178 71 0,-52-43 0,293 67 0,-231-91 0,1-12 0,341 8 0,1026-29 0,-1638-22 0,4497-1 0,-4337-2 0,214-31 0,-258 14 0,0-6 0,162-56 0,216-112 0,-443 169 0,21-8 0,-2-4 0,-1-3 0,-2-4 0,-2-3 0,-3-3 0,107-96 0,-67 39 0,156-193 0,-223 242 0,-3-2 0,-2-2 0,-3-1 0,-3-2 0,39-109 0,-49 102 0,-2-1 0,-4-2 0,-3 1 0,5-94 0,-16 121 0,-3-1 0,-2 0 0,-2 1 0,-3 0 0,-1 0 0,-2 0 0,-31-85 0,12 65 0,-3 1 0,-47-70 0,-92-117 0,153 228 0,-8-14 0,-2 1 0,-2 2 0,-1 1 0,-2 1 0,-51-40 0,13 25 0,-2 3 0,-152-70 0,-175-41 0,-192-40 0,467 157 0,-136-37-1777,-3 11 0,-3 12 0,-479-35 0,-269 70 6937,573 17-3696,-443-29-1717,21 1 7,-547 28-43,731 3 196,638-1-6733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2:03:09.4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5770 127 24575,'-3620'0'0,"3155"-32"0,161 5 0,88 22 0,-29-2 0,-52-11 0,-121-11 0,234 20-1365,163 9-5461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2:03:10.2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525 0 24575,'-13'2'0,"0"-1"0,1 1 0,-22 7 0,8-3 0,-317 90 0,338-95 0,1 0 0,0 1 0,-1-1 0,1 1 0,1 0 0,-1 0 0,0 0 0,0 0 0,1 1 0,-1-1 0,1 1 0,0 0 0,0 0 0,0 0 0,0 1 0,0-1 0,1 1 0,-1-1 0,-1 6 0,1-2 0,1 1 0,0-1 0,0 1 0,0-1 0,1 1 0,1-1 0,-1 1 0,1 0 0,2 11 0,0 3 0,2-1 0,0 0 0,1 0 0,1 0 0,1-1 0,18 37 0,-8-26 0,2 0 0,1 0 0,30 35 0,-44-60-91,-1 0 0,1 0 0,0-1 0,0 0 0,0 0 0,1 0 0,0-1 0,-1 0 0,2 0 0,-1-1 0,0 0 0,1 0 0,0-1 0,13 3 0,-3-3-6735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2:03:12.6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6040 22 24575,'-1477'-10'-1117,"-60"-1"-74,1072 10 1062,-443 4 2561,732 7-2429,-175 35 0,31-3-4,20-15 1,-133 14 0,380-32-1365,33-4-5461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2:03:13.1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152 0 24575,'-1'4'0,"0"-1"0,-1 1 0,1-1 0,-1 0 0,0 0 0,0 0 0,0 0 0,0 0 0,0 0 0,-4 3 0,0 0 0,-19 24 0,8-12 0,2 1 0,0 1 0,-15 26 0,27-40 0,0-1 0,1 1 0,-1 0 0,1 1 0,0-1 0,0 0 0,1 1 0,0-1 0,0 1 0,1-1 0,-1 1 0,1-1 0,1 1 0,-1-1 0,1 1 0,0-1 0,3 8 0,-1-7 0,0 0 0,1 0 0,0 0 0,0-1 0,1 0 0,0 0 0,0 0 0,0 0 0,1-1 0,0 1 0,11 6 0,6 4 0,46 23 0,-20-16-1365,-6-3-5461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2:03:22.4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46 117 24575,'0'3'0,"-1"0"0,1 0 0,-1 0 0,0 0 0,0-1 0,0 1 0,0 0 0,0-1 0,-3 5 0,-5 12 0,2 4 0,2 0 0,0 0 0,-2 44 0,6-21 0,4 48 0,-3-90 0,1 1 0,-1-1 0,1 0 0,0 1 0,0-1 0,0 0 0,0 0 0,1 0 0,0 0 0,0 0 0,0-1 0,0 1 0,1 0 0,-1-1 0,1 0 0,4 5 0,-2-5 0,-1 0 0,0 0 0,1-1 0,0 0 0,-1 1 0,1-2 0,0 1 0,0-1 0,0 1 0,0-1 0,0-1 0,0 1 0,10-1 0,10-1 0,0-1 0,-1 0 0,1-2 0,-1-1 0,0-2 0,24-8 0,-4-2 0,0-2 0,48-29 0,-41 16 114,0-2 0,89-79 0,65-102-1821,-185 191-5119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2:03:23.3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67 24575,'-2'123'0,"4"131"0,-2-250 0,0-1 0,0 1 0,1-1 0,-1 0 0,1 1 0,0-1 0,0 0 0,0 1 0,0-1 0,1 0 0,-1 0 0,4 5 0,-3-6 0,-1-1 0,1 0 0,-1 0 0,1 0 0,0 0 0,0 0 0,-1 0 0,1 0 0,0 0 0,0-1 0,0 1 0,0-1 0,0 1 0,0-1 0,0 0 0,0 0 0,0 0 0,0 0 0,0 0 0,0 0 0,0-1 0,3 0 0,17-5 0,0-1 0,-1 0 0,-1-2 0,1 0 0,23-16 0,-21 13 0,290-187 0,-208 129 0,21-14-1365,-13 9-5461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2:03:27.0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2204 42 24575,'-4'-4'0,"-1"1"0,1 0 0,-1 0 0,0 0 0,0 0 0,0 1 0,-1-1 0,1 1 0,0 1 0,-1-1 0,-7-1 0,-9 0 0,-34-1 0,43 3 0,-69 0 0,0 3 0,0 4 0,1 3 0,0 4 0,-87 25 0,43 0 0,0 5 0,-165 82 0,210-85 0,-147 100 0,186-110 0,2 2 0,1 2 0,1 1 0,-61 78 0,56-54 0,4 2 0,2 1 0,3 1 0,2 2 0,-33 107 0,34-69 0,5 1 0,4 1 0,-7 114 0,8 254 0,22-413 0,3 0 0,3 0 0,2 0 0,3-1 0,37 103 0,-28-108 0,4 0 0,1-1 0,3-2 0,2-1 0,2-1 0,2-2 0,68 68 0,-67-80 0,1-2 0,1-2 0,2-1 0,1-2 0,1-2 0,1-2 0,2-2 0,0-2 0,64 19 0,-24-18 0,2-3 0,-1-4 0,105 4 0,269-15 0,-317-5 0,-131 2 0,281-9 0,-226 3 0,-1-2 0,88-24 0,-89 12 0,-2-2 0,0-3 0,80-45 0,-41 10 0,101-77 0,-147 94 0,-2-2 0,-2-2 0,54-65 0,-74 73 0,-2-1 0,-1-2 0,-3 0 0,-1-2 0,23-56 0,40-145 0,-41 106 0,-38 112 0,96-286 0,-86 243 0,-3-1 0,11-111 0,-20 61 0,-10-194 0,-1 277 0,-1-1 0,-3 2 0,-1-1 0,-1 1 0,-2 0 0,-19-42 0,16 50 0,-2 0 0,-1 0 0,0 1 0,-3 1 0,0 1 0,-1 1 0,-40-35 0,8 16-341,-1 2 0,-3 3-1,-66-34 1,48 33-6485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2:02:40.7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24575,'873'49'-569,"-5"61"-532,146 13 355,496-69-609,-715-34 1355,-120-1 0,56-16-5269,-419-6 6177,45-7 2368,126-1 1580,-432 11-6221,-27 0-5461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2:03:40.8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1505 24 24575,'0'-1'0,"0"0"0,-1 1 0,1-1 0,0 0 0,-1 0 0,1 1 0,-1-1 0,1 0 0,-1 0 0,0 1 0,1-1 0,-1 1 0,1-1 0,-1 1 0,0-1 0,0 1 0,1-1 0,-1 1 0,0-1 0,0 1 0,0 0 0,1-1 0,-1 1 0,0 0 0,0 0 0,0 0 0,0 0 0,-1 0 0,-30-4 0,26 4 0,-78-5 0,0 4 0,0 4 0,-141 22 0,187-18 0,1 2 0,0 1 0,0 2 0,1 1 0,0 2 0,2 2 0,0 1 0,0 1 0,2 2 0,-42 36 0,36-21 0,1 2 0,2 1 0,-31 47 0,-74 143 0,104-158 0,5 2 0,2 1 0,3 1 0,-29 148 0,35-99 0,5 1 0,3 171 0,11-215 0,21 154 0,-15-206 0,2-1 0,0 1 0,2-1 0,1-1 0,1 1 0,2-2 0,0 0 0,29 41 0,-23-43 0,1-1 0,1-2 0,0 0 0,2-1 0,0-1 0,1-1 0,1-2 0,35 18 0,1-4 0,1-3 0,102 29 0,-95-37 0,1-4 0,1-3 0,102 5 0,217-16 0,-199-3 0,-34-7 0,-134 6 0,0-1 0,0-2 0,0 0 0,36-16 0,15-14 0,-2-3 0,85-61 0,122-114 0,-119 75 0,-131 110 0,-1-1 0,-2-1 0,28-42 0,-21 20 0,-2-2 0,26-63 0,-41 78 0,-2-1 0,-1 0 0,13-85 0,-12 10 0,-6-1 0,-9-175 0,-1 263 0,-2 0 0,-1 1 0,-1 0 0,-1 0 0,-2 0 0,-1 1 0,-1 0 0,-1 1 0,-1 0 0,-24-34 0,23 40 0,-1 1 0,-1 1 0,0 1 0,-1 0 0,-1 1 0,-1 0 0,0 2 0,-1 0 0,0 2 0,-1 0 0,-1 1 0,0 1 0,-23-7 0,-16 1-455,0 2 0,-97-9 0,78 16-6371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2:03:45.7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1405 1 24575,'-38'1'0,"0"2"0,0 2 0,0 1 0,-55 17 0,-140 61 0,214-77 0,-80 33 0,-139 77 0,199-94 0,1 1 0,2 3 0,0 1 0,2 1 0,1 2 0,-36 42 0,37-30 0,2 1 0,1 2 0,3 1 0,1 0 0,3 2 0,2 1 0,2 0 0,2 1 0,-9 56 0,7 2 0,4 1 0,5 0 0,7 153 0,6-189 0,3 0 0,4 0 0,2-1 0,4-1 0,3 0 0,3-1 0,40 83 0,-25-77-61,4-3-1,3-1 0,3-3 0,3-2 1,3-1-1,2-4 0,4-2 0,2-2 1,3-4-1,95 65 0,-82-71 62,3-4-1,1-2 0,2-5 1,2-3-1,1-4 1,1-4-1,1-4 1,2-3-1,0-5 1,123 5-1,331-24-28,-475 0 29,0-4 0,0-2 0,-2-4 0,68-22 0,-5-14-148,-2-5 0,-2-5 1,233-153-1,-283 160 244,135-119 0,-183 144-45,-1-1-1,-1-1 1,-2-2 0,-1-1 0,-1 0 0,34-71 0,-43 69 41,-2 0 0,-1-1 0,-2 0 1,8-59-1,-1-152 204,-15 196-296,-3 0 0,-1-1 0,-3 1 0,-19-77 0,13 88 0,-1 0 0,-2 0 0,-1 1 0,-3 1 0,-1 1 0,-26-36 0,5 18-1130,-2 2 0,-94-89-1,-120-71-2266,166 148 1761,-170-93 0,145 100 3505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2:03:48.1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24575,'1'5'0,"-1"0"0,1 0 0,0-1 0,0 1 0,0 0 0,1-1 0,-1 1 0,1-1 0,3 5 0,26 39 0,-10-17 0,-11-18 0,0 1 0,1-1 0,0 0 0,1-1 0,0-1 0,22 16 0,89 52 0,133 55 0,-155-84 0,-4-5 0,178 57 0,112 5 0,-188-55 0,587 110 0,-498-112 0,169 21 0,36-39 0,-30-2 0,223 49 0,-173-17 0,3-22 0,774 45 0,-342 48 0,-410-33 0,58-20 0,-214-35 0,234 58 0,83 27 0,-274-53 0,-93-21 0,-122-22 0,-58-7 0,18 4 0,202 10 0,364-20 0,-131 10 0,38 1 0,-498-34 0,196 3 0,-166 18-1365,-147-17-5461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2:03:48.6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643 1 24575,'0'23'0,"1"0"0,1 0 0,0 0 0,2 0 0,1 0 0,9 27 0,-3-21 0,-5-16 0,-1 1 0,0 0 0,-1 0 0,0 0 0,-1 1 0,-1-1 0,1 18 0,-4-27 0,1 0 0,-2 0 0,1 0 0,-1 0 0,1-1 0,-1 1 0,-1 0 0,1-1 0,-1 0 0,0 1 0,1-1 0,-2 0 0,1-1 0,0 1 0,-1 0 0,0-1 0,0 0 0,0 0 0,0 0 0,-6 3 0,-10 5 0,0-1 0,-1-1 0,-25 8 0,32-12 0,-56 18-273,-1-3 0,-1-3 0,-1-3 0,-105 7 0,112-18-6553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2:03:50.2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24575,'81'77'0,"4"-3"0,3-4 0,3-4 0,2-5 0,4-3 0,157 69 0,237 56-162,15-25-130,-60-19 161,345 88-538,28-71 0,656-11-1638,-1030-114 2221,321 20-276,4-27 137,383-27-3225,-61 17 3450,-786-8 0,135 3 33,612 6 122,560-16 8010,-798 50-8165,-354-18 342,-2-27-2049,-381-4-5119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2:03:50.7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591 1 24575,'2'0'0,"-1"0"0,1 1 0,0-1 0,-1 1 0,1 0 0,0-1 0,-1 1 0,1 0 0,-1 0 0,1 0 0,-1 0 0,1 0 0,-1 1 0,0-1 0,0 0 0,1 0 0,0 3 0,20 30 0,-16-24 0,19 32 0,14 19 0,-4 1 0,33 80 0,-61-125 0,-4-11 0,-1 0 0,1 0 0,-1 1 0,-1-1 0,1 1 0,0 10 0,-2-14 0,0-1 0,0 1 0,-1 0 0,0-1 0,1 1 0,-1-1 0,0 1 0,0 0 0,0-1 0,-1 0 0,1 1 0,0-1 0,-1 0 0,0 0 0,1 0 0,-1 0 0,0 0 0,0 0 0,0 0 0,-4 2 0,-12 8 0,-1 0 0,0-1 0,-1 0 0,-36 12 0,-91 23 0,49-20-455,-1-5 0,-198 15 0,264-34-6371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2:04:10.1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0 296 24575,'1'9'0,"1"0"0,-1 0 0,2 0 0,-1 0 0,1 0 0,0-1 0,1 1 0,7 11 0,4 12 0,20 54 0,-14-30 0,2-1 0,37 62 0,-57-112 0,1 0 0,-1-1 0,1 1 0,-1-1 0,1 0 0,1 0 0,-1-1 0,0 1 0,1-1 0,0 0 0,0 0 0,0 0 0,0-1 0,0 1 0,1-1 0,-1-1 0,0 1 0,1-1 0,0 0 0,-1 0 0,12 0 0,-5-2 0,-1 1 0,1-2 0,-1 0 0,1 0 0,-1-1 0,0-1 0,0 0 0,0 0 0,-1-1 0,11-6 0,348-239 0,-155 97 0,-124 93 0,2 0 0,121-103 0,-199 150-682,22-27-1,-21 21-6143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2:05:06.4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2861 1 24575,'-160'9'0,"58"-1"0,-864 74 0,860-67 0,-149 41 0,214-44 0,1 2 0,0 2 0,1 1 0,1 2 0,1 2 0,-58 42 0,27-6 0,3 3 0,-62 72 0,-103 147 0,198-239 0,-32 42 0,3 3 0,-50 97 0,82-128 0,3 2 0,2 1 0,3 0 0,-26 110 0,32-79 0,-7 144 0,22 91 0,4-221 0,31 185 0,-25-236 0,3 0 0,2 0 0,3-1 0,1-1 0,37 66 0,-27-66 0,1-1 0,3-2 0,2-1 0,1-2 0,3-1 0,1-2 0,2-2 0,1-2 0,2-1 0,74 42 0,-32-32-151,2-4 1,1-3-1,2-5 0,103 24 0,391 54-603,63-40 504,4-69 0,-568-10 548,-1-4-1,148-39 0,-105 11 216,129-59 0,-92 30-405,106-48-126,-215 90 18,-2-3 0,0-2 0,-3-3 0,0-1 0,-3-3 0,-1-2 0,43-49 0,3-16 0,152-231 0,-213 286 0,-2 0 0,-2-2 0,-2-1 0,-3-1 0,-2-1 0,-3-1 0,-2 0 0,-3-1 0,-2-1 0,-3 0 0,0-69 0,-10 78 0,-2 0 0,-3 1 0,-1 0 0,-3 0 0,-2 1 0,-1 1 0,-23-46 0,-14-14 0,-116-181 0,128 228 0,-2 2 0,-2 1 0,-3 3 0,-3 2 0,-1 2 0,-3 2 0,-2 2 0,-2 3 0,-1 3 0,-89-45 0,21 25 0,-221-69 0,-146-4 0,303 85-1365,129 32-5461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3:34.0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0 202 24575,'12'-2'0,"1"1"0,-1-2 0,0 1 0,0-2 0,0 1 0,0-2 0,13-6 0,-9 3 0,1 2 0,28-8 0,-11 7 0,-16 2 0,1 1 0,-1 1 0,26 0 0,-39 3 0,1 0 0,-1 0 0,0 1 0,1 0 0,-1 0 0,0 0 0,1 1 0,-1 0 0,0 0 0,0 0 0,-1 1 0,1-1 0,0 1 0,-1 0 0,0 1 0,5 3 0,18 24 0,-20-23 0,1 1 0,13 11 0,-18-17 0,1-1 0,-1 0 0,0 0 0,1 0 0,0 0 0,-1-1 0,1 1 0,0-1 0,0 0 0,0 0 0,5 0 0,9 2 0,1-2 0,0 0 0,0-1 0,0-1 0,0-1 0,-1-1 0,1 0 0,-1-1 0,0-1 0,0-1 0,32-15 0,-28 9 0,1 1 0,0 1 0,38-12 0,-52 20 0,0 0 0,1 0 0,-1 1 0,0 0 0,1 1 0,-1 0 0,0 0 0,1 1 0,-1 0 0,0 1 0,0 0 0,17 6 0,1 3 0,80 30 0,-90-36 0,0-1 0,0 0 0,0-2 0,29 2 0,-34-5 0,0 1 0,1-1 0,-1-1 0,0 0 0,0-1 0,13-5 0,3-3 0,36-20 0,-34 18 0,0 2 0,1 0 0,1 3 0,34-6 0,-48 10 0,-7 1 0,0 1 0,-1 1 0,1 0 0,0 0 0,19 3 0,-24-2 0,-1 1 0,1 1 0,-1-1 0,0 1 0,1 0 0,-1 0 0,0 0 0,0 1 0,-1 0 0,1 0 0,-1 0 0,1 1 0,3 4 0,3 2 0,0 0 0,0-1 0,1 0 0,0-1 0,1 0 0,-1-1 0,24 10 0,-27-14 0,0 0 0,1-1 0,-1 0 0,0-1 0,1 0 0,-1 0 0,1-1 0,-1 0 0,1-1 0,-1 0 0,0-1 0,1 0 0,9-3 0,253-87 0,-252 85 0,-11 4 0,0 0 0,1 0 0,-1 0 0,15 0 0,-21 2 0,0 1 0,1 1 0,-1-1 0,1 0 0,-1 1 0,1 0 0,-1 0 0,0 0 0,1 0 0,-1 0 0,0 1 0,0-1 0,0 1 0,0 0 0,0 0 0,3 3 0,-2-1 0,1 0 0,-1 0 0,1-1 0,-1 1 0,1-1 0,0-1 0,0 1 0,0 0 0,1-1 0,-1 0 0,1-1 0,-1 1 0,1-1 0,-1 0 0,7 0 0,0-1 0,-1 0 0,1-1 0,-1-1 0,1 0 0,-1 0 0,0-1 0,18-7 0,30-8 0,-51 17 0,-1 0 0,1 1 0,0 0 0,0 0 0,-1 1 0,1 0 0,11 3 0,-12-3 0,1 1 0,0-1 0,0 0 0,0-1 0,0 1 0,0-2 0,13-1 0,-8-2 55,0 0 0,-1 0 0,1-1 1,-1-1-1,21-14 0,53-43-1007,-66 47 208,-10 9-6082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3:36.0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0 136 24575,'1'-4'0,"-1"1"0,1 0 0,0-1 0,0 1 0,0 0 0,1 0 0,-1 0 0,1 0 0,-1 0 0,1 1 0,0-1 0,0 0 0,0 1 0,1-1 0,-1 1 0,0 0 0,6-4 0,3-2 0,1 0 0,24-12 0,-30 18 0,0-1 0,0 1 0,0 1 0,0-1 0,1 1 0,-1 1 0,1-1 0,-1 1 0,1 0 0,-1 0 0,1 1 0,-1 0 0,12 3 0,8 3 0,-1 2 0,27 12 0,-2 0 0,-38-17 0,0 0 0,0-1 0,1 0 0,-1-1 0,0 0 0,1-1 0,-1 0 0,1-1 0,-1-1 0,1 0 0,-1 0 0,1-2 0,-1 1 0,0-1 0,20-9 0,50-31 0,-57 29 0,47-21 0,-70 35 0,0-1 0,0 1 0,1 0 0,-1-1 0,0 1 0,0 0 0,0 0 0,1 0 0,-1 1 0,0-1 0,0 0 0,0 1 0,0 0 0,0-1 0,1 1 0,-1 0 0,0 0 0,-1 0 0,1 0 0,0 1 0,0-1 0,0 0 0,-1 1 0,1-1 0,2 3 0,4 6 0,0-1 0,-1 1 0,9 15 0,-7-10 0,-5-9 0,0 0 0,0-1 0,0 0 0,1 0 0,-1 0 0,1 0 0,0-1 0,1 0 0,-1 0 0,7 4 0,-8-7 0,-1 1 0,1-1 0,0 0 0,0 0 0,0 0 0,0-1 0,-1 1 0,1-1 0,0 0 0,0 0 0,0 0 0,0 0 0,0-1 0,0 0 0,0 0 0,-1 0 0,1 0 0,6-3 0,26-15 0,-31 16 0,-1 0 0,1 0 0,0 0 0,0 0 0,1 1 0,-1 0 0,0 0 0,1 1 0,-1-1 0,1 1 0,0 0 0,-1 1 0,1 0 0,0-1 0,-1 2 0,9 0 0,4 3 49,0 0 0,1-2 0,-1 0-1,0-1 1,1-1 0,23-2 0,-29 0-220,-1-1 0,1 0 1,0 0-1,-1-2 0,0 1 1,0-2-1,0 1 0,-1-2 1,17-11-1,-5 1-6655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3:38.3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86 24575,'24'-8'0,"-11"2"0,43-12 0,2 3 0,-1 2 0,1 3 0,1 2 0,99 0 0,-143 8 0,1 1 0,-1 1 0,17 3 0,-25-3 0,0 0 0,0 0 0,-1 1 0,1 0 0,-1 0 0,1 1 0,-1-1 0,-1 1 0,7 6 0,29 29 0,-26-24 0,25 20 0,-35-32 0,0 0 0,0-1 0,0 0 0,0 0 0,0 0 0,0 0 0,1-1 0,-1 0 0,1 0 0,-1 0 0,11-1 0,7-1 0,33-4 0,-52 4 0,64-10 0,-1-3 0,85-29 0,-146 40 0,1 1 0,0 1 0,0-1 0,0 1 0,0 0 0,0 1 0,13 0 0,-15 0 0,-1 1 0,0 0 0,0 0 0,0 1 0,0-1 0,0 1 0,0 0 0,0 0 0,-1 0 0,1 1 0,0-1 0,-1 1 0,0 0 0,4 3 0,-4-3 0,1 0 0,-1 0 0,1 0 0,0 0 0,0-1 0,0 0 0,0 0 0,1 0 0,-1 0 0,1-1 0,-1 1 0,1-1 0,-1-1 0,1 1 0,0 0 0,-1-1 0,10 0 0,5-3 0,-1 1 0,0-2 0,24-8 0,18-3 0,-55 15 0,-1 0 0,0 0 0,0 0 0,0 0 0,0 1 0,0 0 0,0 0 0,0 0 0,0 0 0,0 1 0,0-1 0,7 5 0,-7-3 0,1-1 0,0 0 0,0 0 0,0 0 0,0 0 0,1-1 0,6 1 0,5-2 0,0-1 0,29-4 0,-32 2 0,-1 1 0,0 1 0,1 0 0,-1 1 0,26 3 0,-6 3-455,0-2 0,46 0 0,-61-4-6371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3:40.5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809 118 24575,'-1'-1'0,"1"1"0,0-1 0,-1 0 0,1 0 0,0 0 0,-1 0 0,0 0 0,1 0 0,-1 1 0,1-1 0,-1 0 0,0 0 0,0 1 0,1-1 0,-1 0 0,0 1 0,0-1 0,0 1 0,0-1 0,-1 1 0,-21-11 0,20 10 0,-18-6-1130,0 0-1,-1 1 0,1 1 1,-1 1-1,-44-3 0,38 6 1421,-161-10 6204,176 9-6494,3 0 0,-1 1 0,0 0 0,-14 1 0,22 0 0,-1 1 0,0-1 0,1 1 0,-1 0 0,1 0 0,-1 0 0,1 1 0,0-1 0,-1 1 0,1 0 0,0 0 0,0 0 0,-4 4 0,-15 16 0,1 1 0,0 1 0,-22 35 0,-44 85 0,86-142 0,-10 17 0,2 0 0,0 0 0,1 1 0,-6 24 0,11-30 0,0-1 0,1 1 0,1-1 0,0 1 0,1 0 0,0-1 0,3 23 0,1-17 0,0 0 0,1-1 0,1 1 0,1-1 0,0-1 0,16 27 0,-16-32 0,1 0 0,1-1 0,0 1 0,1-2 0,0 0 0,1 0 0,0 0 0,0-2 0,20 12 0,8 1 0,1-2 0,1-1 0,0-2 0,2-3 0,53 11 0,6-5 0,117 5 0,-125-17-2261,1-5 0,100-9-1,-162 3 2879,1-2 0,-1-2-1,-1 0 1,1-2 0,-1-2 0,-1-1-1,0-1 1,-1-2 0,-1-1 0,45-33-1,-59 37-616,-1-1 0,1 0 0,-2 0 0,0-2 0,-1 1 0,-1-2 0,0 0 0,-1 0 0,-1 0 0,-1-1 0,0-1 0,-1 0 0,-1 0 0,-1 0 0,-1 0 0,4-39 0,-4 13 0,-2 0 0,-4-57 0,1 88 0,-1 0 0,0 0 0,-1 0 0,-1 0 0,0 1 0,0-1 0,-1 1 0,-1 0 0,-1 1 0,1-1 0,-14-16 0,12 21 0,0 0 0,-1 0 0,1 0 0,-2 2 0,1-1 0,-1 1 0,0 0 0,-1 1 0,1 0 0,-1 1 0,-13-4 0,-16-3 0,-71-9 0,84 16 0,-153-24-1365,97 12-5461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4:37.1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0 899 24575,'17'6'0,"-1"0"0,1-1 0,0-1 0,1-1 0,-1 0 0,22 0 0,-16 0 0,233 19 0,-151-14 0,130-7 0,-105-3 0,103 14 0,247-2 0,-297-12 0,2781 2 0,-2905-2 0,0-4 0,0-1 0,98-27 0,-55 17-1366,-79 15 509,1-1-1,-1-1 1,-1-1-1,34-13 1,-39 10 1292,-1 0 0,-1-2 0,0 0-1,0 0 1,-1-1 0,0-1 0,-1-1 0,-1 0 0,0 0 0,0-1 0,-2-1-1,12-20 1,-15 22-435,-1-1 0,-1 0 0,0 0 0,-1 0 0,0 0 0,-1-1 0,-1 1 0,-1-1 0,0 0 0,0 1 0,-1-1 0,-1 0 0,-1 1 0,-4-17 0,3 21 0,-1 0 0,0 0 0,-1 1 0,0 0 0,-1 0 0,0 0 0,0 0 0,-1 1 0,-9-9 0,-13-10 0,-33-25 0,53 45 0,-27-20 0,-2 2 0,0 2 0,-2 2 0,0 1 0,-1 2 0,-77-23 0,8 13 0,-166-21 0,-158 20 0,335 25 0,-896-4 0,614 10 0,-970-2 0,1278 2 0,-84 13 0,-71 23 0,185-30 0,-60 20 0,79-21 0,-29 4 0,31-6 0,-1 0 0,-22 9 0,-87 27 0,0 2 0,118-38-273,2 1 0,-1 1 0,1 0 0,-22 17 0,22-14-6553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4:39.4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439 108 24575,'-13'1'0,"0"0"0,0 1 0,0 1 0,0 0 0,1 1 0,-1 0 0,1 1 0,0 0 0,0 1 0,-19 12 0,3 1 0,0 2 0,-46 45 0,60-52 0,2 0 0,-1 2 0,2-1 0,0 1 0,1 1 0,1 0 0,0 0 0,1 1 0,1 0 0,1 0 0,0 0 0,2 1 0,-5 30 0,-1 19 0,-1 96 0,10-112 0,3 77 0,-1-125 0,0 1 0,1 0 0,-1 0 0,1 0 0,0-1 0,0 1 0,0-1 0,1 1 0,0-1 0,0 0 0,0 0 0,0 0 0,0 0 0,6 4 0,2 1 0,0 0 0,1 0 0,23 12 0,-2-5 0,-1-2 0,2-1 0,47 11 0,111 17 0,-184-40 0,502 69 0,5-32 0,67-20 0,37 1 0,-411-3 0,284 10 0,444-27 0,-820-1 0,-1-6 0,0-4 0,165-40 0,103-70 0,-298 94 0,121-25 0,-126 36 0,-1-4 0,83-34 0,-83 23 0,65-30 0,-115 48 0,-1-2 0,47-33 0,-56 32 0,-2 0 0,0-2 0,-1 0 0,-1 0 0,-1-1 0,16-31 0,12-14 0,-33 51 0,0 0 0,-1 0 0,-1-1 0,0 1 0,-1-2 0,-1 1 0,5-23 0,-8 29 0,-1-1 0,0 0 0,0 1 0,-1-1 0,-1 1 0,1-1 0,-1 0 0,-1 1 0,0-1 0,0 1 0,-1 0 0,0 0 0,-1 0 0,-4-9 0,-3 1 0,0 1 0,-1 0 0,-1 0 0,-1 1 0,0 1 0,0 1 0,-2 0 0,0 0 0,0 2 0,-20-11 0,-8-3 0,-2 3 0,-87-30 0,107 44-273,-1 2 0,1 0 0,-2 2 0,-33-2 0,-1 3-6553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4:48.8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4:49.2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270 0 24575,'-7'4'0,"-13"11"0,-11 11 0,-10 8 0,-1 1 0,2-5 0,5-3 0,4-4 0,8-6-8191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9T01:54:49.7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0 390 24575,'84'-1'-619,"97"3"-3091,-138 0 2892,-1 3-1,52 11 1,-75-11 1282,32 7-1422,-25-11 2360,-4-5 3344,-20 3-4690,0 0 1,0-1-1,0 1 1,0-1-1,0 1 1,-1-1-1,1 0 1,-1 0-1,1 0 1,-1 0-1,0 0 1,0 0-1,0 0 1,0 0-1,0 0 1,0 0-1,0-1 1,-1 1-1,1 0 1,-1-1-1,0 1 1,0 0-1,0-1 1,0-2-1,1-10-149,-2 0 0,-2-20-1,2 32 92,-3-18 2,-2 0 0,0 0 0,-1 0 0,-1 1 0,-12-21 0,-4-13 0,-17-32-1365,28 64-5461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1838" y="717550"/>
            <a:ext cx="5580062" cy="31257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310765"/>
            <a:ext cx="5580062" cy="4784070"/>
          </a:xfrm>
          <a:prstGeom prst="rect">
            <a:avLst/>
          </a:prstGeom>
        </p:spPr>
        <p:txBody>
          <a:bodyPr vert="horz" lIns="97200" tIns="45720" rIns="9720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80000" indent="-180000" algn="l" defTabSz="1219304" rtl="0" eaLnBrk="1" fontAlgn="ctr" latinLnBrk="0" hangingPunct="1">
      <a:lnSpc>
        <a:spcPct val="125000"/>
      </a:lnSpc>
      <a:spcAft>
        <a:spcPts val="600"/>
      </a:spcAft>
      <a:buFont typeface="Huawei Sans" panose="020C0503030203020204" pitchFamily="34" charset="0"/>
      <a:buChar char="•"/>
      <a:defRPr lang="en-US"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1pPr>
    <a:lvl2pPr marL="540000" indent="-180000" algn="l" defTabSz="1219304" rtl="0" eaLnBrk="1" fontAlgn="ctr" latinLnBrk="0" hangingPunct="1">
      <a:lnSpc>
        <a:spcPct val="125000"/>
      </a:lnSpc>
      <a:spcAft>
        <a:spcPts val="600"/>
      </a:spcAft>
      <a:buClrTx/>
      <a:buFont typeface="Huawei Sans" panose="020C0503030203020204" pitchFamily="34" charset="0"/>
      <a:buChar char="▫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2pPr>
    <a:lvl3pPr marL="900000" indent="-180000" algn="l" defTabSz="1219304" rtl="0" eaLnBrk="1" fontAlgn="ctr" latinLnBrk="0" hangingPunct="1">
      <a:lnSpc>
        <a:spcPct val="125000"/>
      </a:lnSpc>
      <a:spcAft>
        <a:spcPts val="600"/>
      </a:spcAft>
      <a:buFont typeface="微软雅黑" panose="020B0503020204020204" pitchFamily="34" charset="-122"/>
      <a:buChar char="▪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3pPr>
    <a:lvl4pPr marL="1260000" indent="-180000" algn="l" defTabSz="1219304" rtl="0" eaLnBrk="1" fontAlgn="ctr" latinLnBrk="0" hangingPunct="1">
      <a:lnSpc>
        <a:spcPct val="125000"/>
      </a:lnSpc>
      <a:spcAft>
        <a:spcPts val="600"/>
      </a:spcAft>
      <a:buFont typeface="Huawei Sans" panose="020C0503030203020204" pitchFamily="34" charset="0"/>
      <a:buChar char="−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4pPr>
    <a:lvl5pPr marL="1620000" indent="-180000" algn="l" defTabSz="1219304" rtl="0" eaLnBrk="1" fontAlgn="ctr" latinLnBrk="0" hangingPunct="1">
      <a:lnSpc>
        <a:spcPct val="125000"/>
      </a:lnSpc>
      <a:spcAft>
        <a:spcPts val="600"/>
      </a:spcAft>
      <a:buFont typeface="Huawei Sans" panose="020C0503030203020204" pitchFamily="34" charset="0"/>
      <a:buChar char="~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2" orient="horz" pos="2704" userDrawn="1">
          <p15:clr>
            <a:srgbClr val="F26B43"/>
          </p15:clr>
        </p15:guide>
        <p15:guide id="3" orient="horz" pos="459" userDrawn="1">
          <p15:clr>
            <a:srgbClr val="F26B43"/>
          </p15:clr>
        </p15:guide>
        <p15:guide id="4" orient="horz" pos="2432" userDrawn="1">
          <p15:clr>
            <a:srgbClr val="F26B43"/>
          </p15:clr>
        </p15:guide>
        <p15:guide id="7" pos="461" userDrawn="1">
          <p15:clr>
            <a:srgbClr val="F26B43"/>
          </p15:clr>
        </p15:guide>
        <p15:guide id="9" pos="2207" userDrawn="1">
          <p15:clr>
            <a:srgbClr val="F26B43"/>
          </p15:clr>
        </p15:guide>
        <p15:guide id="10" pos="3976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4" name="备注占位符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7902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84594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5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7" name="备注占位符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94945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66766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02321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9667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95473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微突发是指在非常短的时间（毫秒级别）内收到非常多的突发数据，以至于瞬时突发速率达到平均速率的数十倍、数百倍，甚至超过端口带宽的现象。网管设备或网络性能监测软件通常是基于比较长的时间</a:t>
            </a:r>
            <a:r>
              <a:rPr lang="en-US" altLang="zh-CN"/>
              <a:t>(</a:t>
            </a:r>
            <a:r>
              <a:rPr lang="zh-CN" altLang="en-US"/>
              <a:t>数秒到数分钟</a:t>
            </a:r>
            <a:r>
              <a:rPr lang="en-US" altLang="zh-CN"/>
              <a:t>)</a:t>
            </a:r>
            <a:r>
              <a:rPr lang="zh-CN" altLang="en-US"/>
              <a:t>计算网络实时带宽。在这种情况下，看到流量速率通常是一条比较平稳的曲线，但是实际设备可能已由于微突发导致丢包。</a:t>
            </a:r>
          </a:p>
          <a:p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20068883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避免重复查询：</a:t>
            </a:r>
            <a:r>
              <a:rPr lang="en-US" altLang="zh-CN"/>
              <a:t>SNMP</a:t>
            </a:r>
            <a:r>
              <a:rPr lang="zh-CN" altLang="en-US"/>
              <a:t>查询是一问一答的。假设</a:t>
            </a:r>
            <a:r>
              <a:rPr lang="en-US" altLang="zh-CN"/>
              <a:t>1</a:t>
            </a:r>
            <a:r>
              <a:rPr lang="zh-CN" altLang="en-US"/>
              <a:t>分钟内交互了</a:t>
            </a:r>
            <a:r>
              <a:rPr lang="en-US" altLang="zh-CN"/>
              <a:t>1000</a:t>
            </a:r>
            <a:r>
              <a:rPr lang="zh-CN" altLang="en-US"/>
              <a:t>次，就意味着</a:t>
            </a:r>
            <a:r>
              <a:rPr lang="en-US" altLang="zh-CN"/>
              <a:t>SNMP</a:t>
            </a:r>
            <a:r>
              <a:rPr lang="zh-CN" altLang="en-US"/>
              <a:t>解析了</a:t>
            </a:r>
            <a:r>
              <a:rPr lang="en-US" altLang="zh-CN"/>
              <a:t>1000</a:t>
            </a:r>
            <a:r>
              <a:rPr lang="zh-CN" altLang="en-US"/>
              <a:t>次查询请求报文。</a:t>
            </a:r>
            <a:r>
              <a:rPr lang="en-US" altLang="zh-CN"/>
              <a:t>Telemetry</a:t>
            </a:r>
            <a:r>
              <a:rPr lang="zh-CN" altLang="en-US"/>
              <a:t>实现订阅一次，后续设备持续推送数据给网管。</a:t>
            </a:r>
          </a:p>
          <a:p>
            <a:endParaRPr lang="zh-CN" altLang="en-US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3962516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92005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业界也有将</a:t>
            </a:r>
            <a:r>
              <a:rPr lang="en-US" altLang="zh-CN"/>
              <a:t>SNMP</a:t>
            </a:r>
            <a:r>
              <a:rPr lang="zh-CN" altLang="en-US"/>
              <a:t>认为是传统的</a:t>
            </a:r>
            <a:r>
              <a:rPr lang="en-US" altLang="zh-CN"/>
              <a:t>Telemetry</a:t>
            </a:r>
            <a:r>
              <a:rPr lang="zh-CN" altLang="en-US"/>
              <a:t>技术，把当前</a:t>
            </a:r>
            <a:r>
              <a:rPr lang="en-US" altLang="zh-CN"/>
              <a:t>Telemetry</a:t>
            </a:r>
            <a:r>
              <a:rPr lang="zh-CN" altLang="en-US"/>
              <a:t>叫做</a:t>
            </a:r>
            <a:r>
              <a:rPr lang="en-US" altLang="zh-CN"/>
              <a:t>Streaming Telemetry</a:t>
            </a:r>
            <a:r>
              <a:rPr lang="zh-CN" altLang="en-US"/>
              <a:t>或</a:t>
            </a:r>
            <a:r>
              <a:rPr lang="en-US" altLang="zh-CN"/>
              <a:t>Model-Driven Telemetry</a:t>
            </a:r>
            <a:r>
              <a:rPr lang="zh-CN" altLang="en-US"/>
              <a:t>的说法。</a:t>
            </a:r>
            <a:endParaRPr lang="en-US" altLang="zh-CN"/>
          </a:p>
          <a:p>
            <a:endParaRPr lang="en-US" altLang="zh-CN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22960017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  <a:p>
            <a:endParaRPr lang="en-US" altLang="zh-CN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1532582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幻灯片图像占位符 2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01699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幻灯片图像占位符 2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16640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91217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40951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数据中心中的采集器通过</a:t>
            </a:r>
            <a:r>
              <a:rPr lang="en-US" altLang="zh-CN"/>
              <a:t>Telemetry</a:t>
            </a:r>
            <a:r>
              <a:rPr lang="zh-CN" altLang="en-US"/>
              <a:t>采集设备性能数据，通过</a:t>
            </a:r>
            <a:r>
              <a:rPr lang="en-US" altLang="zh-CN"/>
              <a:t>ERSPAN</a:t>
            </a:r>
            <a:r>
              <a:rPr lang="zh-CN" altLang="en-US"/>
              <a:t>采集设备流镜像。</a:t>
            </a:r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12453908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7564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框架参考</a:t>
            </a:r>
            <a:r>
              <a:rPr lang="en-US" altLang="zh-CN" dirty="0"/>
              <a:t>RFC</a:t>
            </a:r>
            <a:r>
              <a:rPr lang="zh-CN" altLang="en-US" dirty="0"/>
              <a:t>草案，</a:t>
            </a:r>
            <a:r>
              <a:rPr lang="en-US" altLang="zh-CN" dirty="0"/>
              <a:t>https://tools.ietf.org/html/draft-song-ntf-02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 err="1"/>
              <a:t>gRPC</a:t>
            </a:r>
            <a:r>
              <a:rPr lang="zh-CN" altLang="en-US" dirty="0"/>
              <a:t>是</a:t>
            </a:r>
            <a:r>
              <a:rPr lang="en-US" altLang="zh-CN" dirty="0"/>
              <a:t>google</a:t>
            </a:r>
            <a:r>
              <a:rPr lang="zh-CN" altLang="en-US" dirty="0"/>
              <a:t>开发的远程过程调用（</a:t>
            </a:r>
            <a:r>
              <a:rPr lang="en-US" altLang="zh-CN" dirty="0"/>
              <a:t>RPC</a:t>
            </a:r>
            <a:r>
              <a:rPr lang="zh-CN" altLang="en-US" dirty="0"/>
              <a:t>）系统。</a:t>
            </a:r>
            <a:endParaRPr lang="en-US" altLang="zh-CN" dirty="0"/>
          </a:p>
          <a:p>
            <a:r>
              <a:rPr lang="en-US" altLang="zh-CN" dirty="0"/>
              <a:t>UDP</a:t>
            </a:r>
            <a:r>
              <a:rPr lang="zh-CN" altLang="en-US" dirty="0"/>
              <a:t>（</a:t>
            </a:r>
            <a:r>
              <a:rPr lang="en-US" altLang="zh-CN" dirty="0"/>
              <a:t>User Datagram Protocol</a:t>
            </a:r>
            <a:r>
              <a:rPr lang="zh-CN" altLang="en-US" dirty="0"/>
              <a:t>，用户数据报协议）为应用程序提供了一种无需建立连接就可以发送封装的 </a:t>
            </a:r>
            <a:r>
              <a:rPr lang="en-US" altLang="zh-CN" dirty="0"/>
              <a:t>IP </a:t>
            </a:r>
            <a:r>
              <a:rPr lang="zh-CN" altLang="en-US" dirty="0"/>
              <a:t>数据包的方法。</a:t>
            </a:r>
            <a:endParaRPr lang="en-US" altLang="zh-CN" dirty="0"/>
          </a:p>
          <a:p>
            <a:r>
              <a:rPr lang="en-US" altLang="zh-CN" dirty="0" err="1"/>
              <a:t>Protobuf</a:t>
            </a:r>
            <a:r>
              <a:rPr lang="zh-CN" altLang="en-US" dirty="0"/>
              <a:t>（</a:t>
            </a:r>
            <a:r>
              <a:rPr lang="en-US" altLang="zh-CN" dirty="0"/>
              <a:t>Protocol Buffers</a:t>
            </a:r>
            <a:r>
              <a:rPr lang="zh-CN" altLang="en-US" dirty="0"/>
              <a:t>，协议缓冲区）是一种序列化结构数据的机制。</a:t>
            </a:r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22056372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举个订外卖的例子便于理解：</a:t>
            </a:r>
            <a:r>
              <a:rPr lang="en-US" altLang="zh-CN" dirty="0"/>
              <a:t>YANG</a:t>
            </a:r>
            <a:r>
              <a:rPr lang="zh-CN" altLang="en-US" dirty="0"/>
              <a:t>是个快餐店的菜谱，顾客想吃汉堡和炸鸡便照着</a:t>
            </a:r>
            <a:r>
              <a:rPr lang="en-US" altLang="zh-CN" dirty="0"/>
              <a:t>YANG</a:t>
            </a:r>
            <a:r>
              <a:rPr lang="zh-CN" altLang="en-US" dirty="0"/>
              <a:t>菜单写了一份</a:t>
            </a:r>
            <a:r>
              <a:rPr lang="en-US" altLang="zh-CN" dirty="0"/>
              <a:t>A4</a:t>
            </a:r>
            <a:r>
              <a:rPr lang="zh-CN" altLang="en-US" dirty="0"/>
              <a:t>纸采购清单（如一份汉堡，两份炸鸡），将清单折成邮票大小的小纸条装到了</a:t>
            </a:r>
            <a:r>
              <a:rPr lang="en-US" altLang="zh-CN" dirty="0"/>
              <a:t>GPB</a:t>
            </a:r>
            <a:r>
              <a:rPr lang="zh-CN" altLang="en-US" dirty="0"/>
              <a:t>信封里，找到门口的信使</a:t>
            </a:r>
            <a:r>
              <a:rPr lang="en-US" altLang="zh-CN" dirty="0" err="1"/>
              <a:t>gRPC</a:t>
            </a:r>
            <a:r>
              <a:rPr lang="zh-CN" altLang="en-US" dirty="0"/>
              <a:t>，信使</a:t>
            </a:r>
            <a:r>
              <a:rPr lang="en-US" altLang="zh-CN" dirty="0" err="1"/>
              <a:t>gRPC</a:t>
            </a:r>
            <a:r>
              <a:rPr lang="zh-CN" altLang="en-US" dirty="0"/>
              <a:t>骑上</a:t>
            </a:r>
            <a:r>
              <a:rPr lang="en-US" altLang="zh-CN" dirty="0"/>
              <a:t>HTTP2</a:t>
            </a:r>
            <a:r>
              <a:rPr lang="zh-CN" altLang="en-US" dirty="0"/>
              <a:t>电动车到了快餐店。信使</a:t>
            </a:r>
            <a:r>
              <a:rPr lang="en-US" altLang="zh-CN" dirty="0" err="1"/>
              <a:t>gRPC</a:t>
            </a:r>
            <a:r>
              <a:rPr lang="zh-CN" altLang="en-US" dirty="0"/>
              <a:t>将</a:t>
            </a:r>
            <a:r>
              <a:rPr lang="en-US" altLang="zh-CN" dirty="0"/>
              <a:t>GPB</a:t>
            </a:r>
            <a:r>
              <a:rPr lang="zh-CN" altLang="en-US" dirty="0"/>
              <a:t>信封给老板，老板解开</a:t>
            </a:r>
            <a:r>
              <a:rPr lang="en-US" altLang="zh-CN" dirty="0"/>
              <a:t>GPB</a:t>
            </a:r>
            <a:r>
              <a:rPr lang="zh-CN" altLang="en-US" dirty="0"/>
              <a:t>信封核对顾客采购清单是否在销售范围内。</a:t>
            </a: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16595809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46849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更多</a:t>
            </a:r>
            <a:r>
              <a:rPr lang="en-US" altLang="zh-CN"/>
              <a:t>yang</a:t>
            </a:r>
            <a:r>
              <a:rPr lang="zh-CN" altLang="en-US"/>
              <a:t>模型内容的学习可以参考：</a:t>
            </a:r>
            <a:r>
              <a:rPr lang="en-US" altLang="zh-CN"/>
              <a:t>https://tonydeng.github.io/rfc7950-zh</a:t>
            </a:r>
          </a:p>
          <a:p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412474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8179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465646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475806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128825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 dirty="0" err="1"/>
              <a:t>gRPC</a:t>
            </a:r>
            <a:r>
              <a:rPr lang="zh-CN" altLang="en-US" dirty="0"/>
              <a:t>是</a:t>
            </a:r>
            <a:r>
              <a:rPr lang="en-US" altLang="zh-CN" dirty="0"/>
              <a:t>google</a:t>
            </a:r>
            <a:r>
              <a:rPr lang="zh-CN" altLang="en-US" dirty="0"/>
              <a:t>开发的远程过程调用（</a:t>
            </a:r>
            <a:r>
              <a:rPr lang="en-US" altLang="zh-CN" dirty="0"/>
              <a:t>RPC</a:t>
            </a:r>
            <a:r>
              <a:rPr lang="zh-CN" altLang="en-US" dirty="0"/>
              <a:t>）系统。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323916600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102668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105757541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383378016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132068500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031428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因为</a:t>
            </a:r>
            <a:r>
              <a:rPr lang="en-US" altLang="zh-CN"/>
              <a:t>Protocol Buffers</a:t>
            </a:r>
            <a:r>
              <a:rPr lang="zh-CN" altLang="en-US"/>
              <a:t>是以二进制的形式进行传输的，字节数较少，传输效率相比</a:t>
            </a:r>
            <a:r>
              <a:rPr lang="en-US" altLang="zh-CN"/>
              <a:t>XML</a:t>
            </a:r>
            <a:r>
              <a:rPr lang="zh-CN" altLang="en-US"/>
              <a:t>、</a:t>
            </a:r>
            <a:r>
              <a:rPr lang="en-US" altLang="zh-CN"/>
              <a:t>JSON</a:t>
            </a:r>
            <a:r>
              <a:rPr lang="zh-CN" altLang="en-US"/>
              <a:t>有天然的优势，而数据采集效率是</a:t>
            </a:r>
            <a:r>
              <a:rPr lang="en-US" altLang="zh-CN"/>
              <a:t>Telemetry</a:t>
            </a:r>
            <a:r>
              <a:rPr lang="zh-CN" altLang="en-US"/>
              <a:t>考虑的重点之一。</a:t>
            </a:r>
          </a:p>
          <a:p>
            <a:pPr lvl="0"/>
            <a:r>
              <a:rPr lang="zh-CN" altLang="en-US"/>
              <a:t>更多学习请参考</a:t>
            </a:r>
            <a:r>
              <a:rPr lang="en-US" altLang="zh-CN"/>
              <a:t>https://developers.google.com/protocol-buffers/?hl=zh-CN</a:t>
            </a:r>
          </a:p>
          <a:p>
            <a:pPr lvl="0"/>
            <a:endParaRPr lang="zh-CN" altLang="en-US"/>
          </a:p>
          <a:p>
            <a:endParaRPr lang="zh-CN" altLang="en-US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245656219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477339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80000" indent="-180000"/>
            <a:r>
              <a:rPr lang="zh-CN" altLang="en-US" dirty="0"/>
              <a:t>采集器充当</a:t>
            </a:r>
            <a:r>
              <a:rPr lang="en-US" altLang="zh-CN" dirty="0" err="1"/>
              <a:t>gRPC</a:t>
            </a:r>
            <a:r>
              <a:rPr lang="zh-CN" altLang="en-US" dirty="0"/>
              <a:t>客户端的角色，设备充当</a:t>
            </a:r>
            <a:r>
              <a:rPr lang="en-US" altLang="zh-CN" dirty="0" err="1"/>
              <a:t>gRPC</a:t>
            </a:r>
            <a:r>
              <a:rPr lang="zh-CN" altLang="en-US" dirty="0"/>
              <a:t>服务器角色。</a:t>
            </a:r>
            <a:endParaRPr lang="en-US" altLang="zh-CN" dirty="0"/>
          </a:p>
          <a:p>
            <a:pPr marL="180000" indent="-180000"/>
            <a:r>
              <a:rPr lang="en-US" altLang="zh-CN" dirty="0"/>
              <a:t>.</a:t>
            </a:r>
            <a:r>
              <a:rPr lang="zh-CN" altLang="en-US" dirty="0"/>
              <a:t>采集器根据订阅的事件构建对应数据的格式（</a:t>
            </a:r>
            <a:r>
              <a:rPr lang="en-US" altLang="zh-CN" dirty="0"/>
              <a:t>GPB/JSON</a:t>
            </a:r>
            <a:r>
              <a:rPr lang="zh-CN" altLang="en-US" dirty="0"/>
              <a:t>），通过</a:t>
            </a:r>
            <a:r>
              <a:rPr lang="en-US" altLang="zh-CN" dirty="0"/>
              <a:t>Protocol Buffers</a:t>
            </a:r>
            <a:r>
              <a:rPr lang="zh-CN" altLang="en-US" dirty="0"/>
              <a:t>编写</a:t>
            </a:r>
            <a:r>
              <a:rPr lang="en-US" altLang="zh-CN" dirty="0"/>
              <a:t>proto</a:t>
            </a:r>
            <a:r>
              <a:rPr lang="zh-CN" altLang="en-US" dirty="0"/>
              <a:t>文件，采集器与设备建立</a:t>
            </a:r>
            <a:r>
              <a:rPr lang="en-US" altLang="zh-CN" dirty="0" err="1"/>
              <a:t>gRPC</a:t>
            </a:r>
            <a:r>
              <a:rPr lang="zh-CN" altLang="en-US" dirty="0"/>
              <a:t>通道，通过</a:t>
            </a:r>
            <a:r>
              <a:rPr lang="en-US" altLang="zh-CN" dirty="0" err="1"/>
              <a:t>gRPC</a:t>
            </a:r>
            <a:r>
              <a:rPr lang="zh-CN" altLang="en-US" dirty="0"/>
              <a:t>协议向设备发送请求消息。</a:t>
            </a:r>
            <a:endParaRPr lang="en-US" altLang="zh-CN" dirty="0"/>
          </a:p>
          <a:p>
            <a:pPr marL="180000" indent="-180000"/>
            <a:r>
              <a:rPr lang="zh-CN" altLang="en-US" dirty="0"/>
              <a:t>设备收到请求消息后，通过</a:t>
            </a:r>
            <a:r>
              <a:rPr lang="en-US" altLang="zh-CN" dirty="0"/>
              <a:t>Protocol Buffers</a:t>
            </a:r>
            <a:r>
              <a:rPr lang="zh-CN" altLang="en-US" dirty="0"/>
              <a:t>解译</a:t>
            </a:r>
            <a:r>
              <a:rPr lang="en-US" altLang="zh-CN" dirty="0"/>
              <a:t>proto</a:t>
            </a:r>
            <a:r>
              <a:rPr lang="zh-CN" altLang="en-US" dirty="0"/>
              <a:t>文件，还原出最先定义好格式的数据结构，进行业务处理。</a:t>
            </a:r>
            <a:endParaRPr lang="en-US" altLang="zh-CN" dirty="0"/>
          </a:p>
          <a:p>
            <a:pPr marL="180000" indent="-180000"/>
            <a:r>
              <a:rPr lang="zh-CN" altLang="en-US" dirty="0"/>
              <a:t>数据梳理完后，设备需要使用</a:t>
            </a:r>
            <a:r>
              <a:rPr lang="en-US" altLang="zh-CN" dirty="0"/>
              <a:t>Protocol Buffers</a:t>
            </a:r>
            <a:r>
              <a:rPr lang="zh-CN" altLang="en-US" dirty="0"/>
              <a:t>重编译应答数据，通过</a:t>
            </a:r>
            <a:r>
              <a:rPr lang="en-US" altLang="zh-CN" dirty="0" err="1"/>
              <a:t>gRPC</a:t>
            </a:r>
            <a:r>
              <a:rPr lang="zh-CN" altLang="en-US" dirty="0"/>
              <a:t>协议向采集器应答消息。</a:t>
            </a:r>
            <a:endParaRPr lang="en-US" altLang="zh-CN" dirty="0"/>
          </a:p>
          <a:p>
            <a:pPr marL="180000" indent="-180000"/>
            <a:r>
              <a:rPr lang="zh-CN" altLang="en-US" dirty="0"/>
              <a:t>采集器收到应答消息后，结束本次的</a:t>
            </a:r>
            <a:r>
              <a:rPr lang="en-US" altLang="zh-CN" dirty="0" err="1"/>
              <a:t>gRPC</a:t>
            </a:r>
            <a:r>
              <a:rPr lang="zh-CN" altLang="en-US" dirty="0"/>
              <a:t>交互。</a:t>
            </a:r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147873225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4" name="备注占位符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630566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493583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068198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44825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555082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79391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099492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442025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670920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编译完成后当前文件夹下会生成数个</a:t>
            </a:r>
            <a:r>
              <a:rPr lang="en-US" altLang="zh-CN"/>
              <a:t>python</a:t>
            </a:r>
            <a:r>
              <a:rPr lang="zh-CN" altLang="en-US"/>
              <a:t>文件。</a:t>
            </a:r>
            <a:endParaRPr lang="en-US" altLang="zh-CN"/>
          </a:p>
          <a:p>
            <a:endParaRPr lang="zh-CN" altLang="en-US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414790537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56618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 dirty="0" err="1"/>
              <a:t>gRPC</a:t>
            </a:r>
            <a:r>
              <a:rPr lang="zh-CN" altLang="en-US" dirty="0"/>
              <a:t>模块由</a:t>
            </a:r>
            <a:r>
              <a:rPr lang="en-US" altLang="zh-CN" dirty="0"/>
              <a:t>pip</a:t>
            </a:r>
            <a:r>
              <a:rPr lang="zh-CN" altLang="en-US" dirty="0"/>
              <a:t>安装，</a:t>
            </a:r>
            <a:r>
              <a:rPr lang="en-US" altLang="zh-CN" dirty="0"/>
              <a:t>pip install </a:t>
            </a:r>
            <a:r>
              <a:rPr lang="en-US" altLang="zh-CN" dirty="0" err="1"/>
              <a:t>gRPC</a:t>
            </a:r>
            <a:r>
              <a:rPr lang="zh-CN" altLang="en-US" dirty="0"/>
              <a:t>。</a:t>
            </a:r>
            <a:endParaRPr lang="en-US" altLang="zh-CN" dirty="0"/>
          </a:p>
          <a:p>
            <a:pPr lvl="0"/>
            <a:r>
              <a:rPr lang="en-US" altLang="zh-CN" dirty="0"/>
              <a:t>huawei_gRPC_dialout_pb2_gRPC</a:t>
            </a:r>
            <a:r>
              <a:rPr lang="zh-CN" altLang="en-US" dirty="0"/>
              <a:t>模块为编译</a:t>
            </a:r>
            <a:r>
              <a:rPr lang="en-US" altLang="zh-CN" dirty="0"/>
              <a:t>proto</a:t>
            </a:r>
            <a:r>
              <a:rPr lang="zh-CN" altLang="en-US" dirty="0"/>
              <a:t>文件后生成。</a:t>
            </a:r>
            <a:endParaRPr lang="en-US" altLang="zh-CN" dirty="0"/>
          </a:p>
          <a:p>
            <a:pPr lvl="0"/>
            <a:r>
              <a:rPr lang="en-US" altLang="zh-CN" dirty="0"/>
              <a:t>huawei_telemetry_pb2</a:t>
            </a:r>
            <a:r>
              <a:rPr lang="zh-CN" altLang="en-US" dirty="0"/>
              <a:t>模块为编译</a:t>
            </a:r>
            <a:r>
              <a:rPr lang="en-US" altLang="zh-CN" dirty="0"/>
              <a:t>proto</a:t>
            </a:r>
            <a:r>
              <a:rPr lang="zh-CN" altLang="en-US" dirty="0"/>
              <a:t>文件后生成。</a:t>
            </a:r>
            <a:endParaRPr lang="en-US" altLang="zh-CN" dirty="0"/>
          </a:p>
          <a:p>
            <a:pPr lvl="0"/>
            <a:endParaRPr lang="zh-CN" altLang="en-US" dirty="0"/>
          </a:p>
          <a:p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400503449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689595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87555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lvl="0" indent="-228600">
              <a:buFont typeface="+mj-lt"/>
              <a:buAutoNum type="arabicPeriod"/>
            </a:pPr>
            <a:r>
              <a:rPr lang="en-US" altLang="zh-CN" dirty="0"/>
              <a:t>BC</a:t>
            </a:r>
          </a:p>
          <a:p>
            <a:pPr marL="228600" lvl="0" indent="-228600">
              <a:buFont typeface="+mj-lt"/>
              <a:buAutoNum type="arabicPeriod"/>
            </a:pPr>
            <a:r>
              <a:rPr lang="zh-CN" altLang="en-US" dirty="0"/>
              <a:t>静态订阅和动态订阅</a:t>
            </a:r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175210669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171440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876009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555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#总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1"/>
            <a:ext cx="12192000" cy="5602224"/>
          </a:xfrm>
          <a:prstGeom prst="rect">
            <a:avLst/>
          </a:prstGeom>
          <a:ln>
            <a:noFill/>
            <a:prstDash val="dash"/>
          </a:ln>
        </p:spPr>
      </p:pic>
      <p:sp>
        <p:nvSpPr>
          <p:cNvPr id="8" name="L 形 7"/>
          <p:cNvSpPr/>
          <p:nvPr userDrawn="1"/>
        </p:nvSpPr>
        <p:spPr>
          <a:xfrm rot="16200000" flipH="1">
            <a:off x="6634196" y="2578036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baseline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6560" y="907092"/>
            <a:ext cx="812583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>
              <a:defRPr lang="en-US" sz="3200" b="0" i="0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lvl="0" defTabSz="914034">
              <a:lnSpc>
                <a:spcPts val="3439"/>
              </a:lnSpc>
            </a:pPr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6561" y="1949372"/>
            <a:ext cx="8125840" cy="6439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fontAlgn="base">
              <a:buNone/>
              <a:defRPr lang="en-US" sz="1400" baseline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</a:pPr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813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#修订记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3"/>
          <p:cNvGraphicFramePr>
            <a:graphicFrameLocks noGrp="1"/>
          </p:cNvGraphicFramePr>
          <p:nvPr userDrawn="1"/>
        </p:nvGraphicFramePr>
        <p:xfrm>
          <a:off x="1007140" y="1398424"/>
          <a:ext cx="10194260" cy="1082675"/>
        </p:xfrm>
        <a:graphic>
          <a:graphicData uri="http://schemas.openxmlformats.org/drawingml/2006/table">
            <a:tbl>
              <a:tblPr/>
              <a:tblGrid>
                <a:gridCol w="31190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3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4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课程编码</a:t>
                      </a:r>
                    </a:p>
                  </a:txBody>
                  <a:tcPr marL="102659" marR="10265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适用产品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产品版本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课程版本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Group 21"/>
          <p:cNvGraphicFramePr>
            <a:graphicFrameLocks noGrp="1"/>
          </p:cNvGraphicFramePr>
          <p:nvPr userDrawn="1"/>
        </p:nvGraphicFramePr>
        <p:xfrm>
          <a:off x="1007140" y="2920836"/>
          <a:ext cx="10177327" cy="2549525"/>
        </p:xfrm>
        <a:graphic>
          <a:graphicData uri="http://schemas.openxmlformats.org/drawingml/2006/table">
            <a:tbl>
              <a:tblPr/>
              <a:tblGrid>
                <a:gridCol w="3119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3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76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作者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工号</a:t>
                      </a:r>
                    </a:p>
                  </a:txBody>
                  <a:tcPr marL="102659" marR="10265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时间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审核人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工号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新开发/优化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文本占位符 7"/>
          <p:cNvSpPr>
            <a:spLocks noGrp="1"/>
          </p:cNvSpPr>
          <p:nvPr>
            <p:ph type="body" sz="quarter" idx="17" hasCustomPrompt="1"/>
          </p:nvPr>
        </p:nvSpPr>
        <p:spPr>
          <a:xfrm>
            <a:off x="1007139" y="1969626"/>
            <a:ext cx="3119030" cy="504887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课程编码</a:t>
            </a:r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8" hasCustomPrompt="1"/>
          </p:nvPr>
        </p:nvSpPr>
        <p:spPr>
          <a:xfrm>
            <a:off x="4126170" y="1969626"/>
            <a:ext cx="1967450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适用的产品</a:t>
            </a:r>
          </a:p>
        </p:txBody>
      </p:sp>
      <p:sp>
        <p:nvSpPr>
          <p:cNvPr id="7" name="文本占位符 7"/>
          <p:cNvSpPr>
            <a:spLocks noGrp="1"/>
          </p:cNvSpPr>
          <p:nvPr>
            <p:ph type="body" sz="quarter" idx="19" hasCustomPrompt="1"/>
          </p:nvPr>
        </p:nvSpPr>
        <p:spPr>
          <a:xfrm>
            <a:off x="6093619" y="1969626"/>
            <a:ext cx="3023155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V5R2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20" hasCustomPrompt="1"/>
          </p:nvPr>
        </p:nvSpPr>
        <p:spPr>
          <a:xfrm>
            <a:off x="9116775" y="1969626"/>
            <a:ext cx="2084625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lang="zh-CN" altLang="en-US" sz="1599" kern="1200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V1.0</a:t>
            </a:r>
            <a:endParaRPr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1007042" y="3517796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0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4126170" y="3517796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11" name="文本占位符 7"/>
          <p:cNvSpPr>
            <a:spLocks noGrp="1"/>
          </p:cNvSpPr>
          <p:nvPr>
            <p:ph type="body" sz="quarter" idx="15" hasCustomPrompt="1"/>
          </p:nvPr>
        </p:nvSpPr>
        <p:spPr>
          <a:xfrm>
            <a:off x="6093619" y="3517796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2" name="文本占位符 7"/>
          <p:cNvSpPr>
            <a:spLocks noGrp="1"/>
          </p:cNvSpPr>
          <p:nvPr>
            <p:ph type="body" sz="quarter" idx="16" hasCustomPrompt="1"/>
          </p:nvPr>
        </p:nvSpPr>
        <p:spPr>
          <a:xfrm>
            <a:off x="9116775" y="3481792"/>
            <a:ext cx="2056050" cy="504056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新开发</a:t>
            </a:r>
          </a:p>
        </p:txBody>
      </p:sp>
      <p:sp>
        <p:nvSpPr>
          <p:cNvPr id="13" name="Rectangle 2"/>
          <p:cNvSpPr>
            <a:spLocks noChangeArrowheads="1"/>
          </p:cNvSpPr>
          <p:nvPr userDrawn="1"/>
        </p:nvSpPr>
        <p:spPr bwMode="auto">
          <a:xfrm>
            <a:off x="952130" y="368661"/>
            <a:ext cx="2802144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8227" tIns="39112" rIns="78227" bIns="39112" anchor="ctr"/>
          <a:lstStyle/>
          <a:p>
            <a:pPr algn="l" defTabSz="1001223" rtl="0" eaLnBrk="0" fontAlgn="ctr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499" b="0" kern="12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修订记录</a:t>
            </a:r>
          </a:p>
        </p:txBody>
      </p:sp>
      <p:sp>
        <p:nvSpPr>
          <p:cNvPr id="14" name="Text Box 58"/>
          <p:cNvSpPr txBox="1">
            <a:spLocks noChangeArrowheads="1"/>
          </p:cNvSpPr>
          <p:nvPr userDrawn="1"/>
        </p:nvSpPr>
        <p:spPr bwMode="auto">
          <a:xfrm>
            <a:off x="8900835" y="296652"/>
            <a:ext cx="2771225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lang="zh-CN" altLang="en-US" sz="3998" i="0" baseline="0" dirty="0">
                <a:solidFill>
                  <a:schemeClr val="bg2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本页不打印</a:t>
            </a:r>
          </a:p>
        </p:txBody>
      </p:sp>
      <p:sp>
        <p:nvSpPr>
          <p:cNvPr id="15" name="文本占位符 7"/>
          <p:cNvSpPr>
            <a:spLocks noGrp="1"/>
          </p:cNvSpPr>
          <p:nvPr>
            <p:ph type="body" sz="quarter" idx="21" hasCustomPrompt="1"/>
          </p:nvPr>
        </p:nvSpPr>
        <p:spPr>
          <a:xfrm>
            <a:off x="1007042" y="4021852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6" name="文本占位符 7"/>
          <p:cNvSpPr>
            <a:spLocks noGrp="1"/>
          </p:cNvSpPr>
          <p:nvPr>
            <p:ph type="body" sz="quarter" idx="22" hasCustomPrompt="1"/>
          </p:nvPr>
        </p:nvSpPr>
        <p:spPr>
          <a:xfrm>
            <a:off x="4126170" y="4021852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17" name="文本占位符 7"/>
          <p:cNvSpPr>
            <a:spLocks noGrp="1"/>
          </p:cNvSpPr>
          <p:nvPr>
            <p:ph type="body" sz="quarter" idx="23" hasCustomPrompt="1"/>
          </p:nvPr>
        </p:nvSpPr>
        <p:spPr>
          <a:xfrm>
            <a:off x="6093619" y="4021852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8" name="文本占位符 7"/>
          <p:cNvSpPr>
            <a:spLocks noGrp="1"/>
          </p:cNvSpPr>
          <p:nvPr>
            <p:ph type="body" sz="quarter" idx="24" hasCustomPrompt="1"/>
          </p:nvPr>
        </p:nvSpPr>
        <p:spPr>
          <a:xfrm>
            <a:off x="9116775" y="3985848"/>
            <a:ext cx="2084625" cy="504056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19" name="文本占位符 7"/>
          <p:cNvSpPr>
            <a:spLocks noGrp="1"/>
          </p:cNvSpPr>
          <p:nvPr>
            <p:ph type="body" sz="quarter" idx="25" hasCustomPrompt="1"/>
          </p:nvPr>
        </p:nvSpPr>
        <p:spPr>
          <a:xfrm>
            <a:off x="1007042" y="4489904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0" name="文本占位符 7"/>
          <p:cNvSpPr>
            <a:spLocks noGrp="1"/>
          </p:cNvSpPr>
          <p:nvPr>
            <p:ph type="body" sz="quarter" idx="26" hasCustomPrompt="1"/>
          </p:nvPr>
        </p:nvSpPr>
        <p:spPr>
          <a:xfrm>
            <a:off x="4126170" y="4489904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21" name="文本占位符 7"/>
          <p:cNvSpPr>
            <a:spLocks noGrp="1"/>
          </p:cNvSpPr>
          <p:nvPr>
            <p:ph type="body" sz="quarter" idx="27" hasCustomPrompt="1"/>
          </p:nvPr>
        </p:nvSpPr>
        <p:spPr>
          <a:xfrm>
            <a:off x="6093619" y="4489904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2" name="文本占位符 7"/>
          <p:cNvSpPr>
            <a:spLocks noGrp="1"/>
          </p:cNvSpPr>
          <p:nvPr>
            <p:ph type="body" sz="quarter" idx="28" hasCustomPrompt="1"/>
          </p:nvPr>
        </p:nvSpPr>
        <p:spPr>
          <a:xfrm>
            <a:off x="9116775" y="4489904"/>
            <a:ext cx="20560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23" name="文本占位符 7"/>
          <p:cNvSpPr>
            <a:spLocks noGrp="1"/>
          </p:cNvSpPr>
          <p:nvPr>
            <p:ph type="body" sz="quarter" idx="29" hasCustomPrompt="1"/>
          </p:nvPr>
        </p:nvSpPr>
        <p:spPr>
          <a:xfrm>
            <a:off x="1007042" y="4999074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4" name="文本占位符 7"/>
          <p:cNvSpPr>
            <a:spLocks noGrp="1"/>
          </p:cNvSpPr>
          <p:nvPr>
            <p:ph type="body" sz="quarter" idx="30" hasCustomPrompt="1"/>
          </p:nvPr>
        </p:nvSpPr>
        <p:spPr>
          <a:xfrm>
            <a:off x="4126170" y="4999074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lang="zh-CN" altLang="en-US" sz="1599" kern="1200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25" name="文本占位符 7"/>
          <p:cNvSpPr>
            <a:spLocks noGrp="1"/>
          </p:cNvSpPr>
          <p:nvPr>
            <p:ph type="body" sz="quarter" idx="31" hasCustomPrompt="1"/>
          </p:nvPr>
        </p:nvSpPr>
        <p:spPr>
          <a:xfrm>
            <a:off x="6093619" y="4999074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6" name="文本占位符 7"/>
          <p:cNvSpPr>
            <a:spLocks noGrp="1"/>
          </p:cNvSpPr>
          <p:nvPr>
            <p:ph type="body" sz="quarter" idx="32" hasCustomPrompt="1"/>
          </p:nvPr>
        </p:nvSpPr>
        <p:spPr>
          <a:xfrm>
            <a:off x="9116775" y="4999074"/>
            <a:ext cx="208462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</p:spTree>
    <p:extLst>
      <p:ext uri="{BB962C8B-B14F-4D97-AF65-F5344CB8AC3E}">
        <p14:creationId xmlns:p14="http://schemas.microsoft.com/office/powerpoint/2010/main" val="800252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#前言">
    <p:bg bwMode="gray"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fontAlgn="base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base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base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base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base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eaLnBrk="1" hangingPunct="1"/>
            <a:r>
              <a:rPr lang="zh-CN" altLang="en-US" dirty="0"/>
              <a:t>本章主要讲述</a:t>
            </a:r>
            <a:r>
              <a:rPr lang="en-US" altLang="zh-CN" dirty="0"/>
              <a:t>...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17614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前言</a:t>
            </a:r>
          </a:p>
        </p:txBody>
      </p:sp>
    </p:spTree>
    <p:extLst>
      <p:ext uri="{BB962C8B-B14F-4D97-AF65-F5344CB8AC3E}">
        <p14:creationId xmlns:p14="http://schemas.microsoft.com/office/powerpoint/2010/main" val="41917004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#目标">
    <p:bg bwMode="gray"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eaLnBrk="1" fontAlgn="base" hangingPunct="1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base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base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base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base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eaLnBrk="1" hangingPunct="1"/>
            <a:r>
              <a:rPr lang="zh-CN" altLang="en-US" dirty="0"/>
              <a:t>学完本课程后，您将能够：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20820" cy="652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01223" eaLnBrk="0" fontAlgn="ctr" hangingPunct="0"/>
            <a:r>
              <a:rPr lang="zh-CN" altLang="en-US" sz="3640" b="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目标</a:t>
            </a:r>
            <a:endParaRPr lang="en-US" altLang="zh-CN" sz="3640" b="0" baseline="0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2854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#目录">
    <p:bg bwMode="gray"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68811"/>
          </a:xfrm>
          <a:prstGeom prst="rect">
            <a:avLst/>
          </a:prstGeom>
        </p:spPr>
        <p:txBody>
          <a:bodyPr/>
          <a:lstStyle>
            <a:lvl1pPr marL="457017" marR="0" indent="-457017" algn="just" defTabSz="801367" rtl="0" eaLnBrk="1" fontAlgn="ctr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 typeface="+mj-lt"/>
              <a:buAutoNum type="arabicPeriod"/>
              <a:tabLst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fontAlgn="ctr">
              <a:buClrTx/>
              <a:buSzPct val="100000"/>
              <a:buFont typeface="Huawei Sans" panose="020C0503030203020204" pitchFamily="34" charset="0"/>
              <a:buChar char="▫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一级目录一</a:t>
            </a:r>
            <a:endParaRPr lang="en-US" altLang="zh-CN" dirty="0"/>
          </a:p>
          <a:p>
            <a:pPr marL="653788" lvl="1" indent="-457017">
              <a:buSzPct val="100000"/>
              <a:buFont typeface="+mj-lt"/>
              <a:buAutoNum type="arabicPeriod"/>
            </a:pP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一级目录二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一级目录三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一级目录四</a:t>
            </a:r>
            <a:endParaRPr lang="en-US" altLang="zh-CN" dirty="0"/>
          </a:p>
          <a:p>
            <a:endParaRPr lang="zh-CN" altLang="en-US" dirty="0"/>
          </a:p>
        </p:txBody>
      </p:sp>
      <p:cxnSp>
        <p:nvCxnSpPr>
          <p:cNvPr id="28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defTabSz="1001223" eaLnBrk="0" fontAlgn="ctr" hangingPunct="0">
              <a:defRPr sz="364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35252394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#本节概述和学习目标(可选)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fontAlgn="base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base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base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base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base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414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4397358" cy="652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01223" eaLnBrk="0" fontAlgn="ctr" hangingPunct="0"/>
            <a:r>
              <a:rPr lang="zh-CN" altLang="en-US" sz="3640" b="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本节概述和学习目标</a:t>
            </a:r>
          </a:p>
        </p:txBody>
      </p:sp>
    </p:spTree>
    <p:extLst>
      <p:ext uri="{BB962C8B-B14F-4D97-AF65-F5344CB8AC3E}">
        <p14:creationId xmlns:p14="http://schemas.microsoft.com/office/powerpoint/2010/main" val="10367870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0#思考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6" y="1844675"/>
            <a:ext cx="10153650" cy="4068812"/>
          </a:xfrm>
          <a:prstGeom prst="rect">
            <a:avLst/>
          </a:prstGeom>
        </p:spPr>
        <p:txBody>
          <a:bodyPr/>
          <a:lstStyle>
            <a:lvl1pPr marL="457200" marR="0" indent="-457200" algn="just" defTabSz="801688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+mj-lt"/>
              <a:buAutoNum type="arabicPeriod"/>
              <a:tabLst/>
              <a:defRPr sz="20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744537" indent="-342900" algn="just" fontAlgn="ctr">
              <a:buSzPct val="100000"/>
              <a:buFont typeface="+mj-lt"/>
              <a:buAutoNum type="alphaUcPeriod"/>
              <a:defRPr sz="1800" baseline="0">
                <a:latin typeface="Huawei Sans" panose="020C0503030203020204" pitchFamily="34" charset="0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r>
              <a:rPr lang="zh-CN" altLang="en-US" dirty="0"/>
              <a:t>此版式用于思考题具体格式</a:t>
            </a:r>
            <a:endParaRPr lang="en-US" altLang="zh-CN" dirty="0"/>
          </a:p>
        </p:txBody>
      </p:sp>
      <p:cxnSp>
        <p:nvCxnSpPr>
          <p:cNvPr id="24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368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584088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思考题</a:t>
            </a:r>
          </a:p>
        </p:txBody>
      </p:sp>
    </p:spTree>
    <p:extLst>
      <p:ext uri="{BB962C8B-B14F-4D97-AF65-F5344CB8AC3E}">
        <p14:creationId xmlns:p14="http://schemas.microsoft.com/office/powerpoint/2010/main" val="3557104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1#本节小结（可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6"/>
          <p:cNvSpPr>
            <a:spLocks noGrp="1"/>
          </p:cNvSpPr>
          <p:nvPr>
            <p:ph sz="quarter" idx="10" hasCustomPrompt="1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2pPr>
            <a:lvl3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3pPr>
            <a:lvl4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4pPr>
            <a:lvl5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5pPr>
          </a:lstStyle>
          <a:p>
            <a:pPr lvl="0"/>
            <a:r>
              <a:rPr lang="zh-CN" altLang="en-US" dirty="0"/>
              <a:t>此版式用于每一节的小结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11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本节小结</a:t>
            </a:r>
          </a:p>
        </p:txBody>
      </p:sp>
    </p:spTree>
    <p:extLst>
      <p:ext uri="{BB962C8B-B14F-4D97-AF65-F5344CB8AC3E}">
        <p14:creationId xmlns:p14="http://schemas.microsoft.com/office/powerpoint/2010/main" val="32952931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2#本章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6"/>
          <p:cNvSpPr>
            <a:spLocks noGrp="1"/>
          </p:cNvSpPr>
          <p:nvPr>
            <p:ph sz="quarter" idx="10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base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algn="just" fontAlgn="base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2pPr>
            <a:lvl3pPr algn="just" fontAlgn="base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3pPr>
            <a:lvl4pPr algn="just" fontAlgn="base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4pPr>
            <a:lvl5pPr algn="just" fontAlgn="base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9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本章总结</a:t>
            </a:r>
          </a:p>
        </p:txBody>
      </p:sp>
    </p:spTree>
    <p:extLst>
      <p:ext uri="{BB962C8B-B14F-4D97-AF65-F5344CB8AC3E}">
        <p14:creationId xmlns:p14="http://schemas.microsoft.com/office/powerpoint/2010/main" val="1733786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3#更多信息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5pPr>
              <a:buNone/>
              <a:defRPr/>
            </a:lvl5pPr>
          </a:lstStyle>
          <a:p>
            <a:r>
              <a:rPr lang="zh-CN" altLang="en-US" dirty="0"/>
              <a:t>此版式用于提供给学员更多学习信息。</a:t>
            </a:r>
          </a:p>
        </p:txBody>
      </p:sp>
      <p:cxnSp>
        <p:nvCxnSpPr>
          <p:cNvPr id="12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更多信息</a:t>
            </a:r>
          </a:p>
        </p:txBody>
      </p:sp>
    </p:spTree>
    <p:extLst>
      <p:ext uri="{BB962C8B-B14F-4D97-AF65-F5344CB8AC3E}">
        <p14:creationId xmlns:p14="http://schemas.microsoft.com/office/powerpoint/2010/main" val="1051668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4#学习推荐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endParaRPr lang="zh-CN" altLang="en-US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学习推荐</a:t>
            </a:r>
          </a:p>
        </p:txBody>
      </p:sp>
    </p:spTree>
    <p:extLst>
      <p:ext uri="{BB962C8B-B14F-4D97-AF65-F5344CB8AC3E}">
        <p14:creationId xmlns:p14="http://schemas.microsoft.com/office/powerpoint/2010/main" val="4259767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#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5612" y="447468"/>
            <a:ext cx="1129347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1484312"/>
            <a:ext cx="11293476" cy="4443243"/>
          </a:xfrm>
          <a:prstGeom prst="rect">
            <a:avLst/>
          </a:prstGeom>
        </p:spPr>
        <p:txBody>
          <a:bodyPr/>
          <a:lstStyle>
            <a:lvl1pPr algn="just" fontAlgn="base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26498624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*#标题和内容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5613" y="447468"/>
            <a:ext cx="11293474" cy="48598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1047750"/>
            <a:ext cx="11293475" cy="4879805"/>
          </a:xfrm>
          <a:prstGeom prst="rect">
            <a:avLst/>
          </a:prstGeom>
        </p:spPr>
        <p:txBody>
          <a:bodyPr/>
          <a:lstStyle>
            <a:lvl1pPr algn="just" fontAlgn="base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12888041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5">
          <p15:clr>
            <a:srgbClr val="FBAE40"/>
          </p15:clr>
        </p15:guide>
        <p15:guide id="2" orient="horz" pos="663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#仅标题（两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5613" y="447468"/>
            <a:ext cx="1129347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8519249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*#仅标题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2438" y="447468"/>
            <a:ext cx="11296649" cy="49709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999981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5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9#全白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46979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5#谢谢">
    <p:bg bwMode="gray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42AF307D-40F4-EC4C-9108-79E948007529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94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1028299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3089" y="5976169"/>
            <a:ext cx="2257507" cy="482533"/>
          </a:xfrm>
          <a:prstGeom prst="rect">
            <a:avLst/>
          </a:prstGeom>
        </p:spPr>
      </p:pic>
      <p:grpSp>
        <p:nvGrpSpPr>
          <p:cNvPr id="30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1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196/0/84</a:t>
              </a:r>
            </a:p>
          </p:txBody>
        </p:sp>
        <p:sp>
          <p:nvSpPr>
            <p:cNvPr id="32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公司辅助色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203/55/120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237/109/0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153/54/54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98/178/48</a:t>
              </a: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38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199/0/11  </a:t>
              </a:r>
            </a:p>
          </p:txBody>
        </p:sp>
        <p:sp>
          <p:nvSpPr>
            <p:cNvPr id="39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公司色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200/16/46  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127/0/1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52/200/0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48/181/197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129/193/95</a:t>
              </a:r>
            </a:p>
          </p:txBody>
        </p:sp>
        <p:sp>
          <p:nvSpPr>
            <p:cNvPr id="45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253/211/81</a:t>
              </a:r>
            </a:p>
          </p:txBody>
        </p:sp>
        <p:sp>
          <p:nvSpPr>
            <p:cNvPr id="46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86/196/210</a:t>
              </a:r>
            </a:p>
          </p:txBody>
        </p:sp>
        <p:sp>
          <p:nvSpPr>
            <p:cNvPr id="47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211/57/65</a:t>
              </a:r>
            </a:p>
          </p:txBody>
        </p:sp>
        <p:sp>
          <p:nvSpPr>
            <p:cNvPr id="48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211/56/89</a:t>
              </a:r>
            </a:p>
          </p:txBody>
        </p:sp>
        <p:sp>
          <p:nvSpPr>
            <p:cNvPr id="49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221/128/170</a:t>
              </a:r>
            </a:p>
          </p:txBody>
        </p:sp>
        <p:sp>
          <p:nvSpPr>
            <p:cNvPr id="50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191/128/130</a:t>
              </a:r>
            </a:p>
          </p:txBody>
        </p:sp>
        <p:sp>
          <p:nvSpPr>
            <p:cNvPr id="51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52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176/216/156</a:t>
              </a:r>
            </a:p>
          </p:txBody>
        </p:sp>
        <p:sp>
          <p:nvSpPr>
            <p:cNvPr id="53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253/227/181</a:t>
              </a:r>
            </a:p>
          </p:txBody>
        </p:sp>
        <p:sp>
          <p:nvSpPr>
            <p:cNvPr id="54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148/218/226</a:t>
              </a:r>
            </a:p>
          </p:txBody>
        </p:sp>
        <p:sp>
          <p:nvSpPr>
            <p:cNvPr id="55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226/129/137</a:t>
              </a:r>
            </a:p>
          </p:txBody>
        </p:sp>
        <p:sp>
          <p:nvSpPr>
            <p:cNvPr id="56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226/129/152</a:t>
              </a:r>
            </a:p>
          </p:txBody>
        </p:sp>
        <p:sp>
          <p:nvSpPr>
            <p:cNvPr id="57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235/179/204</a:t>
              </a:r>
            </a:p>
          </p:txBody>
        </p:sp>
        <p:sp>
          <p:nvSpPr>
            <p:cNvPr id="58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216/179/179</a:t>
              </a:r>
            </a:p>
          </p:txBody>
        </p:sp>
        <p:sp>
          <p:nvSpPr>
            <p:cNvPr id="59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60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208/232/196</a:t>
              </a:r>
            </a:p>
          </p:txBody>
        </p:sp>
        <p:sp>
          <p:nvSpPr>
            <p:cNvPr id="61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254/238/193</a:t>
              </a:r>
            </a:p>
          </p:txBody>
        </p:sp>
        <p:sp>
          <p:nvSpPr>
            <p:cNvPr id="62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190/23/238</a:t>
              </a:r>
            </a:p>
          </p:txBody>
        </p:sp>
        <p:sp>
          <p:nvSpPr>
            <p:cNvPr id="63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239/178/184</a:t>
              </a:r>
            </a:p>
          </p:txBody>
        </p:sp>
        <p:sp>
          <p:nvSpPr>
            <p:cNvPr id="64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238/179/193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35/24/21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89/87/87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221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70073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>
          <p15:clr>
            <a:srgbClr val="F26B43"/>
          </p15:clr>
        </p15:guide>
        <p15:guide id="2" pos="574">
          <p15:clr>
            <a:srgbClr val="F26B43"/>
          </p15:clr>
        </p15:guide>
        <p15:guide id="3" orient="horz" pos="572">
          <p15:clr>
            <a:srgbClr val="F26B43"/>
          </p15:clr>
        </p15:guide>
        <p15:guide id="4" orient="horz" pos="1230">
          <p15:clr>
            <a:srgbClr val="F26B43"/>
          </p15:clr>
        </p15:guide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 dirty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Huawei Confidential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baseline="0" smtClean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baseline="0" dirty="0">
              <a:solidFill>
                <a:srgbClr val="1D1D1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7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28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196/0/84</a:t>
              </a:r>
            </a:p>
          </p:txBody>
        </p:sp>
        <p:sp>
          <p:nvSpPr>
            <p:cNvPr id="29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公司辅助色</a:t>
              </a:r>
            </a:p>
          </p:txBody>
        </p:sp>
        <p:sp>
          <p:nvSpPr>
            <p:cNvPr id="30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203/55/120</a:t>
              </a:r>
            </a:p>
          </p:txBody>
        </p:sp>
        <p:sp>
          <p:nvSpPr>
            <p:cNvPr id="31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237/109/0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153/54/54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98/178/48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199/0/11  </a:t>
              </a:r>
            </a:p>
          </p:txBody>
        </p:sp>
        <p:sp>
          <p:nvSpPr>
            <p:cNvPr id="36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公司色</a:t>
              </a: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200/16/46  </a:t>
              </a:r>
            </a:p>
          </p:txBody>
        </p:sp>
        <p:sp>
          <p:nvSpPr>
            <p:cNvPr id="38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127/0/1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52/200/0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48/181/197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129/193/95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253/211/81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86/196/210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211/57/65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211/56/89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221/128/170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191/128/130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176/216/156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253/227/181</a:t>
              </a:r>
            </a:p>
          </p:txBody>
        </p:sp>
        <p:sp>
          <p:nvSpPr>
            <p:cNvPr id="71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148/218/226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226/129/137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226/129/152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235/179/204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216/179/179</a:t>
              </a:r>
            </a:p>
          </p:txBody>
        </p:sp>
        <p:sp>
          <p:nvSpPr>
            <p:cNvPr id="76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77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208/232/196</a:t>
              </a:r>
            </a:p>
          </p:txBody>
        </p:sp>
        <p:sp>
          <p:nvSpPr>
            <p:cNvPr id="78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254/238/193</a:t>
              </a:r>
            </a:p>
          </p:txBody>
        </p:sp>
        <p:sp>
          <p:nvSpPr>
            <p:cNvPr id="79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190/23/238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239/178/184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238/179/193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35/24/21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89/87/87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221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70965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5" r:id="rId1"/>
    <p:sldLayoutId id="2147483876" r:id="rId2"/>
    <p:sldLayoutId id="2147483877" r:id="rId3"/>
    <p:sldLayoutId id="2147483878" r:id="rId4"/>
    <p:sldLayoutId id="2147483879" r:id="rId5"/>
    <p:sldLayoutId id="2147483880" r:id="rId6"/>
    <p:sldLayoutId id="2147483881" r:id="rId7"/>
    <p:sldLayoutId id="2147483882" r:id="rId8"/>
    <p:sldLayoutId id="2147483883" r:id="rId9"/>
    <p:sldLayoutId id="2147483884" r:id="rId10"/>
  </p:sldLayoutIdLst>
  <p:txStyles>
    <p:titleStyle>
      <a:lvl1pPr algn="l" defTabSz="914034" rtl="0" eaLnBrk="1" fontAlgn="ctr" latinLnBrk="0" hangingPunct="1">
        <a:lnSpc>
          <a:spcPct val="90000"/>
        </a:lnSpc>
        <a:spcBef>
          <a:spcPct val="0"/>
        </a:spcBef>
        <a:buNone/>
        <a:defRPr lang="zh-CN" altLang="en-US" sz="3200" kern="1200" baseline="0" dirty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</p:titleStyle>
    <p:bodyStyle>
      <a:lvl1pPr marL="302279" indent="-302279" algn="l" defTabSz="914034" rtl="0" eaLnBrk="1" fontAlgn="ctr" latinLnBrk="0" hangingPunct="1">
        <a:lnSpc>
          <a:spcPct val="140000"/>
        </a:lnSpc>
        <a:spcBef>
          <a:spcPts val="792"/>
        </a:spcBef>
        <a:buSzPct val="50000"/>
        <a:buFont typeface="Wingdings" panose="05000000000000000000" pitchFamily="2" charset="2"/>
        <a:buChar char="l"/>
        <a:defRPr sz="21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54938" indent="-251899" algn="l" defTabSz="914034" rtl="0" eaLnBrk="1" fontAlgn="ctr" latinLnBrk="0" hangingPunct="1">
        <a:lnSpc>
          <a:spcPct val="140000"/>
        </a:lnSpc>
        <a:spcBef>
          <a:spcPts val="720"/>
        </a:spcBef>
        <a:buClrTx/>
        <a:buSzPct val="50000"/>
        <a:buFont typeface="Wingdings" panose="05000000000000000000" pitchFamily="2" charset="2"/>
        <a:buChar char="p"/>
        <a:defRPr sz="19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2pPr>
      <a:lvl3pPr marL="1003998" indent="-201519" algn="l" defTabSz="914034" rtl="0" eaLnBrk="1" fontAlgn="ctr" latinLnBrk="0" hangingPunct="1">
        <a:lnSpc>
          <a:spcPct val="140000"/>
        </a:lnSpc>
        <a:spcBef>
          <a:spcPts val="648"/>
        </a:spcBef>
        <a:buClrTx/>
        <a:buSzPct val="50000"/>
        <a:buFont typeface="Wingdings" panose="05000000000000000000" pitchFamily="2" charset="2"/>
        <a:buChar char="n"/>
        <a:defRPr sz="17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3pPr>
      <a:lvl4pPr marL="1399840" indent="-197921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−"/>
        <a:defRPr sz="15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4pPr>
      <a:lvl5pPr marL="1802879" indent="-201519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~"/>
        <a:defRPr sz="13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42">
          <p15:clr>
            <a:srgbClr val="F26B43"/>
          </p15:clr>
        </p15:guide>
        <p15:guide id="2" pos="7038">
          <p15:clr>
            <a:srgbClr val="F26B43"/>
          </p15:clr>
        </p15:guide>
        <p15:guide id="4" orient="horz" pos="3906">
          <p15:clr>
            <a:srgbClr val="F26B43"/>
          </p15:clr>
        </p15:guide>
        <p15:guide id="5" orient="horz" pos="1162">
          <p15:clr>
            <a:srgbClr val="F26B43"/>
          </p15:clr>
        </p15:guide>
        <p15:guide id="6" pos="3840">
          <p15:clr>
            <a:srgbClr val="F26B43"/>
          </p15:clr>
        </p15:guide>
        <p15:guide id="7" orient="horz" pos="731">
          <p15:clr>
            <a:srgbClr val="F26B43"/>
          </p15:clr>
        </p15:guide>
        <p15:guide id="8" orient="horz" pos="867">
          <p15:clr>
            <a:srgbClr val="F26B43"/>
          </p15:clr>
        </p15:guide>
        <p15:guide id="9" orient="horz" pos="234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457905" y="457499"/>
            <a:ext cx="11291061" cy="98011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28" name="Rectangle 57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1484313"/>
            <a:ext cx="11293475" cy="4443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 dirty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Huawei Confidential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baseline="0" smtClean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baseline="0" dirty="0">
              <a:solidFill>
                <a:srgbClr val="1D1D1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9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0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196/0/84</a:t>
              </a:r>
            </a:p>
          </p:txBody>
        </p:sp>
        <p:sp>
          <p:nvSpPr>
            <p:cNvPr id="31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公司辅助色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203/55/120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237/109/0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153/54/54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98/178/48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199/0/11  </a:t>
              </a:r>
            </a:p>
          </p:txBody>
        </p:sp>
        <p:sp>
          <p:nvSpPr>
            <p:cNvPr id="38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公司色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200/16/46  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127/0/1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52/200/0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48/181/197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129/193/95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253/211/81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86/196/210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211/57/65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211/56/89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221/128/170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191/128/130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71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176/216/156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253/227/181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148/218/226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226/129/137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226/129/152</a:t>
              </a:r>
            </a:p>
          </p:txBody>
        </p:sp>
        <p:sp>
          <p:nvSpPr>
            <p:cNvPr id="76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235/179/204</a:t>
              </a:r>
            </a:p>
          </p:txBody>
        </p:sp>
        <p:sp>
          <p:nvSpPr>
            <p:cNvPr id="77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216/179/179</a:t>
              </a:r>
            </a:p>
          </p:txBody>
        </p:sp>
        <p:sp>
          <p:nvSpPr>
            <p:cNvPr id="78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79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208/232/196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254/238/193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190/23/238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239/178/184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238/179/193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35/24/21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89/87/87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</a:t>
              </a:r>
            </a:p>
          </p:txBody>
        </p:sp>
        <p:sp>
          <p:nvSpPr>
            <p:cNvPr id="88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221</a:t>
              </a:r>
            </a:p>
          </p:txBody>
        </p:sp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55767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6" r:id="rId1"/>
    <p:sldLayoutId id="2147483887" r:id="rId2"/>
    <p:sldLayoutId id="2147483888" r:id="rId3"/>
    <p:sldLayoutId id="2147483889" r:id="rId4"/>
    <p:sldLayoutId id="2147483890" r:id="rId5"/>
  </p:sldLayoutIdLst>
  <p:txStyles>
    <p:titleStyle>
      <a:lvl1pPr algn="l" defTabSz="914034" rtl="0" eaLnBrk="1" fontAlgn="base" latinLnBrk="0" hangingPunct="1">
        <a:lnSpc>
          <a:spcPct val="90000"/>
        </a:lnSpc>
        <a:spcBef>
          <a:spcPct val="0"/>
        </a:spcBef>
        <a:buNone/>
        <a:defRPr lang="zh-CN" altLang="en-US" sz="3200" kern="1200" baseline="0" dirty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</p:titleStyle>
    <p:bodyStyle>
      <a:lvl1pPr marL="302279" indent="-302279" algn="l" defTabSz="914034" rtl="0" eaLnBrk="1" fontAlgn="base" latinLnBrk="0" hangingPunct="1">
        <a:lnSpc>
          <a:spcPct val="140000"/>
        </a:lnSpc>
        <a:spcBef>
          <a:spcPts val="792"/>
        </a:spcBef>
        <a:buSzPct val="50000"/>
        <a:buFont typeface="Wingdings" panose="05000000000000000000" pitchFamily="2" charset="2"/>
        <a:buChar char="l"/>
        <a:defRPr sz="21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54938" indent="-251899" algn="l" defTabSz="914034" rtl="0" eaLnBrk="1" fontAlgn="base" latinLnBrk="0" hangingPunct="1">
        <a:lnSpc>
          <a:spcPct val="140000"/>
        </a:lnSpc>
        <a:spcBef>
          <a:spcPts val="720"/>
        </a:spcBef>
        <a:buClrTx/>
        <a:buSzPct val="50000"/>
        <a:buFont typeface="Wingdings" panose="05000000000000000000" pitchFamily="2" charset="2"/>
        <a:buChar char="p"/>
        <a:defRPr sz="19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2pPr>
      <a:lvl3pPr marL="1003998" indent="-201519" algn="l" defTabSz="914034" rtl="0" eaLnBrk="1" fontAlgn="base" latinLnBrk="0" hangingPunct="1">
        <a:lnSpc>
          <a:spcPct val="140000"/>
        </a:lnSpc>
        <a:spcBef>
          <a:spcPts val="648"/>
        </a:spcBef>
        <a:buClrTx/>
        <a:buSzPct val="50000"/>
        <a:buFont typeface="Wingdings" panose="05000000000000000000" pitchFamily="2" charset="2"/>
        <a:buChar char="n"/>
        <a:defRPr sz="17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3pPr>
      <a:lvl4pPr marL="1399840" indent="-197921" algn="l" defTabSz="914034" rtl="0" eaLnBrk="1" fontAlgn="base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−"/>
        <a:defRPr sz="15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4pPr>
      <a:lvl5pPr marL="1802879" indent="-201519" algn="l" defTabSz="914034" rtl="0" eaLnBrk="1" fontAlgn="base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~"/>
        <a:defRPr sz="13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9">
          <p15:clr>
            <a:srgbClr val="F26B43"/>
          </p15:clr>
        </p15:guide>
        <p15:guide id="2" pos="7401">
          <p15:clr>
            <a:srgbClr val="F26B43"/>
          </p15:clr>
        </p15:guide>
        <p15:guide id="3" orient="horz" pos="2341">
          <p15:clr>
            <a:srgbClr val="F26B43"/>
          </p15:clr>
        </p15:guide>
        <p15:guide id="4" orient="horz" pos="3906">
          <p15:clr>
            <a:srgbClr val="F26B43"/>
          </p15:clr>
        </p15:guide>
        <p15:guide id="5" orient="horz" pos="935">
          <p15:clr>
            <a:srgbClr val="F26B43"/>
          </p15:clr>
        </p15:guide>
        <p15:guide id="6" pos="3840">
          <p15:clr>
            <a:srgbClr val="F26B43"/>
          </p15:clr>
        </p15:guide>
        <p15:guide id="7" orient="horz" pos="278">
          <p15:clr>
            <a:srgbClr val="F26B43"/>
          </p15:clr>
        </p15:guide>
        <p15:guide id="8" orient="horz" pos="913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0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31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38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45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46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47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48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49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50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1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52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53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54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55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56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57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58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9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60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61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62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63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64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sp>
        <p:nvSpPr>
          <p:cNvPr id="70" name="Title Placeholder 1">
            <a:extLst>
              <a:ext uri="{FF2B5EF4-FFF2-40B4-BE49-F238E27FC236}">
                <a16:creationId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1" name="Text Placeholder 1">
            <a:extLst>
              <a:ext uri="{FF2B5EF4-FFF2-40B4-BE49-F238E27FC236}">
                <a16:creationId xmlns:a16="http://schemas.microsoft.com/office/drawing/2014/main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Copyright©2021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72" name="Subtitle 6">
            <a:extLst>
              <a:ext uri="{FF2B5EF4-FFF2-40B4-BE49-F238E27FC236}">
                <a16:creationId xmlns:a16="http://schemas.microsoft.com/office/drawing/2014/main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3" name="Subtitle 6">
            <a:extLst>
              <a:ext uri="{FF2B5EF4-FFF2-40B4-BE49-F238E27FC236}">
                <a16:creationId xmlns:a16="http://schemas.microsoft.com/office/drawing/2014/main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home,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74" name="图片 7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7" y="5251150"/>
            <a:ext cx="1869596" cy="39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321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4998" b="0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Huawei Sans" panose="020C0503030203020204" pitchFamily="34" charset="0"/>
        </a:defRPr>
      </a:lvl1pPr>
    </p:titleStyle>
    <p:bodyStyle>
      <a:lvl1pPr marL="0" indent="0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None/>
        <a:defRPr sz="1818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662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61">
          <p15:clr>
            <a:srgbClr val="F26B43"/>
          </p15:clr>
        </p15:guide>
        <p15:guide id="4" pos="719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customXml" Target="../ink/ink1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.xml"/><Relationship Id="rId18" Type="http://schemas.openxmlformats.org/officeDocument/2006/relationships/image" Target="../media/image18.png"/><Relationship Id="rId26" Type="http://schemas.openxmlformats.org/officeDocument/2006/relationships/image" Target="../media/image22.png"/><Relationship Id="rId39" Type="http://schemas.openxmlformats.org/officeDocument/2006/relationships/customXml" Target="../ink/ink18.xml"/><Relationship Id="rId21" Type="http://schemas.openxmlformats.org/officeDocument/2006/relationships/customXml" Target="../ink/ink9.xml"/><Relationship Id="rId34" Type="http://schemas.openxmlformats.org/officeDocument/2006/relationships/image" Target="../media/image26.png"/><Relationship Id="rId7" Type="http://schemas.openxmlformats.org/officeDocument/2006/relationships/customXml" Target="../ink/ink2.xml"/><Relationship Id="rId12" Type="http://schemas.openxmlformats.org/officeDocument/2006/relationships/image" Target="../media/image15.png"/><Relationship Id="rId17" Type="http://schemas.openxmlformats.org/officeDocument/2006/relationships/customXml" Target="../ink/ink7.xml"/><Relationship Id="rId25" Type="http://schemas.openxmlformats.org/officeDocument/2006/relationships/customXml" Target="../ink/ink11.xml"/><Relationship Id="rId33" Type="http://schemas.openxmlformats.org/officeDocument/2006/relationships/customXml" Target="../ink/ink15.xml"/><Relationship Id="rId38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7.png"/><Relationship Id="rId20" Type="http://schemas.openxmlformats.org/officeDocument/2006/relationships/image" Target="../media/image19.png"/><Relationship Id="rId29" Type="http://schemas.openxmlformats.org/officeDocument/2006/relationships/customXml" Target="../ink/ink1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11" Type="http://schemas.openxmlformats.org/officeDocument/2006/relationships/customXml" Target="../ink/ink4.xml"/><Relationship Id="rId24" Type="http://schemas.openxmlformats.org/officeDocument/2006/relationships/image" Target="../media/image21.png"/><Relationship Id="rId32" Type="http://schemas.openxmlformats.org/officeDocument/2006/relationships/image" Target="../media/image25.png"/><Relationship Id="rId37" Type="http://schemas.openxmlformats.org/officeDocument/2006/relationships/customXml" Target="../ink/ink17.xml"/><Relationship Id="rId40" Type="http://schemas.openxmlformats.org/officeDocument/2006/relationships/image" Target="../media/image29.png"/><Relationship Id="rId5" Type="http://schemas.openxmlformats.org/officeDocument/2006/relationships/image" Target="../media/image12.png"/><Relationship Id="rId15" Type="http://schemas.openxmlformats.org/officeDocument/2006/relationships/customXml" Target="../ink/ink6.xml"/><Relationship Id="rId23" Type="http://schemas.openxmlformats.org/officeDocument/2006/relationships/customXml" Target="../ink/ink10.xml"/><Relationship Id="rId28" Type="http://schemas.openxmlformats.org/officeDocument/2006/relationships/image" Target="../media/image23.png"/><Relationship Id="rId36" Type="http://schemas.openxmlformats.org/officeDocument/2006/relationships/image" Target="../media/image27.png"/><Relationship Id="rId10" Type="http://schemas.openxmlformats.org/officeDocument/2006/relationships/image" Target="../media/image14.png"/><Relationship Id="rId19" Type="http://schemas.openxmlformats.org/officeDocument/2006/relationships/customXml" Target="../ink/ink8.xml"/><Relationship Id="rId31" Type="http://schemas.openxmlformats.org/officeDocument/2006/relationships/customXml" Target="../ink/ink14.xml"/><Relationship Id="rId4" Type="http://schemas.openxmlformats.org/officeDocument/2006/relationships/image" Target="../media/image11.png"/><Relationship Id="rId9" Type="http://schemas.openxmlformats.org/officeDocument/2006/relationships/customXml" Target="../ink/ink3.xml"/><Relationship Id="rId14" Type="http://schemas.openxmlformats.org/officeDocument/2006/relationships/image" Target="../media/image16.png"/><Relationship Id="rId22" Type="http://schemas.openxmlformats.org/officeDocument/2006/relationships/image" Target="../media/image20.png"/><Relationship Id="rId27" Type="http://schemas.openxmlformats.org/officeDocument/2006/relationships/customXml" Target="../ink/ink12.xml"/><Relationship Id="rId30" Type="http://schemas.openxmlformats.org/officeDocument/2006/relationships/image" Target="../media/image24.png"/><Relationship Id="rId35" Type="http://schemas.openxmlformats.org/officeDocument/2006/relationships/customXml" Target="../ink/ink16.xml"/><Relationship Id="rId8" Type="http://schemas.openxmlformats.org/officeDocument/2006/relationships/image" Target="../media/image13.png"/><Relationship Id="rId3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3.png"/><Relationship Id="rId21" Type="http://schemas.openxmlformats.org/officeDocument/2006/relationships/image" Target="../media/image45.png"/><Relationship Id="rId42" Type="http://schemas.openxmlformats.org/officeDocument/2006/relationships/customXml" Target="../ink/ink32.xml"/><Relationship Id="rId63" Type="http://schemas.openxmlformats.org/officeDocument/2006/relationships/image" Target="../media/image66.png"/><Relationship Id="rId84" Type="http://schemas.openxmlformats.org/officeDocument/2006/relationships/customXml" Target="../ink/ink53.xml"/><Relationship Id="rId138" Type="http://schemas.openxmlformats.org/officeDocument/2006/relationships/customXml" Target="../ink/ink80.xml"/><Relationship Id="rId107" Type="http://schemas.openxmlformats.org/officeDocument/2006/relationships/image" Target="../media/image88.png"/><Relationship Id="rId11" Type="http://schemas.openxmlformats.org/officeDocument/2006/relationships/image" Target="../media/image38.png"/><Relationship Id="rId32" Type="http://schemas.openxmlformats.org/officeDocument/2006/relationships/customXml" Target="../ink/ink27.xml"/><Relationship Id="rId53" Type="http://schemas.openxmlformats.org/officeDocument/2006/relationships/image" Target="../media/image61.png"/><Relationship Id="rId74" Type="http://schemas.openxmlformats.org/officeDocument/2006/relationships/customXml" Target="../ink/ink48.xml"/><Relationship Id="rId128" Type="http://schemas.openxmlformats.org/officeDocument/2006/relationships/customXml" Target="../ink/ink75.xml"/><Relationship Id="rId5" Type="http://schemas.openxmlformats.org/officeDocument/2006/relationships/image" Target="../media/image32.png"/><Relationship Id="rId90" Type="http://schemas.openxmlformats.org/officeDocument/2006/relationships/customXml" Target="../ink/ink56.xml"/><Relationship Id="rId95" Type="http://schemas.openxmlformats.org/officeDocument/2006/relationships/image" Target="../media/image82.png"/><Relationship Id="rId22" Type="http://schemas.openxmlformats.org/officeDocument/2006/relationships/customXml" Target="../ink/ink22.xml"/><Relationship Id="rId27" Type="http://schemas.openxmlformats.org/officeDocument/2006/relationships/image" Target="../media/image48.png"/><Relationship Id="rId43" Type="http://schemas.openxmlformats.org/officeDocument/2006/relationships/image" Target="../media/image56.png"/><Relationship Id="rId48" Type="http://schemas.openxmlformats.org/officeDocument/2006/relationships/customXml" Target="../ink/ink35.xml"/><Relationship Id="rId64" Type="http://schemas.openxmlformats.org/officeDocument/2006/relationships/customXml" Target="../ink/ink43.xml"/><Relationship Id="rId69" Type="http://schemas.openxmlformats.org/officeDocument/2006/relationships/image" Target="../media/image69.png"/><Relationship Id="rId113" Type="http://schemas.openxmlformats.org/officeDocument/2006/relationships/image" Target="../media/image91.png"/><Relationship Id="rId118" Type="http://schemas.openxmlformats.org/officeDocument/2006/relationships/customXml" Target="../ink/ink70.xml"/><Relationship Id="rId134" Type="http://schemas.openxmlformats.org/officeDocument/2006/relationships/customXml" Target="../ink/ink78.xml"/><Relationship Id="rId139" Type="http://schemas.openxmlformats.org/officeDocument/2006/relationships/image" Target="../media/image104.png"/><Relationship Id="rId80" Type="http://schemas.openxmlformats.org/officeDocument/2006/relationships/customXml" Target="../ink/ink51.xml"/><Relationship Id="rId85" Type="http://schemas.openxmlformats.org/officeDocument/2006/relationships/image" Target="../media/image77.png"/><Relationship Id="rId12" Type="http://schemas.openxmlformats.org/officeDocument/2006/relationships/image" Target="../media/image39.png"/><Relationship Id="rId17" Type="http://schemas.openxmlformats.org/officeDocument/2006/relationships/image" Target="../media/image43.png"/><Relationship Id="rId33" Type="http://schemas.openxmlformats.org/officeDocument/2006/relationships/image" Target="../media/image51.png"/><Relationship Id="rId38" Type="http://schemas.openxmlformats.org/officeDocument/2006/relationships/customXml" Target="../ink/ink30.xml"/><Relationship Id="rId59" Type="http://schemas.openxmlformats.org/officeDocument/2006/relationships/image" Target="../media/image64.png"/><Relationship Id="rId103" Type="http://schemas.openxmlformats.org/officeDocument/2006/relationships/image" Target="../media/image86.png"/><Relationship Id="rId108" Type="http://schemas.openxmlformats.org/officeDocument/2006/relationships/customXml" Target="../ink/ink65.xml"/><Relationship Id="rId124" Type="http://schemas.openxmlformats.org/officeDocument/2006/relationships/customXml" Target="../ink/ink73.xml"/><Relationship Id="rId129" Type="http://schemas.openxmlformats.org/officeDocument/2006/relationships/image" Target="../media/image99.png"/><Relationship Id="rId54" Type="http://schemas.openxmlformats.org/officeDocument/2006/relationships/customXml" Target="../ink/ink38.xml"/><Relationship Id="rId70" Type="http://schemas.openxmlformats.org/officeDocument/2006/relationships/customXml" Target="../ink/ink46.xml"/><Relationship Id="rId75" Type="http://schemas.openxmlformats.org/officeDocument/2006/relationships/image" Target="../media/image72.png"/><Relationship Id="rId91" Type="http://schemas.openxmlformats.org/officeDocument/2006/relationships/image" Target="../media/image80.png"/><Relationship Id="rId96" Type="http://schemas.openxmlformats.org/officeDocument/2006/relationships/customXml" Target="../ink/ink59.xml"/><Relationship Id="rId140" Type="http://schemas.openxmlformats.org/officeDocument/2006/relationships/customXml" Target="../ink/ink81.xml"/><Relationship Id="rId145" Type="http://schemas.openxmlformats.org/officeDocument/2006/relationships/image" Target="../media/image10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3.png"/><Relationship Id="rId23" Type="http://schemas.openxmlformats.org/officeDocument/2006/relationships/image" Target="../media/image46.png"/><Relationship Id="rId28" Type="http://schemas.openxmlformats.org/officeDocument/2006/relationships/customXml" Target="../ink/ink25.xml"/><Relationship Id="rId49" Type="http://schemas.openxmlformats.org/officeDocument/2006/relationships/image" Target="../media/image59.png"/><Relationship Id="rId114" Type="http://schemas.openxmlformats.org/officeDocument/2006/relationships/customXml" Target="../ink/ink68.xml"/><Relationship Id="rId119" Type="http://schemas.openxmlformats.org/officeDocument/2006/relationships/image" Target="../media/image94.png"/><Relationship Id="rId44" Type="http://schemas.openxmlformats.org/officeDocument/2006/relationships/customXml" Target="../ink/ink33.xml"/><Relationship Id="rId60" Type="http://schemas.openxmlformats.org/officeDocument/2006/relationships/customXml" Target="../ink/ink41.xml"/><Relationship Id="rId65" Type="http://schemas.openxmlformats.org/officeDocument/2006/relationships/image" Target="../media/image67.png"/><Relationship Id="rId81" Type="http://schemas.openxmlformats.org/officeDocument/2006/relationships/image" Target="../media/image75.png"/><Relationship Id="rId86" Type="http://schemas.openxmlformats.org/officeDocument/2006/relationships/customXml" Target="../ink/ink54.xml"/><Relationship Id="rId130" Type="http://schemas.openxmlformats.org/officeDocument/2006/relationships/customXml" Target="../ink/ink76.xml"/><Relationship Id="rId135" Type="http://schemas.openxmlformats.org/officeDocument/2006/relationships/image" Target="../media/image102.png"/><Relationship Id="rId13" Type="http://schemas.openxmlformats.org/officeDocument/2006/relationships/image" Target="../media/image40.png"/><Relationship Id="rId18" Type="http://schemas.openxmlformats.org/officeDocument/2006/relationships/customXml" Target="../ink/ink20.xml"/><Relationship Id="rId39" Type="http://schemas.openxmlformats.org/officeDocument/2006/relationships/image" Target="../media/image54.png"/><Relationship Id="rId109" Type="http://schemas.openxmlformats.org/officeDocument/2006/relationships/image" Target="../media/image89.png"/><Relationship Id="rId34" Type="http://schemas.openxmlformats.org/officeDocument/2006/relationships/customXml" Target="../ink/ink28.xml"/><Relationship Id="rId50" Type="http://schemas.openxmlformats.org/officeDocument/2006/relationships/customXml" Target="../ink/ink36.xml"/><Relationship Id="rId55" Type="http://schemas.openxmlformats.org/officeDocument/2006/relationships/image" Target="../media/image62.png"/><Relationship Id="rId76" Type="http://schemas.openxmlformats.org/officeDocument/2006/relationships/customXml" Target="../ink/ink49.xml"/><Relationship Id="rId97" Type="http://schemas.openxmlformats.org/officeDocument/2006/relationships/image" Target="../media/image83.png"/><Relationship Id="rId104" Type="http://schemas.openxmlformats.org/officeDocument/2006/relationships/customXml" Target="../ink/ink63.xml"/><Relationship Id="rId120" Type="http://schemas.openxmlformats.org/officeDocument/2006/relationships/customXml" Target="../ink/ink71.xml"/><Relationship Id="rId125" Type="http://schemas.openxmlformats.org/officeDocument/2006/relationships/image" Target="../media/image97.png"/><Relationship Id="rId141" Type="http://schemas.openxmlformats.org/officeDocument/2006/relationships/image" Target="../media/image105.png"/><Relationship Id="rId7" Type="http://schemas.openxmlformats.org/officeDocument/2006/relationships/image" Target="../media/image34.png"/><Relationship Id="rId71" Type="http://schemas.openxmlformats.org/officeDocument/2006/relationships/image" Target="../media/image70.png"/><Relationship Id="rId92" Type="http://schemas.openxmlformats.org/officeDocument/2006/relationships/customXml" Target="../ink/ink57.xml"/><Relationship Id="rId2" Type="http://schemas.openxmlformats.org/officeDocument/2006/relationships/notesSlide" Target="../notesSlides/notesSlide16.xml"/><Relationship Id="rId29" Type="http://schemas.openxmlformats.org/officeDocument/2006/relationships/image" Target="../media/image49.png"/><Relationship Id="rId24" Type="http://schemas.openxmlformats.org/officeDocument/2006/relationships/customXml" Target="../ink/ink23.xml"/><Relationship Id="rId40" Type="http://schemas.openxmlformats.org/officeDocument/2006/relationships/customXml" Target="../ink/ink31.xml"/><Relationship Id="rId45" Type="http://schemas.openxmlformats.org/officeDocument/2006/relationships/image" Target="../media/image57.png"/><Relationship Id="rId66" Type="http://schemas.openxmlformats.org/officeDocument/2006/relationships/customXml" Target="../ink/ink44.xml"/><Relationship Id="rId87" Type="http://schemas.openxmlformats.org/officeDocument/2006/relationships/image" Target="../media/image78.png"/><Relationship Id="rId110" Type="http://schemas.openxmlformats.org/officeDocument/2006/relationships/customXml" Target="../ink/ink66.xml"/><Relationship Id="rId115" Type="http://schemas.openxmlformats.org/officeDocument/2006/relationships/image" Target="../media/image92.png"/><Relationship Id="rId131" Type="http://schemas.openxmlformats.org/officeDocument/2006/relationships/image" Target="../media/image100.png"/><Relationship Id="rId136" Type="http://schemas.openxmlformats.org/officeDocument/2006/relationships/customXml" Target="../ink/ink79.xml"/><Relationship Id="rId61" Type="http://schemas.openxmlformats.org/officeDocument/2006/relationships/image" Target="../media/image65.png"/><Relationship Id="rId82" Type="http://schemas.openxmlformats.org/officeDocument/2006/relationships/customXml" Target="../ink/ink52.xml"/><Relationship Id="rId19" Type="http://schemas.openxmlformats.org/officeDocument/2006/relationships/image" Target="../media/image44.png"/><Relationship Id="rId14" Type="http://schemas.openxmlformats.org/officeDocument/2006/relationships/image" Target="../media/image41.png"/><Relationship Id="rId30" Type="http://schemas.openxmlformats.org/officeDocument/2006/relationships/customXml" Target="../ink/ink26.xml"/><Relationship Id="rId35" Type="http://schemas.openxmlformats.org/officeDocument/2006/relationships/image" Target="../media/image52.png"/><Relationship Id="rId56" Type="http://schemas.openxmlformats.org/officeDocument/2006/relationships/customXml" Target="../ink/ink39.xml"/><Relationship Id="rId77" Type="http://schemas.openxmlformats.org/officeDocument/2006/relationships/image" Target="../media/image73.png"/><Relationship Id="rId100" Type="http://schemas.openxmlformats.org/officeDocument/2006/relationships/customXml" Target="../ink/ink61.xml"/><Relationship Id="rId105" Type="http://schemas.openxmlformats.org/officeDocument/2006/relationships/image" Target="../media/image87.png"/><Relationship Id="rId126" Type="http://schemas.openxmlformats.org/officeDocument/2006/relationships/customXml" Target="../ink/ink74.xml"/><Relationship Id="rId8" Type="http://schemas.openxmlformats.org/officeDocument/2006/relationships/image" Target="../media/image35.png"/><Relationship Id="rId51" Type="http://schemas.openxmlformats.org/officeDocument/2006/relationships/image" Target="../media/image60.png"/><Relationship Id="rId72" Type="http://schemas.openxmlformats.org/officeDocument/2006/relationships/customXml" Target="../ink/ink47.xml"/><Relationship Id="rId93" Type="http://schemas.openxmlformats.org/officeDocument/2006/relationships/image" Target="../media/image81.png"/><Relationship Id="rId98" Type="http://schemas.openxmlformats.org/officeDocument/2006/relationships/customXml" Target="../ink/ink60.xml"/><Relationship Id="rId121" Type="http://schemas.openxmlformats.org/officeDocument/2006/relationships/image" Target="../media/image95.png"/><Relationship Id="rId142" Type="http://schemas.openxmlformats.org/officeDocument/2006/relationships/customXml" Target="../ink/ink82.xml"/><Relationship Id="rId3" Type="http://schemas.openxmlformats.org/officeDocument/2006/relationships/image" Target="../media/image30.png"/><Relationship Id="rId25" Type="http://schemas.openxmlformats.org/officeDocument/2006/relationships/image" Target="../media/image47.png"/><Relationship Id="rId46" Type="http://schemas.openxmlformats.org/officeDocument/2006/relationships/customXml" Target="../ink/ink34.xml"/><Relationship Id="rId67" Type="http://schemas.openxmlformats.org/officeDocument/2006/relationships/image" Target="../media/image68.png"/><Relationship Id="rId116" Type="http://schemas.openxmlformats.org/officeDocument/2006/relationships/customXml" Target="../ink/ink69.xml"/><Relationship Id="rId137" Type="http://schemas.openxmlformats.org/officeDocument/2006/relationships/image" Target="../media/image103.png"/><Relationship Id="rId20" Type="http://schemas.openxmlformats.org/officeDocument/2006/relationships/customXml" Target="../ink/ink21.xml"/><Relationship Id="rId41" Type="http://schemas.openxmlformats.org/officeDocument/2006/relationships/image" Target="../media/image55.png"/><Relationship Id="rId62" Type="http://schemas.openxmlformats.org/officeDocument/2006/relationships/customXml" Target="../ink/ink42.xml"/><Relationship Id="rId83" Type="http://schemas.openxmlformats.org/officeDocument/2006/relationships/image" Target="../media/image76.png"/><Relationship Id="rId88" Type="http://schemas.openxmlformats.org/officeDocument/2006/relationships/customXml" Target="../ink/ink55.xml"/><Relationship Id="rId111" Type="http://schemas.openxmlformats.org/officeDocument/2006/relationships/image" Target="../media/image90.png"/><Relationship Id="rId132" Type="http://schemas.openxmlformats.org/officeDocument/2006/relationships/customXml" Target="../ink/ink77.xml"/><Relationship Id="rId15" Type="http://schemas.openxmlformats.org/officeDocument/2006/relationships/image" Target="../media/image42.png"/><Relationship Id="rId36" Type="http://schemas.openxmlformats.org/officeDocument/2006/relationships/customXml" Target="../ink/ink29.xml"/><Relationship Id="rId57" Type="http://schemas.openxmlformats.org/officeDocument/2006/relationships/image" Target="../media/image63.png"/><Relationship Id="rId106" Type="http://schemas.openxmlformats.org/officeDocument/2006/relationships/customXml" Target="../ink/ink64.xml"/><Relationship Id="rId127" Type="http://schemas.openxmlformats.org/officeDocument/2006/relationships/image" Target="../media/image98.png"/><Relationship Id="rId10" Type="http://schemas.openxmlformats.org/officeDocument/2006/relationships/image" Target="../media/image37.png"/><Relationship Id="rId31" Type="http://schemas.openxmlformats.org/officeDocument/2006/relationships/image" Target="../media/image50.png"/><Relationship Id="rId52" Type="http://schemas.openxmlformats.org/officeDocument/2006/relationships/customXml" Target="../ink/ink37.xml"/><Relationship Id="rId73" Type="http://schemas.openxmlformats.org/officeDocument/2006/relationships/image" Target="../media/image71.png"/><Relationship Id="rId78" Type="http://schemas.openxmlformats.org/officeDocument/2006/relationships/customXml" Target="../ink/ink50.xml"/><Relationship Id="rId94" Type="http://schemas.openxmlformats.org/officeDocument/2006/relationships/customXml" Target="../ink/ink58.xml"/><Relationship Id="rId99" Type="http://schemas.openxmlformats.org/officeDocument/2006/relationships/image" Target="../media/image84.png"/><Relationship Id="rId101" Type="http://schemas.openxmlformats.org/officeDocument/2006/relationships/image" Target="../media/image85.png"/><Relationship Id="rId122" Type="http://schemas.openxmlformats.org/officeDocument/2006/relationships/customXml" Target="../ink/ink72.xml"/><Relationship Id="rId143" Type="http://schemas.openxmlformats.org/officeDocument/2006/relationships/image" Target="../media/image106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26" Type="http://schemas.openxmlformats.org/officeDocument/2006/relationships/customXml" Target="../ink/ink24.xml"/><Relationship Id="rId47" Type="http://schemas.openxmlformats.org/officeDocument/2006/relationships/image" Target="../media/image58.png"/><Relationship Id="rId68" Type="http://schemas.openxmlformats.org/officeDocument/2006/relationships/customXml" Target="../ink/ink45.xml"/><Relationship Id="rId89" Type="http://schemas.openxmlformats.org/officeDocument/2006/relationships/image" Target="../media/image79.png"/><Relationship Id="rId112" Type="http://schemas.openxmlformats.org/officeDocument/2006/relationships/customXml" Target="../ink/ink67.xml"/><Relationship Id="rId133" Type="http://schemas.openxmlformats.org/officeDocument/2006/relationships/image" Target="../media/image101.png"/><Relationship Id="rId16" Type="http://schemas.openxmlformats.org/officeDocument/2006/relationships/customXml" Target="../ink/ink19.xml"/><Relationship Id="rId37" Type="http://schemas.openxmlformats.org/officeDocument/2006/relationships/image" Target="../media/image53.png"/><Relationship Id="rId58" Type="http://schemas.openxmlformats.org/officeDocument/2006/relationships/customXml" Target="../ink/ink40.xml"/><Relationship Id="rId79" Type="http://schemas.openxmlformats.org/officeDocument/2006/relationships/image" Target="../media/image74.png"/><Relationship Id="rId102" Type="http://schemas.openxmlformats.org/officeDocument/2006/relationships/customXml" Target="../ink/ink62.xml"/><Relationship Id="rId123" Type="http://schemas.openxmlformats.org/officeDocument/2006/relationships/image" Target="../media/image96.png"/><Relationship Id="rId144" Type="http://schemas.openxmlformats.org/officeDocument/2006/relationships/customXml" Target="../ink/ink8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customXml" Target="../ink/ink87.xml"/><Relationship Id="rId3" Type="http://schemas.openxmlformats.org/officeDocument/2006/relationships/image" Target="../media/image33.png"/><Relationship Id="rId7" Type="http://schemas.openxmlformats.org/officeDocument/2006/relationships/customXml" Target="../ink/ink84.xml"/><Relationship Id="rId12" Type="http://schemas.openxmlformats.org/officeDocument/2006/relationships/image" Target="../media/image1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9.png"/><Relationship Id="rId11" Type="http://schemas.openxmlformats.org/officeDocument/2006/relationships/customXml" Target="../ink/ink86.xml"/><Relationship Id="rId5" Type="http://schemas.openxmlformats.org/officeDocument/2006/relationships/image" Target="../media/image32.png"/><Relationship Id="rId10" Type="http://schemas.openxmlformats.org/officeDocument/2006/relationships/image" Target="../media/image111.png"/><Relationship Id="rId4" Type="http://schemas.openxmlformats.org/officeDocument/2006/relationships/image" Target="../media/image108.png"/><Relationship Id="rId9" Type="http://schemas.openxmlformats.org/officeDocument/2006/relationships/customXml" Target="../ink/ink85.xml"/><Relationship Id="rId14" Type="http://schemas.openxmlformats.org/officeDocument/2006/relationships/image" Target="../media/image11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13" Type="http://schemas.openxmlformats.org/officeDocument/2006/relationships/customXml" Target="../ink/ink93.xml"/><Relationship Id="rId18" Type="http://schemas.openxmlformats.org/officeDocument/2006/relationships/image" Target="../media/image121.png"/><Relationship Id="rId3" Type="http://schemas.openxmlformats.org/officeDocument/2006/relationships/customXml" Target="../ink/ink88.xml"/><Relationship Id="rId7" Type="http://schemas.openxmlformats.org/officeDocument/2006/relationships/customXml" Target="../ink/ink90.xml"/><Relationship Id="rId12" Type="http://schemas.openxmlformats.org/officeDocument/2006/relationships/image" Target="../media/image118.png"/><Relationship Id="rId17" Type="http://schemas.openxmlformats.org/officeDocument/2006/relationships/customXml" Target="../ink/ink95.xml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120.png"/><Relationship Id="rId20" Type="http://schemas.openxmlformats.org/officeDocument/2006/relationships/image" Target="../media/image12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5.png"/><Relationship Id="rId11" Type="http://schemas.openxmlformats.org/officeDocument/2006/relationships/customXml" Target="../ink/ink92.xml"/><Relationship Id="rId5" Type="http://schemas.openxmlformats.org/officeDocument/2006/relationships/customXml" Target="../ink/ink89.xml"/><Relationship Id="rId15" Type="http://schemas.openxmlformats.org/officeDocument/2006/relationships/customXml" Target="../ink/ink94.xml"/><Relationship Id="rId10" Type="http://schemas.openxmlformats.org/officeDocument/2006/relationships/image" Target="../media/image117.png"/><Relationship Id="rId19" Type="http://schemas.openxmlformats.org/officeDocument/2006/relationships/customXml" Target="../ink/ink96.xml"/><Relationship Id="rId4" Type="http://schemas.openxmlformats.org/officeDocument/2006/relationships/image" Target="../media/image114.png"/><Relationship Id="rId9" Type="http://schemas.openxmlformats.org/officeDocument/2006/relationships/customXml" Target="../ink/ink91.xml"/><Relationship Id="rId14" Type="http://schemas.openxmlformats.org/officeDocument/2006/relationships/image" Target="../media/image11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97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24.png"/><Relationship Id="rId5" Type="http://schemas.openxmlformats.org/officeDocument/2006/relationships/customXml" Target="../ink/ink98.xml"/><Relationship Id="rId4" Type="http://schemas.openxmlformats.org/officeDocument/2006/relationships/image" Target="../media/image1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99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7" Type="http://schemas.openxmlformats.org/officeDocument/2006/relationships/image" Target="../media/image1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Relationship Id="rId6" Type="http://schemas.openxmlformats.org/officeDocument/2006/relationships/customXml" Target="../ink/ink100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2.xml"/><Relationship Id="rId13" Type="http://schemas.openxmlformats.org/officeDocument/2006/relationships/image" Target="../media/image131.png"/><Relationship Id="rId3" Type="http://schemas.openxmlformats.org/officeDocument/2006/relationships/image" Target="../media/image5.png"/><Relationship Id="rId7" Type="http://schemas.openxmlformats.org/officeDocument/2006/relationships/image" Target="../media/image128.png"/><Relationship Id="rId12" Type="http://schemas.openxmlformats.org/officeDocument/2006/relationships/customXml" Target="../ink/ink104.xml"/><Relationship Id="rId17" Type="http://schemas.openxmlformats.org/officeDocument/2006/relationships/image" Target="../media/image133.png"/><Relationship Id="rId2" Type="http://schemas.openxmlformats.org/officeDocument/2006/relationships/notesSlide" Target="../notesSlides/notesSlide25.xml"/><Relationship Id="rId16" Type="http://schemas.openxmlformats.org/officeDocument/2006/relationships/customXml" Target="../ink/ink106.xml"/><Relationship Id="rId1" Type="http://schemas.openxmlformats.org/officeDocument/2006/relationships/slideLayout" Target="../slideLayouts/slideLayout15.xml"/><Relationship Id="rId6" Type="http://schemas.openxmlformats.org/officeDocument/2006/relationships/customXml" Target="../ink/ink101.xml"/><Relationship Id="rId11" Type="http://schemas.openxmlformats.org/officeDocument/2006/relationships/image" Target="../media/image130.png"/><Relationship Id="rId5" Type="http://schemas.openxmlformats.org/officeDocument/2006/relationships/image" Target="../media/image126.png"/><Relationship Id="rId15" Type="http://schemas.openxmlformats.org/officeDocument/2006/relationships/image" Target="../media/image132.png"/><Relationship Id="rId10" Type="http://schemas.openxmlformats.org/officeDocument/2006/relationships/customXml" Target="../ink/ink103.xml"/><Relationship Id="rId4" Type="http://schemas.openxmlformats.org/officeDocument/2006/relationships/image" Target="../media/image8.png"/><Relationship Id="rId9" Type="http://schemas.openxmlformats.org/officeDocument/2006/relationships/image" Target="../media/image129.png"/><Relationship Id="rId14" Type="http://schemas.openxmlformats.org/officeDocument/2006/relationships/customXml" Target="../ink/ink105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8.xml"/><Relationship Id="rId3" Type="http://schemas.openxmlformats.org/officeDocument/2006/relationships/image" Target="../media/image5.png"/><Relationship Id="rId7" Type="http://schemas.openxmlformats.org/officeDocument/2006/relationships/image" Target="../media/image1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Relationship Id="rId6" Type="http://schemas.openxmlformats.org/officeDocument/2006/relationships/customXml" Target="../ink/ink107.xml"/><Relationship Id="rId11" Type="http://schemas.openxmlformats.org/officeDocument/2006/relationships/image" Target="../media/image136.png"/><Relationship Id="rId5" Type="http://schemas.openxmlformats.org/officeDocument/2006/relationships/image" Target="../media/image126.png"/><Relationship Id="rId10" Type="http://schemas.openxmlformats.org/officeDocument/2006/relationships/customXml" Target="../ink/ink109.xml"/><Relationship Id="rId4" Type="http://schemas.openxmlformats.org/officeDocument/2006/relationships/image" Target="../media/image8.png"/><Relationship Id="rId9" Type="http://schemas.openxmlformats.org/officeDocument/2006/relationships/image" Target="../media/image13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26.png"/><Relationship Id="rId4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26.png"/><Relationship Id="rId4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3" Type="http://schemas.openxmlformats.org/officeDocument/2006/relationships/customXml" Target="../ink/ink110.xml"/><Relationship Id="rId7" Type="http://schemas.openxmlformats.org/officeDocument/2006/relationships/customXml" Target="../ink/ink112.xml"/><Relationship Id="rId12" Type="http://schemas.openxmlformats.org/officeDocument/2006/relationships/image" Target="../media/image14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8.png"/><Relationship Id="rId11" Type="http://schemas.openxmlformats.org/officeDocument/2006/relationships/customXml" Target="../ink/ink114.xml"/><Relationship Id="rId5" Type="http://schemas.openxmlformats.org/officeDocument/2006/relationships/customXml" Target="../ink/ink111.xml"/><Relationship Id="rId10" Type="http://schemas.openxmlformats.org/officeDocument/2006/relationships/image" Target="../media/image140.png"/><Relationship Id="rId4" Type="http://schemas.openxmlformats.org/officeDocument/2006/relationships/image" Target="../media/image137.png"/><Relationship Id="rId9" Type="http://schemas.openxmlformats.org/officeDocument/2006/relationships/customXml" Target="../ink/ink113.xml"/></Relationships>
</file>

<file path=ppt/slides/_rels/slide3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53.png"/><Relationship Id="rId21" Type="http://schemas.openxmlformats.org/officeDocument/2006/relationships/customXml" Target="../ink/ink124.xml"/><Relationship Id="rId42" Type="http://schemas.openxmlformats.org/officeDocument/2006/relationships/image" Target="../media/image161.png"/><Relationship Id="rId47" Type="http://schemas.openxmlformats.org/officeDocument/2006/relationships/customXml" Target="../ink/ink137.xml"/><Relationship Id="rId63" Type="http://schemas.openxmlformats.org/officeDocument/2006/relationships/customXml" Target="../ink/ink145.xml"/><Relationship Id="rId68" Type="http://schemas.openxmlformats.org/officeDocument/2006/relationships/image" Target="../media/image174.png"/><Relationship Id="rId84" Type="http://schemas.openxmlformats.org/officeDocument/2006/relationships/image" Target="../media/image182.png"/><Relationship Id="rId89" Type="http://schemas.openxmlformats.org/officeDocument/2006/relationships/customXml" Target="../ink/ink158.xml"/><Relationship Id="rId16" Type="http://schemas.openxmlformats.org/officeDocument/2006/relationships/image" Target="../media/image148.png"/><Relationship Id="rId11" Type="http://schemas.openxmlformats.org/officeDocument/2006/relationships/customXml" Target="../ink/ink119.xml"/><Relationship Id="rId32" Type="http://schemas.openxmlformats.org/officeDocument/2006/relationships/image" Target="../media/image156.png"/><Relationship Id="rId37" Type="http://schemas.openxmlformats.org/officeDocument/2006/relationships/customXml" Target="../ink/ink132.xml"/><Relationship Id="rId53" Type="http://schemas.openxmlformats.org/officeDocument/2006/relationships/customXml" Target="../ink/ink140.xml"/><Relationship Id="rId58" Type="http://schemas.openxmlformats.org/officeDocument/2006/relationships/image" Target="../media/image169.png"/><Relationship Id="rId74" Type="http://schemas.openxmlformats.org/officeDocument/2006/relationships/image" Target="../media/image177.png"/><Relationship Id="rId79" Type="http://schemas.openxmlformats.org/officeDocument/2006/relationships/customXml" Target="../ink/ink153.xml"/><Relationship Id="rId5" Type="http://schemas.openxmlformats.org/officeDocument/2006/relationships/customXml" Target="../ink/ink116.xml"/><Relationship Id="rId90" Type="http://schemas.openxmlformats.org/officeDocument/2006/relationships/image" Target="../media/image185.png"/><Relationship Id="rId95" Type="http://schemas.openxmlformats.org/officeDocument/2006/relationships/customXml" Target="../ink/ink161.xml"/><Relationship Id="rId22" Type="http://schemas.openxmlformats.org/officeDocument/2006/relationships/image" Target="../media/image151.png"/><Relationship Id="rId27" Type="http://schemas.openxmlformats.org/officeDocument/2006/relationships/customXml" Target="../ink/ink127.xml"/><Relationship Id="rId43" Type="http://schemas.openxmlformats.org/officeDocument/2006/relationships/customXml" Target="../ink/ink135.xml"/><Relationship Id="rId48" Type="http://schemas.openxmlformats.org/officeDocument/2006/relationships/image" Target="../media/image164.png"/><Relationship Id="rId64" Type="http://schemas.openxmlformats.org/officeDocument/2006/relationships/image" Target="../media/image172.png"/><Relationship Id="rId69" Type="http://schemas.openxmlformats.org/officeDocument/2006/relationships/customXml" Target="../ink/ink148.xml"/><Relationship Id="rId80" Type="http://schemas.openxmlformats.org/officeDocument/2006/relationships/image" Target="../media/image180.png"/><Relationship Id="rId85" Type="http://schemas.openxmlformats.org/officeDocument/2006/relationships/customXml" Target="../ink/ink156.xml"/><Relationship Id="rId3" Type="http://schemas.openxmlformats.org/officeDocument/2006/relationships/customXml" Target="../ink/ink115.xml"/><Relationship Id="rId12" Type="http://schemas.openxmlformats.org/officeDocument/2006/relationships/image" Target="../media/image146.png"/><Relationship Id="rId17" Type="http://schemas.openxmlformats.org/officeDocument/2006/relationships/customXml" Target="../ink/ink122.xml"/><Relationship Id="rId25" Type="http://schemas.openxmlformats.org/officeDocument/2006/relationships/customXml" Target="../ink/ink126.xml"/><Relationship Id="rId33" Type="http://schemas.openxmlformats.org/officeDocument/2006/relationships/customXml" Target="../ink/ink130.xml"/><Relationship Id="rId38" Type="http://schemas.openxmlformats.org/officeDocument/2006/relationships/image" Target="../media/image159.png"/><Relationship Id="rId46" Type="http://schemas.openxmlformats.org/officeDocument/2006/relationships/image" Target="../media/image163.png"/><Relationship Id="rId59" Type="http://schemas.openxmlformats.org/officeDocument/2006/relationships/customXml" Target="../ink/ink143.xml"/><Relationship Id="rId67" Type="http://schemas.openxmlformats.org/officeDocument/2006/relationships/customXml" Target="../ink/ink147.xml"/><Relationship Id="rId20" Type="http://schemas.openxmlformats.org/officeDocument/2006/relationships/image" Target="../media/image150.png"/><Relationship Id="rId41" Type="http://schemas.openxmlformats.org/officeDocument/2006/relationships/customXml" Target="../ink/ink134.xml"/><Relationship Id="rId54" Type="http://schemas.openxmlformats.org/officeDocument/2006/relationships/image" Target="../media/image167.png"/><Relationship Id="rId62" Type="http://schemas.openxmlformats.org/officeDocument/2006/relationships/image" Target="../media/image171.png"/><Relationship Id="rId70" Type="http://schemas.openxmlformats.org/officeDocument/2006/relationships/image" Target="../media/image175.png"/><Relationship Id="rId75" Type="http://schemas.openxmlformats.org/officeDocument/2006/relationships/customXml" Target="../ink/ink151.xml"/><Relationship Id="rId83" Type="http://schemas.openxmlformats.org/officeDocument/2006/relationships/customXml" Target="../ink/ink155.xml"/><Relationship Id="rId88" Type="http://schemas.openxmlformats.org/officeDocument/2006/relationships/image" Target="../media/image184.png"/><Relationship Id="rId91" Type="http://schemas.openxmlformats.org/officeDocument/2006/relationships/customXml" Target="../ink/ink159.xml"/><Relationship Id="rId96" Type="http://schemas.openxmlformats.org/officeDocument/2006/relationships/image" Target="../media/image18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3.png"/><Relationship Id="rId15" Type="http://schemas.openxmlformats.org/officeDocument/2006/relationships/customXml" Target="../ink/ink121.xml"/><Relationship Id="rId23" Type="http://schemas.openxmlformats.org/officeDocument/2006/relationships/customXml" Target="../ink/ink125.xml"/><Relationship Id="rId28" Type="http://schemas.openxmlformats.org/officeDocument/2006/relationships/image" Target="../media/image154.png"/><Relationship Id="rId36" Type="http://schemas.openxmlformats.org/officeDocument/2006/relationships/image" Target="../media/image158.png"/><Relationship Id="rId49" Type="http://schemas.openxmlformats.org/officeDocument/2006/relationships/customXml" Target="../ink/ink138.xml"/><Relationship Id="rId57" Type="http://schemas.openxmlformats.org/officeDocument/2006/relationships/customXml" Target="../ink/ink142.xml"/><Relationship Id="rId10" Type="http://schemas.openxmlformats.org/officeDocument/2006/relationships/image" Target="../media/image145.png"/><Relationship Id="rId31" Type="http://schemas.openxmlformats.org/officeDocument/2006/relationships/customXml" Target="../ink/ink129.xml"/><Relationship Id="rId44" Type="http://schemas.openxmlformats.org/officeDocument/2006/relationships/image" Target="../media/image162.png"/><Relationship Id="rId52" Type="http://schemas.openxmlformats.org/officeDocument/2006/relationships/image" Target="../media/image166.png"/><Relationship Id="rId60" Type="http://schemas.openxmlformats.org/officeDocument/2006/relationships/image" Target="../media/image170.png"/><Relationship Id="rId65" Type="http://schemas.openxmlformats.org/officeDocument/2006/relationships/customXml" Target="../ink/ink146.xml"/><Relationship Id="rId73" Type="http://schemas.openxmlformats.org/officeDocument/2006/relationships/customXml" Target="../ink/ink150.xml"/><Relationship Id="rId78" Type="http://schemas.openxmlformats.org/officeDocument/2006/relationships/image" Target="../media/image179.png"/><Relationship Id="rId81" Type="http://schemas.openxmlformats.org/officeDocument/2006/relationships/customXml" Target="../ink/ink154.xml"/><Relationship Id="rId86" Type="http://schemas.openxmlformats.org/officeDocument/2006/relationships/image" Target="../media/image183.png"/><Relationship Id="rId94" Type="http://schemas.openxmlformats.org/officeDocument/2006/relationships/image" Target="../media/image187.png"/><Relationship Id="rId4" Type="http://schemas.openxmlformats.org/officeDocument/2006/relationships/image" Target="../media/image142.png"/><Relationship Id="rId9" Type="http://schemas.openxmlformats.org/officeDocument/2006/relationships/customXml" Target="../ink/ink118.xml"/><Relationship Id="rId13" Type="http://schemas.openxmlformats.org/officeDocument/2006/relationships/customXml" Target="../ink/ink120.xml"/><Relationship Id="rId18" Type="http://schemas.openxmlformats.org/officeDocument/2006/relationships/image" Target="../media/image149.png"/><Relationship Id="rId39" Type="http://schemas.openxmlformats.org/officeDocument/2006/relationships/customXml" Target="../ink/ink133.xml"/><Relationship Id="rId34" Type="http://schemas.openxmlformats.org/officeDocument/2006/relationships/image" Target="../media/image157.png"/><Relationship Id="rId50" Type="http://schemas.openxmlformats.org/officeDocument/2006/relationships/image" Target="../media/image165.png"/><Relationship Id="rId55" Type="http://schemas.openxmlformats.org/officeDocument/2006/relationships/customXml" Target="../ink/ink141.xml"/><Relationship Id="rId76" Type="http://schemas.openxmlformats.org/officeDocument/2006/relationships/image" Target="../media/image178.png"/><Relationship Id="rId97" Type="http://schemas.openxmlformats.org/officeDocument/2006/relationships/customXml" Target="../ink/ink162.xml"/><Relationship Id="rId7" Type="http://schemas.openxmlformats.org/officeDocument/2006/relationships/customXml" Target="../ink/ink117.xml"/><Relationship Id="rId71" Type="http://schemas.openxmlformats.org/officeDocument/2006/relationships/customXml" Target="../ink/ink149.xml"/><Relationship Id="rId92" Type="http://schemas.openxmlformats.org/officeDocument/2006/relationships/image" Target="../media/image186.png"/><Relationship Id="rId2" Type="http://schemas.openxmlformats.org/officeDocument/2006/relationships/notesSlide" Target="../notesSlides/notesSlide30.xml"/><Relationship Id="rId29" Type="http://schemas.openxmlformats.org/officeDocument/2006/relationships/customXml" Target="../ink/ink128.xml"/><Relationship Id="rId24" Type="http://schemas.openxmlformats.org/officeDocument/2006/relationships/image" Target="../media/image152.png"/><Relationship Id="rId40" Type="http://schemas.openxmlformats.org/officeDocument/2006/relationships/image" Target="../media/image160.png"/><Relationship Id="rId45" Type="http://schemas.openxmlformats.org/officeDocument/2006/relationships/customXml" Target="../ink/ink136.xml"/><Relationship Id="rId66" Type="http://schemas.openxmlformats.org/officeDocument/2006/relationships/image" Target="../media/image173.png"/><Relationship Id="rId87" Type="http://schemas.openxmlformats.org/officeDocument/2006/relationships/customXml" Target="../ink/ink157.xml"/><Relationship Id="rId61" Type="http://schemas.openxmlformats.org/officeDocument/2006/relationships/customXml" Target="../ink/ink144.xml"/><Relationship Id="rId82" Type="http://schemas.openxmlformats.org/officeDocument/2006/relationships/image" Target="../media/image181.png"/><Relationship Id="rId19" Type="http://schemas.openxmlformats.org/officeDocument/2006/relationships/customXml" Target="../ink/ink123.xml"/><Relationship Id="rId14" Type="http://schemas.openxmlformats.org/officeDocument/2006/relationships/image" Target="../media/image147.png"/><Relationship Id="rId30" Type="http://schemas.openxmlformats.org/officeDocument/2006/relationships/image" Target="../media/image155.png"/><Relationship Id="rId35" Type="http://schemas.openxmlformats.org/officeDocument/2006/relationships/customXml" Target="../ink/ink131.xml"/><Relationship Id="rId56" Type="http://schemas.openxmlformats.org/officeDocument/2006/relationships/image" Target="../media/image168.png"/><Relationship Id="rId77" Type="http://schemas.openxmlformats.org/officeDocument/2006/relationships/customXml" Target="../ink/ink152.xml"/><Relationship Id="rId8" Type="http://schemas.openxmlformats.org/officeDocument/2006/relationships/image" Target="../media/image144.png"/><Relationship Id="rId51" Type="http://schemas.openxmlformats.org/officeDocument/2006/relationships/customXml" Target="../ink/ink139.xml"/><Relationship Id="rId72" Type="http://schemas.openxmlformats.org/officeDocument/2006/relationships/image" Target="../media/image176.png"/><Relationship Id="rId93" Type="http://schemas.openxmlformats.org/officeDocument/2006/relationships/customXml" Target="../ink/ink160.xml"/><Relationship Id="rId98" Type="http://schemas.openxmlformats.org/officeDocument/2006/relationships/image" Target="../media/image189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png"/><Relationship Id="rId13" Type="http://schemas.openxmlformats.org/officeDocument/2006/relationships/customXml" Target="../ink/ink168.xml"/><Relationship Id="rId18" Type="http://schemas.openxmlformats.org/officeDocument/2006/relationships/image" Target="../media/image197.png"/><Relationship Id="rId3" Type="http://schemas.openxmlformats.org/officeDocument/2006/relationships/customXml" Target="../ink/ink163.xml"/><Relationship Id="rId7" Type="http://schemas.openxmlformats.org/officeDocument/2006/relationships/customXml" Target="../ink/ink165.xml"/><Relationship Id="rId12" Type="http://schemas.openxmlformats.org/officeDocument/2006/relationships/image" Target="../media/image194.png"/><Relationship Id="rId17" Type="http://schemas.openxmlformats.org/officeDocument/2006/relationships/customXml" Target="../ink/ink170.xml"/><Relationship Id="rId2" Type="http://schemas.openxmlformats.org/officeDocument/2006/relationships/notesSlide" Target="../notesSlides/notesSlide33.xml"/><Relationship Id="rId16" Type="http://schemas.openxmlformats.org/officeDocument/2006/relationships/image" Target="../media/image19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1.png"/><Relationship Id="rId11" Type="http://schemas.openxmlformats.org/officeDocument/2006/relationships/customXml" Target="../ink/ink167.xml"/><Relationship Id="rId5" Type="http://schemas.openxmlformats.org/officeDocument/2006/relationships/customXml" Target="../ink/ink164.xml"/><Relationship Id="rId15" Type="http://schemas.openxmlformats.org/officeDocument/2006/relationships/customXml" Target="../ink/ink169.xml"/><Relationship Id="rId10" Type="http://schemas.openxmlformats.org/officeDocument/2006/relationships/image" Target="../media/image193.png"/><Relationship Id="rId4" Type="http://schemas.openxmlformats.org/officeDocument/2006/relationships/image" Target="../media/image190.png"/><Relationship Id="rId9" Type="http://schemas.openxmlformats.org/officeDocument/2006/relationships/customXml" Target="../ink/ink166.xml"/><Relationship Id="rId14" Type="http://schemas.openxmlformats.org/officeDocument/2006/relationships/image" Target="../media/image19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73.xml"/><Relationship Id="rId13" Type="http://schemas.openxmlformats.org/officeDocument/2006/relationships/image" Target="../media/image203.png"/><Relationship Id="rId18" Type="http://schemas.openxmlformats.org/officeDocument/2006/relationships/customXml" Target="../ink/ink178.xml"/><Relationship Id="rId3" Type="http://schemas.openxmlformats.org/officeDocument/2006/relationships/image" Target="../media/image198.png"/><Relationship Id="rId7" Type="http://schemas.openxmlformats.org/officeDocument/2006/relationships/image" Target="../media/image200.png"/><Relationship Id="rId12" Type="http://schemas.openxmlformats.org/officeDocument/2006/relationships/customXml" Target="../ink/ink175.xml"/><Relationship Id="rId17" Type="http://schemas.openxmlformats.org/officeDocument/2006/relationships/image" Target="../media/image205.png"/><Relationship Id="rId2" Type="http://schemas.openxmlformats.org/officeDocument/2006/relationships/notesSlide" Target="../notesSlides/notesSlide35.xml"/><Relationship Id="rId16" Type="http://schemas.openxmlformats.org/officeDocument/2006/relationships/customXml" Target="../ink/ink177.xml"/><Relationship Id="rId1" Type="http://schemas.openxmlformats.org/officeDocument/2006/relationships/slideLayout" Target="../slideLayouts/slideLayout13.xml"/><Relationship Id="rId6" Type="http://schemas.openxmlformats.org/officeDocument/2006/relationships/customXml" Target="../ink/ink172.xml"/><Relationship Id="rId11" Type="http://schemas.openxmlformats.org/officeDocument/2006/relationships/image" Target="../media/image202.png"/><Relationship Id="rId5" Type="http://schemas.openxmlformats.org/officeDocument/2006/relationships/image" Target="../media/image199.png"/><Relationship Id="rId15" Type="http://schemas.openxmlformats.org/officeDocument/2006/relationships/image" Target="../media/image204.png"/><Relationship Id="rId10" Type="http://schemas.openxmlformats.org/officeDocument/2006/relationships/customXml" Target="../ink/ink174.xml"/><Relationship Id="rId19" Type="http://schemas.openxmlformats.org/officeDocument/2006/relationships/image" Target="../media/image206.png"/><Relationship Id="rId4" Type="http://schemas.openxmlformats.org/officeDocument/2006/relationships/customXml" Target="../ink/ink171.xml"/><Relationship Id="rId9" Type="http://schemas.openxmlformats.org/officeDocument/2006/relationships/image" Target="../media/image201.png"/><Relationship Id="rId14" Type="http://schemas.openxmlformats.org/officeDocument/2006/relationships/customXml" Target="../ink/ink176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81.xml"/><Relationship Id="rId13" Type="http://schemas.openxmlformats.org/officeDocument/2006/relationships/image" Target="../media/image211.png"/><Relationship Id="rId3" Type="http://schemas.openxmlformats.org/officeDocument/2006/relationships/image" Target="../media/image198.png"/><Relationship Id="rId7" Type="http://schemas.openxmlformats.org/officeDocument/2006/relationships/image" Target="../media/image208.png"/><Relationship Id="rId12" Type="http://schemas.openxmlformats.org/officeDocument/2006/relationships/customXml" Target="../ink/ink183.xml"/><Relationship Id="rId17" Type="http://schemas.openxmlformats.org/officeDocument/2006/relationships/image" Target="../media/image213.png"/><Relationship Id="rId2" Type="http://schemas.openxmlformats.org/officeDocument/2006/relationships/notesSlide" Target="../notesSlides/notesSlide36.xml"/><Relationship Id="rId16" Type="http://schemas.openxmlformats.org/officeDocument/2006/relationships/customXml" Target="../ink/ink185.xml"/><Relationship Id="rId1" Type="http://schemas.openxmlformats.org/officeDocument/2006/relationships/slideLayout" Target="../slideLayouts/slideLayout13.xml"/><Relationship Id="rId6" Type="http://schemas.openxmlformats.org/officeDocument/2006/relationships/customXml" Target="../ink/ink180.xml"/><Relationship Id="rId11" Type="http://schemas.openxmlformats.org/officeDocument/2006/relationships/image" Target="../media/image210.png"/><Relationship Id="rId5" Type="http://schemas.openxmlformats.org/officeDocument/2006/relationships/image" Target="../media/image207.png"/><Relationship Id="rId15" Type="http://schemas.openxmlformats.org/officeDocument/2006/relationships/image" Target="../media/image212.png"/><Relationship Id="rId10" Type="http://schemas.openxmlformats.org/officeDocument/2006/relationships/customXml" Target="../ink/ink182.xml"/><Relationship Id="rId4" Type="http://schemas.openxmlformats.org/officeDocument/2006/relationships/customXml" Target="../ink/ink179.xml"/><Relationship Id="rId9" Type="http://schemas.openxmlformats.org/officeDocument/2006/relationships/image" Target="../media/image209.png"/><Relationship Id="rId14" Type="http://schemas.openxmlformats.org/officeDocument/2006/relationships/customXml" Target="../ink/ink18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6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15.png"/><Relationship Id="rId5" Type="http://schemas.openxmlformats.org/officeDocument/2006/relationships/customXml" Target="../ink/ink187.xml"/><Relationship Id="rId4" Type="http://schemas.openxmlformats.org/officeDocument/2006/relationships/image" Target="../media/image214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8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png"/><Relationship Id="rId3" Type="http://schemas.openxmlformats.org/officeDocument/2006/relationships/image" Target="../media/image216.png"/><Relationship Id="rId7" Type="http://schemas.openxmlformats.org/officeDocument/2006/relationships/customXml" Target="../ink/ink189.xml"/><Relationship Id="rId12" Type="http://schemas.openxmlformats.org/officeDocument/2006/relationships/image" Target="../media/image22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17.png"/><Relationship Id="rId11" Type="http://schemas.openxmlformats.org/officeDocument/2006/relationships/customXml" Target="../ink/ink191.xml"/><Relationship Id="rId5" Type="http://schemas.openxmlformats.org/officeDocument/2006/relationships/customXml" Target="../ink/ink188.xml"/><Relationship Id="rId10" Type="http://schemas.openxmlformats.org/officeDocument/2006/relationships/image" Target="../media/image219.png"/><Relationship Id="rId4" Type="http://schemas.openxmlformats.org/officeDocument/2006/relationships/image" Target="../media/image198.png"/><Relationship Id="rId9" Type="http://schemas.openxmlformats.org/officeDocument/2006/relationships/customXml" Target="../ink/ink190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png"/><Relationship Id="rId13" Type="http://schemas.openxmlformats.org/officeDocument/2006/relationships/customXml" Target="../ink/ink196.xml"/><Relationship Id="rId3" Type="http://schemas.openxmlformats.org/officeDocument/2006/relationships/image" Target="../media/image216.png"/><Relationship Id="rId7" Type="http://schemas.openxmlformats.org/officeDocument/2006/relationships/customXml" Target="../ink/ink193.xml"/><Relationship Id="rId12" Type="http://schemas.openxmlformats.org/officeDocument/2006/relationships/image" Target="../media/image22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21.png"/><Relationship Id="rId11" Type="http://schemas.openxmlformats.org/officeDocument/2006/relationships/customXml" Target="../ink/ink195.xml"/><Relationship Id="rId5" Type="http://schemas.openxmlformats.org/officeDocument/2006/relationships/customXml" Target="../ink/ink192.xml"/><Relationship Id="rId10" Type="http://schemas.openxmlformats.org/officeDocument/2006/relationships/image" Target="../media/image70.png"/><Relationship Id="rId4" Type="http://schemas.openxmlformats.org/officeDocument/2006/relationships/image" Target="../media/image198.png"/><Relationship Id="rId9" Type="http://schemas.openxmlformats.org/officeDocument/2006/relationships/customXml" Target="../ink/ink194.xml"/><Relationship Id="rId14" Type="http://schemas.openxmlformats.org/officeDocument/2006/relationships/image" Target="../media/image224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占位符 23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Datacom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26" name="文本占位符 25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通用</a:t>
            </a:r>
          </a:p>
        </p:txBody>
      </p:sp>
      <p:sp>
        <p:nvSpPr>
          <p:cNvPr id="27" name="文本占位符 26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V1.0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74" name="文本占位符 7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陈粲</a:t>
            </a:r>
            <a:r>
              <a:rPr lang="en-US" altLang="zh-CN" dirty="0">
                <a:sym typeface="Huawei Sans" panose="020C0503030203020204" pitchFamily="34" charset="0"/>
              </a:rPr>
              <a:t>/WX934766</a:t>
            </a:r>
          </a:p>
        </p:txBody>
      </p:sp>
      <p:sp>
        <p:nvSpPr>
          <p:cNvPr id="75" name="文本占位符 7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2020.12.29</a:t>
            </a:r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万倡利</a:t>
            </a:r>
            <a:r>
              <a:rPr lang="en-US" altLang="zh-CN" dirty="0">
                <a:sym typeface="Huawei Sans" panose="020C0503030203020204" pitchFamily="34" charset="0"/>
              </a:rPr>
              <a:t>/WX408647</a:t>
            </a:r>
          </a:p>
        </p:txBody>
      </p:sp>
      <p:sp>
        <p:nvSpPr>
          <p:cNvPr id="23" name="文本占位符 2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新开发</a:t>
            </a:r>
          </a:p>
        </p:txBody>
      </p:sp>
      <p:sp>
        <p:nvSpPr>
          <p:cNvPr id="28" name="文本占位符 27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何军建</a:t>
            </a:r>
            <a:r>
              <a:rPr lang="en-US" altLang="zh-CN" dirty="0">
                <a:sym typeface="Huawei Sans" panose="020C0503030203020204" pitchFamily="34" charset="0"/>
              </a:rPr>
              <a:t>/WX580230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29" name="文本占位符 28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2021.08.19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0" name="文本占位符 29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李先之</a:t>
            </a:r>
            <a:r>
              <a:rPr lang="en-US" altLang="zh-CN" dirty="0">
                <a:sym typeface="Huawei Sans" panose="020C0503030203020204" pitchFamily="34" charset="0"/>
              </a:rPr>
              <a:t>/00354681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1" name="文本占位符 30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优化</a:t>
            </a:r>
          </a:p>
        </p:txBody>
      </p:sp>
      <p:sp>
        <p:nvSpPr>
          <p:cNvPr id="32" name="文本占位符 31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33" name="文本占位符 32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4" name="文本占位符 33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35" name="文本占位符 34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6" name="文本占位符 35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37" name="文本占位符 36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38" name="文本占位符 37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39" name="文本占位符 38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zh-CN" altLang="en-US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9691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 bwMode="gray"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Telemetry</a:t>
            </a:r>
            <a:r>
              <a:rPr lang="zh-CN" altLang="en-US" dirty="0">
                <a:sym typeface="Huawei Sans" panose="020C0503030203020204" pitchFamily="34" charset="0"/>
              </a:rPr>
              <a:t>原理与实践</a:t>
            </a:r>
          </a:p>
        </p:txBody>
      </p:sp>
    </p:spTree>
    <p:extLst>
      <p:ext uri="{BB962C8B-B14F-4D97-AF65-F5344CB8AC3E}">
        <p14:creationId xmlns:p14="http://schemas.microsoft.com/office/powerpoint/2010/main" val="3171237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Telemetry</a:t>
            </a:r>
            <a:r>
              <a:rPr lang="zh-CN" altLang="en-US" dirty="0">
                <a:sym typeface="Huawei Sans" panose="020C0503030203020204" pitchFamily="34" charset="0"/>
              </a:rPr>
              <a:t>是一种网络设备监控技术，提供周期采样网络设备内的统计数据和状态数据的能力。</a:t>
            </a:r>
            <a:endParaRPr lang="en-US" altLang="zh-CN" dirty="0">
              <a:sym typeface="Huawei Sans" panose="020C0503030203020204" pitchFamily="34" charset="0"/>
            </a:endParaRPr>
          </a:p>
          <a:p>
            <a:r>
              <a:rPr lang="zh-CN" altLang="en-US" dirty="0">
                <a:sym typeface="Huawei Sans" panose="020C0503030203020204" pitchFamily="34" charset="0"/>
              </a:rPr>
              <a:t>本章主要讲述</a:t>
            </a:r>
            <a:r>
              <a:rPr lang="en-US" altLang="zh-CN" dirty="0">
                <a:sym typeface="Huawei Sans" panose="020C0503030203020204" pitchFamily="34" charset="0"/>
              </a:rPr>
              <a:t>Telemetry</a:t>
            </a:r>
            <a:r>
              <a:rPr lang="zh-CN" altLang="en-US" dirty="0">
                <a:sym typeface="Huawei Sans" panose="020C0503030203020204" pitchFamily="34" charset="0"/>
              </a:rPr>
              <a:t>的技术背景，概念，框架和技术原理，最后通过静态订阅完成</a:t>
            </a:r>
            <a:r>
              <a:rPr lang="en-US" altLang="zh-CN" dirty="0">
                <a:sym typeface="Huawei Sans" panose="020C0503030203020204" pitchFamily="34" charset="0"/>
              </a:rPr>
              <a:t>Telemetry</a:t>
            </a:r>
            <a:r>
              <a:rPr lang="zh-CN" altLang="en-US" dirty="0">
                <a:sym typeface="Huawei Sans" panose="020C0503030203020204" pitchFamily="34" charset="0"/>
              </a:rPr>
              <a:t>实践。</a:t>
            </a:r>
            <a:endParaRPr lang="en-US" altLang="zh-CN" dirty="0">
              <a:sym typeface="Huawei Sans" panose="020C0503030203020204" pitchFamily="34" charset="0"/>
            </a:endParaRPr>
          </a:p>
          <a:p>
            <a:endParaRPr lang="zh-CN" altLang="en-US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0536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学完本课程后，您将能够：</a:t>
            </a:r>
            <a:endParaRPr lang="en-US" altLang="zh-CN" dirty="0">
              <a:sym typeface="Huawei Sans" panose="020C0503030203020204" pitchFamily="34" charset="0"/>
            </a:endParaRPr>
          </a:p>
          <a:p>
            <a:pPr lvl="1"/>
            <a:r>
              <a:rPr lang="zh-CN" altLang="zh-CN" dirty="0">
                <a:sym typeface="Huawei Sans" panose="020C0503030203020204" pitchFamily="34" charset="0"/>
              </a:rPr>
              <a:t>描述</a:t>
            </a:r>
            <a:r>
              <a:rPr lang="en-US" altLang="zh-CN" dirty="0">
                <a:sym typeface="Huawei Sans" panose="020C0503030203020204" pitchFamily="34" charset="0"/>
              </a:rPr>
              <a:t>Telemetry</a:t>
            </a:r>
            <a:r>
              <a:rPr lang="zh-CN" altLang="en-US" dirty="0">
                <a:sym typeface="Huawei Sans" panose="020C0503030203020204" pitchFamily="34" charset="0"/>
              </a:rPr>
              <a:t>技术背景</a:t>
            </a:r>
            <a:endParaRPr lang="en-US" altLang="zh-CN" dirty="0">
              <a:sym typeface="Huawei Sans" panose="020C0503030203020204" pitchFamily="34" charset="0"/>
            </a:endParaRPr>
          </a:p>
          <a:p>
            <a:pPr lvl="1"/>
            <a:r>
              <a:rPr lang="zh-CN" altLang="en-US" dirty="0">
                <a:sym typeface="Huawei Sans" panose="020C0503030203020204" pitchFamily="34" charset="0"/>
              </a:rPr>
              <a:t>描述</a:t>
            </a:r>
            <a:r>
              <a:rPr lang="en-US" altLang="zh-CN" dirty="0">
                <a:sym typeface="Huawei Sans" panose="020C0503030203020204" pitchFamily="34" charset="0"/>
              </a:rPr>
              <a:t>Telemetry</a:t>
            </a:r>
            <a:r>
              <a:rPr lang="zh-CN" altLang="en-US" dirty="0">
                <a:sym typeface="Huawei Sans" panose="020C0503030203020204" pitchFamily="34" charset="0"/>
              </a:rPr>
              <a:t>的概念和框架</a:t>
            </a:r>
            <a:endParaRPr lang="en-US" altLang="zh-CN" dirty="0">
              <a:sym typeface="Huawei Sans" panose="020C0503030203020204" pitchFamily="34" charset="0"/>
            </a:endParaRPr>
          </a:p>
          <a:p>
            <a:pPr lvl="1"/>
            <a:r>
              <a:rPr lang="zh-CN" altLang="en-US" dirty="0">
                <a:sym typeface="Huawei Sans" panose="020C0503030203020204" pitchFamily="34" charset="0"/>
              </a:rPr>
              <a:t>区分</a:t>
            </a:r>
            <a:r>
              <a:rPr lang="en-US" altLang="zh-CN" dirty="0">
                <a:sym typeface="Huawei Sans" panose="020C0503030203020204" pitchFamily="34" charset="0"/>
              </a:rPr>
              <a:t>Telemetry</a:t>
            </a:r>
            <a:r>
              <a:rPr lang="zh-CN" altLang="en-US" dirty="0">
                <a:sym typeface="Huawei Sans" panose="020C0503030203020204" pitchFamily="34" charset="0"/>
              </a:rPr>
              <a:t>静态订阅和动态订阅</a:t>
            </a:r>
            <a:endParaRPr lang="en-US" altLang="zh-CN" dirty="0">
              <a:sym typeface="Huawei Sans" panose="020C0503030203020204" pitchFamily="34" charset="0"/>
            </a:endParaRPr>
          </a:p>
          <a:p>
            <a:pPr lvl="1"/>
            <a:r>
              <a:rPr lang="zh-CN" altLang="en-US" dirty="0">
                <a:sym typeface="Huawei Sans" panose="020C0503030203020204" pitchFamily="34" charset="0"/>
              </a:rPr>
              <a:t>描述</a:t>
            </a:r>
            <a:r>
              <a:rPr lang="en-US" altLang="zh-CN" dirty="0" err="1">
                <a:sym typeface="Huawei Sans" panose="020C0503030203020204" pitchFamily="34" charset="0"/>
              </a:rPr>
              <a:t>gRPC</a:t>
            </a:r>
            <a:r>
              <a:rPr lang="zh-CN" altLang="en-US" dirty="0">
                <a:sym typeface="Huawei Sans" panose="020C0503030203020204" pitchFamily="34" charset="0"/>
              </a:rPr>
              <a:t>的概念和作用</a:t>
            </a:r>
            <a:endParaRPr lang="en-US" altLang="zh-CN" dirty="0">
              <a:sym typeface="Huawei Sans" panose="020C0503030203020204" pitchFamily="34" charset="0"/>
            </a:endParaRPr>
          </a:p>
          <a:p>
            <a:pPr lvl="1"/>
            <a:r>
              <a:rPr lang="zh-CN" altLang="en-US" dirty="0">
                <a:sym typeface="Huawei Sans" panose="020C0503030203020204" pitchFamily="34" charset="0"/>
              </a:rPr>
              <a:t>实现</a:t>
            </a:r>
            <a:r>
              <a:rPr lang="en-US" altLang="zh-CN" dirty="0">
                <a:sym typeface="Huawei Sans" panose="020C0503030203020204" pitchFamily="34" charset="0"/>
              </a:rPr>
              <a:t>Telemetry</a:t>
            </a:r>
            <a:r>
              <a:rPr lang="zh-CN" altLang="en-US" dirty="0">
                <a:sym typeface="Huawei Sans" panose="020C0503030203020204" pitchFamily="34" charset="0"/>
              </a:rPr>
              <a:t>数据采样</a:t>
            </a:r>
            <a:endParaRPr lang="en-US" altLang="zh-CN" dirty="0">
              <a:sym typeface="Huawei Sans" panose="020C0503030203020204" pitchFamily="34" charset="0"/>
            </a:endParaRPr>
          </a:p>
          <a:p>
            <a:pPr lvl="1"/>
            <a:endParaRPr lang="zh-CN" altLang="en-US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168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b="1" dirty="0">
                <a:sym typeface="Huawei Sans" panose="020C0503030203020204" pitchFamily="34" charset="0"/>
              </a:rPr>
              <a:t>Telemetry</a:t>
            </a:r>
            <a:r>
              <a:rPr lang="zh-CN" altLang="en-US" b="1" dirty="0">
                <a:sym typeface="Huawei Sans" panose="020C0503030203020204" pitchFamily="34" charset="0"/>
              </a:rPr>
              <a:t>概述</a:t>
            </a:r>
            <a:endParaRPr lang="en-US" altLang="zh-CN" b="1" dirty="0">
              <a:sym typeface="Huawei Sans" panose="020C0503030203020204" pitchFamily="34" charset="0"/>
            </a:endParaRPr>
          </a:p>
          <a:p>
            <a:pPr lvl="1">
              <a:buSzPct val="60000"/>
              <a:buFont typeface="Wingdings" panose="05000000000000000000" pitchFamily="2" charset="2"/>
              <a:buChar char="n"/>
            </a:pPr>
            <a:r>
              <a:rPr lang="en-US" altLang="zh-CN" dirty="0">
                <a:sym typeface="Huawei Sans" panose="020C0503030203020204" pitchFamily="34" charset="0"/>
              </a:rPr>
              <a:t>Telemetry</a:t>
            </a:r>
            <a:r>
              <a:rPr lang="zh-CN" altLang="en-US" dirty="0">
                <a:sym typeface="Huawei Sans" panose="020C0503030203020204" pitchFamily="34" charset="0"/>
              </a:rPr>
              <a:t>技术背景</a:t>
            </a:r>
            <a:endParaRPr lang="en-US" altLang="zh-CN" dirty="0">
              <a:sym typeface="Huawei Sans" panose="020C0503030203020204" pitchFamily="34" charset="0"/>
            </a:endParaRPr>
          </a:p>
          <a:p>
            <a:pPr lvl="1"/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Telemetry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简介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Telemetry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技术原理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Telemetry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配置与实践</a:t>
            </a:r>
          </a:p>
        </p:txBody>
      </p:sp>
    </p:spTree>
    <p:extLst>
      <p:ext uri="{BB962C8B-B14F-4D97-AF65-F5344CB8AC3E}">
        <p14:creationId xmlns:p14="http://schemas.microsoft.com/office/powerpoint/2010/main" val="4081230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A2EACFA1-40EE-456F-8802-AD9B083368BE}"/>
              </a:ext>
            </a:extLst>
          </p:cNvPr>
          <p:cNvSpPr/>
          <p:nvPr/>
        </p:nvSpPr>
        <p:spPr bwMode="gray">
          <a:xfrm>
            <a:off x="745417" y="2020511"/>
            <a:ext cx="6258298" cy="4092297"/>
          </a:xfrm>
          <a:prstGeom prst="roundRect">
            <a:avLst/>
          </a:prstGeom>
          <a:noFill/>
          <a:ln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5086012-FC73-413B-A222-A99337072DC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>
                <a:sym typeface="Huawei Sans" panose="020C0503030203020204" pitchFamily="34" charset="0"/>
              </a:rPr>
              <a:t>技术背景：网络设备监控介绍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>
                <a:sym typeface="Huawei Sans" panose="020C0503030203020204" pitchFamily="34" charset="0"/>
              </a:rPr>
              <a:t>网络设备的统一监控和性能管理是运维平台的重要功能。设备的监控数据包括数据、控制和管理平面数据。</a:t>
            </a: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5" name="上箭头 36">
            <a:extLst>
              <a:ext uri="{FF2B5EF4-FFF2-40B4-BE49-F238E27FC236}">
                <a16:creationId xmlns:a16="http://schemas.microsoft.com/office/drawing/2014/main" id="{F32160A7-C6D2-4BAD-8408-B963018C12EB}"/>
              </a:ext>
            </a:extLst>
          </p:cNvPr>
          <p:cNvSpPr/>
          <p:nvPr/>
        </p:nvSpPr>
        <p:spPr bwMode="gray">
          <a:xfrm>
            <a:off x="3541504" y="3045387"/>
            <a:ext cx="360040" cy="360000"/>
          </a:xfrm>
          <a:prstGeom prst="upArrow">
            <a:avLst/>
          </a:prstGeom>
          <a:solidFill>
            <a:srgbClr val="94DA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上箭头 7">
            <a:extLst>
              <a:ext uri="{FF2B5EF4-FFF2-40B4-BE49-F238E27FC236}">
                <a16:creationId xmlns:a16="http://schemas.microsoft.com/office/drawing/2014/main" id="{7B322472-6DC8-412B-A386-A812795D2F1E}"/>
              </a:ext>
            </a:extLst>
          </p:cNvPr>
          <p:cNvSpPr/>
          <p:nvPr/>
        </p:nvSpPr>
        <p:spPr bwMode="gray">
          <a:xfrm>
            <a:off x="1431085" y="4569094"/>
            <a:ext cx="360040" cy="360000"/>
          </a:xfrm>
          <a:prstGeom prst="upArrow">
            <a:avLst/>
          </a:prstGeom>
          <a:solidFill>
            <a:srgbClr val="94DA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" name="圆角矩形 28">
            <a:extLst>
              <a:ext uri="{FF2B5EF4-FFF2-40B4-BE49-F238E27FC236}">
                <a16:creationId xmlns:a16="http://schemas.microsoft.com/office/drawing/2014/main" id="{658B91A1-96AA-4007-8509-8BE9602C94E7}"/>
              </a:ext>
            </a:extLst>
          </p:cNvPr>
          <p:cNvSpPr/>
          <p:nvPr/>
        </p:nvSpPr>
        <p:spPr bwMode="gray">
          <a:xfrm>
            <a:off x="3027771" y="2616140"/>
            <a:ext cx="1383025" cy="384089"/>
          </a:xfrm>
          <a:prstGeom prst="round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监控中心</a:t>
            </a:r>
          </a:p>
        </p:txBody>
      </p:sp>
      <p:sp>
        <p:nvSpPr>
          <p:cNvPr id="13" name="圆角矩形 27">
            <a:extLst>
              <a:ext uri="{FF2B5EF4-FFF2-40B4-BE49-F238E27FC236}">
                <a16:creationId xmlns:a16="http://schemas.microsoft.com/office/drawing/2014/main" id="{7A37EAF3-27D6-41B2-9C49-EB6ECACF3E93}"/>
              </a:ext>
            </a:extLst>
          </p:cNvPr>
          <p:cNvSpPr/>
          <p:nvPr/>
        </p:nvSpPr>
        <p:spPr bwMode="gray">
          <a:xfrm>
            <a:off x="1183332" y="5728720"/>
            <a:ext cx="907442" cy="384089"/>
          </a:xfrm>
          <a:prstGeom prst="round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机房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" name="圆角矩形 22">
            <a:extLst>
              <a:ext uri="{FF2B5EF4-FFF2-40B4-BE49-F238E27FC236}">
                <a16:creationId xmlns:a16="http://schemas.microsoft.com/office/drawing/2014/main" id="{35D5B1BC-63AE-4899-86FF-65D25D908380}"/>
              </a:ext>
            </a:extLst>
          </p:cNvPr>
          <p:cNvSpPr/>
          <p:nvPr/>
        </p:nvSpPr>
        <p:spPr bwMode="gray">
          <a:xfrm>
            <a:off x="3384313" y="5728719"/>
            <a:ext cx="907442" cy="384089"/>
          </a:xfrm>
          <a:prstGeom prst="round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机房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" name="圆角矩形 23">
            <a:extLst>
              <a:ext uri="{FF2B5EF4-FFF2-40B4-BE49-F238E27FC236}">
                <a16:creationId xmlns:a16="http://schemas.microsoft.com/office/drawing/2014/main" id="{E7BCF406-91F0-4AE5-AE5E-FE1E59AABD12}"/>
              </a:ext>
            </a:extLst>
          </p:cNvPr>
          <p:cNvSpPr/>
          <p:nvPr/>
        </p:nvSpPr>
        <p:spPr bwMode="gray">
          <a:xfrm>
            <a:off x="5623037" y="5728719"/>
            <a:ext cx="907442" cy="384089"/>
          </a:xfrm>
          <a:prstGeom prst="round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机房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" name="上箭头 29">
            <a:extLst>
              <a:ext uri="{FF2B5EF4-FFF2-40B4-BE49-F238E27FC236}">
                <a16:creationId xmlns:a16="http://schemas.microsoft.com/office/drawing/2014/main" id="{7222B0DA-5C52-459D-83F2-81A8B8E38061}"/>
              </a:ext>
            </a:extLst>
          </p:cNvPr>
          <p:cNvSpPr/>
          <p:nvPr/>
        </p:nvSpPr>
        <p:spPr bwMode="gray">
          <a:xfrm>
            <a:off x="3624629" y="4569094"/>
            <a:ext cx="360040" cy="360000"/>
          </a:xfrm>
          <a:prstGeom prst="upArrow">
            <a:avLst/>
          </a:prstGeom>
          <a:solidFill>
            <a:srgbClr val="94DA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上箭头 35">
            <a:extLst>
              <a:ext uri="{FF2B5EF4-FFF2-40B4-BE49-F238E27FC236}">
                <a16:creationId xmlns:a16="http://schemas.microsoft.com/office/drawing/2014/main" id="{9C9174C8-8478-49DA-9688-7FC845BC0807}"/>
              </a:ext>
            </a:extLst>
          </p:cNvPr>
          <p:cNvSpPr/>
          <p:nvPr/>
        </p:nvSpPr>
        <p:spPr bwMode="gray">
          <a:xfrm>
            <a:off x="5913930" y="4569094"/>
            <a:ext cx="360040" cy="360000"/>
          </a:xfrm>
          <a:prstGeom prst="upArrow">
            <a:avLst/>
          </a:prstGeom>
          <a:solidFill>
            <a:srgbClr val="94DA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DDDED9EE-0D59-4769-A459-6577AA3933A6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389158" y="2104120"/>
            <a:ext cx="540000" cy="442800"/>
          </a:xfrm>
          <a:prstGeom prst="rect">
            <a:avLst/>
          </a:prstGeom>
        </p:spPr>
      </p:pic>
      <p:grpSp>
        <p:nvGrpSpPr>
          <p:cNvPr id="21" name="组合 20">
            <a:extLst>
              <a:ext uri="{FF2B5EF4-FFF2-40B4-BE49-F238E27FC236}">
                <a16:creationId xmlns:a16="http://schemas.microsoft.com/office/drawing/2014/main" id="{E525226A-3880-4B40-AF6E-A13956038183}"/>
              </a:ext>
            </a:extLst>
          </p:cNvPr>
          <p:cNvGrpSpPr/>
          <p:nvPr/>
        </p:nvGrpSpPr>
        <p:grpSpPr bwMode="gray">
          <a:xfrm>
            <a:off x="1118529" y="5014228"/>
            <a:ext cx="915819" cy="655407"/>
            <a:chOff x="2771248" y="5351471"/>
            <a:chExt cx="915819" cy="655407"/>
          </a:xfrm>
        </p:grpSpPr>
        <p:sp>
          <p:nvSpPr>
            <p:cNvPr id="18" name="Freeform 159">
              <a:extLst>
                <a:ext uri="{FF2B5EF4-FFF2-40B4-BE49-F238E27FC236}">
                  <a16:creationId xmlns:a16="http://schemas.microsoft.com/office/drawing/2014/main" id="{D82D47DE-1223-4F2C-969C-85E363D7D5DE}"/>
                </a:ext>
              </a:extLst>
            </p:cNvPr>
            <p:cNvSpPr/>
            <p:nvPr/>
          </p:nvSpPr>
          <p:spPr bwMode="gray">
            <a:xfrm flipH="1">
              <a:off x="2935429" y="5351471"/>
              <a:ext cx="751638" cy="392903"/>
            </a:xfrm>
            <a:custGeom>
              <a:avLst/>
              <a:gdLst>
                <a:gd name="connsiteX0" fmla="*/ 2693983 w 4431601"/>
                <a:gd name="connsiteY0" fmla="*/ 0 h 2316519"/>
                <a:gd name="connsiteX1" fmla="*/ 1918242 w 4431601"/>
                <a:gd name="connsiteY1" fmla="*/ 324162 h 2316519"/>
                <a:gd name="connsiteX2" fmla="*/ 1859647 w 4431601"/>
                <a:gd name="connsiteY2" fmla="*/ 395807 h 2316519"/>
                <a:gd name="connsiteX3" fmla="*/ 1815580 w 4431601"/>
                <a:gd name="connsiteY3" fmla="*/ 362462 h 2316519"/>
                <a:gd name="connsiteX4" fmla="*/ 1347603 w 4431601"/>
                <a:gd name="connsiteY4" fmla="*/ 231362 h 2316519"/>
                <a:gd name="connsiteX5" fmla="*/ 527605 w 4431601"/>
                <a:gd name="connsiteY5" fmla="*/ 844290 h 2316519"/>
                <a:gd name="connsiteX6" fmla="*/ 523639 w 4431601"/>
                <a:gd name="connsiteY6" fmla="*/ 880372 h 2316519"/>
                <a:gd name="connsiteX7" fmla="*/ 444716 w 4431601"/>
                <a:gd name="connsiteY7" fmla="*/ 905088 h 2316519"/>
                <a:gd name="connsiteX8" fmla="*/ 0 w 4431601"/>
                <a:gd name="connsiteY8" fmla="*/ 1581940 h 2316519"/>
                <a:gd name="connsiteX9" fmla="*/ 653694 w 4431601"/>
                <a:gd name="connsiteY9" fmla="*/ 2312727 h 2316519"/>
                <a:gd name="connsiteX10" fmla="*/ 653931 w 4431601"/>
                <a:gd name="connsiteY10" fmla="*/ 2312739 h 2316519"/>
                <a:gd name="connsiteX11" fmla="*/ 653931 w 4431601"/>
                <a:gd name="connsiteY11" fmla="*/ 2316518 h 2316519"/>
                <a:gd name="connsiteX12" fmla="*/ 728123 w 4431601"/>
                <a:gd name="connsiteY12" fmla="*/ 2316518 h 2316519"/>
                <a:gd name="connsiteX13" fmla="*/ 728142 w 4431601"/>
                <a:gd name="connsiteY13" fmla="*/ 2316519 h 2316519"/>
                <a:gd name="connsiteX14" fmla="*/ 728162 w 4431601"/>
                <a:gd name="connsiteY14" fmla="*/ 2316518 h 2316519"/>
                <a:gd name="connsiteX15" fmla="*/ 3745239 w 4431601"/>
                <a:gd name="connsiteY15" fmla="*/ 2316518 h 2316519"/>
                <a:gd name="connsiteX16" fmla="*/ 3745249 w 4431601"/>
                <a:gd name="connsiteY16" fmla="*/ 2316519 h 2316519"/>
                <a:gd name="connsiteX17" fmla="*/ 3745259 w 4431601"/>
                <a:gd name="connsiteY17" fmla="*/ 2316518 h 2316519"/>
                <a:gd name="connsiteX18" fmla="*/ 3788771 w 4431601"/>
                <a:gd name="connsiteY18" fmla="*/ 2316518 h 2316519"/>
                <a:gd name="connsiteX19" fmla="*/ 3788771 w 4431601"/>
                <a:gd name="connsiteY19" fmla="*/ 2312093 h 2316519"/>
                <a:gd name="connsiteX20" fmla="*/ 3883573 w 4431601"/>
                <a:gd name="connsiteY20" fmla="*/ 2302452 h 2316519"/>
                <a:gd name="connsiteX21" fmla="*/ 4431601 w 4431601"/>
                <a:gd name="connsiteY21" fmla="*/ 1624103 h 2316519"/>
                <a:gd name="connsiteX22" fmla="*/ 3883573 w 4431601"/>
                <a:gd name="connsiteY22" fmla="*/ 945754 h 2316519"/>
                <a:gd name="connsiteX23" fmla="*/ 3773844 w 4431601"/>
                <a:gd name="connsiteY23" fmla="*/ 934595 h 2316519"/>
                <a:gd name="connsiteX24" fmla="*/ 3768759 w 4431601"/>
                <a:gd name="connsiteY24" fmla="*/ 883707 h 2316519"/>
                <a:gd name="connsiteX25" fmla="*/ 2693983 w 4431601"/>
                <a:gd name="connsiteY25" fmla="*/ 0 h 2316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431601" h="2316519">
                  <a:moveTo>
                    <a:pt x="2693983" y="0"/>
                  </a:moveTo>
                  <a:cubicBezTo>
                    <a:pt x="2391037" y="0"/>
                    <a:pt x="2116771" y="123878"/>
                    <a:pt x="1918242" y="324162"/>
                  </a:cubicBezTo>
                  <a:lnTo>
                    <a:pt x="1859647" y="395807"/>
                  </a:lnTo>
                  <a:lnTo>
                    <a:pt x="1815580" y="362462"/>
                  </a:lnTo>
                  <a:cubicBezTo>
                    <a:pt x="1681993" y="279692"/>
                    <a:pt x="1520952" y="231362"/>
                    <a:pt x="1347603" y="231362"/>
                  </a:cubicBezTo>
                  <a:cubicBezTo>
                    <a:pt x="943122" y="231362"/>
                    <a:pt x="605652" y="494493"/>
                    <a:pt x="527605" y="844290"/>
                  </a:cubicBezTo>
                  <a:lnTo>
                    <a:pt x="523639" y="880372"/>
                  </a:lnTo>
                  <a:lnTo>
                    <a:pt x="444716" y="905088"/>
                  </a:lnTo>
                  <a:cubicBezTo>
                    <a:pt x="183375" y="1016603"/>
                    <a:pt x="0" y="1277667"/>
                    <a:pt x="0" y="1581940"/>
                  </a:cubicBezTo>
                  <a:cubicBezTo>
                    <a:pt x="0" y="1962281"/>
                    <a:pt x="286523" y="2275109"/>
                    <a:pt x="653694" y="2312727"/>
                  </a:cubicBezTo>
                  <a:lnTo>
                    <a:pt x="653931" y="2312739"/>
                  </a:lnTo>
                  <a:lnTo>
                    <a:pt x="653931" y="2316518"/>
                  </a:lnTo>
                  <a:lnTo>
                    <a:pt x="728123" y="2316518"/>
                  </a:lnTo>
                  <a:lnTo>
                    <a:pt x="728142" y="2316519"/>
                  </a:lnTo>
                  <a:lnTo>
                    <a:pt x="728162" y="2316518"/>
                  </a:lnTo>
                  <a:lnTo>
                    <a:pt x="3745239" y="2316518"/>
                  </a:lnTo>
                  <a:lnTo>
                    <a:pt x="3745249" y="2316519"/>
                  </a:lnTo>
                  <a:lnTo>
                    <a:pt x="3745259" y="2316518"/>
                  </a:lnTo>
                  <a:lnTo>
                    <a:pt x="3788771" y="2316518"/>
                  </a:lnTo>
                  <a:lnTo>
                    <a:pt x="3788771" y="2312093"/>
                  </a:lnTo>
                  <a:lnTo>
                    <a:pt x="3883573" y="2302452"/>
                  </a:lnTo>
                  <a:cubicBezTo>
                    <a:pt x="4196332" y="2237887"/>
                    <a:pt x="4431601" y="1958713"/>
                    <a:pt x="4431601" y="1624103"/>
                  </a:cubicBezTo>
                  <a:cubicBezTo>
                    <a:pt x="4431601" y="1289493"/>
                    <a:pt x="4196332" y="1010319"/>
                    <a:pt x="3883573" y="945754"/>
                  </a:cubicBezTo>
                  <a:lnTo>
                    <a:pt x="3773844" y="934595"/>
                  </a:lnTo>
                  <a:lnTo>
                    <a:pt x="3768759" y="883707"/>
                  </a:lnTo>
                  <a:cubicBezTo>
                    <a:pt x="3666462" y="379376"/>
                    <a:pt x="3224139" y="0"/>
                    <a:pt x="2693983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rgbClr val="56C4D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AFC37D6B-3880-453B-956E-A788CD6AC9A3}"/>
                </a:ext>
              </a:extLst>
            </p:cNvPr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2771248" y="5564078"/>
              <a:ext cx="540000" cy="442800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F271CA81-112D-4EDF-9A08-310A9D6F5DC4}"/>
              </a:ext>
            </a:extLst>
          </p:cNvPr>
          <p:cNvGrpSpPr/>
          <p:nvPr/>
        </p:nvGrpSpPr>
        <p:grpSpPr bwMode="gray">
          <a:xfrm>
            <a:off x="3308913" y="5014228"/>
            <a:ext cx="915819" cy="655407"/>
            <a:chOff x="2771248" y="5351471"/>
            <a:chExt cx="915819" cy="655407"/>
          </a:xfrm>
        </p:grpSpPr>
        <p:sp>
          <p:nvSpPr>
            <p:cNvPr id="23" name="Freeform 159">
              <a:extLst>
                <a:ext uri="{FF2B5EF4-FFF2-40B4-BE49-F238E27FC236}">
                  <a16:creationId xmlns:a16="http://schemas.microsoft.com/office/drawing/2014/main" id="{B219A968-401C-4375-BFCB-FDD7F17AEDF9}"/>
                </a:ext>
              </a:extLst>
            </p:cNvPr>
            <p:cNvSpPr/>
            <p:nvPr/>
          </p:nvSpPr>
          <p:spPr bwMode="gray">
            <a:xfrm flipH="1">
              <a:off x="2935429" y="5351471"/>
              <a:ext cx="751638" cy="392903"/>
            </a:xfrm>
            <a:custGeom>
              <a:avLst/>
              <a:gdLst>
                <a:gd name="connsiteX0" fmla="*/ 2693983 w 4431601"/>
                <a:gd name="connsiteY0" fmla="*/ 0 h 2316519"/>
                <a:gd name="connsiteX1" fmla="*/ 1918242 w 4431601"/>
                <a:gd name="connsiteY1" fmla="*/ 324162 h 2316519"/>
                <a:gd name="connsiteX2" fmla="*/ 1859647 w 4431601"/>
                <a:gd name="connsiteY2" fmla="*/ 395807 h 2316519"/>
                <a:gd name="connsiteX3" fmla="*/ 1815580 w 4431601"/>
                <a:gd name="connsiteY3" fmla="*/ 362462 h 2316519"/>
                <a:gd name="connsiteX4" fmla="*/ 1347603 w 4431601"/>
                <a:gd name="connsiteY4" fmla="*/ 231362 h 2316519"/>
                <a:gd name="connsiteX5" fmla="*/ 527605 w 4431601"/>
                <a:gd name="connsiteY5" fmla="*/ 844290 h 2316519"/>
                <a:gd name="connsiteX6" fmla="*/ 523639 w 4431601"/>
                <a:gd name="connsiteY6" fmla="*/ 880372 h 2316519"/>
                <a:gd name="connsiteX7" fmla="*/ 444716 w 4431601"/>
                <a:gd name="connsiteY7" fmla="*/ 905088 h 2316519"/>
                <a:gd name="connsiteX8" fmla="*/ 0 w 4431601"/>
                <a:gd name="connsiteY8" fmla="*/ 1581940 h 2316519"/>
                <a:gd name="connsiteX9" fmla="*/ 653694 w 4431601"/>
                <a:gd name="connsiteY9" fmla="*/ 2312727 h 2316519"/>
                <a:gd name="connsiteX10" fmla="*/ 653931 w 4431601"/>
                <a:gd name="connsiteY10" fmla="*/ 2312739 h 2316519"/>
                <a:gd name="connsiteX11" fmla="*/ 653931 w 4431601"/>
                <a:gd name="connsiteY11" fmla="*/ 2316518 h 2316519"/>
                <a:gd name="connsiteX12" fmla="*/ 728123 w 4431601"/>
                <a:gd name="connsiteY12" fmla="*/ 2316518 h 2316519"/>
                <a:gd name="connsiteX13" fmla="*/ 728142 w 4431601"/>
                <a:gd name="connsiteY13" fmla="*/ 2316519 h 2316519"/>
                <a:gd name="connsiteX14" fmla="*/ 728162 w 4431601"/>
                <a:gd name="connsiteY14" fmla="*/ 2316518 h 2316519"/>
                <a:gd name="connsiteX15" fmla="*/ 3745239 w 4431601"/>
                <a:gd name="connsiteY15" fmla="*/ 2316518 h 2316519"/>
                <a:gd name="connsiteX16" fmla="*/ 3745249 w 4431601"/>
                <a:gd name="connsiteY16" fmla="*/ 2316519 h 2316519"/>
                <a:gd name="connsiteX17" fmla="*/ 3745259 w 4431601"/>
                <a:gd name="connsiteY17" fmla="*/ 2316518 h 2316519"/>
                <a:gd name="connsiteX18" fmla="*/ 3788771 w 4431601"/>
                <a:gd name="connsiteY18" fmla="*/ 2316518 h 2316519"/>
                <a:gd name="connsiteX19" fmla="*/ 3788771 w 4431601"/>
                <a:gd name="connsiteY19" fmla="*/ 2312093 h 2316519"/>
                <a:gd name="connsiteX20" fmla="*/ 3883573 w 4431601"/>
                <a:gd name="connsiteY20" fmla="*/ 2302452 h 2316519"/>
                <a:gd name="connsiteX21" fmla="*/ 4431601 w 4431601"/>
                <a:gd name="connsiteY21" fmla="*/ 1624103 h 2316519"/>
                <a:gd name="connsiteX22" fmla="*/ 3883573 w 4431601"/>
                <a:gd name="connsiteY22" fmla="*/ 945754 h 2316519"/>
                <a:gd name="connsiteX23" fmla="*/ 3773844 w 4431601"/>
                <a:gd name="connsiteY23" fmla="*/ 934595 h 2316519"/>
                <a:gd name="connsiteX24" fmla="*/ 3768759 w 4431601"/>
                <a:gd name="connsiteY24" fmla="*/ 883707 h 2316519"/>
                <a:gd name="connsiteX25" fmla="*/ 2693983 w 4431601"/>
                <a:gd name="connsiteY25" fmla="*/ 0 h 2316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431601" h="2316519">
                  <a:moveTo>
                    <a:pt x="2693983" y="0"/>
                  </a:moveTo>
                  <a:cubicBezTo>
                    <a:pt x="2391037" y="0"/>
                    <a:pt x="2116771" y="123878"/>
                    <a:pt x="1918242" y="324162"/>
                  </a:cubicBezTo>
                  <a:lnTo>
                    <a:pt x="1859647" y="395807"/>
                  </a:lnTo>
                  <a:lnTo>
                    <a:pt x="1815580" y="362462"/>
                  </a:lnTo>
                  <a:cubicBezTo>
                    <a:pt x="1681993" y="279692"/>
                    <a:pt x="1520952" y="231362"/>
                    <a:pt x="1347603" y="231362"/>
                  </a:cubicBezTo>
                  <a:cubicBezTo>
                    <a:pt x="943122" y="231362"/>
                    <a:pt x="605652" y="494493"/>
                    <a:pt x="527605" y="844290"/>
                  </a:cubicBezTo>
                  <a:lnTo>
                    <a:pt x="523639" y="880372"/>
                  </a:lnTo>
                  <a:lnTo>
                    <a:pt x="444716" y="905088"/>
                  </a:lnTo>
                  <a:cubicBezTo>
                    <a:pt x="183375" y="1016603"/>
                    <a:pt x="0" y="1277667"/>
                    <a:pt x="0" y="1581940"/>
                  </a:cubicBezTo>
                  <a:cubicBezTo>
                    <a:pt x="0" y="1962281"/>
                    <a:pt x="286523" y="2275109"/>
                    <a:pt x="653694" y="2312727"/>
                  </a:cubicBezTo>
                  <a:lnTo>
                    <a:pt x="653931" y="2312739"/>
                  </a:lnTo>
                  <a:lnTo>
                    <a:pt x="653931" y="2316518"/>
                  </a:lnTo>
                  <a:lnTo>
                    <a:pt x="728123" y="2316518"/>
                  </a:lnTo>
                  <a:lnTo>
                    <a:pt x="728142" y="2316519"/>
                  </a:lnTo>
                  <a:lnTo>
                    <a:pt x="728162" y="2316518"/>
                  </a:lnTo>
                  <a:lnTo>
                    <a:pt x="3745239" y="2316518"/>
                  </a:lnTo>
                  <a:lnTo>
                    <a:pt x="3745249" y="2316519"/>
                  </a:lnTo>
                  <a:lnTo>
                    <a:pt x="3745259" y="2316518"/>
                  </a:lnTo>
                  <a:lnTo>
                    <a:pt x="3788771" y="2316518"/>
                  </a:lnTo>
                  <a:lnTo>
                    <a:pt x="3788771" y="2312093"/>
                  </a:lnTo>
                  <a:lnTo>
                    <a:pt x="3883573" y="2302452"/>
                  </a:lnTo>
                  <a:cubicBezTo>
                    <a:pt x="4196332" y="2237887"/>
                    <a:pt x="4431601" y="1958713"/>
                    <a:pt x="4431601" y="1624103"/>
                  </a:cubicBezTo>
                  <a:cubicBezTo>
                    <a:pt x="4431601" y="1289493"/>
                    <a:pt x="4196332" y="1010319"/>
                    <a:pt x="3883573" y="945754"/>
                  </a:cubicBezTo>
                  <a:lnTo>
                    <a:pt x="3773844" y="934595"/>
                  </a:lnTo>
                  <a:lnTo>
                    <a:pt x="3768759" y="883707"/>
                  </a:lnTo>
                  <a:cubicBezTo>
                    <a:pt x="3666462" y="379376"/>
                    <a:pt x="3224139" y="0"/>
                    <a:pt x="2693983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rgbClr val="56C4D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5563B1A9-AF7F-42AF-B8D4-9737D804D801}"/>
                </a:ext>
              </a:extLst>
            </p:cNvPr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2771248" y="5564078"/>
              <a:ext cx="540000" cy="442800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5420DB0E-3DBF-492B-82AE-96F2E93A0BD3}"/>
              </a:ext>
            </a:extLst>
          </p:cNvPr>
          <p:cNvGrpSpPr/>
          <p:nvPr/>
        </p:nvGrpSpPr>
        <p:grpSpPr bwMode="gray">
          <a:xfrm>
            <a:off x="5636040" y="5014228"/>
            <a:ext cx="915819" cy="655407"/>
            <a:chOff x="2771248" y="5351471"/>
            <a:chExt cx="915819" cy="655407"/>
          </a:xfrm>
        </p:grpSpPr>
        <p:sp>
          <p:nvSpPr>
            <p:cNvPr id="26" name="Freeform 159">
              <a:extLst>
                <a:ext uri="{FF2B5EF4-FFF2-40B4-BE49-F238E27FC236}">
                  <a16:creationId xmlns:a16="http://schemas.microsoft.com/office/drawing/2014/main" id="{63A6DC64-6816-4841-96B5-1565A0199A48}"/>
                </a:ext>
              </a:extLst>
            </p:cNvPr>
            <p:cNvSpPr/>
            <p:nvPr/>
          </p:nvSpPr>
          <p:spPr bwMode="gray">
            <a:xfrm flipH="1">
              <a:off x="2935429" y="5351471"/>
              <a:ext cx="751638" cy="392903"/>
            </a:xfrm>
            <a:custGeom>
              <a:avLst/>
              <a:gdLst>
                <a:gd name="connsiteX0" fmla="*/ 2693983 w 4431601"/>
                <a:gd name="connsiteY0" fmla="*/ 0 h 2316519"/>
                <a:gd name="connsiteX1" fmla="*/ 1918242 w 4431601"/>
                <a:gd name="connsiteY1" fmla="*/ 324162 h 2316519"/>
                <a:gd name="connsiteX2" fmla="*/ 1859647 w 4431601"/>
                <a:gd name="connsiteY2" fmla="*/ 395807 h 2316519"/>
                <a:gd name="connsiteX3" fmla="*/ 1815580 w 4431601"/>
                <a:gd name="connsiteY3" fmla="*/ 362462 h 2316519"/>
                <a:gd name="connsiteX4" fmla="*/ 1347603 w 4431601"/>
                <a:gd name="connsiteY4" fmla="*/ 231362 h 2316519"/>
                <a:gd name="connsiteX5" fmla="*/ 527605 w 4431601"/>
                <a:gd name="connsiteY5" fmla="*/ 844290 h 2316519"/>
                <a:gd name="connsiteX6" fmla="*/ 523639 w 4431601"/>
                <a:gd name="connsiteY6" fmla="*/ 880372 h 2316519"/>
                <a:gd name="connsiteX7" fmla="*/ 444716 w 4431601"/>
                <a:gd name="connsiteY7" fmla="*/ 905088 h 2316519"/>
                <a:gd name="connsiteX8" fmla="*/ 0 w 4431601"/>
                <a:gd name="connsiteY8" fmla="*/ 1581940 h 2316519"/>
                <a:gd name="connsiteX9" fmla="*/ 653694 w 4431601"/>
                <a:gd name="connsiteY9" fmla="*/ 2312727 h 2316519"/>
                <a:gd name="connsiteX10" fmla="*/ 653931 w 4431601"/>
                <a:gd name="connsiteY10" fmla="*/ 2312739 h 2316519"/>
                <a:gd name="connsiteX11" fmla="*/ 653931 w 4431601"/>
                <a:gd name="connsiteY11" fmla="*/ 2316518 h 2316519"/>
                <a:gd name="connsiteX12" fmla="*/ 728123 w 4431601"/>
                <a:gd name="connsiteY12" fmla="*/ 2316518 h 2316519"/>
                <a:gd name="connsiteX13" fmla="*/ 728142 w 4431601"/>
                <a:gd name="connsiteY13" fmla="*/ 2316519 h 2316519"/>
                <a:gd name="connsiteX14" fmla="*/ 728162 w 4431601"/>
                <a:gd name="connsiteY14" fmla="*/ 2316518 h 2316519"/>
                <a:gd name="connsiteX15" fmla="*/ 3745239 w 4431601"/>
                <a:gd name="connsiteY15" fmla="*/ 2316518 h 2316519"/>
                <a:gd name="connsiteX16" fmla="*/ 3745249 w 4431601"/>
                <a:gd name="connsiteY16" fmla="*/ 2316519 h 2316519"/>
                <a:gd name="connsiteX17" fmla="*/ 3745259 w 4431601"/>
                <a:gd name="connsiteY17" fmla="*/ 2316518 h 2316519"/>
                <a:gd name="connsiteX18" fmla="*/ 3788771 w 4431601"/>
                <a:gd name="connsiteY18" fmla="*/ 2316518 h 2316519"/>
                <a:gd name="connsiteX19" fmla="*/ 3788771 w 4431601"/>
                <a:gd name="connsiteY19" fmla="*/ 2312093 h 2316519"/>
                <a:gd name="connsiteX20" fmla="*/ 3883573 w 4431601"/>
                <a:gd name="connsiteY20" fmla="*/ 2302452 h 2316519"/>
                <a:gd name="connsiteX21" fmla="*/ 4431601 w 4431601"/>
                <a:gd name="connsiteY21" fmla="*/ 1624103 h 2316519"/>
                <a:gd name="connsiteX22" fmla="*/ 3883573 w 4431601"/>
                <a:gd name="connsiteY22" fmla="*/ 945754 h 2316519"/>
                <a:gd name="connsiteX23" fmla="*/ 3773844 w 4431601"/>
                <a:gd name="connsiteY23" fmla="*/ 934595 h 2316519"/>
                <a:gd name="connsiteX24" fmla="*/ 3768759 w 4431601"/>
                <a:gd name="connsiteY24" fmla="*/ 883707 h 2316519"/>
                <a:gd name="connsiteX25" fmla="*/ 2693983 w 4431601"/>
                <a:gd name="connsiteY25" fmla="*/ 0 h 2316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431601" h="2316519">
                  <a:moveTo>
                    <a:pt x="2693983" y="0"/>
                  </a:moveTo>
                  <a:cubicBezTo>
                    <a:pt x="2391037" y="0"/>
                    <a:pt x="2116771" y="123878"/>
                    <a:pt x="1918242" y="324162"/>
                  </a:cubicBezTo>
                  <a:lnTo>
                    <a:pt x="1859647" y="395807"/>
                  </a:lnTo>
                  <a:lnTo>
                    <a:pt x="1815580" y="362462"/>
                  </a:lnTo>
                  <a:cubicBezTo>
                    <a:pt x="1681993" y="279692"/>
                    <a:pt x="1520952" y="231362"/>
                    <a:pt x="1347603" y="231362"/>
                  </a:cubicBezTo>
                  <a:cubicBezTo>
                    <a:pt x="943122" y="231362"/>
                    <a:pt x="605652" y="494493"/>
                    <a:pt x="527605" y="844290"/>
                  </a:cubicBezTo>
                  <a:lnTo>
                    <a:pt x="523639" y="880372"/>
                  </a:lnTo>
                  <a:lnTo>
                    <a:pt x="444716" y="905088"/>
                  </a:lnTo>
                  <a:cubicBezTo>
                    <a:pt x="183375" y="1016603"/>
                    <a:pt x="0" y="1277667"/>
                    <a:pt x="0" y="1581940"/>
                  </a:cubicBezTo>
                  <a:cubicBezTo>
                    <a:pt x="0" y="1962281"/>
                    <a:pt x="286523" y="2275109"/>
                    <a:pt x="653694" y="2312727"/>
                  </a:cubicBezTo>
                  <a:lnTo>
                    <a:pt x="653931" y="2312739"/>
                  </a:lnTo>
                  <a:lnTo>
                    <a:pt x="653931" y="2316518"/>
                  </a:lnTo>
                  <a:lnTo>
                    <a:pt x="728123" y="2316518"/>
                  </a:lnTo>
                  <a:lnTo>
                    <a:pt x="728142" y="2316519"/>
                  </a:lnTo>
                  <a:lnTo>
                    <a:pt x="728162" y="2316518"/>
                  </a:lnTo>
                  <a:lnTo>
                    <a:pt x="3745239" y="2316518"/>
                  </a:lnTo>
                  <a:lnTo>
                    <a:pt x="3745249" y="2316519"/>
                  </a:lnTo>
                  <a:lnTo>
                    <a:pt x="3745259" y="2316518"/>
                  </a:lnTo>
                  <a:lnTo>
                    <a:pt x="3788771" y="2316518"/>
                  </a:lnTo>
                  <a:lnTo>
                    <a:pt x="3788771" y="2312093"/>
                  </a:lnTo>
                  <a:lnTo>
                    <a:pt x="3883573" y="2302452"/>
                  </a:lnTo>
                  <a:cubicBezTo>
                    <a:pt x="4196332" y="2237887"/>
                    <a:pt x="4431601" y="1958713"/>
                    <a:pt x="4431601" y="1624103"/>
                  </a:cubicBezTo>
                  <a:cubicBezTo>
                    <a:pt x="4431601" y="1289493"/>
                    <a:pt x="4196332" y="1010319"/>
                    <a:pt x="3883573" y="945754"/>
                  </a:cubicBezTo>
                  <a:lnTo>
                    <a:pt x="3773844" y="934595"/>
                  </a:lnTo>
                  <a:lnTo>
                    <a:pt x="3768759" y="883707"/>
                  </a:lnTo>
                  <a:cubicBezTo>
                    <a:pt x="3666462" y="379376"/>
                    <a:pt x="3224139" y="0"/>
                    <a:pt x="2693983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rgbClr val="56C4D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7B24FB01-1E65-415F-B892-949666C98BA0}"/>
                </a:ext>
              </a:extLst>
            </p:cNvPr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2771248" y="5564078"/>
              <a:ext cx="540000" cy="44280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47" name="文本框 46">
            <a:extLst>
              <a:ext uri="{FF2B5EF4-FFF2-40B4-BE49-F238E27FC236}">
                <a16:creationId xmlns:a16="http://schemas.microsoft.com/office/drawing/2014/main" id="{C36715E1-B3F5-465C-9345-0C531853697D}"/>
              </a:ext>
            </a:extLst>
          </p:cNvPr>
          <p:cNvSpPr txBox="1"/>
          <p:nvPr/>
        </p:nvSpPr>
        <p:spPr bwMode="gray">
          <a:xfrm>
            <a:off x="7263743" y="2616140"/>
            <a:ext cx="4482169" cy="1815882"/>
          </a:xfrm>
          <a:prstGeom prst="rect">
            <a:avLst/>
          </a:prstGeom>
          <a:noFill/>
          <a:ln w="19050">
            <a:solidFill>
              <a:srgbClr val="B5B5B5"/>
            </a:solidFill>
          </a:ln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sz="1600">
                <a:solidFill>
                  <a:prstClr val="black"/>
                </a:solidFill>
              </a:defRPr>
            </a:lvl1pPr>
          </a:lstStyle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获取设备监控数据的方式有：</a:t>
            </a:r>
            <a:r>
              <a:rPr lang="en-US" altLang="zh-CN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SNMP</a:t>
            </a:r>
            <a:r>
              <a:rPr lang="zh-CN" altLang="en-US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、</a:t>
            </a:r>
            <a:r>
              <a:rPr lang="en-US" altLang="zh-CN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CLI</a:t>
            </a:r>
            <a:r>
              <a:rPr lang="zh-CN" altLang="en-US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、</a:t>
            </a:r>
            <a:r>
              <a:rPr lang="en-US" altLang="zh-CN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Syslog</a:t>
            </a:r>
            <a:r>
              <a:rPr lang="zh-CN" altLang="en-US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、</a:t>
            </a:r>
            <a:r>
              <a:rPr lang="en-US" altLang="zh-CN" dirty="0" err="1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NetStream</a:t>
            </a:r>
            <a:r>
              <a:rPr lang="zh-CN" altLang="en-US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和</a:t>
            </a:r>
            <a:r>
              <a:rPr lang="en-US" altLang="zh-CN" dirty="0" err="1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sFlow</a:t>
            </a:r>
            <a:r>
              <a:rPr lang="zh-CN" altLang="en-US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等。</a:t>
            </a:r>
            <a:endParaRPr lang="en-US" altLang="zh-CN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dirty="0" err="1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NetSteam</a:t>
            </a:r>
            <a:r>
              <a:rPr lang="zh-CN" altLang="en-US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和</a:t>
            </a:r>
            <a:r>
              <a:rPr lang="en-US" altLang="zh-CN" dirty="0" err="1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sFlow</a:t>
            </a:r>
            <a:r>
              <a:rPr lang="zh-CN" altLang="en-US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为网络流量监控技术，主要针对数据平面数据。</a:t>
            </a:r>
            <a:endParaRPr lang="en-US" altLang="zh-CN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SNMP</a:t>
            </a:r>
            <a:r>
              <a:rPr lang="zh-CN" altLang="en-US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是最主流的方式。</a:t>
            </a:r>
          </a:p>
        </p:txBody>
      </p:sp>
      <p:sp>
        <p:nvSpPr>
          <p:cNvPr id="29" name="文本占位符 3"/>
          <p:cNvSpPr txBox="1">
            <a:spLocks/>
          </p:cNvSpPr>
          <p:nvPr/>
        </p:nvSpPr>
        <p:spPr bwMode="gray">
          <a:xfrm>
            <a:off x="468317" y="1233488"/>
            <a:ext cx="11276183" cy="4680000"/>
          </a:xfrm>
          <a:prstGeom prst="rect">
            <a:avLst/>
          </a:prstGeom>
        </p:spPr>
        <p:txBody>
          <a:bodyPr/>
          <a:lstStyle>
            <a:lvl1pPr marL="302279" indent="-302279" algn="l" defTabSz="914034" rtl="0" eaLnBrk="1" latinLnBrk="0" hangingPunct="1">
              <a:lnSpc>
                <a:spcPct val="140000"/>
              </a:lnSpc>
              <a:spcBef>
                <a:spcPts val="792"/>
              </a:spcBef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endParaRPr lang="zh-CN" altLang="en-US" sz="18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622BE1C7-6CBE-499E-8608-5D19C2447F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4814007"/>
              </p:ext>
            </p:extLst>
          </p:nvPr>
        </p:nvGraphicFramePr>
        <p:xfrm>
          <a:off x="1637053" y="3516573"/>
          <a:ext cx="4538987" cy="933507"/>
        </p:xfrm>
        <a:graphic>
          <a:graphicData uri="http://schemas.openxmlformats.org/drawingml/2006/table">
            <a:tbl>
              <a:tblPr firstRow="1" bandRow="1"/>
              <a:tblGrid>
                <a:gridCol w="12701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88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42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管理平面数据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CPU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转速，设备温度，</a:t>
                      </a:r>
                      <a:r>
                        <a:rPr lang="zh-CN" altLang="en-US" sz="120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风扇转速</a:t>
                      </a:r>
                      <a:r>
                        <a:rPr lang="en-US" altLang="zh-CN" sz="120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…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907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控制平面数据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BGP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邻居，</a:t>
                      </a: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MPLS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邻居，</a:t>
                      </a:r>
                      <a:r>
                        <a:rPr lang="zh-CN" altLang="en-US" sz="120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路由信息</a:t>
                      </a:r>
                      <a:r>
                        <a:rPr lang="en-US" altLang="zh-CN" sz="120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…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614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数据平面数据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端口入方向流量，出方向流量</a:t>
                      </a: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…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0303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5086012-FC73-413B-A222-A99337072DC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传统网络采集技术的问题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>
                <a:sym typeface="Huawei Sans" panose="020C0503030203020204" pitchFamily="34" charset="0"/>
              </a:rPr>
              <a:t>奈奎斯特采样定律表示，当采样频率大于信号频率的</a:t>
            </a:r>
            <a:r>
              <a:rPr lang="en-US" altLang="zh-CN" sz="1800" dirty="0">
                <a:sym typeface="Huawei Sans" panose="020C0503030203020204" pitchFamily="34" charset="0"/>
              </a:rPr>
              <a:t>2</a:t>
            </a:r>
            <a:r>
              <a:rPr lang="zh-CN" altLang="en-US" sz="1800" dirty="0">
                <a:sym typeface="Huawei Sans" panose="020C0503030203020204" pitchFamily="34" charset="0"/>
              </a:rPr>
              <a:t>倍时，才能完整保留原始信号中的信息。</a:t>
            </a:r>
            <a:r>
              <a:rPr lang="en-US" altLang="zh-CN" sz="1800" dirty="0">
                <a:sym typeface="Huawei Sans" panose="020C0503030203020204" pitchFamily="34" charset="0"/>
              </a:rPr>
              <a:t>SNMP</a:t>
            </a:r>
            <a:r>
              <a:rPr lang="zh-CN" altLang="en-US" sz="1800" dirty="0">
                <a:sym typeface="Huawei Sans" panose="020C0503030203020204" pitchFamily="34" charset="0"/>
              </a:rPr>
              <a:t>的采集周期为</a:t>
            </a:r>
            <a:r>
              <a:rPr lang="en-US" altLang="zh-CN" sz="1800" dirty="0">
                <a:sym typeface="Huawei Sans" panose="020C0503030203020204" pitchFamily="34" charset="0"/>
              </a:rPr>
              <a:t>5</a:t>
            </a:r>
            <a:r>
              <a:rPr lang="zh-CN" altLang="en-US" sz="1800" dirty="0">
                <a:sym typeface="Huawei Sans" panose="020C0503030203020204" pitchFamily="34" charset="0"/>
              </a:rPr>
              <a:t>分钟，通常会导致细节信息丢失。</a:t>
            </a: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7B731F2-AB52-4AE1-AF22-A15C34AF5249}"/>
              </a:ext>
            </a:extLst>
          </p:cNvPr>
          <p:cNvSpPr txBox="1"/>
          <p:nvPr/>
        </p:nvSpPr>
        <p:spPr bwMode="gray">
          <a:xfrm>
            <a:off x="6719555" y="3844590"/>
            <a:ext cx="4538940" cy="750142"/>
          </a:xfrm>
          <a:prstGeom prst="rect">
            <a:avLst/>
          </a:prstGeom>
          <a:noFill/>
          <a:ln w="19050">
            <a:solidFill>
              <a:srgbClr val="56C4D2"/>
            </a:solidFill>
          </a:ln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sz="1600">
                <a:solidFill>
                  <a:prstClr val="black"/>
                </a:solidFill>
              </a:defRPr>
            </a:lvl1pPr>
          </a:lstStyle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正常的接口带宽变化是如下的红色线条。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SNMP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定期查询采集无法发现流量异常。</a:t>
            </a:r>
            <a:endParaRPr lang="zh-CN" altLang="en-US" dirty="0">
              <a:solidFill>
                <a:srgbClr val="C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圆角矩形 75">
            <a:extLst>
              <a:ext uri="{FF2B5EF4-FFF2-40B4-BE49-F238E27FC236}">
                <a16:creationId xmlns:a16="http://schemas.microsoft.com/office/drawing/2014/main" id="{B20B8D5C-E1DA-47B1-8F3B-1B8A1DA1B8B5}"/>
              </a:ext>
            </a:extLst>
          </p:cNvPr>
          <p:cNvSpPr/>
          <p:nvPr/>
        </p:nvSpPr>
        <p:spPr bwMode="gray">
          <a:xfrm>
            <a:off x="559129" y="2279832"/>
            <a:ext cx="11088815" cy="345352"/>
          </a:xfrm>
          <a:prstGeom prst="roundRect">
            <a:avLst>
              <a:gd name="adj" fmla="val 10604"/>
            </a:avLst>
          </a:prstGeom>
          <a:solidFill>
            <a:srgbClr val="56C4D2"/>
          </a:solidFill>
          <a:ln>
            <a:solidFill>
              <a:srgbClr val="00B0F0"/>
            </a:solidFill>
          </a:ln>
        </p:spPr>
        <p:txBody>
          <a:bodyPr wrap="square" rtlCol="0" anchor="ctr" anchorCtr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700" b="1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采样周期过长</a:t>
            </a:r>
            <a:endParaRPr lang="zh-CN" altLang="en-US" sz="17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圆角矩形 75">
            <a:extLst>
              <a:ext uri="{FF2B5EF4-FFF2-40B4-BE49-F238E27FC236}">
                <a16:creationId xmlns:a16="http://schemas.microsoft.com/office/drawing/2014/main" id="{31039409-D54F-4400-8F9D-2C4AD3FA2F96}"/>
              </a:ext>
            </a:extLst>
          </p:cNvPr>
          <p:cNvSpPr/>
          <p:nvPr/>
        </p:nvSpPr>
        <p:spPr bwMode="gray">
          <a:xfrm>
            <a:off x="559405" y="2653814"/>
            <a:ext cx="11088815" cy="3405855"/>
          </a:xfrm>
          <a:prstGeom prst="roundRect">
            <a:avLst>
              <a:gd name="adj" fmla="val 874"/>
            </a:avLst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 anchorCtr="0">
            <a:noAutofit/>
          </a:bodyPr>
          <a:lstStyle/>
          <a:p>
            <a:pPr marL="177800" indent="-177800"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16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" name="直接箭头连接符 4"/>
          <p:cNvCxnSpPr/>
          <p:nvPr/>
        </p:nvCxnSpPr>
        <p:spPr bwMode="gray">
          <a:xfrm>
            <a:off x="961841" y="5630420"/>
            <a:ext cx="5285105" cy="6269"/>
          </a:xfrm>
          <a:prstGeom prst="straightConnector1">
            <a:avLst/>
          </a:prstGeom>
          <a:ln w="38100">
            <a:solidFill>
              <a:srgbClr val="94DA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 bwMode="gray">
          <a:xfrm flipV="1">
            <a:off x="961841" y="2851220"/>
            <a:ext cx="0" cy="2794995"/>
          </a:xfrm>
          <a:prstGeom prst="straightConnector1">
            <a:avLst/>
          </a:prstGeom>
          <a:ln w="38100">
            <a:solidFill>
              <a:srgbClr val="94DA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 bwMode="gray">
          <a:xfrm>
            <a:off x="950665" y="4479648"/>
            <a:ext cx="4937760" cy="0"/>
          </a:xfrm>
          <a:prstGeom prst="line">
            <a:avLst/>
          </a:prstGeom>
          <a:ln w="38100">
            <a:solidFill>
              <a:srgbClr val="FFD1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任意多边形 13"/>
          <p:cNvSpPr/>
          <p:nvPr/>
        </p:nvSpPr>
        <p:spPr bwMode="gray">
          <a:xfrm>
            <a:off x="950665" y="4058458"/>
            <a:ext cx="4693920" cy="1432905"/>
          </a:xfrm>
          <a:custGeom>
            <a:avLst/>
            <a:gdLst>
              <a:gd name="connsiteX0" fmla="*/ 0 w 4693920"/>
              <a:gd name="connsiteY0" fmla="*/ 457200 h 1432905"/>
              <a:gd name="connsiteX1" fmla="*/ 101600 w 4693920"/>
              <a:gd name="connsiteY1" fmla="*/ 558800 h 1432905"/>
              <a:gd name="connsiteX2" fmla="*/ 132080 w 4693920"/>
              <a:gd name="connsiteY2" fmla="*/ 528320 h 1432905"/>
              <a:gd name="connsiteX3" fmla="*/ 142240 w 4693920"/>
              <a:gd name="connsiteY3" fmla="*/ 497840 h 1432905"/>
              <a:gd name="connsiteX4" fmla="*/ 182880 w 4693920"/>
              <a:gd name="connsiteY4" fmla="*/ 396240 h 1432905"/>
              <a:gd name="connsiteX5" fmla="*/ 193040 w 4693920"/>
              <a:gd name="connsiteY5" fmla="*/ 365760 h 1432905"/>
              <a:gd name="connsiteX6" fmla="*/ 213360 w 4693920"/>
              <a:gd name="connsiteY6" fmla="*/ 264160 h 1432905"/>
              <a:gd name="connsiteX7" fmla="*/ 223520 w 4693920"/>
              <a:gd name="connsiteY7" fmla="*/ 233680 h 1432905"/>
              <a:gd name="connsiteX8" fmla="*/ 243840 w 4693920"/>
              <a:gd name="connsiteY8" fmla="*/ 203200 h 1432905"/>
              <a:gd name="connsiteX9" fmla="*/ 274320 w 4693920"/>
              <a:gd name="connsiteY9" fmla="*/ 132080 h 1432905"/>
              <a:gd name="connsiteX10" fmla="*/ 314960 w 4693920"/>
              <a:gd name="connsiteY10" fmla="*/ 71120 h 1432905"/>
              <a:gd name="connsiteX11" fmla="*/ 335280 w 4693920"/>
              <a:gd name="connsiteY11" fmla="*/ 0 h 1432905"/>
              <a:gd name="connsiteX12" fmla="*/ 345440 w 4693920"/>
              <a:gd name="connsiteY12" fmla="*/ 30480 h 1432905"/>
              <a:gd name="connsiteX13" fmla="*/ 355600 w 4693920"/>
              <a:gd name="connsiteY13" fmla="*/ 132080 h 1432905"/>
              <a:gd name="connsiteX14" fmla="*/ 426720 w 4693920"/>
              <a:gd name="connsiteY14" fmla="*/ 142240 h 1432905"/>
              <a:gd name="connsiteX15" fmla="*/ 487680 w 4693920"/>
              <a:gd name="connsiteY15" fmla="*/ 172720 h 1432905"/>
              <a:gd name="connsiteX16" fmla="*/ 548640 w 4693920"/>
              <a:gd name="connsiteY16" fmla="*/ 203200 h 1432905"/>
              <a:gd name="connsiteX17" fmla="*/ 579120 w 4693920"/>
              <a:gd name="connsiteY17" fmla="*/ 355600 h 1432905"/>
              <a:gd name="connsiteX18" fmla="*/ 599440 w 4693920"/>
              <a:gd name="connsiteY18" fmla="*/ 426720 h 1432905"/>
              <a:gd name="connsiteX19" fmla="*/ 650240 w 4693920"/>
              <a:gd name="connsiteY19" fmla="*/ 497840 h 1432905"/>
              <a:gd name="connsiteX20" fmla="*/ 680720 w 4693920"/>
              <a:gd name="connsiteY20" fmla="*/ 599440 h 1432905"/>
              <a:gd name="connsiteX21" fmla="*/ 751840 w 4693920"/>
              <a:gd name="connsiteY21" fmla="*/ 568960 h 1432905"/>
              <a:gd name="connsiteX22" fmla="*/ 822960 w 4693920"/>
              <a:gd name="connsiteY22" fmla="*/ 518160 h 1432905"/>
              <a:gd name="connsiteX23" fmla="*/ 863600 w 4693920"/>
              <a:gd name="connsiteY23" fmla="*/ 497840 h 1432905"/>
              <a:gd name="connsiteX24" fmla="*/ 934720 w 4693920"/>
              <a:gd name="connsiteY24" fmla="*/ 467360 h 1432905"/>
              <a:gd name="connsiteX25" fmla="*/ 965200 w 4693920"/>
              <a:gd name="connsiteY25" fmla="*/ 436880 h 1432905"/>
              <a:gd name="connsiteX26" fmla="*/ 995680 w 4693920"/>
              <a:gd name="connsiteY26" fmla="*/ 426720 h 1432905"/>
              <a:gd name="connsiteX27" fmla="*/ 1056640 w 4693920"/>
              <a:gd name="connsiteY27" fmla="*/ 375920 h 1432905"/>
              <a:gd name="connsiteX28" fmla="*/ 1066800 w 4693920"/>
              <a:gd name="connsiteY28" fmla="*/ 345440 h 1432905"/>
              <a:gd name="connsiteX29" fmla="*/ 1097280 w 4693920"/>
              <a:gd name="connsiteY29" fmla="*/ 325120 h 1432905"/>
              <a:gd name="connsiteX30" fmla="*/ 1117600 w 4693920"/>
              <a:gd name="connsiteY30" fmla="*/ 294640 h 1432905"/>
              <a:gd name="connsiteX31" fmla="*/ 1148080 w 4693920"/>
              <a:gd name="connsiteY31" fmla="*/ 304800 h 1432905"/>
              <a:gd name="connsiteX32" fmla="*/ 1209040 w 4693920"/>
              <a:gd name="connsiteY32" fmla="*/ 345440 h 1432905"/>
              <a:gd name="connsiteX33" fmla="*/ 1219200 w 4693920"/>
              <a:gd name="connsiteY33" fmla="*/ 375920 h 1432905"/>
              <a:gd name="connsiteX34" fmla="*/ 1249680 w 4693920"/>
              <a:gd name="connsiteY34" fmla="*/ 386080 h 1432905"/>
              <a:gd name="connsiteX35" fmla="*/ 1361440 w 4693920"/>
              <a:gd name="connsiteY35" fmla="*/ 396240 h 1432905"/>
              <a:gd name="connsiteX36" fmla="*/ 1402080 w 4693920"/>
              <a:gd name="connsiteY36" fmla="*/ 528320 h 1432905"/>
              <a:gd name="connsiteX37" fmla="*/ 1432560 w 4693920"/>
              <a:gd name="connsiteY37" fmla="*/ 508000 h 1432905"/>
              <a:gd name="connsiteX38" fmla="*/ 1473200 w 4693920"/>
              <a:gd name="connsiteY38" fmla="*/ 416560 h 1432905"/>
              <a:gd name="connsiteX39" fmla="*/ 1483360 w 4693920"/>
              <a:gd name="connsiteY39" fmla="*/ 386080 h 1432905"/>
              <a:gd name="connsiteX40" fmla="*/ 1534160 w 4693920"/>
              <a:gd name="connsiteY40" fmla="*/ 142240 h 1432905"/>
              <a:gd name="connsiteX41" fmla="*/ 1574800 w 4693920"/>
              <a:gd name="connsiteY41" fmla="*/ 213360 h 1432905"/>
              <a:gd name="connsiteX42" fmla="*/ 1645920 w 4693920"/>
              <a:gd name="connsiteY42" fmla="*/ 294640 h 1432905"/>
              <a:gd name="connsiteX43" fmla="*/ 1656080 w 4693920"/>
              <a:gd name="connsiteY43" fmla="*/ 325120 h 1432905"/>
              <a:gd name="connsiteX44" fmla="*/ 1747520 w 4693920"/>
              <a:gd name="connsiteY44" fmla="*/ 335280 h 1432905"/>
              <a:gd name="connsiteX45" fmla="*/ 1778000 w 4693920"/>
              <a:gd name="connsiteY45" fmla="*/ 670560 h 1432905"/>
              <a:gd name="connsiteX46" fmla="*/ 1818640 w 4693920"/>
              <a:gd name="connsiteY46" fmla="*/ 721360 h 1432905"/>
              <a:gd name="connsiteX47" fmla="*/ 1828800 w 4693920"/>
              <a:gd name="connsiteY47" fmla="*/ 751840 h 1432905"/>
              <a:gd name="connsiteX48" fmla="*/ 1899920 w 4693920"/>
              <a:gd name="connsiteY48" fmla="*/ 863600 h 1432905"/>
              <a:gd name="connsiteX49" fmla="*/ 1920240 w 4693920"/>
              <a:gd name="connsiteY49" fmla="*/ 924560 h 1432905"/>
              <a:gd name="connsiteX50" fmla="*/ 1930400 w 4693920"/>
              <a:gd name="connsiteY50" fmla="*/ 975360 h 1432905"/>
              <a:gd name="connsiteX51" fmla="*/ 1960880 w 4693920"/>
              <a:gd name="connsiteY51" fmla="*/ 985520 h 1432905"/>
              <a:gd name="connsiteX52" fmla="*/ 2032000 w 4693920"/>
              <a:gd name="connsiteY52" fmla="*/ 1026160 h 1432905"/>
              <a:gd name="connsiteX53" fmla="*/ 2062480 w 4693920"/>
              <a:gd name="connsiteY53" fmla="*/ 1036320 h 1432905"/>
              <a:gd name="connsiteX54" fmla="*/ 2092960 w 4693920"/>
              <a:gd name="connsiteY54" fmla="*/ 1016000 h 1432905"/>
              <a:gd name="connsiteX55" fmla="*/ 2133600 w 4693920"/>
              <a:gd name="connsiteY55" fmla="*/ 955040 h 1432905"/>
              <a:gd name="connsiteX56" fmla="*/ 2153920 w 4693920"/>
              <a:gd name="connsiteY56" fmla="*/ 924560 h 1432905"/>
              <a:gd name="connsiteX57" fmla="*/ 2194560 w 4693920"/>
              <a:gd name="connsiteY57" fmla="*/ 741680 h 1432905"/>
              <a:gd name="connsiteX58" fmla="*/ 2204720 w 4693920"/>
              <a:gd name="connsiteY58" fmla="*/ 528320 h 1432905"/>
              <a:gd name="connsiteX59" fmla="*/ 2184400 w 4693920"/>
              <a:gd name="connsiteY59" fmla="*/ 355600 h 1432905"/>
              <a:gd name="connsiteX60" fmla="*/ 2194560 w 4693920"/>
              <a:gd name="connsiteY60" fmla="*/ 162560 h 1432905"/>
              <a:gd name="connsiteX61" fmla="*/ 2204720 w 4693920"/>
              <a:gd name="connsiteY61" fmla="*/ 132080 h 1432905"/>
              <a:gd name="connsiteX62" fmla="*/ 2235200 w 4693920"/>
              <a:gd name="connsiteY62" fmla="*/ 152400 h 1432905"/>
              <a:gd name="connsiteX63" fmla="*/ 2265680 w 4693920"/>
              <a:gd name="connsiteY63" fmla="*/ 182880 h 1432905"/>
              <a:gd name="connsiteX64" fmla="*/ 2306320 w 4693920"/>
              <a:gd name="connsiteY64" fmla="*/ 213360 h 1432905"/>
              <a:gd name="connsiteX65" fmla="*/ 2336800 w 4693920"/>
              <a:gd name="connsiteY65" fmla="*/ 243840 h 1432905"/>
              <a:gd name="connsiteX66" fmla="*/ 2438400 w 4693920"/>
              <a:gd name="connsiteY66" fmla="*/ 335280 h 1432905"/>
              <a:gd name="connsiteX67" fmla="*/ 2489200 w 4693920"/>
              <a:gd name="connsiteY67" fmla="*/ 396240 h 1432905"/>
              <a:gd name="connsiteX68" fmla="*/ 2540000 w 4693920"/>
              <a:gd name="connsiteY68" fmla="*/ 447040 h 1432905"/>
              <a:gd name="connsiteX69" fmla="*/ 2743200 w 4693920"/>
              <a:gd name="connsiteY69" fmla="*/ 436880 h 1432905"/>
              <a:gd name="connsiteX70" fmla="*/ 2804160 w 4693920"/>
              <a:gd name="connsiteY70" fmla="*/ 416560 h 1432905"/>
              <a:gd name="connsiteX71" fmla="*/ 2824480 w 4693920"/>
              <a:gd name="connsiteY71" fmla="*/ 447040 h 1432905"/>
              <a:gd name="connsiteX72" fmla="*/ 2834640 w 4693920"/>
              <a:gd name="connsiteY72" fmla="*/ 477520 h 1432905"/>
              <a:gd name="connsiteX73" fmla="*/ 2854960 w 4693920"/>
              <a:gd name="connsiteY73" fmla="*/ 518160 h 1432905"/>
              <a:gd name="connsiteX74" fmla="*/ 2875280 w 4693920"/>
              <a:gd name="connsiteY74" fmla="*/ 548640 h 1432905"/>
              <a:gd name="connsiteX75" fmla="*/ 2895600 w 4693920"/>
              <a:gd name="connsiteY75" fmla="*/ 589280 h 1432905"/>
              <a:gd name="connsiteX76" fmla="*/ 2966720 w 4693920"/>
              <a:gd name="connsiteY76" fmla="*/ 680720 h 1432905"/>
              <a:gd name="connsiteX77" fmla="*/ 2976880 w 4693920"/>
              <a:gd name="connsiteY77" fmla="*/ 721360 h 1432905"/>
              <a:gd name="connsiteX78" fmla="*/ 2997200 w 4693920"/>
              <a:gd name="connsiteY78" fmla="*/ 690880 h 1432905"/>
              <a:gd name="connsiteX79" fmla="*/ 3027680 w 4693920"/>
              <a:gd name="connsiteY79" fmla="*/ 640080 h 1432905"/>
              <a:gd name="connsiteX80" fmla="*/ 3037840 w 4693920"/>
              <a:gd name="connsiteY80" fmla="*/ 609600 h 1432905"/>
              <a:gd name="connsiteX81" fmla="*/ 3281680 w 4693920"/>
              <a:gd name="connsiteY81" fmla="*/ 599440 h 1432905"/>
              <a:gd name="connsiteX82" fmla="*/ 3312160 w 4693920"/>
              <a:gd name="connsiteY82" fmla="*/ 375920 h 1432905"/>
              <a:gd name="connsiteX83" fmla="*/ 3352800 w 4693920"/>
              <a:gd name="connsiteY83" fmla="*/ 162560 h 1432905"/>
              <a:gd name="connsiteX84" fmla="*/ 3362960 w 4693920"/>
              <a:gd name="connsiteY84" fmla="*/ 132080 h 1432905"/>
              <a:gd name="connsiteX85" fmla="*/ 3383280 w 4693920"/>
              <a:gd name="connsiteY85" fmla="*/ 497840 h 1432905"/>
              <a:gd name="connsiteX86" fmla="*/ 3393440 w 4693920"/>
              <a:gd name="connsiteY86" fmla="*/ 528320 h 1432905"/>
              <a:gd name="connsiteX87" fmla="*/ 3413760 w 4693920"/>
              <a:gd name="connsiteY87" fmla="*/ 629920 h 1432905"/>
              <a:gd name="connsiteX88" fmla="*/ 3434080 w 4693920"/>
              <a:gd name="connsiteY88" fmla="*/ 711200 h 1432905"/>
              <a:gd name="connsiteX89" fmla="*/ 3464560 w 4693920"/>
              <a:gd name="connsiteY89" fmla="*/ 762000 h 1432905"/>
              <a:gd name="connsiteX90" fmla="*/ 3484880 w 4693920"/>
              <a:gd name="connsiteY90" fmla="*/ 822960 h 1432905"/>
              <a:gd name="connsiteX91" fmla="*/ 3515360 w 4693920"/>
              <a:gd name="connsiteY91" fmla="*/ 904240 h 1432905"/>
              <a:gd name="connsiteX92" fmla="*/ 3535680 w 4693920"/>
              <a:gd name="connsiteY92" fmla="*/ 934720 h 1432905"/>
              <a:gd name="connsiteX93" fmla="*/ 3566160 w 4693920"/>
              <a:gd name="connsiteY93" fmla="*/ 1036320 h 1432905"/>
              <a:gd name="connsiteX94" fmla="*/ 3596640 w 4693920"/>
              <a:gd name="connsiteY94" fmla="*/ 1087120 h 1432905"/>
              <a:gd name="connsiteX95" fmla="*/ 3616960 w 4693920"/>
              <a:gd name="connsiteY95" fmla="*/ 1219200 h 1432905"/>
              <a:gd name="connsiteX96" fmla="*/ 3637280 w 4693920"/>
              <a:gd name="connsiteY96" fmla="*/ 1280160 h 1432905"/>
              <a:gd name="connsiteX97" fmla="*/ 3647440 w 4693920"/>
              <a:gd name="connsiteY97" fmla="*/ 1310640 h 1432905"/>
              <a:gd name="connsiteX98" fmla="*/ 3657600 w 4693920"/>
              <a:gd name="connsiteY98" fmla="*/ 1391920 h 1432905"/>
              <a:gd name="connsiteX99" fmla="*/ 3667760 w 4693920"/>
              <a:gd name="connsiteY99" fmla="*/ 1432560 h 1432905"/>
              <a:gd name="connsiteX100" fmla="*/ 3698240 w 4693920"/>
              <a:gd name="connsiteY100" fmla="*/ 1402080 h 1432905"/>
              <a:gd name="connsiteX101" fmla="*/ 3759200 w 4693920"/>
              <a:gd name="connsiteY101" fmla="*/ 1239520 h 1432905"/>
              <a:gd name="connsiteX102" fmla="*/ 3769360 w 4693920"/>
              <a:gd name="connsiteY102" fmla="*/ 1209040 h 1432905"/>
              <a:gd name="connsiteX103" fmla="*/ 3799840 w 4693920"/>
              <a:gd name="connsiteY103" fmla="*/ 1137920 h 1432905"/>
              <a:gd name="connsiteX104" fmla="*/ 3840480 w 4693920"/>
              <a:gd name="connsiteY104" fmla="*/ 1026160 h 1432905"/>
              <a:gd name="connsiteX105" fmla="*/ 3850640 w 4693920"/>
              <a:gd name="connsiteY105" fmla="*/ 975360 h 1432905"/>
              <a:gd name="connsiteX106" fmla="*/ 3901440 w 4693920"/>
              <a:gd name="connsiteY106" fmla="*/ 853440 h 1432905"/>
              <a:gd name="connsiteX107" fmla="*/ 3911600 w 4693920"/>
              <a:gd name="connsiteY107" fmla="*/ 782320 h 1432905"/>
              <a:gd name="connsiteX108" fmla="*/ 3931920 w 4693920"/>
              <a:gd name="connsiteY108" fmla="*/ 721360 h 1432905"/>
              <a:gd name="connsiteX109" fmla="*/ 3942080 w 4693920"/>
              <a:gd name="connsiteY109" fmla="*/ 629920 h 1432905"/>
              <a:gd name="connsiteX110" fmla="*/ 3962400 w 4693920"/>
              <a:gd name="connsiteY110" fmla="*/ 558800 h 1432905"/>
              <a:gd name="connsiteX111" fmla="*/ 3982720 w 4693920"/>
              <a:gd name="connsiteY111" fmla="*/ 396240 h 1432905"/>
              <a:gd name="connsiteX112" fmla="*/ 3992880 w 4693920"/>
              <a:gd name="connsiteY112" fmla="*/ 325120 h 1432905"/>
              <a:gd name="connsiteX113" fmla="*/ 4003040 w 4693920"/>
              <a:gd name="connsiteY113" fmla="*/ 101600 h 1432905"/>
              <a:gd name="connsiteX114" fmla="*/ 4033520 w 4693920"/>
              <a:gd name="connsiteY114" fmla="*/ 121920 h 1432905"/>
              <a:gd name="connsiteX115" fmla="*/ 4094480 w 4693920"/>
              <a:gd name="connsiteY115" fmla="*/ 172720 h 1432905"/>
              <a:gd name="connsiteX116" fmla="*/ 4114800 w 4693920"/>
              <a:gd name="connsiteY116" fmla="*/ 243840 h 1432905"/>
              <a:gd name="connsiteX117" fmla="*/ 4124960 w 4693920"/>
              <a:gd name="connsiteY117" fmla="*/ 314960 h 1432905"/>
              <a:gd name="connsiteX118" fmla="*/ 4145280 w 4693920"/>
              <a:gd name="connsiteY118" fmla="*/ 375920 h 1432905"/>
              <a:gd name="connsiteX119" fmla="*/ 4155440 w 4693920"/>
              <a:gd name="connsiteY119" fmla="*/ 416560 h 1432905"/>
              <a:gd name="connsiteX120" fmla="*/ 4165600 w 4693920"/>
              <a:gd name="connsiteY120" fmla="*/ 508000 h 1432905"/>
              <a:gd name="connsiteX121" fmla="*/ 4338320 w 4693920"/>
              <a:gd name="connsiteY121" fmla="*/ 467360 h 1432905"/>
              <a:gd name="connsiteX122" fmla="*/ 4358640 w 4693920"/>
              <a:gd name="connsiteY122" fmla="*/ 497840 h 1432905"/>
              <a:gd name="connsiteX123" fmla="*/ 4368800 w 4693920"/>
              <a:gd name="connsiteY123" fmla="*/ 538480 h 1432905"/>
              <a:gd name="connsiteX124" fmla="*/ 4389120 w 4693920"/>
              <a:gd name="connsiteY124" fmla="*/ 599440 h 1432905"/>
              <a:gd name="connsiteX125" fmla="*/ 4399280 w 4693920"/>
              <a:gd name="connsiteY125" fmla="*/ 629920 h 1432905"/>
              <a:gd name="connsiteX126" fmla="*/ 4409440 w 4693920"/>
              <a:gd name="connsiteY126" fmla="*/ 660400 h 1432905"/>
              <a:gd name="connsiteX127" fmla="*/ 4490720 w 4693920"/>
              <a:gd name="connsiteY127" fmla="*/ 650240 h 1432905"/>
              <a:gd name="connsiteX128" fmla="*/ 4551680 w 4693920"/>
              <a:gd name="connsiteY128" fmla="*/ 629920 h 1432905"/>
              <a:gd name="connsiteX129" fmla="*/ 4592320 w 4693920"/>
              <a:gd name="connsiteY129" fmla="*/ 619760 h 1432905"/>
              <a:gd name="connsiteX130" fmla="*/ 4622800 w 4693920"/>
              <a:gd name="connsiteY130" fmla="*/ 609600 h 1432905"/>
              <a:gd name="connsiteX131" fmla="*/ 4663440 w 4693920"/>
              <a:gd name="connsiteY131" fmla="*/ 599440 h 1432905"/>
              <a:gd name="connsiteX132" fmla="*/ 4693920 w 4693920"/>
              <a:gd name="connsiteY132" fmla="*/ 589280 h 1432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</a:cxnLst>
            <a:rect l="l" t="t" r="r" b="b"/>
            <a:pathLst>
              <a:path w="4693920" h="1432905">
                <a:moveTo>
                  <a:pt x="0" y="457200"/>
                </a:moveTo>
                <a:cubicBezTo>
                  <a:pt x="77695" y="557094"/>
                  <a:pt x="34488" y="536429"/>
                  <a:pt x="101600" y="558800"/>
                </a:cubicBezTo>
                <a:cubicBezTo>
                  <a:pt x="111760" y="548640"/>
                  <a:pt x="124110" y="540275"/>
                  <a:pt x="132080" y="528320"/>
                </a:cubicBezTo>
                <a:cubicBezTo>
                  <a:pt x="138021" y="519409"/>
                  <a:pt x="138021" y="507684"/>
                  <a:pt x="142240" y="497840"/>
                </a:cubicBezTo>
                <a:cubicBezTo>
                  <a:pt x="187088" y="393194"/>
                  <a:pt x="136629" y="534994"/>
                  <a:pt x="182880" y="396240"/>
                </a:cubicBezTo>
                <a:cubicBezTo>
                  <a:pt x="186267" y="386080"/>
                  <a:pt x="191279" y="376324"/>
                  <a:pt x="193040" y="365760"/>
                </a:cubicBezTo>
                <a:cubicBezTo>
                  <a:pt x="201024" y="317858"/>
                  <a:pt x="201235" y="306598"/>
                  <a:pt x="213360" y="264160"/>
                </a:cubicBezTo>
                <a:cubicBezTo>
                  <a:pt x="216302" y="253862"/>
                  <a:pt x="218731" y="243259"/>
                  <a:pt x="223520" y="233680"/>
                </a:cubicBezTo>
                <a:cubicBezTo>
                  <a:pt x="228981" y="222758"/>
                  <a:pt x="238379" y="214122"/>
                  <a:pt x="243840" y="203200"/>
                </a:cubicBezTo>
                <a:cubicBezTo>
                  <a:pt x="285883" y="119114"/>
                  <a:pt x="210895" y="237789"/>
                  <a:pt x="274320" y="132080"/>
                </a:cubicBezTo>
                <a:cubicBezTo>
                  <a:pt x="286885" y="111139"/>
                  <a:pt x="307237" y="94288"/>
                  <a:pt x="314960" y="71120"/>
                </a:cubicBezTo>
                <a:cubicBezTo>
                  <a:pt x="329536" y="27393"/>
                  <a:pt x="322523" y="51030"/>
                  <a:pt x="335280" y="0"/>
                </a:cubicBezTo>
                <a:cubicBezTo>
                  <a:pt x="338667" y="10160"/>
                  <a:pt x="343812" y="19895"/>
                  <a:pt x="345440" y="30480"/>
                </a:cubicBezTo>
                <a:cubicBezTo>
                  <a:pt x="350615" y="64120"/>
                  <a:pt x="335581" y="104554"/>
                  <a:pt x="355600" y="132080"/>
                </a:cubicBezTo>
                <a:cubicBezTo>
                  <a:pt x="369685" y="151447"/>
                  <a:pt x="403013" y="138853"/>
                  <a:pt x="426720" y="142240"/>
                </a:cubicBezTo>
                <a:cubicBezTo>
                  <a:pt x="514071" y="200474"/>
                  <a:pt x="403552" y="130656"/>
                  <a:pt x="487680" y="172720"/>
                </a:cubicBezTo>
                <a:cubicBezTo>
                  <a:pt x="566462" y="212111"/>
                  <a:pt x="472028" y="177663"/>
                  <a:pt x="548640" y="203200"/>
                </a:cubicBezTo>
                <a:cubicBezTo>
                  <a:pt x="562749" y="301966"/>
                  <a:pt x="552992" y="251088"/>
                  <a:pt x="579120" y="355600"/>
                </a:cubicBezTo>
                <a:cubicBezTo>
                  <a:pt x="582375" y="368621"/>
                  <a:pt x="592152" y="412144"/>
                  <a:pt x="599440" y="426720"/>
                </a:cubicBezTo>
                <a:cubicBezTo>
                  <a:pt x="606868" y="441576"/>
                  <a:pt x="643337" y="488636"/>
                  <a:pt x="650240" y="497840"/>
                </a:cubicBezTo>
                <a:cubicBezTo>
                  <a:pt x="674976" y="572047"/>
                  <a:pt x="665365" y="538020"/>
                  <a:pt x="680720" y="599440"/>
                </a:cubicBezTo>
                <a:cubicBezTo>
                  <a:pt x="714915" y="588042"/>
                  <a:pt x="716687" y="589048"/>
                  <a:pt x="751840" y="568960"/>
                </a:cubicBezTo>
                <a:cubicBezTo>
                  <a:pt x="801992" y="540302"/>
                  <a:pt x="764810" y="554504"/>
                  <a:pt x="822960" y="518160"/>
                </a:cubicBezTo>
                <a:cubicBezTo>
                  <a:pt x="835803" y="510133"/>
                  <a:pt x="849679" y="503806"/>
                  <a:pt x="863600" y="497840"/>
                </a:cubicBezTo>
                <a:cubicBezTo>
                  <a:pt x="896765" y="483626"/>
                  <a:pt x="901024" y="491429"/>
                  <a:pt x="934720" y="467360"/>
                </a:cubicBezTo>
                <a:cubicBezTo>
                  <a:pt x="946412" y="459009"/>
                  <a:pt x="953245" y="444850"/>
                  <a:pt x="965200" y="436880"/>
                </a:cubicBezTo>
                <a:cubicBezTo>
                  <a:pt x="974111" y="430939"/>
                  <a:pt x="986101" y="431509"/>
                  <a:pt x="995680" y="426720"/>
                </a:cubicBezTo>
                <a:cubicBezTo>
                  <a:pt x="1023970" y="412575"/>
                  <a:pt x="1034170" y="398390"/>
                  <a:pt x="1056640" y="375920"/>
                </a:cubicBezTo>
                <a:cubicBezTo>
                  <a:pt x="1060027" y="365760"/>
                  <a:pt x="1060110" y="353803"/>
                  <a:pt x="1066800" y="345440"/>
                </a:cubicBezTo>
                <a:cubicBezTo>
                  <a:pt x="1074428" y="335905"/>
                  <a:pt x="1088646" y="333754"/>
                  <a:pt x="1097280" y="325120"/>
                </a:cubicBezTo>
                <a:cubicBezTo>
                  <a:pt x="1105914" y="316486"/>
                  <a:pt x="1110827" y="304800"/>
                  <a:pt x="1117600" y="294640"/>
                </a:cubicBezTo>
                <a:cubicBezTo>
                  <a:pt x="1127760" y="298027"/>
                  <a:pt x="1138718" y="299599"/>
                  <a:pt x="1148080" y="304800"/>
                </a:cubicBezTo>
                <a:cubicBezTo>
                  <a:pt x="1169428" y="316660"/>
                  <a:pt x="1209040" y="345440"/>
                  <a:pt x="1209040" y="345440"/>
                </a:cubicBezTo>
                <a:cubicBezTo>
                  <a:pt x="1212427" y="355600"/>
                  <a:pt x="1211627" y="368347"/>
                  <a:pt x="1219200" y="375920"/>
                </a:cubicBezTo>
                <a:cubicBezTo>
                  <a:pt x="1226773" y="383493"/>
                  <a:pt x="1239078" y="384565"/>
                  <a:pt x="1249680" y="386080"/>
                </a:cubicBezTo>
                <a:cubicBezTo>
                  <a:pt x="1286711" y="391370"/>
                  <a:pt x="1324187" y="392853"/>
                  <a:pt x="1361440" y="396240"/>
                </a:cubicBezTo>
                <a:cubicBezTo>
                  <a:pt x="1375073" y="614366"/>
                  <a:pt x="1332528" y="586280"/>
                  <a:pt x="1402080" y="528320"/>
                </a:cubicBezTo>
                <a:cubicBezTo>
                  <a:pt x="1411461" y="520503"/>
                  <a:pt x="1422400" y="514773"/>
                  <a:pt x="1432560" y="508000"/>
                </a:cubicBezTo>
                <a:cubicBezTo>
                  <a:pt x="1464761" y="459698"/>
                  <a:pt x="1449019" y="489104"/>
                  <a:pt x="1473200" y="416560"/>
                </a:cubicBezTo>
                <a:lnTo>
                  <a:pt x="1483360" y="386080"/>
                </a:lnTo>
                <a:cubicBezTo>
                  <a:pt x="1504534" y="121405"/>
                  <a:pt x="1423102" y="105221"/>
                  <a:pt x="1534160" y="142240"/>
                </a:cubicBezTo>
                <a:cubicBezTo>
                  <a:pt x="1551089" y="193028"/>
                  <a:pt x="1535658" y="157442"/>
                  <a:pt x="1574800" y="213360"/>
                </a:cubicBezTo>
                <a:cubicBezTo>
                  <a:pt x="1626658" y="287443"/>
                  <a:pt x="1592898" y="259292"/>
                  <a:pt x="1645920" y="294640"/>
                </a:cubicBezTo>
                <a:cubicBezTo>
                  <a:pt x="1649307" y="304800"/>
                  <a:pt x="1646136" y="321143"/>
                  <a:pt x="1656080" y="325120"/>
                </a:cubicBezTo>
                <a:cubicBezTo>
                  <a:pt x="1684554" y="336510"/>
                  <a:pt x="1736869" y="306522"/>
                  <a:pt x="1747520" y="335280"/>
                </a:cubicBezTo>
                <a:cubicBezTo>
                  <a:pt x="1787329" y="442764"/>
                  <a:pt x="1725441" y="565443"/>
                  <a:pt x="1778000" y="670560"/>
                </a:cubicBezTo>
                <a:cubicBezTo>
                  <a:pt x="1787698" y="689956"/>
                  <a:pt x="1805093" y="704427"/>
                  <a:pt x="1818640" y="721360"/>
                </a:cubicBezTo>
                <a:cubicBezTo>
                  <a:pt x="1822027" y="731520"/>
                  <a:pt x="1824011" y="742261"/>
                  <a:pt x="1828800" y="751840"/>
                </a:cubicBezTo>
                <a:cubicBezTo>
                  <a:pt x="1859451" y="813142"/>
                  <a:pt x="1864463" y="816324"/>
                  <a:pt x="1899920" y="863600"/>
                </a:cubicBezTo>
                <a:cubicBezTo>
                  <a:pt x="1906693" y="883920"/>
                  <a:pt x="1916039" y="903557"/>
                  <a:pt x="1920240" y="924560"/>
                </a:cubicBezTo>
                <a:cubicBezTo>
                  <a:pt x="1923627" y="941493"/>
                  <a:pt x="1920821" y="960992"/>
                  <a:pt x="1930400" y="975360"/>
                </a:cubicBezTo>
                <a:cubicBezTo>
                  <a:pt x="1936341" y="984271"/>
                  <a:pt x="1951036" y="981301"/>
                  <a:pt x="1960880" y="985520"/>
                </a:cubicBezTo>
                <a:cubicBezTo>
                  <a:pt x="2085565" y="1038957"/>
                  <a:pt x="1929964" y="975142"/>
                  <a:pt x="2032000" y="1026160"/>
                </a:cubicBezTo>
                <a:cubicBezTo>
                  <a:pt x="2041579" y="1030949"/>
                  <a:pt x="2052320" y="1032933"/>
                  <a:pt x="2062480" y="1036320"/>
                </a:cubicBezTo>
                <a:cubicBezTo>
                  <a:pt x="2072640" y="1029547"/>
                  <a:pt x="2084919" y="1025190"/>
                  <a:pt x="2092960" y="1016000"/>
                </a:cubicBezTo>
                <a:cubicBezTo>
                  <a:pt x="2109042" y="997621"/>
                  <a:pt x="2120053" y="975360"/>
                  <a:pt x="2133600" y="955040"/>
                </a:cubicBezTo>
                <a:cubicBezTo>
                  <a:pt x="2140373" y="944880"/>
                  <a:pt x="2150059" y="936144"/>
                  <a:pt x="2153920" y="924560"/>
                </a:cubicBezTo>
                <a:cubicBezTo>
                  <a:pt x="2180463" y="844932"/>
                  <a:pt x="2161980" y="904582"/>
                  <a:pt x="2194560" y="741680"/>
                </a:cubicBezTo>
                <a:cubicBezTo>
                  <a:pt x="2197947" y="670560"/>
                  <a:pt x="2204720" y="599521"/>
                  <a:pt x="2204720" y="528320"/>
                </a:cubicBezTo>
                <a:cubicBezTo>
                  <a:pt x="2204720" y="468195"/>
                  <a:pt x="2194087" y="413724"/>
                  <a:pt x="2184400" y="355600"/>
                </a:cubicBezTo>
                <a:cubicBezTo>
                  <a:pt x="2187787" y="291253"/>
                  <a:pt x="2188726" y="226731"/>
                  <a:pt x="2194560" y="162560"/>
                </a:cubicBezTo>
                <a:cubicBezTo>
                  <a:pt x="2195530" y="151894"/>
                  <a:pt x="2194330" y="134677"/>
                  <a:pt x="2204720" y="132080"/>
                </a:cubicBezTo>
                <a:cubicBezTo>
                  <a:pt x="2216566" y="129118"/>
                  <a:pt x="2225819" y="144583"/>
                  <a:pt x="2235200" y="152400"/>
                </a:cubicBezTo>
                <a:cubicBezTo>
                  <a:pt x="2246238" y="161598"/>
                  <a:pt x="2254771" y="173529"/>
                  <a:pt x="2265680" y="182880"/>
                </a:cubicBezTo>
                <a:cubicBezTo>
                  <a:pt x="2278537" y="193900"/>
                  <a:pt x="2293463" y="202340"/>
                  <a:pt x="2306320" y="213360"/>
                </a:cubicBezTo>
                <a:cubicBezTo>
                  <a:pt x="2317229" y="222711"/>
                  <a:pt x="2325762" y="234642"/>
                  <a:pt x="2336800" y="243840"/>
                </a:cubicBezTo>
                <a:cubicBezTo>
                  <a:pt x="2387984" y="286493"/>
                  <a:pt x="2378392" y="245268"/>
                  <a:pt x="2438400" y="335280"/>
                </a:cubicBezTo>
                <a:cubicBezTo>
                  <a:pt x="2488851" y="410956"/>
                  <a:pt x="2424009" y="318011"/>
                  <a:pt x="2489200" y="396240"/>
                </a:cubicBezTo>
                <a:cubicBezTo>
                  <a:pt x="2531533" y="447040"/>
                  <a:pt x="2484120" y="409787"/>
                  <a:pt x="2540000" y="447040"/>
                </a:cubicBezTo>
                <a:cubicBezTo>
                  <a:pt x="2607733" y="443653"/>
                  <a:pt x="2675829" y="444654"/>
                  <a:pt x="2743200" y="436880"/>
                </a:cubicBezTo>
                <a:cubicBezTo>
                  <a:pt x="2764478" y="434425"/>
                  <a:pt x="2804160" y="416560"/>
                  <a:pt x="2804160" y="416560"/>
                </a:cubicBezTo>
                <a:cubicBezTo>
                  <a:pt x="2810933" y="426720"/>
                  <a:pt x="2819019" y="436118"/>
                  <a:pt x="2824480" y="447040"/>
                </a:cubicBezTo>
                <a:cubicBezTo>
                  <a:pt x="2829269" y="456619"/>
                  <a:pt x="2830421" y="467676"/>
                  <a:pt x="2834640" y="477520"/>
                </a:cubicBezTo>
                <a:cubicBezTo>
                  <a:pt x="2840606" y="491441"/>
                  <a:pt x="2847446" y="505010"/>
                  <a:pt x="2854960" y="518160"/>
                </a:cubicBezTo>
                <a:cubicBezTo>
                  <a:pt x="2861018" y="528762"/>
                  <a:pt x="2869222" y="538038"/>
                  <a:pt x="2875280" y="548640"/>
                </a:cubicBezTo>
                <a:cubicBezTo>
                  <a:pt x="2882794" y="561790"/>
                  <a:pt x="2887808" y="576293"/>
                  <a:pt x="2895600" y="589280"/>
                </a:cubicBezTo>
                <a:cubicBezTo>
                  <a:pt x="2932058" y="650043"/>
                  <a:pt x="2926121" y="640121"/>
                  <a:pt x="2966720" y="680720"/>
                </a:cubicBezTo>
                <a:cubicBezTo>
                  <a:pt x="2970107" y="694267"/>
                  <a:pt x="2963633" y="716944"/>
                  <a:pt x="2976880" y="721360"/>
                </a:cubicBezTo>
                <a:cubicBezTo>
                  <a:pt x="2988464" y="725221"/>
                  <a:pt x="2990728" y="701235"/>
                  <a:pt x="2997200" y="690880"/>
                </a:cubicBezTo>
                <a:cubicBezTo>
                  <a:pt x="3007666" y="674134"/>
                  <a:pt x="3018849" y="657743"/>
                  <a:pt x="3027680" y="640080"/>
                </a:cubicBezTo>
                <a:cubicBezTo>
                  <a:pt x="3032469" y="630501"/>
                  <a:pt x="3027265" y="611292"/>
                  <a:pt x="3037840" y="609600"/>
                </a:cubicBezTo>
                <a:cubicBezTo>
                  <a:pt x="3118169" y="596747"/>
                  <a:pt x="3200400" y="602827"/>
                  <a:pt x="3281680" y="599440"/>
                </a:cubicBezTo>
                <a:cubicBezTo>
                  <a:pt x="3314244" y="501748"/>
                  <a:pt x="3278977" y="614835"/>
                  <a:pt x="3312160" y="375920"/>
                </a:cubicBezTo>
                <a:cubicBezTo>
                  <a:pt x="3317659" y="336329"/>
                  <a:pt x="3335007" y="224836"/>
                  <a:pt x="3352800" y="162560"/>
                </a:cubicBezTo>
                <a:cubicBezTo>
                  <a:pt x="3355742" y="152262"/>
                  <a:pt x="3359573" y="142240"/>
                  <a:pt x="3362960" y="132080"/>
                </a:cubicBezTo>
                <a:cubicBezTo>
                  <a:pt x="3365632" y="201560"/>
                  <a:pt x="3367749" y="396890"/>
                  <a:pt x="3383280" y="497840"/>
                </a:cubicBezTo>
                <a:cubicBezTo>
                  <a:pt x="3384908" y="508425"/>
                  <a:pt x="3391032" y="517885"/>
                  <a:pt x="3393440" y="528320"/>
                </a:cubicBezTo>
                <a:cubicBezTo>
                  <a:pt x="3401206" y="561973"/>
                  <a:pt x="3406268" y="596205"/>
                  <a:pt x="3413760" y="629920"/>
                </a:cubicBezTo>
                <a:cubicBezTo>
                  <a:pt x="3419818" y="657182"/>
                  <a:pt x="3419712" y="687253"/>
                  <a:pt x="3434080" y="711200"/>
                </a:cubicBezTo>
                <a:cubicBezTo>
                  <a:pt x="3444240" y="728133"/>
                  <a:pt x="3456388" y="744023"/>
                  <a:pt x="3464560" y="762000"/>
                </a:cubicBezTo>
                <a:cubicBezTo>
                  <a:pt x="3473423" y="781499"/>
                  <a:pt x="3477676" y="802789"/>
                  <a:pt x="3484880" y="822960"/>
                </a:cubicBezTo>
                <a:cubicBezTo>
                  <a:pt x="3494612" y="850210"/>
                  <a:pt x="3503386" y="877898"/>
                  <a:pt x="3515360" y="904240"/>
                </a:cubicBezTo>
                <a:cubicBezTo>
                  <a:pt x="3520413" y="915356"/>
                  <a:pt x="3528907" y="924560"/>
                  <a:pt x="3535680" y="934720"/>
                </a:cubicBezTo>
                <a:cubicBezTo>
                  <a:pt x="3543868" y="967472"/>
                  <a:pt x="3552418" y="1006088"/>
                  <a:pt x="3566160" y="1036320"/>
                </a:cubicBezTo>
                <a:cubicBezTo>
                  <a:pt x="3574332" y="1054297"/>
                  <a:pt x="3586480" y="1070187"/>
                  <a:pt x="3596640" y="1087120"/>
                </a:cubicBezTo>
                <a:cubicBezTo>
                  <a:pt x="3601394" y="1125151"/>
                  <a:pt x="3606219" y="1179816"/>
                  <a:pt x="3616960" y="1219200"/>
                </a:cubicBezTo>
                <a:cubicBezTo>
                  <a:pt x="3622596" y="1239864"/>
                  <a:pt x="3630507" y="1259840"/>
                  <a:pt x="3637280" y="1280160"/>
                </a:cubicBezTo>
                <a:lnTo>
                  <a:pt x="3647440" y="1310640"/>
                </a:lnTo>
                <a:cubicBezTo>
                  <a:pt x="3650827" y="1337733"/>
                  <a:pt x="3653111" y="1364987"/>
                  <a:pt x="3657600" y="1391920"/>
                </a:cubicBezTo>
                <a:cubicBezTo>
                  <a:pt x="3659896" y="1405694"/>
                  <a:pt x="3654213" y="1429173"/>
                  <a:pt x="3667760" y="1432560"/>
                </a:cubicBezTo>
                <a:cubicBezTo>
                  <a:pt x="3681699" y="1436045"/>
                  <a:pt x="3688080" y="1412240"/>
                  <a:pt x="3698240" y="1402080"/>
                </a:cubicBezTo>
                <a:cubicBezTo>
                  <a:pt x="3718560" y="1347893"/>
                  <a:pt x="3740899" y="1294422"/>
                  <a:pt x="3759200" y="1239520"/>
                </a:cubicBezTo>
                <a:cubicBezTo>
                  <a:pt x="3762587" y="1229360"/>
                  <a:pt x="3765383" y="1218984"/>
                  <a:pt x="3769360" y="1209040"/>
                </a:cubicBezTo>
                <a:cubicBezTo>
                  <a:pt x="3778939" y="1185093"/>
                  <a:pt x="3791684" y="1162389"/>
                  <a:pt x="3799840" y="1137920"/>
                </a:cubicBezTo>
                <a:cubicBezTo>
                  <a:pt x="3838643" y="1021512"/>
                  <a:pt x="3797882" y="1090056"/>
                  <a:pt x="3840480" y="1026160"/>
                </a:cubicBezTo>
                <a:cubicBezTo>
                  <a:pt x="3843867" y="1009227"/>
                  <a:pt x="3844893" y="991644"/>
                  <a:pt x="3850640" y="975360"/>
                </a:cubicBezTo>
                <a:cubicBezTo>
                  <a:pt x="3865293" y="933843"/>
                  <a:pt x="3901440" y="853440"/>
                  <a:pt x="3901440" y="853440"/>
                </a:cubicBezTo>
                <a:cubicBezTo>
                  <a:pt x="3904827" y="829733"/>
                  <a:pt x="3906215" y="805654"/>
                  <a:pt x="3911600" y="782320"/>
                </a:cubicBezTo>
                <a:cubicBezTo>
                  <a:pt x="3916416" y="761449"/>
                  <a:pt x="3927719" y="742363"/>
                  <a:pt x="3931920" y="721360"/>
                </a:cubicBezTo>
                <a:cubicBezTo>
                  <a:pt x="3937934" y="691288"/>
                  <a:pt x="3936428" y="660062"/>
                  <a:pt x="3942080" y="629920"/>
                </a:cubicBezTo>
                <a:cubicBezTo>
                  <a:pt x="3946624" y="605687"/>
                  <a:pt x="3956856" y="582824"/>
                  <a:pt x="3962400" y="558800"/>
                </a:cubicBezTo>
                <a:cubicBezTo>
                  <a:pt x="3974514" y="506307"/>
                  <a:pt x="3976527" y="448880"/>
                  <a:pt x="3982720" y="396240"/>
                </a:cubicBezTo>
                <a:cubicBezTo>
                  <a:pt x="3985518" y="372457"/>
                  <a:pt x="3989493" y="348827"/>
                  <a:pt x="3992880" y="325120"/>
                </a:cubicBezTo>
                <a:cubicBezTo>
                  <a:pt x="3996267" y="250613"/>
                  <a:pt x="3988413" y="174735"/>
                  <a:pt x="4003040" y="101600"/>
                </a:cubicBezTo>
                <a:cubicBezTo>
                  <a:pt x="4005435" y="89626"/>
                  <a:pt x="4024139" y="114103"/>
                  <a:pt x="4033520" y="121920"/>
                </a:cubicBezTo>
                <a:cubicBezTo>
                  <a:pt x="4111749" y="187111"/>
                  <a:pt x="4018804" y="122269"/>
                  <a:pt x="4094480" y="172720"/>
                </a:cubicBezTo>
                <a:cubicBezTo>
                  <a:pt x="4103185" y="198835"/>
                  <a:pt x="4109697" y="215774"/>
                  <a:pt x="4114800" y="243840"/>
                </a:cubicBezTo>
                <a:cubicBezTo>
                  <a:pt x="4119084" y="267401"/>
                  <a:pt x="4119575" y="291626"/>
                  <a:pt x="4124960" y="314960"/>
                </a:cubicBezTo>
                <a:cubicBezTo>
                  <a:pt x="4129776" y="335831"/>
                  <a:pt x="4140085" y="355140"/>
                  <a:pt x="4145280" y="375920"/>
                </a:cubicBezTo>
                <a:lnTo>
                  <a:pt x="4155440" y="416560"/>
                </a:lnTo>
                <a:cubicBezTo>
                  <a:pt x="4158827" y="447040"/>
                  <a:pt x="4138540" y="493568"/>
                  <a:pt x="4165600" y="508000"/>
                </a:cubicBezTo>
                <a:cubicBezTo>
                  <a:pt x="4260418" y="558570"/>
                  <a:pt x="4292895" y="512785"/>
                  <a:pt x="4338320" y="467360"/>
                </a:cubicBezTo>
                <a:cubicBezTo>
                  <a:pt x="4345093" y="477520"/>
                  <a:pt x="4353830" y="486617"/>
                  <a:pt x="4358640" y="497840"/>
                </a:cubicBezTo>
                <a:cubicBezTo>
                  <a:pt x="4364141" y="510675"/>
                  <a:pt x="4364788" y="525105"/>
                  <a:pt x="4368800" y="538480"/>
                </a:cubicBezTo>
                <a:cubicBezTo>
                  <a:pt x="4374955" y="558996"/>
                  <a:pt x="4382347" y="579120"/>
                  <a:pt x="4389120" y="599440"/>
                </a:cubicBezTo>
                <a:lnTo>
                  <a:pt x="4399280" y="629920"/>
                </a:lnTo>
                <a:lnTo>
                  <a:pt x="4409440" y="660400"/>
                </a:lnTo>
                <a:cubicBezTo>
                  <a:pt x="4436533" y="657013"/>
                  <a:pt x="4464022" y="655961"/>
                  <a:pt x="4490720" y="650240"/>
                </a:cubicBezTo>
                <a:cubicBezTo>
                  <a:pt x="4511664" y="645752"/>
                  <a:pt x="4530900" y="635115"/>
                  <a:pt x="4551680" y="629920"/>
                </a:cubicBezTo>
                <a:cubicBezTo>
                  <a:pt x="4565227" y="626533"/>
                  <a:pt x="4578894" y="623596"/>
                  <a:pt x="4592320" y="619760"/>
                </a:cubicBezTo>
                <a:cubicBezTo>
                  <a:pt x="4602618" y="616818"/>
                  <a:pt x="4612502" y="612542"/>
                  <a:pt x="4622800" y="609600"/>
                </a:cubicBezTo>
                <a:cubicBezTo>
                  <a:pt x="4636226" y="605764"/>
                  <a:pt x="4650014" y="603276"/>
                  <a:pt x="4663440" y="599440"/>
                </a:cubicBezTo>
                <a:cubicBezTo>
                  <a:pt x="4673738" y="596498"/>
                  <a:pt x="4693920" y="589280"/>
                  <a:pt x="4693920" y="589280"/>
                </a:cubicBezTo>
              </a:path>
            </a:pathLst>
          </a:custGeom>
          <a:noFill/>
          <a:ln w="25400">
            <a:solidFill>
              <a:srgbClr val="EC70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任意多边形 17"/>
          <p:cNvSpPr/>
          <p:nvPr/>
        </p:nvSpPr>
        <p:spPr bwMode="gray">
          <a:xfrm>
            <a:off x="5628329" y="4533048"/>
            <a:ext cx="132080" cy="123368"/>
          </a:xfrm>
          <a:custGeom>
            <a:avLst/>
            <a:gdLst>
              <a:gd name="connsiteX0" fmla="*/ 0 w 152400"/>
              <a:gd name="connsiteY0" fmla="*/ 182880 h 182880"/>
              <a:gd name="connsiteX1" fmla="*/ 40640 w 152400"/>
              <a:gd name="connsiteY1" fmla="*/ 101600 h 182880"/>
              <a:gd name="connsiteX2" fmla="*/ 71120 w 152400"/>
              <a:gd name="connsiteY2" fmla="*/ 91440 h 182880"/>
              <a:gd name="connsiteX3" fmla="*/ 111760 w 152400"/>
              <a:gd name="connsiteY3" fmla="*/ 40640 h 182880"/>
              <a:gd name="connsiteX4" fmla="*/ 121920 w 152400"/>
              <a:gd name="connsiteY4" fmla="*/ 10160 h 182880"/>
              <a:gd name="connsiteX5" fmla="*/ 152400 w 152400"/>
              <a:gd name="connsiteY5" fmla="*/ 0 h 182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2400" h="182880">
                <a:moveTo>
                  <a:pt x="0" y="182880"/>
                </a:moveTo>
                <a:cubicBezTo>
                  <a:pt x="6136" y="167539"/>
                  <a:pt x="22736" y="115923"/>
                  <a:pt x="40640" y="101600"/>
                </a:cubicBezTo>
                <a:cubicBezTo>
                  <a:pt x="49003" y="94910"/>
                  <a:pt x="60960" y="94827"/>
                  <a:pt x="71120" y="91440"/>
                </a:cubicBezTo>
                <a:cubicBezTo>
                  <a:pt x="96657" y="14828"/>
                  <a:pt x="59239" y="106292"/>
                  <a:pt x="111760" y="40640"/>
                </a:cubicBezTo>
                <a:cubicBezTo>
                  <a:pt x="118450" y="32277"/>
                  <a:pt x="114347" y="17733"/>
                  <a:pt x="121920" y="10160"/>
                </a:cubicBezTo>
                <a:cubicBezTo>
                  <a:pt x="129493" y="2587"/>
                  <a:pt x="152400" y="0"/>
                  <a:pt x="152400" y="0"/>
                </a:cubicBezTo>
              </a:path>
            </a:pathLst>
          </a:custGeom>
          <a:noFill/>
          <a:ln w="25400">
            <a:solidFill>
              <a:srgbClr val="EC70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" name="流程图: 联系 21"/>
          <p:cNvSpPr/>
          <p:nvPr/>
        </p:nvSpPr>
        <p:spPr bwMode="gray">
          <a:xfrm>
            <a:off x="904691" y="4438756"/>
            <a:ext cx="114300" cy="113164"/>
          </a:xfrm>
          <a:prstGeom prst="flowChartConnector">
            <a:avLst/>
          </a:prstGeom>
          <a:solidFill>
            <a:srgbClr val="FFD1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2" name="流程图: 联系 31"/>
          <p:cNvSpPr/>
          <p:nvPr/>
        </p:nvSpPr>
        <p:spPr bwMode="gray">
          <a:xfrm>
            <a:off x="1528475" y="4438756"/>
            <a:ext cx="114300" cy="113164"/>
          </a:xfrm>
          <a:prstGeom prst="flowChartConnector">
            <a:avLst/>
          </a:prstGeom>
          <a:solidFill>
            <a:srgbClr val="FFD1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流程图: 联系 32"/>
          <p:cNvSpPr/>
          <p:nvPr/>
        </p:nvSpPr>
        <p:spPr bwMode="gray">
          <a:xfrm>
            <a:off x="2126182" y="4419884"/>
            <a:ext cx="114300" cy="113164"/>
          </a:xfrm>
          <a:prstGeom prst="flowChartConnector">
            <a:avLst/>
          </a:prstGeom>
          <a:solidFill>
            <a:srgbClr val="FFD1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7" name="流程图: 联系 36"/>
          <p:cNvSpPr/>
          <p:nvPr/>
        </p:nvSpPr>
        <p:spPr bwMode="gray">
          <a:xfrm>
            <a:off x="2632348" y="4438756"/>
            <a:ext cx="114300" cy="113164"/>
          </a:xfrm>
          <a:prstGeom prst="flowChartConnector">
            <a:avLst/>
          </a:prstGeom>
          <a:solidFill>
            <a:srgbClr val="FFD1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流程图: 联系 37"/>
          <p:cNvSpPr/>
          <p:nvPr/>
        </p:nvSpPr>
        <p:spPr bwMode="gray">
          <a:xfrm>
            <a:off x="3103059" y="4438756"/>
            <a:ext cx="114300" cy="113164"/>
          </a:xfrm>
          <a:prstGeom prst="flowChartConnector">
            <a:avLst/>
          </a:prstGeom>
          <a:solidFill>
            <a:srgbClr val="FFD1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" name="流程图: 联系 40"/>
          <p:cNvSpPr/>
          <p:nvPr/>
        </p:nvSpPr>
        <p:spPr bwMode="gray">
          <a:xfrm>
            <a:off x="3611870" y="4438756"/>
            <a:ext cx="114300" cy="113164"/>
          </a:xfrm>
          <a:prstGeom prst="flowChartConnector">
            <a:avLst/>
          </a:prstGeom>
          <a:solidFill>
            <a:srgbClr val="FFD1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2" name="流程图: 联系 41"/>
          <p:cNvSpPr/>
          <p:nvPr/>
        </p:nvSpPr>
        <p:spPr bwMode="gray">
          <a:xfrm>
            <a:off x="4177028" y="4438756"/>
            <a:ext cx="114300" cy="113164"/>
          </a:xfrm>
          <a:prstGeom prst="flowChartConnector">
            <a:avLst/>
          </a:prstGeom>
          <a:solidFill>
            <a:srgbClr val="FFD1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3" name="流程图: 联系 42"/>
          <p:cNvSpPr/>
          <p:nvPr/>
        </p:nvSpPr>
        <p:spPr bwMode="gray">
          <a:xfrm>
            <a:off x="4833971" y="4438756"/>
            <a:ext cx="114300" cy="113164"/>
          </a:xfrm>
          <a:prstGeom prst="flowChartConnector">
            <a:avLst/>
          </a:prstGeom>
          <a:solidFill>
            <a:srgbClr val="FFD1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" name="流程图: 联系 43"/>
          <p:cNvSpPr/>
          <p:nvPr/>
        </p:nvSpPr>
        <p:spPr bwMode="gray">
          <a:xfrm>
            <a:off x="5680145" y="4438756"/>
            <a:ext cx="114300" cy="113164"/>
          </a:xfrm>
          <a:prstGeom prst="flowChartConnector">
            <a:avLst/>
          </a:prstGeom>
          <a:solidFill>
            <a:srgbClr val="FFD1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" name="椭圆 22"/>
          <p:cNvSpPr/>
          <p:nvPr/>
        </p:nvSpPr>
        <p:spPr bwMode="gray">
          <a:xfrm>
            <a:off x="4119591" y="3713018"/>
            <a:ext cx="1010088" cy="1865579"/>
          </a:xfrm>
          <a:prstGeom prst="ellipse">
            <a:avLst/>
          </a:prstGeom>
          <a:noFill/>
          <a:ln w="28575">
            <a:solidFill>
              <a:srgbClr val="FFC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" name="文本框 23"/>
          <p:cNvSpPr txBox="1"/>
          <p:nvPr/>
        </p:nvSpPr>
        <p:spPr bwMode="gray">
          <a:xfrm>
            <a:off x="1001213" y="2796564"/>
            <a:ext cx="13729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带宽</a:t>
            </a:r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Mbps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5" name="文本框 44"/>
          <p:cNvSpPr txBox="1"/>
          <p:nvPr/>
        </p:nvSpPr>
        <p:spPr bwMode="gray">
          <a:xfrm>
            <a:off x="5669985" y="5656612"/>
            <a:ext cx="6642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时间</a:t>
            </a:r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5298F020-D38A-41C2-B3DE-9BA51BD815A6}"/>
              </a:ext>
            </a:extLst>
          </p:cNvPr>
          <p:cNvCxnSpPr>
            <a:cxnSpLocks/>
          </p:cNvCxnSpPr>
          <p:nvPr/>
        </p:nvCxnSpPr>
        <p:spPr bwMode="gray">
          <a:xfrm>
            <a:off x="3135972" y="3382245"/>
            <a:ext cx="0" cy="596737"/>
          </a:xfrm>
          <a:prstGeom prst="straightConnector1">
            <a:avLst/>
          </a:prstGeom>
          <a:ln w="28575">
            <a:solidFill>
              <a:srgbClr val="94DA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8A26DDAF-CA77-4762-8C5E-B77588223916}"/>
              </a:ext>
            </a:extLst>
          </p:cNvPr>
          <p:cNvCxnSpPr>
            <a:cxnSpLocks/>
          </p:cNvCxnSpPr>
          <p:nvPr/>
        </p:nvCxnSpPr>
        <p:spPr bwMode="gray">
          <a:xfrm>
            <a:off x="5721645" y="3414649"/>
            <a:ext cx="0" cy="596737"/>
          </a:xfrm>
          <a:prstGeom prst="straightConnector1">
            <a:avLst/>
          </a:prstGeom>
          <a:ln w="28575">
            <a:solidFill>
              <a:srgbClr val="94DA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2785F4C7-FD4C-4D8A-8E6F-3BECF7F0750E}"/>
              </a:ext>
            </a:extLst>
          </p:cNvPr>
          <p:cNvCxnSpPr>
            <a:cxnSpLocks/>
          </p:cNvCxnSpPr>
          <p:nvPr/>
        </p:nvCxnSpPr>
        <p:spPr bwMode="gray">
          <a:xfrm>
            <a:off x="3629454" y="3541725"/>
            <a:ext cx="1741199" cy="0"/>
          </a:xfrm>
          <a:prstGeom prst="straightConnector1">
            <a:avLst/>
          </a:prstGeom>
          <a:ln w="28575">
            <a:solidFill>
              <a:srgbClr val="EC706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034A5CE1-313D-410F-86FE-6A10A63E3D08}"/>
              </a:ext>
            </a:extLst>
          </p:cNvPr>
          <p:cNvSpPr txBox="1"/>
          <p:nvPr/>
        </p:nvSpPr>
        <p:spPr bwMode="gray">
          <a:xfrm>
            <a:off x="2419700" y="2940647"/>
            <a:ext cx="12266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SNMP</a:t>
            </a:r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采样点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034A5CE1-313D-410F-86FE-6A10A63E3D08}"/>
              </a:ext>
            </a:extLst>
          </p:cNvPr>
          <p:cNvSpPr txBox="1"/>
          <p:nvPr/>
        </p:nvSpPr>
        <p:spPr bwMode="gray">
          <a:xfrm>
            <a:off x="5129679" y="2940647"/>
            <a:ext cx="12266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SNMP</a:t>
            </a:r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采样点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97463482-17BC-4299-8F17-0DE349D12E91}"/>
              </a:ext>
            </a:extLst>
          </p:cNvPr>
          <p:cNvSpPr txBox="1"/>
          <p:nvPr/>
        </p:nvSpPr>
        <p:spPr bwMode="gray">
          <a:xfrm>
            <a:off x="4200932" y="3181947"/>
            <a:ext cx="5982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5min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文本占位符 3"/>
          <p:cNvSpPr txBox="1">
            <a:spLocks/>
          </p:cNvSpPr>
          <p:nvPr/>
        </p:nvSpPr>
        <p:spPr bwMode="gray">
          <a:xfrm>
            <a:off x="468317" y="1233488"/>
            <a:ext cx="11276183" cy="4680000"/>
          </a:xfrm>
          <a:prstGeom prst="rect">
            <a:avLst/>
          </a:prstGeom>
        </p:spPr>
        <p:txBody>
          <a:bodyPr/>
          <a:lstStyle>
            <a:lvl1pPr marL="302279" indent="-302279" algn="l" defTabSz="914034" rtl="0" eaLnBrk="1" latinLnBrk="0" hangingPunct="1">
              <a:lnSpc>
                <a:spcPct val="140000"/>
              </a:lnSpc>
              <a:spcBef>
                <a:spcPts val="792"/>
              </a:spcBef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endParaRPr lang="zh-CN" altLang="en-US" sz="1800" dirty="0">
              <a:solidFill>
                <a:srgbClr val="EC706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6915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5086012-FC73-413B-A222-A99337072DC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传统运维方式有诸多问题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>
                <a:sym typeface="Huawei Sans" panose="020C0503030203020204" pitchFamily="34" charset="0"/>
              </a:rPr>
              <a:t>传统网络通过平均</a:t>
            </a:r>
            <a:r>
              <a:rPr lang="en-US" altLang="zh-CN" sz="1800" dirty="0">
                <a:sym typeface="Huawei Sans" panose="020C0503030203020204" pitchFamily="34" charset="0"/>
              </a:rPr>
              <a:t>5-15</a:t>
            </a:r>
            <a:r>
              <a:rPr lang="zh-CN" altLang="en-US" sz="1800" dirty="0">
                <a:sym typeface="Huawei Sans" panose="020C0503030203020204" pitchFamily="34" charset="0"/>
              </a:rPr>
              <a:t>分钟的</a:t>
            </a:r>
            <a:r>
              <a:rPr lang="en-US" altLang="zh-CN" sz="1800" dirty="0">
                <a:sym typeface="Huawei Sans" panose="020C0503030203020204" pitchFamily="34" charset="0"/>
              </a:rPr>
              <a:t>Pulling</a:t>
            </a:r>
            <a:r>
              <a:rPr lang="zh-CN" altLang="en-US" sz="1800" dirty="0">
                <a:sym typeface="Huawei Sans" panose="020C0503030203020204" pitchFamily="34" charset="0"/>
              </a:rPr>
              <a:t>拉取采样数据，更密集的</a:t>
            </a:r>
            <a:r>
              <a:rPr lang="en-US" altLang="zh-CN" sz="1800" dirty="0">
                <a:sym typeface="Huawei Sans" panose="020C0503030203020204" pitchFamily="34" charset="0"/>
              </a:rPr>
              <a:t>Pulling</a:t>
            </a:r>
            <a:r>
              <a:rPr lang="zh-CN" altLang="en-US" sz="1800" dirty="0">
                <a:sym typeface="Huawei Sans" panose="020C0503030203020204" pitchFamily="34" charset="0"/>
              </a:rPr>
              <a:t>拉取会造成网络设备瘫痪。</a:t>
            </a: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5C78CEF-929F-42AB-AE32-1D6FD9990255}"/>
              </a:ext>
            </a:extLst>
          </p:cNvPr>
          <p:cNvSpPr txBox="1"/>
          <p:nvPr/>
        </p:nvSpPr>
        <p:spPr bwMode="gray">
          <a:xfrm>
            <a:off x="2529142" y="4511860"/>
            <a:ext cx="7092021" cy="1471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监控的粒度太大造成网络可视度低。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以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SNMP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为主的运维系统效率低。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无法达到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IT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运维一样的实时监控，全程监控，并保留完整历史数据。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无法检测网络大量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Micro Burst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（微突发）造成的网络问题。</a:t>
            </a:r>
          </a:p>
        </p:txBody>
      </p:sp>
      <p:sp>
        <p:nvSpPr>
          <p:cNvPr id="42" name="圆角矩形 75">
            <a:extLst>
              <a:ext uri="{FF2B5EF4-FFF2-40B4-BE49-F238E27FC236}">
                <a16:creationId xmlns:a16="http://schemas.microsoft.com/office/drawing/2014/main" id="{AAC8A540-C7D2-4638-B1DB-99CB2B7CB892}"/>
              </a:ext>
            </a:extLst>
          </p:cNvPr>
          <p:cNvSpPr/>
          <p:nvPr/>
        </p:nvSpPr>
        <p:spPr bwMode="gray">
          <a:xfrm>
            <a:off x="2529141" y="4066013"/>
            <a:ext cx="7488619" cy="394020"/>
          </a:xfrm>
          <a:prstGeom prst="roundRect">
            <a:avLst>
              <a:gd name="adj" fmla="val 10604"/>
            </a:avLst>
          </a:prstGeom>
          <a:solidFill>
            <a:srgbClr val="EC7061"/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700" b="1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传统网络运维的问题</a:t>
            </a:r>
            <a:endParaRPr lang="zh-CN" altLang="en-US" sz="17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7" name="圆角矩形 75">
            <a:extLst>
              <a:ext uri="{FF2B5EF4-FFF2-40B4-BE49-F238E27FC236}">
                <a16:creationId xmlns:a16="http://schemas.microsoft.com/office/drawing/2014/main" id="{ED99D2F8-6A21-491B-BB9C-2ED7855BC1FD}"/>
              </a:ext>
            </a:extLst>
          </p:cNvPr>
          <p:cNvSpPr/>
          <p:nvPr/>
        </p:nvSpPr>
        <p:spPr bwMode="gray">
          <a:xfrm>
            <a:off x="2529141" y="4488663"/>
            <a:ext cx="7488619" cy="1508453"/>
          </a:xfrm>
          <a:prstGeom prst="roundRect">
            <a:avLst>
              <a:gd name="adj" fmla="val 874"/>
            </a:avLst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 anchorCtr="0">
            <a:noAutofit/>
          </a:bodyPr>
          <a:lstStyle/>
          <a:p>
            <a:pPr marL="177800" indent="-177800"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16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D00BD414-7761-426A-BD66-0A02F2836A50}"/>
              </a:ext>
            </a:extLst>
          </p:cNvPr>
          <p:cNvSpPr/>
          <p:nvPr/>
        </p:nvSpPr>
        <p:spPr bwMode="gray">
          <a:xfrm>
            <a:off x="1506171" y="2090371"/>
            <a:ext cx="1406923" cy="431726"/>
          </a:xfrm>
          <a:prstGeom prst="rect">
            <a:avLst/>
          </a:prstGeom>
          <a:noFill/>
          <a:ln>
            <a:solidFill>
              <a:srgbClr val="56C4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6D535C9F-6351-473F-9866-E1FE71F2ADC6}"/>
              </a:ext>
            </a:extLst>
          </p:cNvPr>
          <p:cNvSpPr txBox="1"/>
          <p:nvPr/>
        </p:nvSpPr>
        <p:spPr bwMode="gray">
          <a:xfrm>
            <a:off x="1812801" y="2157052"/>
            <a:ext cx="7585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SNMP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6" name="文本框 155">
            <a:extLst>
              <a:ext uri="{FF2B5EF4-FFF2-40B4-BE49-F238E27FC236}">
                <a16:creationId xmlns:a16="http://schemas.microsoft.com/office/drawing/2014/main" id="{2BF4A063-CA8A-4CA7-9942-EDC2B8081000}"/>
              </a:ext>
            </a:extLst>
          </p:cNvPr>
          <p:cNvSpPr txBox="1"/>
          <p:nvPr/>
        </p:nvSpPr>
        <p:spPr bwMode="gray">
          <a:xfrm>
            <a:off x="3446873" y="1880845"/>
            <a:ext cx="1483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Pulling Model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B841D730-B35E-451E-81FC-FEAD636BD191}"/>
              </a:ext>
            </a:extLst>
          </p:cNvPr>
          <p:cNvSpPr/>
          <p:nvPr/>
        </p:nvSpPr>
        <p:spPr bwMode="gray">
          <a:xfrm>
            <a:off x="1506171" y="2700740"/>
            <a:ext cx="1406923" cy="431726"/>
          </a:xfrm>
          <a:prstGeom prst="rect">
            <a:avLst/>
          </a:prstGeom>
          <a:noFill/>
          <a:ln>
            <a:solidFill>
              <a:srgbClr val="56C4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B0E7B8DA-2CF6-4DB2-869B-A3C3D9C1D3B4}"/>
              </a:ext>
            </a:extLst>
          </p:cNvPr>
          <p:cNvSpPr txBox="1"/>
          <p:nvPr/>
        </p:nvSpPr>
        <p:spPr bwMode="gray">
          <a:xfrm>
            <a:off x="1812801" y="2767416"/>
            <a:ext cx="7168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sFlow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B6A2BB32-4BCE-4FE6-9E90-37962ABA558F}"/>
              </a:ext>
            </a:extLst>
          </p:cNvPr>
          <p:cNvSpPr/>
          <p:nvPr/>
        </p:nvSpPr>
        <p:spPr bwMode="gray">
          <a:xfrm>
            <a:off x="1506171" y="3327670"/>
            <a:ext cx="1406923" cy="431726"/>
          </a:xfrm>
          <a:prstGeom prst="rect">
            <a:avLst/>
          </a:prstGeom>
          <a:noFill/>
          <a:ln>
            <a:solidFill>
              <a:srgbClr val="56C4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225ADCCF-1844-4869-86F4-7146AABC7825}"/>
              </a:ext>
            </a:extLst>
          </p:cNvPr>
          <p:cNvSpPr txBox="1"/>
          <p:nvPr/>
        </p:nvSpPr>
        <p:spPr bwMode="gray">
          <a:xfrm>
            <a:off x="1608572" y="3394346"/>
            <a:ext cx="11961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NetStream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39" name="组合 138">
            <a:extLst>
              <a:ext uri="{FF2B5EF4-FFF2-40B4-BE49-F238E27FC236}">
                <a16:creationId xmlns:a16="http://schemas.microsoft.com/office/drawing/2014/main" id="{A56BC0C0-B0AF-45AD-BA5E-71A222FD23E1}"/>
              </a:ext>
            </a:extLst>
          </p:cNvPr>
          <p:cNvGrpSpPr/>
          <p:nvPr/>
        </p:nvGrpSpPr>
        <p:grpSpPr bwMode="gray">
          <a:xfrm>
            <a:off x="5102901" y="2502669"/>
            <a:ext cx="1406923" cy="431726"/>
            <a:chOff x="2090057" y="3860079"/>
            <a:chExt cx="1472540" cy="534390"/>
          </a:xfrm>
          <a:solidFill>
            <a:srgbClr val="56C4D2"/>
          </a:solidFill>
        </p:grpSpPr>
        <p:sp>
          <p:nvSpPr>
            <p:cNvPr id="140" name="矩形 139">
              <a:extLst>
                <a:ext uri="{FF2B5EF4-FFF2-40B4-BE49-F238E27FC236}">
                  <a16:creationId xmlns:a16="http://schemas.microsoft.com/office/drawing/2014/main" id="{8D372005-3E0F-4BD5-81D0-6CA5B8B67E54}"/>
                </a:ext>
              </a:extLst>
            </p:cNvPr>
            <p:cNvSpPr/>
            <p:nvPr/>
          </p:nvSpPr>
          <p:spPr bwMode="gray">
            <a:xfrm>
              <a:off x="2090057" y="3860079"/>
              <a:ext cx="1472540" cy="53439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41" name="文本框 140">
              <a:extLst>
                <a:ext uri="{FF2B5EF4-FFF2-40B4-BE49-F238E27FC236}">
                  <a16:creationId xmlns:a16="http://schemas.microsoft.com/office/drawing/2014/main" id="{D36AA128-B716-4A47-85C9-39A41647A6B4}"/>
                </a:ext>
              </a:extLst>
            </p:cNvPr>
            <p:cNvSpPr txBox="1"/>
            <p:nvPr/>
          </p:nvSpPr>
          <p:spPr bwMode="gray">
            <a:xfrm>
              <a:off x="2304110" y="3914521"/>
              <a:ext cx="1052294" cy="41906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zh-CN" altLang="en-US" sz="160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数据收集</a:t>
              </a:r>
            </a:p>
          </p:txBody>
        </p:sp>
      </p:grpSp>
      <p:sp>
        <p:nvSpPr>
          <p:cNvPr id="143" name="矩形 142">
            <a:extLst>
              <a:ext uri="{FF2B5EF4-FFF2-40B4-BE49-F238E27FC236}">
                <a16:creationId xmlns:a16="http://schemas.microsoft.com/office/drawing/2014/main" id="{57170D5B-AA38-4E87-9FE0-009D7C62B5A3}"/>
              </a:ext>
            </a:extLst>
          </p:cNvPr>
          <p:cNvSpPr/>
          <p:nvPr/>
        </p:nvSpPr>
        <p:spPr bwMode="gray">
          <a:xfrm>
            <a:off x="6960358" y="2502669"/>
            <a:ext cx="1406923" cy="431726"/>
          </a:xfrm>
          <a:prstGeom prst="rect">
            <a:avLst/>
          </a:prstGeom>
          <a:noFill/>
          <a:ln>
            <a:solidFill>
              <a:srgbClr val="56C4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4B9A47B5-02BB-49D4-BD06-619C3F1FE779}"/>
              </a:ext>
            </a:extLst>
          </p:cNvPr>
          <p:cNvSpPr txBox="1"/>
          <p:nvPr/>
        </p:nvSpPr>
        <p:spPr bwMode="gray">
          <a:xfrm>
            <a:off x="7164873" y="2546652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数据分析</a:t>
            </a:r>
          </a:p>
        </p:txBody>
      </p:sp>
      <p:cxnSp>
        <p:nvCxnSpPr>
          <p:cNvPr id="150" name="直接箭头连接符 149">
            <a:extLst>
              <a:ext uri="{FF2B5EF4-FFF2-40B4-BE49-F238E27FC236}">
                <a16:creationId xmlns:a16="http://schemas.microsoft.com/office/drawing/2014/main" id="{ED56920E-D739-44D8-B274-C2325A40D900}"/>
              </a:ext>
            </a:extLst>
          </p:cNvPr>
          <p:cNvCxnSpPr>
            <a:stCxn id="140" idx="3"/>
            <a:endCxn id="143" idx="1"/>
          </p:cNvCxnSpPr>
          <p:nvPr/>
        </p:nvCxnSpPr>
        <p:spPr bwMode="gray">
          <a:xfrm>
            <a:off x="6509824" y="2718532"/>
            <a:ext cx="450535" cy="0"/>
          </a:xfrm>
          <a:prstGeom prst="straightConnector1">
            <a:avLst/>
          </a:prstGeom>
          <a:ln w="28575">
            <a:solidFill>
              <a:srgbClr val="1515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接箭头连接符 150">
            <a:extLst>
              <a:ext uri="{FF2B5EF4-FFF2-40B4-BE49-F238E27FC236}">
                <a16:creationId xmlns:a16="http://schemas.microsoft.com/office/drawing/2014/main" id="{BE7EC6B9-9A2E-4CE5-A525-9FF135758A46}"/>
              </a:ext>
            </a:extLst>
          </p:cNvPr>
          <p:cNvCxnSpPr>
            <a:cxnSpLocks/>
            <a:stCxn id="143" idx="3"/>
          </p:cNvCxnSpPr>
          <p:nvPr/>
        </p:nvCxnSpPr>
        <p:spPr bwMode="gray">
          <a:xfrm>
            <a:off x="8367281" y="2718532"/>
            <a:ext cx="396123" cy="0"/>
          </a:xfrm>
          <a:prstGeom prst="straightConnector1">
            <a:avLst/>
          </a:prstGeom>
          <a:ln w="28575">
            <a:solidFill>
              <a:srgbClr val="1515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文本框 156">
            <a:extLst>
              <a:ext uri="{FF2B5EF4-FFF2-40B4-BE49-F238E27FC236}">
                <a16:creationId xmlns:a16="http://schemas.microsoft.com/office/drawing/2014/main" id="{D8E416B2-8297-4E6E-8B4B-07DDA352E7AC}"/>
              </a:ext>
            </a:extLst>
          </p:cNvPr>
          <p:cNvSpPr txBox="1"/>
          <p:nvPr/>
        </p:nvSpPr>
        <p:spPr bwMode="gray">
          <a:xfrm>
            <a:off x="3366350" y="3309531"/>
            <a:ext cx="17155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Sampling Model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下箭头 63"/>
          <p:cNvSpPr/>
          <p:nvPr/>
        </p:nvSpPr>
        <p:spPr bwMode="gray">
          <a:xfrm rot="5400000" flipV="1">
            <a:off x="3640319" y="2041100"/>
            <a:ext cx="1091151" cy="1383479"/>
          </a:xfrm>
          <a:custGeom>
            <a:avLst/>
            <a:gdLst>
              <a:gd name="connsiteX0" fmla="*/ 0 w 1035535"/>
              <a:gd name="connsiteY0" fmla="*/ 468495 h 794114"/>
              <a:gd name="connsiteX1" fmla="*/ 258884 w 1035535"/>
              <a:gd name="connsiteY1" fmla="*/ 468495 h 794114"/>
              <a:gd name="connsiteX2" fmla="*/ 258884 w 1035535"/>
              <a:gd name="connsiteY2" fmla="*/ 0 h 794114"/>
              <a:gd name="connsiteX3" fmla="*/ 776651 w 1035535"/>
              <a:gd name="connsiteY3" fmla="*/ 0 h 794114"/>
              <a:gd name="connsiteX4" fmla="*/ 776651 w 1035535"/>
              <a:gd name="connsiteY4" fmla="*/ 468495 h 794114"/>
              <a:gd name="connsiteX5" fmla="*/ 1035535 w 1035535"/>
              <a:gd name="connsiteY5" fmla="*/ 468495 h 794114"/>
              <a:gd name="connsiteX6" fmla="*/ 517768 w 1035535"/>
              <a:gd name="connsiteY6" fmla="*/ 794114 h 794114"/>
              <a:gd name="connsiteX7" fmla="*/ 0 w 1035535"/>
              <a:gd name="connsiteY7" fmla="*/ 468495 h 794114"/>
              <a:gd name="connsiteX0" fmla="*/ 258884 w 1035535"/>
              <a:gd name="connsiteY0" fmla="*/ 0 h 794114"/>
              <a:gd name="connsiteX1" fmla="*/ 776651 w 1035535"/>
              <a:gd name="connsiteY1" fmla="*/ 0 h 794114"/>
              <a:gd name="connsiteX2" fmla="*/ 776651 w 1035535"/>
              <a:gd name="connsiteY2" fmla="*/ 468495 h 794114"/>
              <a:gd name="connsiteX3" fmla="*/ 1035535 w 1035535"/>
              <a:gd name="connsiteY3" fmla="*/ 468495 h 794114"/>
              <a:gd name="connsiteX4" fmla="*/ 517768 w 1035535"/>
              <a:gd name="connsiteY4" fmla="*/ 794114 h 794114"/>
              <a:gd name="connsiteX5" fmla="*/ 0 w 1035535"/>
              <a:gd name="connsiteY5" fmla="*/ 468495 h 794114"/>
              <a:gd name="connsiteX6" fmla="*/ 258884 w 1035535"/>
              <a:gd name="connsiteY6" fmla="*/ 468495 h 794114"/>
              <a:gd name="connsiteX7" fmla="*/ 350324 w 1035535"/>
              <a:gd name="connsiteY7" fmla="*/ 91440 h 794114"/>
              <a:gd name="connsiteX0" fmla="*/ 258884 w 1035535"/>
              <a:gd name="connsiteY0" fmla="*/ 0 h 794114"/>
              <a:gd name="connsiteX1" fmla="*/ 776651 w 1035535"/>
              <a:gd name="connsiteY1" fmla="*/ 468495 h 794114"/>
              <a:gd name="connsiteX2" fmla="*/ 1035535 w 1035535"/>
              <a:gd name="connsiteY2" fmla="*/ 468495 h 794114"/>
              <a:gd name="connsiteX3" fmla="*/ 517768 w 1035535"/>
              <a:gd name="connsiteY3" fmla="*/ 794114 h 794114"/>
              <a:gd name="connsiteX4" fmla="*/ 0 w 1035535"/>
              <a:gd name="connsiteY4" fmla="*/ 468495 h 794114"/>
              <a:gd name="connsiteX5" fmla="*/ 258884 w 1035535"/>
              <a:gd name="connsiteY5" fmla="*/ 468495 h 794114"/>
              <a:gd name="connsiteX6" fmla="*/ 350324 w 1035535"/>
              <a:gd name="connsiteY6" fmla="*/ 91440 h 794114"/>
              <a:gd name="connsiteX0" fmla="*/ 1016121 w 1035535"/>
              <a:gd name="connsiteY0" fmla="*/ 0 h 794114"/>
              <a:gd name="connsiteX1" fmla="*/ 776651 w 1035535"/>
              <a:gd name="connsiteY1" fmla="*/ 468495 h 794114"/>
              <a:gd name="connsiteX2" fmla="*/ 1035535 w 1035535"/>
              <a:gd name="connsiteY2" fmla="*/ 468495 h 794114"/>
              <a:gd name="connsiteX3" fmla="*/ 517768 w 1035535"/>
              <a:gd name="connsiteY3" fmla="*/ 794114 h 794114"/>
              <a:gd name="connsiteX4" fmla="*/ 0 w 1035535"/>
              <a:gd name="connsiteY4" fmla="*/ 468495 h 794114"/>
              <a:gd name="connsiteX5" fmla="*/ 258884 w 1035535"/>
              <a:gd name="connsiteY5" fmla="*/ 468495 h 794114"/>
              <a:gd name="connsiteX6" fmla="*/ 350324 w 1035535"/>
              <a:gd name="connsiteY6" fmla="*/ 91440 h 794114"/>
              <a:gd name="connsiteX0" fmla="*/ 1018222 w 1037636"/>
              <a:gd name="connsiteY0" fmla="*/ 0 h 794114"/>
              <a:gd name="connsiteX1" fmla="*/ 778752 w 1037636"/>
              <a:gd name="connsiteY1" fmla="*/ 468495 h 794114"/>
              <a:gd name="connsiteX2" fmla="*/ 1037636 w 1037636"/>
              <a:gd name="connsiteY2" fmla="*/ 468495 h 794114"/>
              <a:gd name="connsiteX3" fmla="*/ 519869 w 1037636"/>
              <a:gd name="connsiteY3" fmla="*/ 794114 h 794114"/>
              <a:gd name="connsiteX4" fmla="*/ 2101 w 1037636"/>
              <a:gd name="connsiteY4" fmla="*/ 468495 h 794114"/>
              <a:gd name="connsiteX5" fmla="*/ 260985 w 1037636"/>
              <a:gd name="connsiteY5" fmla="*/ 468495 h 794114"/>
              <a:gd name="connsiteX6" fmla="*/ 0 w 1037636"/>
              <a:gd name="connsiteY6" fmla="*/ 86678 h 794114"/>
              <a:gd name="connsiteX0" fmla="*/ 1027747 w 1047161"/>
              <a:gd name="connsiteY0" fmla="*/ 0 h 794114"/>
              <a:gd name="connsiteX1" fmla="*/ 788277 w 1047161"/>
              <a:gd name="connsiteY1" fmla="*/ 468495 h 794114"/>
              <a:gd name="connsiteX2" fmla="*/ 1047161 w 1047161"/>
              <a:gd name="connsiteY2" fmla="*/ 468495 h 794114"/>
              <a:gd name="connsiteX3" fmla="*/ 529394 w 1047161"/>
              <a:gd name="connsiteY3" fmla="*/ 794114 h 794114"/>
              <a:gd name="connsiteX4" fmla="*/ 11626 w 1047161"/>
              <a:gd name="connsiteY4" fmla="*/ 468495 h 794114"/>
              <a:gd name="connsiteX5" fmla="*/ 270510 w 1047161"/>
              <a:gd name="connsiteY5" fmla="*/ 468495 h 794114"/>
              <a:gd name="connsiteX6" fmla="*/ 0 w 1047161"/>
              <a:gd name="connsiteY6" fmla="*/ 10478 h 794114"/>
              <a:gd name="connsiteX0" fmla="*/ 1016121 w 1035535"/>
              <a:gd name="connsiteY0" fmla="*/ 13335 h 807449"/>
              <a:gd name="connsiteX1" fmla="*/ 776651 w 1035535"/>
              <a:gd name="connsiteY1" fmla="*/ 481830 h 807449"/>
              <a:gd name="connsiteX2" fmla="*/ 1035535 w 1035535"/>
              <a:gd name="connsiteY2" fmla="*/ 481830 h 807449"/>
              <a:gd name="connsiteX3" fmla="*/ 517768 w 1035535"/>
              <a:gd name="connsiteY3" fmla="*/ 807449 h 807449"/>
              <a:gd name="connsiteX4" fmla="*/ 0 w 1035535"/>
              <a:gd name="connsiteY4" fmla="*/ 481830 h 807449"/>
              <a:gd name="connsiteX5" fmla="*/ 258884 w 1035535"/>
              <a:gd name="connsiteY5" fmla="*/ 481830 h 807449"/>
              <a:gd name="connsiteX6" fmla="*/ 12187 w 1035535"/>
              <a:gd name="connsiteY6" fmla="*/ 0 h 807449"/>
              <a:gd name="connsiteX0" fmla="*/ 1016121 w 1035535"/>
              <a:gd name="connsiteY0" fmla="*/ 13335 h 807449"/>
              <a:gd name="connsiteX1" fmla="*/ 776651 w 1035535"/>
              <a:gd name="connsiteY1" fmla="*/ 481830 h 807449"/>
              <a:gd name="connsiteX2" fmla="*/ 1035535 w 1035535"/>
              <a:gd name="connsiteY2" fmla="*/ 481830 h 807449"/>
              <a:gd name="connsiteX3" fmla="*/ 517768 w 1035535"/>
              <a:gd name="connsiteY3" fmla="*/ 807449 h 807449"/>
              <a:gd name="connsiteX4" fmla="*/ 0 w 1035535"/>
              <a:gd name="connsiteY4" fmla="*/ 481830 h 807449"/>
              <a:gd name="connsiteX5" fmla="*/ 392234 w 1035535"/>
              <a:gd name="connsiteY5" fmla="*/ 486592 h 807449"/>
              <a:gd name="connsiteX6" fmla="*/ 12187 w 1035535"/>
              <a:gd name="connsiteY6" fmla="*/ 0 h 807449"/>
              <a:gd name="connsiteX0" fmla="*/ 1016121 w 1035535"/>
              <a:gd name="connsiteY0" fmla="*/ 13335 h 807449"/>
              <a:gd name="connsiteX1" fmla="*/ 619488 w 1035535"/>
              <a:gd name="connsiteY1" fmla="*/ 481830 h 807449"/>
              <a:gd name="connsiteX2" fmla="*/ 1035535 w 1035535"/>
              <a:gd name="connsiteY2" fmla="*/ 481830 h 807449"/>
              <a:gd name="connsiteX3" fmla="*/ 517768 w 1035535"/>
              <a:gd name="connsiteY3" fmla="*/ 807449 h 807449"/>
              <a:gd name="connsiteX4" fmla="*/ 0 w 1035535"/>
              <a:gd name="connsiteY4" fmla="*/ 481830 h 807449"/>
              <a:gd name="connsiteX5" fmla="*/ 392234 w 1035535"/>
              <a:gd name="connsiteY5" fmla="*/ 486592 h 807449"/>
              <a:gd name="connsiteX6" fmla="*/ 12187 w 1035535"/>
              <a:gd name="connsiteY6" fmla="*/ 0 h 807449"/>
              <a:gd name="connsiteX0" fmla="*/ 1016121 w 1035535"/>
              <a:gd name="connsiteY0" fmla="*/ 13335 h 807449"/>
              <a:gd name="connsiteX1" fmla="*/ 619488 w 1035535"/>
              <a:gd name="connsiteY1" fmla="*/ 481830 h 807449"/>
              <a:gd name="connsiteX2" fmla="*/ 1035535 w 1035535"/>
              <a:gd name="connsiteY2" fmla="*/ 481830 h 807449"/>
              <a:gd name="connsiteX3" fmla="*/ 517768 w 1035535"/>
              <a:gd name="connsiteY3" fmla="*/ 807449 h 807449"/>
              <a:gd name="connsiteX4" fmla="*/ 0 w 1035535"/>
              <a:gd name="connsiteY4" fmla="*/ 481830 h 807449"/>
              <a:gd name="connsiteX5" fmla="*/ 392234 w 1035535"/>
              <a:gd name="connsiteY5" fmla="*/ 486592 h 807449"/>
              <a:gd name="connsiteX6" fmla="*/ 12187 w 1035535"/>
              <a:gd name="connsiteY6" fmla="*/ 0 h 807449"/>
              <a:gd name="connsiteX0" fmla="*/ 1016121 w 1035535"/>
              <a:gd name="connsiteY0" fmla="*/ 13335 h 807449"/>
              <a:gd name="connsiteX1" fmla="*/ 619488 w 1035535"/>
              <a:gd name="connsiteY1" fmla="*/ 481830 h 807449"/>
              <a:gd name="connsiteX2" fmla="*/ 1035535 w 1035535"/>
              <a:gd name="connsiteY2" fmla="*/ 481830 h 807449"/>
              <a:gd name="connsiteX3" fmla="*/ 517768 w 1035535"/>
              <a:gd name="connsiteY3" fmla="*/ 807449 h 807449"/>
              <a:gd name="connsiteX4" fmla="*/ 0 w 1035535"/>
              <a:gd name="connsiteY4" fmla="*/ 481830 h 807449"/>
              <a:gd name="connsiteX5" fmla="*/ 392234 w 1035535"/>
              <a:gd name="connsiteY5" fmla="*/ 486592 h 807449"/>
              <a:gd name="connsiteX6" fmla="*/ 12187 w 1035535"/>
              <a:gd name="connsiteY6" fmla="*/ 0 h 807449"/>
              <a:gd name="connsiteX0" fmla="*/ 1044696 w 1044696"/>
              <a:gd name="connsiteY0" fmla="*/ 0 h 832214"/>
              <a:gd name="connsiteX1" fmla="*/ 619488 w 1044696"/>
              <a:gd name="connsiteY1" fmla="*/ 506595 h 832214"/>
              <a:gd name="connsiteX2" fmla="*/ 1035535 w 1044696"/>
              <a:gd name="connsiteY2" fmla="*/ 506595 h 832214"/>
              <a:gd name="connsiteX3" fmla="*/ 517768 w 1044696"/>
              <a:gd name="connsiteY3" fmla="*/ 832214 h 832214"/>
              <a:gd name="connsiteX4" fmla="*/ 0 w 1044696"/>
              <a:gd name="connsiteY4" fmla="*/ 506595 h 832214"/>
              <a:gd name="connsiteX5" fmla="*/ 392234 w 1044696"/>
              <a:gd name="connsiteY5" fmla="*/ 511357 h 832214"/>
              <a:gd name="connsiteX6" fmla="*/ 12187 w 1044696"/>
              <a:gd name="connsiteY6" fmla="*/ 24765 h 832214"/>
              <a:gd name="connsiteX0" fmla="*/ 1032509 w 1032509"/>
              <a:gd name="connsiteY0" fmla="*/ 0 h 832214"/>
              <a:gd name="connsiteX1" fmla="*/ 607301 w 1032509"/>
              <a:gd name="connsiteY1" fmla="*/ 506595 h 832214"/>
              <a:gd name="connsiteX2" fmla="*/ 1023348 w 1032509"/>
              <a:gd name="connsiteY2" fmla="*/ 506595 h 832214"/>
              <a:gd name="connsiteX3" fmla="*/ 505581 w 1032509"/>
              <a:gd name="connsiteY3" fmla="*/ 832214 h 832214"/>
              <a:gd name="connsiteX4" fmla="*/ 237844 w 1032509"/>
              <a:gd name="connsiteY4" fmla="*/ 508976 h 832214"/>
              <a:gd name="connsiteX5" fmla="*/ 380047 w 1032509"/>
              <a:gd name="connsiteY5" fmla="*/ 511357 h 832214"/>
              <a:gd name="connsiteX6" fmla="*/ 0 w 1032509"/>
              <a:gd name="connsiteY6" fmla="*/ 24765 h 832214"/>
              <a:gd name="connsiteX0" fmla="*/ 1032509 w 1032509"/>
              <a:gd name="connsiteY0" fmla="*/ 0 h 832214"/>
              <a:gd name="connsiteX1" fmla="*/ 607301 w 1032509"/>
              <a:gd name="connsiteY1" fmla="*/ 506595 h 832214"/>
              <a:gd name="connsiteX2" fmla="*/ 804276 w 1032509"/>
              <a:gd name="connsiteY2" fmla="*/ 513741 h 832214"/>
              <a:gd name="connsiteX3" fmla="*/ 505581 w 1032509"/>
              <a:gd name="connsiteY3" fmla="*/ 832214 h 832214"/>
              <a:gd name="connsiteX4" fmla="*/ 237844 w 1032509"/>
              <a:gd name="connsiteY4" fmla="*/ 508976 h 832214"/>
              <a:gd name="connsiteX5" fmla="*/ 380047 w 1032509"/>
              <a:gd name="connsiteY5" fmla="*/ 511357 h 832214"/>
              <a:gd name="connsiteX6" fmla="*/ 0 w 1032509"/>
              <a:gd name="connsiteY6" fmla="*/ 24765 h 832214"/>
              <a:gd name="connsiteX0" fmla="*/ 1032509 w 1032509"/>
              <a:gd name="connsiteY0" fmla="*/ 0 h 722679"/>
              <a:gd name="connsiteX1" fmla="*/ 607301 w 1032509"/>
              <a:gd name="connsiteY1" fmla="*/ 506595 h 722679"/>
              <a:gd name="connsiteX2" fmla="*/ 804276 w 1032509"/>
              <a:gd name="connsiteY2" fmla="*/ 513741 h 722679"/>
              <a:gd name="connsiteX3" fmla="*/ 507965 w 1032509"/>
              <a:gd name="connsiteY3" fmla="*/ 722679 h 722679"/>
              <a:gd name="connsiteX4" fmla="*/ 237844 w 1032509"/>
              <a:gd name="connsiteY4" fmla="*/ 508976 h 722679"/>
              <a:gd name="connsiteX5" fmla="*/ 380047 w 1032509"/>
              <a:gd name="connsiteY5" fmla="*/ 511357 h 722679"/>
              <a:gd name="connsiteX6" fmla="*/ 0 w 1032509"/>
              <a:gd name="connsiteY6" fmla="*/ 24765 h 722679"/>
              <a:gd name="connsiteX0" fmla="*/ 1032509 w 1032509"/>
              <a:gd name="connsiteY0" fmla="*/ 0 h 722679"/>
              <a:gd name="connsiteX1" fmla="*/ 607301 w 1032509"/>
              <a:gd name="connsiteY1" fmla="*/ 506595 h 722679"/>
              <a:gd name="connsiteX2" fmla="*/ 804276 w 1032509"/>
              <a:gd name="connsiteY2" fmla="*/ 513741 h 722679"/>
              <a:gd name="connsiteX3" fmla="*/ 498440 w 1032509"/>
              <a:gd name="connsiteY3" fmla="*/ 722679 h 722679"/>
              <a:gd name="connsiteX4" fmla="*/ 237844 w 1032509"/>
              <a:gd name="connsiteY4" fmla="*/ 508976 h 722679"/>
              <a:gd name="connsiteX5" fmla="*/ 380047 w 1032509"/>
              <a:gd name="connsiteY5" fmla="*/ 511357 h 722679"/>
              <a:gd name="connsiteX6" fmla="*/ 0 w 1032509"/>
              <a:gd name="connsiteY6" fmla="*/ 24765 h 722679"/>
              <a:gd name="connsiteX0" fmla="*/ 1032509 w 1032509"/>
              <a:gd name="connsiteY0" fmla="*/ 0 h 722679"/>
              <a:gd name="connsiteX1" fmla="*/ 607301 w 1032509"/>
              <a:gd name="connsiteY1" fmla="*/ 506595 h 722679"/>
              <a:gd name="connsiteX2" fmla="*/ 792369 w 1032509"/>
              <a:gd name="connsiteY2" fmla="*/ 515732 h 722679"/>
              <a:gd name="connsiteX3" fmla="*/ 498440 w 1032509"/>
              <a:gd name="connsiteY3" fmla="*/ 722679 h 722679"/>
              <a:gd name="connsiteX4" fmla="*/ 237844 w 1032509"/>
              <a:gd name="connsiteY4" fmla="*/ 508976 h 722679"/>
              <a:gd name="connsiteX5" fmla="*/ 380047 w 1032509"/>
              <a:gd name="connsiteY5" fmla="*/ 511357 h 722679"/>
              <a:gd name="connsiteX6" fmla="*/ 0 w 1032509"/>
              <a:gd name="connsiteY6" fmla="*/ 24765 h 722679"/>
              <a:gd name="connsiteX0" fmla="*/ 1032509 w 1032509"/>
              <a:gd name="connsiteY0" fmla="*/ 0 h 720688"/>
              <a:gd name="connsiteX1" fmla="*/ 607301 w 1032509"/>
              <a:gd name="connsiteY1" fmla="*/ 506595 h 720688"/>
              <a:gd name="connsiteX2" fmla="*/ 792369 w 1032509"/>
              <a:gd name="connsiteY2" fmla="*/ 515732 h 720688"/>
              <a:gd name="connsiteX3" fmla="*/ 503202 w 1032509"/>
              <a:gd name="connsiteY3" fmla="*/ 720688 h 720688"/>
              <a:gd name="connsiteX4" fmla="*/ 237844 w 1032509"/>
              <a:gd name="connsiteY4" fmla="*/ 508976 h 720688"/>
              <a:gd name="connsiteX5" fmla="*/ 380047 w 1032509"/>
              <a:gd name="connsiteY5" fmla="*/ 511357 h 720688"/>
              <a:gd name="connsiteX6" fmla="*/ 0 w 1032509"/>
              <a:gd name="connsiteY6" fmla="*/ 24765 h 720688"/>
              <a:gd name="connsiteX0" fmla="*/ 1044414 w 1044414"/>
              <a:gd name="connsiteY0" fmla="*/ 0 h 720688"/>
              <a:gd name="connsiteX1" fmla="*/ 619206 w 1044414"/>
              <a:gd name="connsiteY1" fmla="*/ 506595 h 720688"/>
              <a:gd name="connsiteX2" fmla="*/ 804274 w 1044414"/>
              <a:gd name="connsiteY2" fmla="*/ 515732 h 720688"/>
              <a:gd name="connsiteX3" fmla="*/ 515107 w 1044414"/>
              <a:gd name="connsiteY3" fmla="*/ 720688 h 720688"/>
              <a:gd name="connsiteX4" fmla="*/ 249749 w 1044414"/>
              <a:gd name="connsiteY4" fmla="*/ 508976 h 720688"/>
              <a:gd name="connsiteX5" fmla="*/ 391952 w 1044414"/>
              <a:gd name="connsiteY5" fmla="*/ 511357 h 720688"/>
              <a:gd name="connsiteX6" fmla="*/ 0 w 1044414"/>
              <a:gd name="connsiteY6" fmla="*/ 4852 h 720688"/>
              <a:gd name="connsiteX0" fmla="*/ 1082514 w 1082514"/>
              <a:gd name="connsiteY0" fmla="*/ 0 h 722679"/>
              <a:gd name="connsiteX1" fmla="*/ 619206 w 1082514"/>
              <a:gd name="connsiteY1" fmla="*/ 508586 h 722679"/>
              <a:gd name="connsiteX2" fmla="*/ 804274 w 1082514"/>
              <a:gd name="connsiteY2" fmla="*/ 517723 h 722679"/>
              <a:gd name="connsiteX3" fmla="*/ 515107 w 1082514"/>
              <a:gd name="connsiteY3" fmla="*/ 722679 h 722679"/>
              <a:gd name="connsiteX4" fmla="*/ 249749 w 1082514"/>
              <a:gd name="connsiteY4" fmla="*/ 510967 h 722679"/>
              <a:gd name="connsiteX5" fmla="*/ 391952 w 1082514"/>
              <a:gd name="connsiteY5" fmla="*/ 513348 h 722679"/>
              <a:gd name="connsiteX6" fmla="*/ 0 w 1082514"/>
              <a:gd name="connsiteY6" fmla="*/ 6843 h 722679"/>
              <a:gd name="connsiteX0" fmla="*/ 1082514 w 1082514"/>
              <a:gd name="connsiteY0" fmla="*/ 0 h 724672"/>
              <a:gd name="connsiteX1" fmla="*/ 619206 w 1082514"/>
              <a:gd name="connsiteY1" fmla="*/ 508586 h 724672"/>
              <a:gd name="connsiteX2" fmla="*/ 804274 w 1082514"/>
              <a:gd name="connsiteY2" fmla="*/ 517723 h 724672"/>
              <a:gd name="connsiteX3" fmla="*/ 534160 w 1082514"/>
              <a:gd name="connsiteY3" fmla="*/ 724672 h 724672"/>
              <a:gd name="connsiteX4" fmla="*/ 249749 w 1082514"/>
              <a:gd name="connsiteY4" fmla="*/ 510967 h 724672"/>
              <a:gd name="connsiteX5" fmla="*/ 391952 w 1082514"/>
              <a:gd name="connsiteY5" fmla="*/ 513348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19206 w 1082514"/>
              <a:gd name="connsiteY1" fmla="*/ 508586 h 724672"/>
              <a:gd name="connsiteX2" fmla="*/ 804274 w 1082514"/>
              <a:gd name="connsiteY2" fmla="*/ 517723 h 724672"/>
              <a:gd name="connsiteX3" fmla="*/ 534160 w 1082514"/>
              <a:gd name="connsiteY3" fmla="*/ 724672 h 724672"/>
              <a:gd name="connsiteX4" fmla="*/ 249749 w 1082514"/>
              <a:gd name="connsiteY4" fmla="*/ 510967 h 724672"/>
              <a:gd name="connsiteX5" fmla="*/ 380046 w 1082514"/>
              <a:gd name="connsiteY5" fmla="*/ 533263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19206 w 1082514"/>
              <a:gd name="connsiteY1" fmla="*/ 508586 h 724672"/>
              <a:gd name="connsiteX2" fmla="*/ 804274 w 1082514"/>
              <a:gd name="connsiteY2" fmla="*/ 517723 h 724672"/>
              <a:gd name="connsiteX3" fmla="*/ 534160 w 1082514"/>
              <a:gd name="connsiteY3" fmla="*/ 724672 h 724672"/>
              <a:gd name="connsiteX4" fmla="*/ 249749 w 1082514"/>
              <a:gd name="connsiteY4" fmla="*/ 510967 h 724672"/>
              <a:gd name="connsiteX5" fmla="*/ 380046 w 1082514"/>
              <a:gd name="connsiteY5" fmla="*/ 533263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19206 w 1082514"/>
              <a:gd name="connsiteY1" fmla="*/ 508586 h 724672"/>
              <a:gd name="connsiteX2" fmla="*/ 804274 w 1082514"/>
              <a:gd name="connsiteY2" fmla="*/ 517723 h 724672"/>
              <a:gd name="connsiteX3" fmla="*/ 534160 w 1082514"/>
              <a:gd name="connsiteY3" fmla="*/ 724672 h 724672"/>
              <a:gd name="connsiteX4" fmla="*/ 249749 w 1082514"/>
              <a:gd name="connsiteY4" fmla="*/ 510967 h 724672"/>
              <a:gd name="connsiteX5" fmla="*/ 380046 w 1082514"/>
              <a:gd name="connsiteY5" fmla="*/ 533263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19206 w 1082514"/>
              <a:gd name="connsiteY1" fmla="*/ 508586 h 724672"/>
              <a:gd name="connsiteX2" fmla="*/ 804274 w 1082514"/>
              <a:gd name="connsiteY2" fmla="*/ 517723 h 724672"/>
              <a:gd name="connsiteX3" fmla="*/ 534160 w 1082514"/>
              <a:gd name="connsiteY3" fmla="*/ 724672 h 724672"/>
              <a:gd name="connsiteX4" fmla="*/ 233080 w 1082514"/>
              <a:gd name="connsiteY4" fmla="*/ 526899 h 724672"/>
              <a:gd name="connsiteX5" fmla="*/ 380046 w 1082514"/>
              <a:gd name="connsiteY5" fmla="*/ 533263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19206 w 1082514"/>
              <a:gd name="connsiteY1" fmla="*/ 508586 h 724672"/>
              <a:gd name="connsiteX2" fmla="*/ 804274 w 1082514"/>
              <a:gd name="connsiteY2" fmla="*/ 517723 h 724672"/>
              <a:gd name="connsiteX3" fmla="*/ 534160 w 1082514"/>
              <a:gd name="connsiteY3" fmla="*/ 724672 h 724672"/>
              <a:gd name="connsiteX4" fmla="*/ 237842 w 1082514"/>
              <a:gd name="connsiteY4" fmla="*/ 532873 h 724672"/>
              <a:gd name="connsiteX5" fmla="*/ 380046 w 1082514"/>
              <a:gd name="connsiteY5" fmla="*/ 533263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90644 w 1082514"/>
              <a:gd name="connsiteY1" fmla="*/ 532484 h 724672"/>
              <a:gd name="connsiteX2" fmla="*/ 804274 w 1082514"/>
              <a:gd name="connsiteY2" fmla="*/ 517723 h 724672"/>
              <a:gd name="connsiteX3" fmla="*/ 534160 w 1082514"/>
              <a:gd name="connsiteY3" fmla="*/ 724672 h 724672"/>
              <a:gd name="connsiteX4" fmla="*/ 237842 w 1082514"/>
              <a:gd name="connsiteY4" fmla="*/ 532873 h 724672"/>
              <a:gd name="connsiteX5" fmla="*/ 380046 w 1082514"/>
              <a:gd name="connsiteY5" fmla="*/ 533263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90644 w 1082514"/>
              <a:gd name="connsiteY1" fmla="*/ 532484 h 724672"/>
              <a:gd name="connsiteX2" fmla="*/ 804274 w 1082514"/>
              <a:gd name="connsiteY2" fmla="*/ 517723 h 724672"/>
              <a:gd name="connsiteX3" fmla="*/ 534160 w 1082514"/>
              <a:gd name="connsiteY3" fmla="*/ 724672 h 724672"/>
              <a:gd name="connsiteX4" fmla="*/ 237842 w 1082514"/>
              <a:gd name="connsiteY4" fmla="*/ 532873 h 724672"/>
              <a:gd name="connsiteX5" fmla="*/ 380046 w 1082514"/>
              <a:gd name="connsiteY5" fmla="*/ 533263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90644 w 1082514"/>
              <a:gd name="connsiteY1" fmla="*/ 532484 h 724672"/>
              <a:gd name="connsiteX2" fmla="*/ 830468 w 1082514"/>
              <a:gd name="connsiteY2" fmla="*/ 531664 h 724672"/>
              <a:gd name="connsiteX3" fmla="*/ 534160 w 1082514"/>
              <a:gd name="connsiteY3" fmla="*/ 724672 h 724672"/>
              <a:gd name="connsiteX4" fmla="*/ 237842 w 1082514"/>
              <a:gd name="connsiteY4" fmla="*/ 532873 h 724672"/>
              <a:gd name="connsiteX5" fmla="*/ 380046 w 1082514"/>
              <a:gd name="connsiteY5" fmla="*/ 533263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90644 w 1082514"/>
              <a:gd name="connsiteY1" fmla="*/ 532484 h 724672"/>
              <a:gd name="connsiteX2" fmla="*/ 830468 w 1082514"/>
              <a:gd name="connsiteY2" fmla="*/ 531664 h 724672"/>
              <a:gd name="connsiteX3" fmla="*/ 534160 w 1082514"/>
              <a:gd name="connsiteY3" fmla="*/ 724672 h 724672"/>
              <a:gd name="connsiteX4" fmla="*/ 237842 w 1082514"/>
              <a:gd name="connsiteY4" fmla="*/ 532873 h 724672"/>
              <a:gd name="connsiteX5" fmla="*/ 434815 w 1082514"/>
              <a:gd name="connsiteY5" fmla="*/ 533263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90644 w 1082514"/>
              <a:gd name="connsiteY1" fmla="*/ 532484 h 724672"/>
              <a:gd name="connsiteX2" fmla="*/ 830468 w 1082514"/>
              <a:gd name="connsiteY2" fmla="*/ 531664 h 724672"/>
              <a:gd name="connsiteX3" fmla="*/ 534160 w 1082514"/>
              <a:gd name="connsiteY3" fmla="*/ 724672 h 724672"/>
              <a:gd name="connsiteX4" fmla="*/ 297373 w 1082514"/>
              <a:gd name="connsiteY4" fmla="*/ 532873 h 724672"/>
              <a:gd name="connsiteX5" fmla="*/ 434815 w 1082514"/>
              <a:gd name="connsiteY5" fmla="*/ 533263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90644 w 1082514"/>
              <a:gd name="connsiteY1" fmla="*/ 532484 h 724672"/>
              <a:gd name="connsiteX2" fmla="*/ 768555 w 1082514"/>
              <a:gd name="connsiteY2" fmla="*/ 531664 h 724672"/>
              <a:gd name="connsiteX3" fmla="*/ 534160 w 1082514"/>
              <a:gd name="connsiteY3" fmla="*/ 724672 h 724672"/>
              <a:gd name="connsiteX4" fmla="*/ 297373 w 1082514"/>
              <a:gd name="connsiteY4" fmla="*/ 532873 h 724672"/>
              <a:gd name="connsiteX5" fmla="*/ 434815 w 1082514"/>
              <a:gd name="connsiteY5" fmla="*/ 533263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38256 w 1082514"/>
              <a:gd name="connsiteY1" fmla="*/ 534476 h 724672"/>
              <a:gd name="connsiteX2" fmla="*/ 768555 w 1082514"/>
              <a:gd name="connsiteY2" fmla="*/ 531664 h 724672"/>
              <a:gd name="connsiteX3" fmla="*/ 534160 w 1082514"/>
              <a:gd name="connsiteY3" fmla="*/ 724672 h 724672"/>
              <a:gd name="connsiteX4" fmla="*/ 297373 w 1082514"/>
              <a:gd name="connsiteY4" fmla="*/ 532873 h 724672"/>
              <a:gd name="connsiteX5" fmla="*/ 434815 w 1082514"/>
              <a:gd name="connsiteY5" fmla="*/ 533263 h 724672"/>
              <a:gd name="connsiteX6" fmla="*/ 0 w 1082514"/>
              <a:gd name="connsiteY6" fmla="*/ 6843 h 724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2514" h="724672">
                <a:moveTo>
                  <a:pt x="1082514" y="0"/>
                </a:moveTo>
                <a:cubicBezTo>
                  <a:pt x="788378" y="227602"/>
                  <a:pt x="727605" y="349736"/>
                  <a:pt x="638256" y="534476"/>
                </a:cubicBezTo>
                <a:lnTo>
                  <a:pt x="768555" y="531664"/>
                </a:lnTo>
                <a:lnTo>
                  <a:pt x="534160" y="724672"/>
                </a:lnTo>
                <a:lnTo>
                  <a:pt x="297373" y="532873"/>
                </a:lnTo>
                <a:lnTo>
                  <a:pt x="434815" y="533263"/>
                </a:lnTo>
                <a:cubicBezTo>
                  <a:pt x="434815" y="377098"/>
                  <a:pt x="0" y="6843"/>
                  <a:pt x="0" y="6843"/>
                </a:cubicBezTo>
              </a:path>
            </a:pathLst>
          </a:custGeom>
          <a:solidFill>
            <a:srgbClr val="BEE9E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zh-CN" altLang="en-US" sz="180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7170D5B-AA38-4E87-9FE0-009D7C62B5A3}"/>
              </a:ext>
            </a:extLst>
          </p:cNvPr>
          <p:cNvSpPr/>
          <p:nvPr/>
        </p:nvSpPr>
        <p:spPr bwMode="gray">
          <a:xfrm>
            <a:off x="8775228" y="2492522"/>
            <a:ext cx="1406923" cy="431726"/>
          </a:xfrm>
          <a:prstGeom prst="rect">
            <a:avLst/>
          </a:prstGeom>
          <a:noFill/>
          <a:ln>
            <a:solidFill>
              <a:srgbClr val="56C4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B9A47B5-02BB-49D4-BD06-619C3F1FE779}"/>
              </a:ext>
            </a:extLst>
          </p:cNvPr>
          <p:cNvSpPr txBox="1"/>
          <p:nvPr/>
        </p:nvSpPr>
        <p:spPr bwMode="gray">
          <a:xfrm>
            <a:off x="9005210" y="2542351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网络纠错</a:t>
            </a:r>
          </a:p>
        </p:txBody>
      </p:sp>
      <p:sp>
        <p:nvSpPr>
          <p:cNvPr id="35" name="文本占位符 3"/>
          <p:cNvSpPr txBox="1">
            <a:spLocks/>
          </p:cNvSpPr>
          <p:nvPr/>
        </p:nvSpPr>
        <p:spPr bwMode="gray">
          <a:xfrm>
            <a:off x="468317" y="1233488"/>
            <a:ext cx="11276183" cy="4680000"/>
          </a:xfrm>
          <a:prstGeom prst="rect">
            <a:avLst/>
          </a:prstGeom>
        </p:spPr>
        <p:txBody>
          <a:bodyPr/>
          <a:lstStyle>
            <a:lvl1pPr marL="302279" indent="-302279" algn="l" defTabSz="914034" rtl="0" eaLnBrk="1" latinLnBrk="0" hangingPunct="1">
              <a:lnSpc>
                <a:spcPct val="140000"/>
              </a:lnSpc>
              <a:spcBef>
                <a:spcPts val="792"/>
              </a:spcBef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endParaRPr lang="zh-CN" altLang="en-US" sz="18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5753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6BA5FB-90DF-4142-9DB8-6819665DC5F2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总结：传统采集机制无法满足大数据要求</a:t>
            </a:r>
          </a:p>
        </p:txBody>
      </p:sp>
      <p:sp>
        <p:nvSpPr>
          <p:cNvPr id="4" name="云形 80">
            <a:extLst>
              <a:ext uri="{FF2B5EF4-FFF2-40B4-BE49-F238E27FC236}">
                <a16:creationId xmlns:a16="http://schemas.microsoft.com/office/drawing/2014/main" id="{5BADB4E4-52C4-4025-A6F1-F25FC240A202}"/>
              </a:ext>
            </a:extLst>
          </p:cNvPr>
          <p:cNvSpPr/>
          <p:nvPr/>
        </p:nvSpPr>
        <p:spPr bwMode="gray">
          <a:xfrm>
            <a:off x="503203" y="1936515"/>
            <a:ext cx="2715418" cy="2022607"/>
          </a:xfrm>
          <a:prstGeom prst="cloud">
            <a:avLst/>
          </a:prstGeom>
          <a:noFill/>
          <a:ln w="9525" cap="flat" cmpd="sng" algn="ctr">
            <a:solidFill>
              <a:srgbClr val="94DAE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647694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None/>
              <a:defRPr/>
            </a:pPr>
            <a:endParaRPr lang="zh-CN" altLang="en-US" sz="1500" kern="0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9" name="直接连接符 85">
            <a:extLst>
              <a:ext uri="{FF2B5EF4-FFF2-40B4-BE49-F238E27FC236}">
                <a16:creationId xmlns:a16="http://schemas.microsoft.com/office/drawing/2014/main" id="{887510C9-09B1-4A22-A800-9F36A9F98348}"/>
              </a:ext>
            </a:extLst>
          </p:cNvPr>
          <p:cNvCxnSpPr>
            <a:cxnSpLocks noChangeShapeType="1"/>
          </p:cNvCxnSpPr>
          <p:nvPr/>
        </p:nvCxnSpPr>
        <p:spPr bwMode="gray">
          <a:xfrm flipH="1">
            <a:off x="1717703" y="2571610"/>
            <a:ext cx="143208" cy="559362"/>
          </a:xfrm>
          <a:prstGeom prst="line">
            <a:avLst/>
          </a:prstGeom>
          <a:noFill/>
          <a:ln w="15875" algn="ctr">
            <a:solidFill>
              <a:srgbClr val="56C4D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直接连接符 86">
            <a:extLst>
              <a:ext uri="{FF2B5EF4-FFF2-40B4-BE49-F238E27FC236}">
                <a16:creationId xmlns:a16="http://schemas.microsoft.com/office/drawing/2014/main" id="{E171D218-68EB-44C2-875F-EE4300D1FB63}"/>
              </a:ext>
            </a:extLst>
          </p:cNvPr>
          <p:cNvCxnSpPr>
            <a:cxnSpLocks noChangeShapeType="1"/>
          </p:cNvCxnSpPr>
          <p:nvPr/>
        </p:nvCxnSpPr>
        <p:spPr bwMode="gray">
          <a:xfrm>
            <a:off x="1744567" y="3272346"/>
            <a:ext cx="721638" cy="0"/>
          </a:xfrm>
          <a:prstGeom prst="line">
            <a:avLst/>
          </a:prstGeom>
          <a:noFill/>
          <a:ln w="15875" algn="ctr">
            <a:solidFill>
              <a:srgbClr val="56C4D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直接连接符 87">
            <a:extLst>
              <a:ext uri="{FF2B5EF4-FFF2-40B4-BE49-F238E27FC236}">
                <a16:creationId xmlns:a16="http://schemas.microsoft.com/office/drawing/2014/main" id="{9DE2AD99-DF03-407E-9753-57D118F00071}"/>
              </a:ext>
            </a:extLst>
          </p:cNvPr>
          <p:cNvCxnSpPr>
            <a:cxnSpLocks noChangeShapeType="1"/>
          </p:cNvCxnSpPr>
          <p:nvPr/>
        </p:nvCxnSpPr>
        <p:spPr bwMode="gray">
          <a:xfrm>
            <a:off x="2017490" y="2430237"/>
            <a:ext cx="736924" cy="0"/>
          </a:xfrm>
          <a:prstGeom prst="line">
            <a:avLst/>
          </a:prstGeom>
          <a:noFill/>
          <a:ln w="15875" algn="ctr">
            <a:solidFill>
              <a:srgbClr val="56C4D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直接连接符 88">
            <a:extLst>
              <a:ext uri="{FF2B5EF4-FFF2-40B4-BE49-F238E27FC236}">
                <a16:creationId xmlns:a16="http://schemas.microsoft.com/office/drawing/2014/main" id="{348FAC13-48AD-46DA-AE4C-36416C2605D1}"/>
              </a:ext>
            </a:extLst>
          </p:cNvPr>
          <p:cNvCxnSpPr>
            <a:cxnSpLocks noChangeShapeType="1"/>
          </p:cNvCxnSpPr>
          <p:nvPr/>
        </p:nvCxnSpPr>
        <p:spPr bwMode="gray">
          <a:xfrm>
            <a:off x="1990626" y="2571610"/>
            <a:ext cx="475579" cy="700736"/>
          </a:xfrm>
          <a:prstGeom prst="line">
            <a:avLst/>
          </a:prstGeom>
          <a:noFill/>
          <a:ln w="15875" algn="ctr">
            <a:solidFill>
              <a:srgbClr val="56C4D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直接连接符 89">
            <a:extLst>
              <a:ext uri="{FF2B5EF4-FFF2-40B4-BE49-F238E27FC236}">
                <a16:creationId xmlns:a16="http://schemas.microsoft.com/office/drawing/2014/main" id="{FD4A26E7-6347-4047-ACB9-F1A0D73FB128}"/>
              </a:ext>
            </a:extLst>
          </p:cNvPr>
          <p:cNvCxnSpPr>
            <a:cxnSpLocks noChangeShapeType="1"/>
          </p:cNvCxnSpPr>
          <p:nvPr/>
        </p:nvCxnSpPr>
        <p:spPr bwMode="gray">
          <a:xfrm flipV="1">
            <a:off x="1744567" y="2430237"/>
            <a:ext cx="1009847" cy="842109"/>
          </a:xfrm>
          <a:prstGeom prst="line">
            <a:avLst/>
          </a:prstGeom>
          <a:noFill/>
          <a:ln w="15875" algn="ctr">
            <a:solidFill>
              <a:srgbClr val="56C4D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直接连接符 90">
            <a:extLst>
              <a:ext uri="{FF2B5EF4-FFF2-40B4-BE49-F238E27FC236}">
                <a16:creationId xmlns:a16="http://schemas.microsoft.com/office/drawing/2014/main" id="{D7E637D0-1742-471A-BBD2-01CC6D04277A}"/>
              </a:ext>
            </a:extLst>
          </p:cNvPr>
          <p:cNvCxnSpPr>
            <a:cxnSpLocks noChangeShapeType="1"/>
            <a:stCxn id="55" idx="0"/>
          </p:cNvCxnSpPr>
          <p:nvPr/>
        </p:nvCxnSpPr>
        <p:spPr bwMode="gray">
          <a:xfrm flipV="1">
            <a:off x="2532722" y="2571610"/>
            <a:ext cx="248557" cy="490964"/>
          </a:xfrm>
          <a:prstGeom prst="line">
            <a:avLst/>
          </a:prstGeom>
          <a:noFill/>
          <a:ln w="15875" algn="ctr">
            <a:solidFill>
              <a:srgbClr val="56C4D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直接连接符 93">
            <a:extLst>
              <a:ext uri="{FF2B5EF4-FFF2-40B4-BE49-F238E27FC236}">
                <a16:creationId xmlns:a16="http://schemas.microsoft.com/office/drawing/2014/main" id="{DE882F74-AECA-418D-AF8F-7DA5E38A73A6}"/>
              </a:ext>
            </a:extLst>
          </p:cNvPr>
          <p:cNvCxnSpPr>
            <a:cxnSpLocks noChangeShapeType="1"/>
          </p:cNvCxnSpPr>
          <p:nvPr/>
        </p:nvCxnSpPr>
        <p:spPr bwMode="gray">
          <a:xfrm flipH="1">
            <a:off x="960888" y="2571610"/>
            <a:ext cx="137266" cy="559362"/>
          </a:xfrm>
          <a:prstGeom prst="line">
            <a:avLst/>
          </a:prstGeom>
          <a:noFill/>
          <a:ln w="15875" algn="ctr">
            <a:solidFill>
              <a:srgbClr val="56C4D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直接连接符 94">
            <a:extLst>
              <a:ext uri="{FF2B5EF4-FFF2-40B4-BE49-F238E27FC236}">
                <a16:creationId xmlns:a16="http://schemas.microsoft.com/office/drawing/2014/main" id="{5E878380-E94B-4B9D-A12B-C74B9DFC9342}"/>
              </a:ext>
            </a:extLst>
          </p:cNvPr>
          <p:cNvCxnSpPr>
            <a:cxnSpLocks noChangeShapeType="1"/>
          </p:cNvCxnSpPr>
          <p:nvPr/>
        </p:nvCxnSpPr>
        <p:spPr bwMode="gray">
          <a:xfrm>
            <a:off x="1254732" y="2430237"/>
            <a:ext cx="579315" cy="0"/>
          </a:xfrm>
          <a:prstGeom prst="line">
            <a:avLst/>
          </a:prstGeom>
          <a:noFill/>
          <a:ln w="15875" algn="ctr">
            <a:solidFill>
              <a:srgbClr val="56C4D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直接连接符 95">
            <a:extLst>
              <a:ext uri="{FF2B5EF4-FFF2-40B4-BE49-F238E27FC236}">
                <a16:creationId xmlns:a16="http://schemas.microsoft.com/office/drawing/2014/main" id="{A366E4C3-B0DC-4303-B0B0-11D232BD6C40}"/>
              </a:ext>
            </a:extLst>
          </p:cNvPr>
          <p:cNvCxnSpPr>
            <a:cxnSpLocks noChangeShapeType="1"/>
          </p:cNvCxnSpPr>
          <p:nvPr/>
        </p:nvCxnSpPr>
        <p:spPr bwMode="gray">
          <a:xfrm>
            <a:off x="987752" y="3272346"/>
            <a:ext cx="573372" cy="0"/>
          </a:xfrm>
          <a:prstGeom prst="line">
            <a:avLst/>
          </a:prstGeom>
          <a:noFill/>
          <a:ln w="15875" algn="ctr">
            <a:solidFill>
              <a:srgbClr val="56C4D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" name="直接连接符 96">
            <a:extLst>
              <a:ext uri="{FF2B5EF4-FFF2-40B4-BE49-F238E27FC236}">
                <a16:creationId xmlns:a16="http://schemas.microsoft.com/office/drawing/2014/main" id="{F9C0C4B8-33D8-4BCA-9F33-F278073F5973}"/>
              </a:ext>
            </a:extLst>
          </p:cNvPr>
          <p:cNvCxnSpPr>
            <a:cxnSpLocks noChangeShapeType="1"/>
          </p:cNvCxnSpPr>
          <p:nvPr/>
        </p:nvCxnSpPr>
        <p:spPr bwMode="gray">
          <a:xfrm>
            <a:off x="1254732" y="2430237"/>
            <a:ext cx="1211473" cy="842109"/>
          </a:xfrm>
          <a:prstGeom prst="line">
            <a:avLst/>
          </a:prstGeom>
          <a:noFill/>
          <a:ln w="15875" algn="ctr">
            <a:solidFill>
              <a:srgbClr val="56C4D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直接连接符 97">
            <a:extLst>
              <a:ext uri="{FF2B5EF4-FFF2-40B4-BE49-F238E27FC236}">
                <a16:creationId xmlns:a16="http://schemas.microsoft.com/office/drawing/2014/main" id="{730B5E67-75CB-4A12-97AA-FE1E1E7D92BE}"/>
              </a:ext>
            </a:extLst>
          </p:cNvPr>
          <p:cNvCxnSpPr>
            <a:cxnSpLocks noChangeShapeType="1"/>
          </p:cNvCxnSpPr>
          <p:nvPr/>
        </p:nvCxnSpPr>
        <p:spPr bwMode="gray">
          <a:xfrm flipV="1">
            <a:off x="987752" y="2430237"/>
            <a:ext cx="846295" cy="842109"/>
          </a:xfrm>
          <a:prstGeom prst="line">
            <a:avLst/>
          </a:prstGeom>
          <a:noFill/>
          <a:ln w="15875" algn="ctr">
            <a:solidFill>
              <a:srgbClr val="56C4D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直接连接符 98">
            <a:extLst>
              <a:ext uri="{FF2B5EF4-FFF2-40B4-BE49-F238E27FC236}">
                <a16:creationId xmlns:a16="http://schemas.microsoft.com/office/drawing/2014/main" id="{B3FAC57C-7D0D-4471-BFAF-7945AF93AA64}"/>
              </a:ext>
            </a:extLst>
          </p:cNvPr>
          <p:cNvCxnSpPr>
            <a:cxnSpLocks noChangeShapeType="1"/>
          </p:cNvCxnSpPr>
          <p:nvPr/>
        </p:nvCxnSpPr>
        <p:spPr bwMode="gray">
          <a:xfrm>
            <a:off x="1227867" y="2571610"/>
            <a:ext cx="333257" cy="700736"/>
          </a:xfrm>
          <a:prstGeom prst="line">
            <a:avLst/>
          </a:prstGeom>
          <a:noFill/>
          <a:ln w="15875" algn="ctr">
            <a:solidFill>
              <a:srgbClr val="56C4D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" name="Rounded Rectangle 32">
            <a:extLst>
              <a:ext uri="{FF2B5EF4-FFF2-40B4-BE49-F238E27FC236}">
                <a16:creationId xmlns:a16="http://schemas.microsoft.com/office/drawing/2014/main" id="{B0A15E4F-C2B1-49FD-9C29-C0BD09609990}"/>
              </a:ext>
            </a:extLst>
          </p:cNvPr>
          <p:cNvSpPr/>
          <p:nvPr/>
        </p:nvSpPr>
        <p:spPr bwMode="gray">
          <a:xfrm>
            <a:off x="711993" y="1385136"/>
            <a:ext cx="2449513" cy="360362"/>
          </a:xfrm>
          <a:prstGeom prst="roundRect">
            <a:avLst/>
          </a:prstGeom>
          <a:solidFill>
            <a:srgbClr val="56C4D2"/>
          </a:solidFill>
          <a:ln w="19050">
            <a:solidFill>
              <a:srgbClr val="56C4D2"/>
            </a:solidFill>
          </a:ln>
          <a:extLst>
            <a:ext uri="{909E8E84-426E-40dd-AFC4-6F175D3DCCD1}"/>
            <a:ext uri="{AF507438-7753-43e0-B8FC-AC1667EBCBE1}"/>
          </a:ex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36000" rIns="36000"/>
          <a:lstStyle/>
          <a:p>
            <a:pPr algn="ctr">
              <a:buClr>
                <a:srgbClr val="CC9900"/>
              </a:buClr>
              <a:defRPr/>
            </a:pPr>
            <a:r>
              <a:rPr lang="zh-CN" altLang="en-US" sz="15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网络数据源</a:t>
            </a:r>
          </a:p>
        </p:txBody>
      </p:sp>
      <p:sp>
        <p:nvSpPr>
          <p:cNvPr id="26" name="Rounded Rectangle 38">
            <a:extLst>
              <a:ext uri="{FF2B5EF4-FFF2-40B4-BE49-F238E27FC236}">
                <a16:creationId xmlns:a16="http://schemas.microsoft.com/office/drawing/2014/main" id="{7117444B-35F2-4EDB-8D9F-7B5714170DB8}"/>
              </a:ext>
            </a:extLst>
          </p:cNvPr>
          <p:cNvSpPr/>
          <p:nvPr/>
        </p:nvSpPr>
        <p:spPr bwMode="gray">
          <a:xfrm>
            <a:off x="9507281" y="1417243"/>
            <a:ext cx="2016125" cy="360362"/>
          </a:xfrm>
          <a:prstGeom prst="roundRect">
            <a:avLst/>
          </a:prstGeom>
          <a:solidFill>
            <a:srgbClr val="56C4D2"/>
          </a:solidFill>
          <a:ln w="19050">
            <a:solidFill>
              <a:srgbClr val="56C4D2"/>
            </a:solidFill>
          </a:ln>
          <a:extLst>
            <a:ext uri="{909E8E84-426E-40dd-AFC4-6F175D3DCCD1}"/>
            <a:ext uri="{AF507438-7753-43e0-B8FC-AC1667EBCBE1}"/>
          </a:ex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36000" rIns="36000"/>
          <a:lstStyle/>
          <a:p>
            <a:pPr algn="ctr" eaLnBrk="1" hangingPunct="1">
              <a:buClr>
                <a:srgbClr val="CC9900"/>
              </a:buClr>
              <a:defRPr/>
            </a:pPr>
            <a:r>
              <a:rPr lang="zh-CN" altLang="en-US" sz="15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数据消费者</a:t>
            </a:r>
          </a:p>
        </p:txBody>
      </p:sp>
      <p:cxnSp>
        <p:nvCxnSpPr>
          <p:cNvPr id="27" name="Straight Arrow Connector 40">
            <a:extLst>
              <a:ext uri="{FF2B5EF4-FFF2-40B4-BE49-F238E27FC236}">
                <a16:creationId xmlns:a16="http://schemas.microsoft.com/office/drawing/2014/main" id="{38A429F2-5F5A-4F12-9C59-145A20B916BF}"/>
              </a:ext>
            </a:extLst>
          </p:cNvPr>
          <p:cNvCxnSpPr>
            <a:cxnSpLocks/>
          </p:cNvCxnSpPr>
          <p:nvPr/>
        </p:nvCxnSpPr>
        <p:spPr bwMode="gray">
          <a:xfrm>
            <a:off x="3946066" y="2227305"/>
            <a:ext cx="3353008" cy="0"/>
          </a:xfrm>
          <a:prstGeom prst="straightConnector1">
            <a:avLst/>
          </a:prstGeom>
          <a:ln w="19050">
            <a:solidFill>
              <a:srgbClr val="94DAE2"/>
            </a:solidFill>
            <a:tailEnd type="arrow"/>
          </a:ln>
          <a:extLst>
            <a:ext uri="{909E8E84-426E-40dd-AFC4-6F175D3DCCD1}"/>
            <a:ext uri="{91240B29-F687-4f45-9708-019B960494DF}"/>
            <a:ext uri="{AF507438-7753-43e0-B8FC-AC1667EBCBE1}"/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41">
            <a:extLst>
              <a:ext uri="{FF2B5EF4-FFF2-40B4-BE49-F238E27FC236}">
                <a16:creationId xmlns:a16="http://schemas.microsoft.com/office/drawing/2014/main" id="{80881AC7-AA05-476D-A157-A8EAF732D59F}"/>
              </a:ext>
            </a:extLst>
          </p:cNvPr>
          <p:cNvCxnSpPr>
            <a:cxnSpLocks/>
          </p:cNvCxnSpPr>
          <p:nvPr/>
        </p:nvCxnSpPr>
        <p:spPr bwMode="gray">
          <a:xfrm>
            <a:off x="3946066" y="3019467"/>
            <a:ext cx="3353008" cy="0"/>
          </a:xfrm>
          <a:prstGeom prst="straightConnector1">
            <a:avLst/>
          </a:prstGeom>
          <a:ln w="19050">
            <a:solidFill>
              <a:srgbClr val="94DAE2"/>
            </a:solidFill>
            <a:tailEnd type="arrow"/>
          </a:ln>
          <a:extLst>
            <a:ext uri="{909E8E84-426E-40dd-AFC4-6F175D3DCCD1}"/>
            <a:ext uri="{91240B29-F687-4f45-9708-019B960494DF}"/>
            <a:ext uri="{AF507438-7753-43e0-B8FC-AC1667EBCBE1}"/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42">
            <a:extLst>
              <a:ext uri="{FF2B5EF4-FFF2-40B4-BE49-F238E27FC236}">
                <a16:creationId xmlns:a16="http://schemas.microsoft.com/office/drawing/2014/main" id="{4F4E86B1-B08C-4BDA-9FFB-A8111250DB9B}"/>
              </a:ext>
            </a:extLst>
          </p:cNvPr>
          <p:cNvCxnSpPr>
            <a:cxnSpLocks/>
          </p:cNvCxnSpPr>
          <p:nvPr/>
        </p:nvCxnSpPr>
        <p:spPr bwMode="gray">
          <a:xfrm>
            <a:off x="3946066" y="3800517"/>
            <a:ext cx="3353008" cy="0"/>
          </a:xfrm>
          <a:prstGeom prst="straightConnector1">
            <a:avLst/>
          </a:prstGeom>
          <a:ln w="19050">
            <a:solidFill>
              <a:srgbClr val="94DAE2"/>
            </a:solidFill>
            <a:tailEnd type="arrow"/>
          </a:ln>
          <a:extLst>
            <a:ext uri="{909E8E84-426E-40dd-AFC4-6F175D3DCCD1}"/>
            <a:ext uri="{91240B29-F687-4f45-9708-019B960494DF}"/>
            <a:ext uri="{AF507438-7753-43e0-B8FC-AC1667EBCBE1}"/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46">
            <a:extLst>
              <a:ext uri="{FF2B5EF4-FFF2-40B4-BE49-F238E27FC236}">
                <a16:creationId xmlns:a16="http://schemas.microsoft.com/office/drawing/2014/main" id="{A4A00CD7-AD3D-47B7-A01A-D1F83F0699C3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221423" y="2107072"/>
            <a:ext cx="792162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SNMP</a:t>
            </a:r>
            <a:endParaRPr lang="zh-CN" altLang="en-US" sz="15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TextBox 47">
            <a:extLst>
              <a:ext uri="{FF2B5EF4-FFF2-40B4-BE49-F238E27FC236}">
                <a16:creationId xmlns:a16="http://schemas.microsoft.com/office/drawing/2014/main" id="{A2A3E5B0-3B2E-43F0-911B-FC40813BAAEA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237437" y="2785837"/>
            <a:ext cx="792162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Syslog</a:t>
            </a:r>
            <a:endParaRPr lang="zh-CN" altLang="en-US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" name="TextBox 48">
            <a:extLst>
              <a:ext uri="{FF2B5EF4-FFF2-40B4-BE49-F238E27FC236}">
                <a16:creationId xmlns:a16="http://schemas.microsoft.com/office/drawing/2014/main" id="{9C18CF0B-DE8D-47C7-A8CA-BF0FC661C055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301905" y="3602800"/>
            <a:ext cx="792162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CLI</a:t>
            </a:r>
          </a:p>
        </p:txBody>
      </p:sp>
      <p:sp>
        <p:nvSpPr>
          <p:cNvPr id="36" name="TextBox 49">
            <a:extLst>
              <a:ext uri="{FF2B5EF4-FFF2-40B4-BE49-F238E27FC236}">
                <a16:creationId xmlns:a16="http://schemas.microsoft.com/office/drawing/2014/main" id="{74F5FB45-BCFE-4B26-8AA8-C8524D8188F8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916417" y="1847485"/>
            <a:ext cx="377009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采用</a:t>
            </a:r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pull</a:t>
            </a:r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模式全量轮询，性能低，实时性差。</a:t>
            </a:r>
          </a:p>
        </p:txBody>
      </p:sp>
      <p:sp>
        <p:nvSpPr>
          <p:cNvPr id="38" name="TextBox 50">
            <a:extLst>
              <a:ext uri="{FF2B5EF4-FFF2-40B4-BE49-F238E27FC236}">
                <a16:creationId xmlns:a16="http://schemas.microsoft.com/office/drawing/2014/main" id="{EEFDEB34-E6F4-45CC-914E-5438CC96F3CD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4259756" y="2695051"/>
            <a:ext cx="386654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文本方式，无模型定义，扩展性差。</a:t>
            </a:r>
          </a:p>
        </p:txBody>
      </p:sp>
      <p:sp>
        <p:nvSpPr>
          <p:cNvPr id="39" name="TextBox 50">
            <a:extLst>
              <a:ext uri="{FF2B5EF4-FFF2-40B4-BE49-F238E27FC236}">
                <a16:creationId xmlns:a16="http://schemas.microsoft.com/office/drawing/2014/main" id="{64F5AA70-D92A-4E6E-BCA7-F360A772C502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4159679" y="3444572"/>
            <a:ext cx="35192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文本方式，无模型定义，扩展性差。</a:t>
            </a:r>
          </a:p>
        </p:txBody>
      </p:sp>
      <p:sp>
        <p:nvSpPr>
          <p:cNvPr id="67" name="Freeform 159">
            <a:extLst>
              <a:ext uri="{FF2B5EF4-FFF2-40B4-BE49-F238E27FC236}">
                <a16:creationId xmlns:a16="http://schemas.microsoft.com/office/drawing/2014/main" id="{75CA8E22-231A-4EB7-AFF1-6041F1BD13CD}"/>
              </a:ext>
            </a:extLst>
          </p:cNvPr>
          <p:cNvSpPr/>
          <p:nvPr/>
        </p:nvSpPr>
        <p:spPr bwMode="gray">
          <a:xfrm flipH="1">
            <a:off x="9422429" y="2336908"/>
            <a:ext cx="2215561" cy="1158138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5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64" name="图片 63">
            <a:extLst>
              <a:ext uri="{FF2B5EF4-FFF2-40B4-BE49-F238E27FC236}">
                <a16:creationId xmlns:a16="http://schemas.microsoft.com/office/drawing/2014/main" id="{F48AA873-46CE-43CB-9E32-3C5FC5783B5F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122656" y="2266089"/>
            <a:ext cx="540000" cy="442800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72716694-4C6B-4C46-801B-96CB783D248B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832509" y="2931892"/>
            <a:ext cx="540000" cy="442800"/>
          </a:xfrm>
          <a:prstGeom prst="rect">
            <a:avLst/>
          </a:prstGeom>
        </p:spPr>
      </p:pic>
      <p:pic>
        <p:nvPicPr>
          <p:cNvPr id="66" name="图片 65">
            <a:extLst>
              <a:ext uri="{FF2B5EF4-FFF2-40B4-BE49-F238E27FC236}">
                <a16:creationId xmlns:a16="http://schemas.microsoft.com/office/drawing/2014/main" id="{B5EDEDA7-28EA-47F1-8E3E-2E8492256EB1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582051" y="2849813"/>
            <a:ext cx="540000" cy="442800"/>
          </a:xfrm>
          <a:prstGeom prst="rect">
            <a:avLst/>
          </a:prstGeom>
        </p:spPr>
      </p:pic>
      <p:sp>
        <p:nvSpPr>
          <p:cNvPr id="44" name="矩形 43">
            <a:extLst>
              <a:ext uri="{FF2B5EF4-FFF2-40B4-BE49-F238E27FC236}">
                <a16:creationId xmlns:a16="http://schemas.microsoft.com/office/drawing/2014/main" id="{57170D5B-AA38-4E87-9FE0-009D7C62B5A3}"/>
              </a:ext>
            </a:extLst>
          </p:cNvPr>
          <p:cNvSpPr/>
          <p:nvPr/>
        </p:nvSpPr>
        <p:spPr bwMode="gray">
          <a:xfrm>
            <a:off x="7670498" y="2001374"/>
            <a:ext cx="1472540" cy="451861"/>
          </a:xfrm>
          <a:prstGeom prst="rect">
            <a:avLst/>
          </a:prstGeom>
          <a:noFill/>
          <a:ln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SNMP</a:t>
            </a:r>
          </a:p>
          <a:p>
            <a:pPr algn="ctr"/>
            <a:r>
              <a:rPr lang="en-US" altLang="zh-CN" sz="15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Server</a:t>
            </a:r>
            <a:endParaRPr lang="zh-CN" altLang="en-US" sz="15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57170D5B-AA38-4E87-9FE0-009D7C62B5A3}"/>
              </a:ext>
            </a:extLst>
          </p:cNvPr>
          <p:cNvSpPr/>
          <p:nvPr/>
        </p:nvSpPr>
        <p:spPr bwMode="gray">
          <a:xfrm>
            <a:off x="7670504" y="2755842"/>
            <a:ext cx="1472540" cy="451861"/>
          </a:xfrm>
          <a:prstGeom prst="rect">
            <a:avLst/>
          </a:prstGeom>
          <a:noFill/>
          <a:ln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Syslog</a:t>
            </a:r>
          </a:p>
          <a:p>
            <a:pPr algn="ctr"/>
            <a:r>
              <a:rPr lang="en-US" altLang="zh-CN" sz="15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Server</a:t>
            </a:r>
            <a:endParaRPr lang="zh-CN" altLang="en-US" sz="15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57170D5B-AA38-4E87-9FE0-009D7C62B5A3}"/>
              </a:ext>
            </a:extLst>
          </p:cNvPr>
          <p:cNvSpPr/>
          <p:nvPr/>
        </p:nvSpPr>
        <p:spPr bwMode="gray">
          <a:xfrm>
            <a:off x="7655542" y="3538453"/>
            <a:ext cx="1472540" cy="451861"/>
          </a:xfrm>
          <a:prstGeom prst="rect">
            <a:avLst/>
          </a:prstGeom>
          <a:noFill/>
          <a:ln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Shell Client</a:t>
            </a:r>
          </a:p>
          <a:p>
            <a:pPr algn="ctr"/>
            <a:r>
              <a:rPr lang="en-US" altLang="zh-CN" sz="15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Scripts</a:t>
            </a:r>
            <a:endParaRPr lang="zh-CN" altLang="en-US" sz="15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3" name="圆角矩形 42"/>
          <p:cNvSpPr/>
          <p:nvPr/>
        </p:nvSpPr>
        <p:spPr bwMode="gray">
          <a:xfrm>
            <a:off x="2130693" y="4588137"/>
            <a:ext cx="4331755" cy="1493362"/>
          </a:xfrm>
          <a:prstGeom prst="roundRect">
            <a:avLst>
              <a:gd name="adj" fmla="val 2303"/>
            </a:avLst>
          </a:prstGeom>
          <a:solidFill>
            <a:srgbClr val="FFFFC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40000"/>
              </a:lnSpc>
            </a:pPr>
            <a:r>
              <a:rPr lang="zh-CN" altLang="en-US" sz="16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需要一个支持超大规模网络及海量数据运维的机制，具备实时性、高性能，易于扩展等特点。</a:t>
            </a:r>
            <a:endParaRPr lang="en-US" altLang="zh-CN" sz="16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7" name="下箭头 63"/>
          <p:cNvSpPr/>
          <p:nvPr/>
        </p:nvSpPr>
        <p:spPr bwMode="gray">
          <a:xfrm rot="5400000" flipV="1">
            <a:off x="6609215" y="4898408"/>
            <a:ext cx="829759" cy="773582"/>
          </a:xfrm>
          <a:custGeom>
            <a:avLst/>
            <a:gdLst>
              <a:gd name="connsiteX0" fmla="*/ 0 w 1035535"/>
              <a:gd name="connsiteY0" fmla="*/ 468495 h 794114"/>
              <a:gd name="connsiteX1" fmla="*/ 258884 w 1035535"/>
              <a:gd name="connsiteY1" fmla="*/ 468495 h 794114"/>
              <a:gd name="connsiteX2" fmla="*/ 258884 w 1035535"/>
              <a:gd name="connsiteY2" fmla="*/ 0 h 794114"/>
              <a:gd name="connsiteX3" fmla="*/ 776651 w 1035535"/>
              <a:gd name="connsiteY3" fmla="*/ 0 h 794114"/>
              <a:gd name="connsiteX4" fmla="*/ 776651 w 1035535"/>
              <a:gd name="connsiteY4" fmla="*/ 468495 h 794114"/>
              <a:gd name="connsiteX5" fmla="*/ 1035535 w 1035535"/>
              <a:gd name="connsiteY5" fmla="*/ 468495 h 794114"/>
              <a:gd name="connsiteX6" fmla="*/ 517768 w 1035535"/>
              <a:gd name="connsiteY6" fmla="*/ 794114 h 794114"/>
              <a:gd name="connsiteX7" fmla="*/ 0 w 1035535"/>
              <a:gd name="connsiteY7" fmla="*/ 468495 h 794114"/>
              <a:gd name="connsiteX0" fmla="*/ 258884 w 1035535"/>
              <a:gd name="connsiteY0" fmla="*/ 0 h 794114"/>
              <a:gd name="connsiteX1" fmla="*/ 776651 w 1035535"/>
              <a:gd name="connsiteY1" fmla="*/ 0 h 794114"/>
              <a:gd name="connsiteX2" fmla="*/ 776651 w 1035535"/>
              <a:gd name="connsiteY2" fmla="*/ 468495 h 794114"/>
              <a:gd name="connsiteX3" fmla="*/ 1035535 w 1035535"/>
              <a:gd name="connsiteY3" fmla="*/ 468495 h 794114"/>
              <a:gd name="connsiteX4" fmla="*/ 517768 w 1035535"/>
              <a:gd name="connsiteY4" fmla="*/ 794114 h 794114"/>
              <a:gd name="connsiteX5" fmla="*/ 0 w 1035535"/>
              <a:gd name="connsiteY5" fmla="*/ 468495 h 794114"/>
              <a:gd name="connsiteX6" fmla="*/ 258884 w 1035535"/>
              <a:gd name="connsiteY6" fmla="*/ 468495 h 794114"/>
              <a:gd name="connsiteX7" fmla="*/ 350324 w 1035535"/>
              <a:gd name="connsiteY7" fmla="*/ 91440 h 794114"/>
              <a:gd name="connsiteX0" fmla="*/ 258884 w 1035535"/>
              <a:gd name="connsiteY0" fmla="*/ 0 h 794114"/>
              <a:gd name="connsiteX1" fmla="*/ 776651 w 1035535"/>
              <a:gd name="connsiteY1" fmla="*/ 468495 h 794114"/>
              <a:gd name="connsiteX2" fmla="*/ 1035535 w 1035535"/>
              <a:gd name="connsiteY2" fmla="*/ 468495 h 794114"/>
              <a:gd name="connsiteX3" fmla="*/ 517768 w 1035535"/>
              <a:gd name="connsiteY3" fmla="*/ 794114 h 794114"/>
              <a:gd name="connsiteX4" fmla="*/ 0 w 1035535"/>
              <a:gd name="connsiteY4" fmla="*/ 468495 h 794114"/>
              <a:gd name="connsiteX5" fmla="*/ 258884 w 1035535"/>
              <a:gd name="connsiteY5" fmla="*/ 468495 h 794114"/>
              <a:gd name="connsiteX6" fmla="*/ 350324 w 1035535"/>
              <a:gd name="connsiteY6" fmla="*/ 91440 h 794114"/>
              <a:gd name="connsiteX0" fmla="*/ 1016121 w 1035535"/>
              <a:gd name="connsiteY0" fmla="*/ 0 h 794114"/>
              <a:gd name="connsiteX1" fmla="*/ 776651 w 1035535"/>
              <a:gd name="connsiteY1" fmla="*/ 468495 h 794114"/>
              <a:gd name="connsiteX2" fmla="*/ 1035535 w 1035535"/>
              <a:gd name="connsiteY2" fmla="*/ 468495 h 794114"/>
              <a:gd name="connsiteX3" fmla="*/ 517768 w 1035535"/>
              <a:gd name="connsiteY3" fmla="*/ 794114 h 794114"/>
              <a:gd name="connsiteX4" fmla="*/ 0 w 1035535"/>
              <a:gd name="connsiteY4" fmla="*/ 468495 h 794114"/>
              <a:gd name="connsiteX5" fmla="*/ 258884 w 1035535"/>
              <a:gd name="connsiteY5" fmla="*/ 468495 h 794114"/>
              <a:gd name="connsiteX6" fmla="*/ 350324 w 1035535"/>
              <a:gd name="connsiteY6" fmla="*/ 91440 h 794114"/>
              <a:gd name="connsiteX0" fmla="*/ 1018222 w 1037636"/>
              <a:gd name="connsiteY0" fmla="*/ 0 h 794114"/>
              <a:gd name="connsiteX1" fmla="*/ 778752 w 1037636"/>
              <a:gd name="connsiteY1" fmla="*/ 468495 h 794114"/>
              <a:gd name="connsiteX2" fmla="*/ 1037636 w 1037636"/>
              <a:gd name="connsiteY2" fmla="*/ 468495 h 794114"/>
              <a:gd name="connsiteX3" fmla="*/ 519869 w 1037636"/>
              <a:gd name="connsiteY3" fmla="*/ 794114 h 794114"/>
              <a:gd name="connsiteX4" fmla="*/ 2101 w 1037636"/>
              <a:gd name="connsiteY4" fmla="*/ 468495 h 794114"/>
              <a:gd name="connsiteX5" fmla="*/ 260985 w 1037636"/>
              <a:gd name="connsiteY5" fmla="*/ 468495 h 794114"/>
              <a:gd name="connsiteX6" fmla="*/ 0 w 1037636"/>
              <a:gd name="connsiteY6" fmla="*/ 86678 h 794114"/>
              <a:gd name="connsiteX0" fmla="*/ 1027747 w 1047161"/>
              <a:gd name="connsiteY0" fmla="*/ 0 h 794114"/>
              <a:gd name="connsiteX1" fmla="*/ 788277 w 1047161"/>
              <a:gd name="connsiteY1" fmla="*/ 468495 h 794114"/>
              <a:gd name="connsiteX2" fmla="*/ 1047161 w 1047161"/>
              <a:gd name="connsiteY2" fmla="*/ 468495 h 794114"/>
              <a:gd name="connsiteX3" fmla="*/ 529394 w 1047161"/>
              <a:gd name="connsiteY3" fmla="*/ 794114 h 794114"/>
              <a:gd name="connsiteX4" fmla="*/ 11626 w 1047161"/>
              <a:gd name="connsiteY4" fmla="*/ 468495 h 794114"/>
              <a:gd name="connsiteX5" fmla="*/ 270510 w 1047161"/>
              <a:gd name="connsiteY5" fmla="*/ 468495 h 794114"/>
              <a:gd name="connsiteX6" fmla="*/ 0 w 1047161"/>
              <a:gd name="connsiteY6" fmla="*/ 10478 h 794114"/>
              <a:gd name="connsiteX0" fmla="*/ 1016121 w 1035535"/>
              <a:gd name="connsiteY0" fmla="*/ 13335 h 807449"/>
              <a:gd name="connsiteX1" fmla="*/ 776651 w 1035535"/>
              <a:gd name="connsiteY1" fmla="*/ 481830 h 807449"/>
              <a:gd name="connsiteX2" fmla="*/ 1035535 w 1035535"/>
              <a:gd name="connsiteY2" fmla="*/ 481830 h 807449"/>
              <a:gd name="connsiteX3" fmla="*/ 517768 w 1035535"/>
              <a:gd name="connsiteY3" fmla="*/ 807449 h 807449"/>
              <a:gd name="connsiteX4" fmla="*/ 0 w 1035535"/>
              <a:gd name="connsiteY4" fmla="*/ 481830 h 807449"/>
              <a:gd name="connsiteX5" fmla="*/ 258884 w 1035535"/>
              <a:gd name="connsiteY5" fmla="*/ 481830 h 807449"/>
              <a:gd name="connsiteX6" fmla="*/ 12187 w 1035535"/>
              <a:gd name="connsiteY6" fmla="*/ 0 h 807449"/>
              <a:gd name="connsiteX0" fmla="*/ 1016121 w 1035535"/>
              <a:gd name="connsiteY0" fmla="*/ 13335 h 807449"/>
              <a:gd name="connsiteX1" fmla="*/ 776651 w 1035535"/>
              <a:gd name="connsiteY1" fmla="*/ 481830 h 807449"/>
              <a:gd name="connsiteX2" fmla="*/ 1035535 w 1035535"/>
              <a:gd name="connsiteY2" fmla="*/ 481830 h 807449"/>
              <a:gd name="connsiteX3" fmla="*/ 517768 w 1035535"/>
              <a:gd name="connsiteY3" fmla="*/ 807449 h 807449"/>
              <a:gd name="connsiteX4" fmla="*/ 0 w 1035535"/>
              <a:gd name="connsiteY4" fmla="*/ 481830 h 807449"/>
              <a:gd name="connsiteX5" fmla="*/ 392234 w 1035535"/>
              <a:gd name="connsiteY5" fmla="*/ 486592 h 807449"/>
              <a:gd name="connsiteX6" fmla="*/ 12187 w 1035535"/>
              <a:gd name="connsiteY6" fmla="*/ 0 h 807449"/>
              <a:gd name="connsiteX0" fmla="*/ 1016121 w 1035535"/>
              <a:gd name="connsiteY0" fmla="*/ 13335 h 807449"/>
              <a:gd name="connsiteX1" fmla="*/ 619488 w 1035535"/>
              <a:gd name="connsiteY1" fmla="*/ 481830 h 807449"/>
              <a:gd name="connsiteX2" fmla="*/ 1035535 w 1035535"/>
              <a:gd name="connsiteY2" fmla="*/ 481830 h 807449"/>
              <a:gd name="connsiteX3" fmla="*/ 517768 w 1035535"/>
              <a:gd name="connsiteY3" fmla="*/ 807449 h 807449"/>
              <a:gd name="connsiteX4" fmla="*/ 0 w 1035535"/>
              <a:gd name="connsiteY4" fmla="*/ 481830 h 807449"/>
              <a:gd name="connsiteX5" fmla="*/ 392234 w 1035535"/>
              <a:gd name="connsiteY5" fmla="*/ 486592 h 807449"/>
              <a:gd name="connsiteX6" fmla="*/ 12187 w 1035535"/>
              <a:gd name="connsiteY6" fmla="*/ 0 h 807449"/>
              <a:gd name="connsiteX0" fmla="*/ 1016121 w 1035535"/>
              <a:gd name="connsiteY0" fmla="*/ 13335 h 807449"/>
              <a:gd name="connsiteX1" fmla="*/ 619488 w 1035535"/>
              <a:gd name="connsiteY1" fmla="*/ 481830 h 807449"/>
              <a:gd name="connsiteX2" fmla="*/ 1035535 w 1035535"/>
              <a:gd name="connsiteY2" fmla="*/ 481830 h 807449"/>
              <a:gd name="connsiteX3" fmla="*/ 517768 w 1035535"/>
              <a:gd name="connsiteY3" fmla="*/ 807449 h 807449"/>
              <a:gd name="connsiteX4" fmla="*/ 0 w 1035535"/>
              <a:gd name="connsiteY4" fmla="*/ 481830 h 807449"/>
              <a:gd name="connsiteX5" fmla="*/ 392234 w 1035535"/>
              <a:gd name="connsiteY5" fmla="*/ 486592 h 807449"/>
              <a:gd name="connsiteX6" fmla="*/ 12187 w 1035535"/>
              <a:gd name="connsiteY6" fmla="*/ 0 h 807449"/>
              <a:gd name="connsiteX0" fmla="*/ 1016121 w 1035535"/>
              <a:gd name="connsiteY0" fmla="*/ 13335 h 807449"/>
              <a:gd name="connsiteX1" fmla="*/ 619488 w 1035535"/>
              <a:gd name="connsiteY1" fmla="*/ 481830 h 807449"/>
              <a:gd name="connsiteX2" fmla="*/ 1035535 w 1035535"/>
              <a:gd name="connsiteY2" fmla="*/ 481830 h 807449"/>
              <a:gd name="connsiteX3" fmla="*/ 517768 w 1035535"/>
              <a:gd name="connsiteY3" fmla="*/ 807449 h 807449"/>
              <a:gd name="connsiteX4" fmla="*/ 0 w 1035535"/>
              <a:gd name="connsiteY4" fmla="*/ 481830 h 807449"/>
              <a:gd name="connsiteX5" fmla="*/ 392234 w 1035535"/>
              <a:gd name="connsiteY5" fmla="*/ 486592 h 807449"/>
              <a:gd name="connsiteX6" fmla="*/ 12187 w 1035535"/>
              <a:gd name="connsiteY6" fmla="*/ 0 h 807449"/>
              <a:gd name="connsiteX0" fmla="*/ 1044696 w 1044696"/>
              <a:gd name="connsiteY0" fmla="*/ 0 h 832214"/>
              <a:gd name="connsiteX1" fmla="*/ 619488 w 1044696"/>
              <a:gd name="connsiteY1" fmla="*/ 506595 h 832214"/>
              <a:gd name="connsiteX2" fmla="*/ 1035535 w 1044696"/>
              <a:gd name="connsiteY2" fmla="*/ 506595 h 832214"/>
              <a:gd name="connsiteX3" fmla="*/ 517768 w 1044696"/>
              <a:gd name="connsiteY3" fmla="*/ 832214 h 832214"/>
              <a:gd name="connsiteX4" fmla="*/ 0 w 1044696"/>
              <a:gd name="connsiteY4" fmla="*/ 506595 h 832214"/>
              <a:gd name="connsiteX5" fmla="*/ 392234 w 1044696"/>
              <a:gd name="connsiteY5" fmla="*/ 511357 h 832214"/>
              <a:gd name="connsiteX6" fmla="*/ 12187 w 1044696"/>
              <a:gd name="connsiteY6" fmla="*/ 24765 h 832214"/>
              <a:gd name="connsiteX0" fmla="*/ 1032509 w 1032509"/>
              <a:gd name="connsiteY0" fmla="*/ 0 h 832214"/>
              <a:gd name="connsiteX1" fmla="*/ 607301 w 1032509"/>
              <a:gd name="connsiteY1" fmla="*/ 506595 h 832214"/>
              <a:gd name="connsiteX2" fmla="*/ 1023348 w 1032509"/>
              <a:gd name="connsiteY2" fmla="*/ 506595 h 832214"/>
              <a:gd name="connsiteX3" fmla="*/ 505581 w 1032509"/>
              <a:gd name="connsiteY3" fmla="*/ 832214 h 832214"/>
              <a:gd name="connsiteX4" fmla="*/ 237844 w 1032509"/>
              <a:gd name="connsiteY4" fmla="*/ 508976 h 832214"/>
              <a:gd name="connsiteX5" fmla="*/ 380047 w 1032509"/>
              <a:gd name="connsiteY5" fmla="*/ 511357 h 832214"/>
              <a:gd name="connsiteX6" fmla="*/ 0 w 1032509"/>
              <a:gd name="connsiteY6" fmla="*/ 24765 h 832214"/>
              <a:gd name="connsiteX0" fmla="*/ 1032509 w 1032509"/>
              <a:gd name="connsiteY0" fmla="*/ 0 h 832214"/>
              <a:gd name="connsiteX1" fmla="*/ 607301 w 1032509"/>
              <a:gd name="connsiteY1" fmla="*/ 506595 h 832214"/>
              <a:gd name="connsiteX2" fmla="*/ 804276 w 1032509"/>
              <a:gd name="connsiteY2" fmla="*/ 513741 h 832214"/>
              <a:gd name="connsiteX3" fmla="*/ 505581 w 1032509"/>
              <a:gd name="connsiteY3" fmla="*/ 832214 h 832214"/>
              <a:gd name="connsiteX4" fmla="*/ 237844 w 1032509"/>
              <a:gd name="connsiteY4" fmla="*/ 508976 h 832214"/>
              <a:gd name="connsiteX5" fmla="*/ 380047 w 1032509"/>
              <a:gd name="connsiteY5" fmla="*/ 511357 h 832214"/>
              <a:gd name="connsiteX6" fmla="*/ 0 w 1032509"/>
              <a:gd name="connsiteY6" fmla="*/ 24765 h 832214"/>
              <a:gd name="connsiteX0" fmla="*/ 1032509 w 1032509"/>
              <a:gd name="connsiteY0" fmla="*/ 0 h 722679"/>
              <a:gd name="connsiteX1" fmla="*/ 607301 w 1032509"/>
              <a:gd name="connsiteY1" fmla="*/ 506595 h 722679"/>
              <a:gd name="connsiteX2" fmla="*/ 804276 w 1032509"/>
              <a:gd name="connsiteY2" fmla="*/ 513741 h 722679"/>
              <a:gd name="connsiteX3" fmla="*/ 507965 w 1032509"/>
              <a:gd name="connsiteY3" fmla="*/ 722679 h 722679"/>
              <a:gd name="connsiteX4" fmla="*/ 237844 w 1032509"/>
              <a:gd name="connsiteY4" fmla="*/ 508976 h 722679"/>
              <a:gd name="connsiteX5" fmla="*/ 380047 w 1032509"/>
              <a:gd name="connsiteY5" fmla="*/ 511357 h 722679"/>
              <a:gd name="connsiteX6" fmla="*/ 0 w 1032509"/>
              <a:gd name="connsiteY6" fmla="*/ 24765 h 722679"/>
              <a:gd name="connsiteX0" fmla="*/ 1032509 w 1032509"/>
              <a:gd name="connsiteY0" fmla="*/ 0 h 722679"/>
              <a:gd name="connsiteX1" fmla="*/ 607301 w 1032509"/>
              <a:gd name="connsiteY1" fmla="*/ 506595 h 722679"/>
              <a:gd name="connsiteX2" fmla="*/ 804276 w 1032509"/>
              <a:gd name="connsiteY2" fmla="*/ 513741 h 722679"/>
              <a:gd name="connsiteX3" fmla="*/ 498440 w 1032509"/>
              <a:gd name="connsiteY3" fmla="*/ 722679 h 722679"/>
              <a:gd name="connsiteX4" fmla="*/ 237844 w 1032509"/>
              <a:gd name="connsiteY4" fmla="*/ 508976 h 722679"/>
              <a:gd name="connsiteX5" fmla="*/ 380047 w 1032509"/>
              <a:gd name="connsiteY5" fmla="*/ 511357 h 722679"/>
              <a:gd name="connsiteX6" fmla="*/ 0 w 1032509"/>
              <a:gd name="connsiteY6" fmla="*/ 24765 h 722679"/>
              <a:gd name="connsiteX0" fmla="*/ 1032509 w 1032509"/>
              <a:gd name="connsiteY0" fmla="*/ 0 h 722679"/>
              <a:gd name="connsiteX1" fmla="*/ 607301 w 1032509"/>
              <a:gd name="connsiteY1" fmla="*/ 506595 h 722679"/>
              <a:gd name="connsiteX2" fmla="*/ 792369 w 1032509"/>
              <a:gd name="connsiteY2" fmla="*/ 515732 h 722679"/>
              <a:gd name="connsiteX3" fmla="*/ 498440 w 1032509"/>
              <a:gd name="connsiteY3" fmla="*/ 722679 h 722679"/>
              <a:gd name="connsiteX4" fmla="*/ 237844 w 1032509"/>
              <a:gd name="connsiteY4" fmla="*/ 508976 h 722679"/>
              <a:gd name="connsiteX5" fmla="*/ 380047 w 1032509"/>
              <a:gd name="connsiteY5" fmla="*/ 511357 h 722679"/>
              <a:gd name="connsiteX6" fmla="*/ 0 w 1032509"/>
              <a:gd name="connsiteY6" fmla="*/ 24765 h 722679"/>
              <a:gd name="connsiteX0" fmla="*/ 1032509 w 1032509"/>
              <a:gd name="connsiteY0" fmla="*/ 0 h 720688"/>
              <a:gd name="connsiteX1" fmla="*/ 607301 w 1032509"/>
              <a:gd name="connsiteY1" fmla="*/ 506595 h 720688"/>
              <a:gd name="connsiteX2" fmla="*/ 792369 w 1032509"/>
              <a:gd name="connsiteY2" fmla="*/ 515732 h 720688"/>
              <a:gd name="connsiteX3" fmla="*/ 503202 w 1032509"/>
              <a:gd name="connsiteY3" fmla="*/ 720688 h 720688"/>
              <a:gd name="connsiteX4" fmla="*/ 237844 w 1032509"/>
              <a:gd name="connsiteY4" fmla="*/ 508976 h 720688"/>
              <a:gd name="connsiteX5" fmla="*/ 380047 w 1032509"/>
              <a:gd name="connsiteY5" fmla="*/ 511357 h 720688"/>
              <a:gd name="connsiteX6" fmla="*/ 0 w 1032509"/>
              <a:gd name="connsiteY6" fmla="*/ 24765 h 720688"/>
              <a:gd name="connsiteX0" fmla="*/ 1044414 w 1044414"/>
              <a:gd name="connsiteY0" fmla="*/ 0 h 720688"/>
              <a:gd name="connsiteX1" fmla="*/ 619206 w 1044414"/>
              <a:gd name="connsiteY1" fmla="*/ 506595 h 720688"/>
              <a:gd name="connsiteX2" fmla="*/ 804274 w 1044414"/>
              <a:gd name="connsiteY2" fmla="*/ 515732 h 720688"/>
              <a:gd name="connsiteX3" fmla="*/ 515107 w 1044414"/>
              <a:gd name="connsiteY3" fmla="*/ 720688 h 720688"/>
              <a:gd name="connsiteX4" fmla="*/ 249749 w 1044414"/>
              <a:gd name="connsiteY4" fmla="*/ 508976 h 720688"/>
              <a:gd name="connsiteX5" fmla="*/ 391952 w 1044414"/>
              <a:gd name="connsiteY5" fmla="*/ 511357 h 720688"/>
              <a:gd name="connsiteX6" fmla="*/ 0 w 1044414"/>
              <a:gd name="connsiteY6" fmla="*/ 4852 h 720688"/>
              <a:gd name="connsiteX0" fmla="*/ 1082514 w 1082514"/>
              <a:gd name="connsiteY0" fmla="*/ 0 h 722679"/>
              <a:gd name="connsiteX1" fmla="*/ 619206 w 1082514"/>
              <a:gd name="connsiteY1" fmla="*/ 508586 h 722679"/>
              <a:gd name="connsiteX2" fmla="*/ 804274 w 1082514"/>
              <a:gd name="connsiteY2" fmla="*/ 517723 h 722679"/>
              <a:gd name="connsiteX3" fmla="*/ 515107 w 1082514"/>
              <a:gd name="connsiteY3" fmla="*/ 722679 h 722679"/>
              <a:gd name="connsiteX4" fmla="*/ 249749 w 1082514"/>
              <a:gd name="connsiteY4" fmla="*/ 510967 h 722679"/>
              <a:gd name="connsiteX5" fmla="*/ 391952 w 1082514"/>
              <a:gd name="connsiteY5" fmla="*/ 513348 h 722679"/>
              <a:gd name="connsiteX6" fmla="*/ 0 w 1082514"/>
              <a:gd name="connsiteY6" fmla="*/ 6843 h 722679"/>
              <a:gd name="connsiteX0" fmla="*/ 1082514 w 1082514"/>
              <a:gd name="connsiteY0" fmla="*/ 0 h 724672"/>
              <a:gd name="connsiteX1" fmla="*/ 619206 w 1082514"/>
              <a:gd name="connsiteY1" fmla="*/ 508586 h 724672"/>
              <a:gd name="connsiteX2" fmla="*/ 804274 w 1082514"/>
              <a:gd name="connsiteY2" fmla="*/ 517723 h 724672"/>
              <a:gd name="connsiteX3" fmla="*/ 534160 w 1082514"/>
              <a:gd name="connsiteY3" fmla="*/ 724672 h 724672"/>
              <a:gd name="connsiteX4" fmla="*/ 249749 w 1082514"/>
              <a:gd name="connsiteY4" fmla="*/ 510967 h 724672"/>
              <a:gd name="connsiteX5" fmla="*/ 391952 w 1082514"/>
              <a:gd name="connsiteY5" fmla="*/ 513348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19206 w 1082514"/>
              <a:gd name="connsiteY1" fmla="*/ 508586 h 724672"/>
              <a:gd name="connsiteX2" fmla="*/ 804274 w 1082514"/>
              <a:gd name="connsiteY2" fmla="*/ 517723 h 724672"/>
              <a:gd name="connsiteX3" fmla="*/ 534160 w 1082514"/>
              <a:gd name="connsiteY3" fmla="*/ 724672 h 724672"/>
              <a:gd name="connsiteX4" fmla="*/ 249749 w 1082514"/>
              <a:gd name="connsiteY4" fmla="*/ 510967 h 724672"/>
              <a:gd name="connsiteX5" fmla="*/ 380046 w 1082514"/>
              <a:gd name="connsiteY5" fmla="*/ 533263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19206 w 1082514"/>
              <a:gd name="connsiteY1" fmla="*/ 508586 h 724672"/>
              <a:gd name="connsiteX2" fmla="*/ 804274 w 1082514"/>
              <a:gd name="connsiteY2" fmla="*/ 517723 h 724672"/>
              <a:gd name="connsiteX3" fmla="*/ 534160 w 1082514"/>
              <a:gd name="connsiteY3" fmla="*/ 724672 h 724672"/>
              <a:gd name="connsiteX4" fmla="*/ 249749 w 1082514"/>
              <a:gd name="connsiteY4" fmla="*/ 510967 h 724672"/>
              <a:gd name="connsiteX5" fmla="*/ 380046 w 1082514"/>
              <a:gd name="connsiteY5" fmla="*/ 533263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19206 w 1082514"/>
              <a:gd name="connsiteY1" fmla="*/ 508586 h 724672"/>
              <a:gd name="connsiteX2" fmla="*/ 804274 w 1082514"/>
              <a:gd name="connsiteY2" fmla="*/ 517723 h 724672"/>
              <a:gd name="connsiteX3" fmla="*/ 534160 w 1082514"/>
              <a:gd name="connsiteY3" fmla="*/ 724672 h 724672"/>
              <a:gd name="connsiteX4" fmla="*/ 249749 w 1082514"/>
              <a:gd name="connsiteY4" fmla="*/ 510967 h 724672"/>
              <a:gd name="connsiteX5" fmla="*/ 380046 w 1082514"/>
              <a:gd name="connsiteY5" fmla="*/ 533263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19206 w 1082514"/>
              <a:gd name="connsiteY1" fmla="*/ 508586 h 724672"/>
              <a:gd name="connsiteX2" fmla="*/ 804274 w 1082514"/>
              <a:gd name="connsiteY2" fmla="*/ 517723 h 724672"/>
              <a:gd name="connsiteX3" fmla="*/ 534160 w 1082514"/>
              <a:gd name="connsiteY3" fmla="*/ 724672 h 724672"/>
              <a:gd name="connsiteX4" fmla="*/ 233080 w 1082514"/>
              <a:gd name="connsiteY4" fmla="*/ 526899 h 724672"/>
              <a:gd name="connsiteX5" fmla="*/ 380046 w 1082514"/>
              <a:gd name="connsiteY5" fmla="*/ 533263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19206 w 1082514"/>
              <a:gd name="connsiteY1" fmla="*/ 508586 h 724672"/>
              <a:gd name="connsiteX2" fmla="*/ 804274 w 1082514"/>
              <a:gd name="connsiteY2" fmla="*/ 517723 h 724672"/>
              <a:gd name="connsiteX3" fmla="*/ 534160 w 1082514"/>
              <a:gd name="connsiteY3" fmla="*/ 724672 h 724672"/>
              <a:gd name="connsiteX4" fmla="*/ 237842 w 1082514"/>
              <a:gd name="connsiteY4" fmla="*/ 532873 h 724672"/>
              <a:gd name="connsiteX5" fmla="*/ 380046 w 1082514"/>
              <a:gd name="connsiteY5" fmla="*/ 533263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90644 w 1082514"/>
              <a:gd name="connsiteY1" fmla="*/ 532484 h 724672"/>
              <a:gd name="connsiteX2" fmla="*/ 804274 w 1082514"/>
              <a:gd name="connsiteY2" fmla="*/ 517723 h 724672"/>
              <a:gd name="connsiteX3" fmla="*/ 534160 w 1082514"/>
              <a:gd name="connsiteY3" fmla="*/ 724672 h 724672"/>
              <a:gd name="connsiteX4" fmla="*/ 237842 w 1082514"/>
              <a:gd name="connsiteY4" fmla="*/ 532873 h 724672"/>
              <a:gd name="connsiteX5" fmla="*/ 380046 w 1082514"/>
              <a:gd name="connsiteY5" fmla="*/ 533263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90644 w 1082514"/>
              <a:gd name="connsiteY1" fmla="*/ 532484 h 724672"/>
              <a:gd name="connsiteX2" fmla="*/ 804274 w 1082514"/>
              <a:gd name="connsiteY2" fmla="*/ 517723 h 724672"/>
              <a:gd name="connsiteX3" fmla="*/ 534160 w 1082514"/>
              <a:gd name="connsiteY3" fmla="*/ 724672 h 724672"/>
              <a:gd name="connsiteX4" fmla="*/ 237842 w 1082514"/>
              <a:gd name="connsiteY4" fmla="*/ 532873 h 724672"/>
              <a:gd name="connsiteX5" fmla="*/ 380046 w 1082514"/>
              <a:gd name="connsiteY5" fmla="*/ 533263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90644 w 1082514"/>
              <a:gd name="connsiteY1" fmla="*/ 532484 h 724672"/>
              <a:gd name="connsiteX2" fmla="*/ 830468 w 1082514"/>
              <a:gd name="connsiteY2" fmla="*/ 531664 h 724672"/>
              <a:gd name="connsiteX3" fmla="*/ 534160 w 1082514"/>
              <a:gd name="connsiteY3" fmla="*/ 724672 h 724672"/>
              <a:gd name="connsiteX4" fmla="*/ 237842 w 1082514"/>
              <a:gd name="connsiteY4" fmla="*/ 532873 h 724672"/>
              <a:gd name="connsiteX5" fmla="*/ 380046 w 1082514"/>
              <a:gd name="connsiteY5" fmla="*/ 533263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90644 w 1082514"/>
              <a:gd name="connsiteY1" fmla="*/ 532484 h 724672"/>
              <a:gd name="connsiteX2" fmla="*/ 830468 w 1082514"/>
              <a:gd name="connsiteY2" fmla="*/ 531664 h 724672"/>
              <a:gd name="connsiteX3" fmla="*/ 534160 w 1082514"/>
              <a:gd name="connsiteY3" fmla="*/ 724672 h 724672"/>
              <a:gd name="connsiteX4" fmla="*/ 237842 w 1082514"/>
              <a:gd name="connsiteY4" fmla="*/ 532873 h 724672"/>
              <a:gd name="connsiteX5" fmla="*/ 434815 w 1082514"/>
              <a:gd name="connsiteY5" fmla="*/ 533263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90644 w 1082514"/>
              <a:gd name="connsiteY1" fmla="*/ 532484 h 724672"/>
              <a:gd name="connsiteX2" fmla="*/ 830468 w 1082514"/>
              <a:gd name="connsiteY2" fmla="*/ 531664 h 724672"/>
              <a:gd name="connsiteX3" fmla="*/ 534160 w 1082514"/>
              <a:gd name="connsiteY3" fmla="*/ 724672 h 724672"/>
              <a:gd name="connsiteX4" fmla="*/ 297373 w 1082514"/>
              <a:gd name="connsiteY4" fmla="*/ 532873 h 724672"/>
              <a:gd name="connsiteX5" fmla="*/ 434815 w 1082514"/>
              <a:gd name="connsiteY5" fmla="*/ 533263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90644 w 1082514"/>
              <a:gd name="connsiteY1" fmla="*/ 532484 h 724672"/>
              <a:gd name="connsiteX2" fmla="*/ 768555 w 1082514"/>
              <a:gd name="connsiteY2" fmla="*/ 531664 h 724672"/>
              <a:gd name="connsiteX3" fmla="*/ 534160 w 1082514"/>
              <a:gd name="connsiteY3" fmla="*/ 724672 h 724672"/>
              <a:gd name="connsiteX4" fmla="*/ 297373 w 1082514"/>
              <a:gd name="connsiteY4" fmla="*/ 532873 h 724672"/>
              <a:gd name="connsiteX5" fmla="*/ 434815 w 1082514"/>
              <a:gd name="connsiteY5" fmla="*/ 533263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38256 w 1082514"/>
              <a:gd name="connsiteY1" fmla="*/ 534476 h 724672"/>
              <a:gd name="connsiteX2" fmla="*/ 768555 w 1082514"/>
              <a:gd name="connsiteY2" fmla="*/ 531664 h 724672"/>
              <a:gd name="connsiteX3" fmla="*/ 534160 w 1082514"/>
              <a:gd name="connsiteY3" fmla="*/ 724672 h 724672"/>
              <a:gd name="connsiteX4" fmla="*/ 297373 w 1082514"/>
              <a:gd name="connsiteY4" fmla="*/ 532873 h 724672"/>
              <a:gd name="connsiteX5" fmla="*/ 434815 w 1082514"/>
              <a:gd name="connsiteY5" fmla="*/ 533263 h 724672"/>
              <a:gd name="connsiteX6" fmla="*/ 0 w 1082514"/>
              <a:gd name="connsiteY6" fmla="*/ 6843 h 724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2514" h="724672">
                <a:moveTo>
                  <a:pt x="1082514" y="0"/>
                </a:moveTo>
                <a:cubicBezTo>
                  <a:pt x="788378" y="227602"/>
                  <a:pt x="727605" y="349736"/>
                  <a:pt x="638256" y="534476"/>
                </a:cubicBezTo>
                <a:lnTo>
                  <a:pt x="768555" y="531664"/>
                </a:lnTo>
                <a:lnTo>
                  <a:pt x="534160" y="724672"/>
                </a:lnTo>
                <a:lnTo>
                  <a:pt x="297373" y="532873"/>
                </a:lnTo>
                <a:lnTo>
                  <a:pt x="434815" y="533263"/>
                </a:lnTo>
                <a:cubicBezTo>
                  <a:pt x="434815" y="377098"/>
                  <a:pt x="0" y="6843"/>
                  <a:pt x="0" y="6843"/>
                </a:cubicBezTo>
              </a:path>
            </a:pathLst>
          </a:custGeom>
          <a:gradFill flip="none" rotWithShape="1">
            <a:gsLst>
              <a:gs pos="15000">
                <a:srgbClr val="FFF2CC"/>
              </a:gs>
              <a:gs pos="100000">
                <a:schemeClr val="bg1">
                  <a:alpha val="0"/>
                </a:schemeClr>
              </a:gs>
            </a:gsLst>
            <a:lin ang="162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100000"/>
                    <a:alpha val="0"/>
                  </a:schemeClr>
                </a:gs>
                <a:gs pos="31000">
                  <a:srgbClr val="FFD17D"/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zh-CN" altLang="en-US" sz="180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8" name="矩形 47"/>
          <p:cNvSpPr/>
          <p:nvPr/>
        </p:nvSpPr>
        <p:spPr bwMode="gray">
          <a:xfrm>
            <a:off x="7714183" y="4896910"/>
            <a:ext cx="1718292" cy="776576"/>
          </a:xfrm>
          <a:prstGeom prst="rect">
            <a:avLst/>
          </a:prstGeom>
          <a:solidFill>
            <a:srgbClr val="EC7061"/>
          </a:solidFill>
          <a:ln w="12700" cap="flat" cmpd="sng" algn="ctr">
            <a:solidFill>
              <a:srgbClr val="FFF2CC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kern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Telemetry</a:t>
            </a:r>
            <a:endParaRPr lang="en-US" altLang="zh-CN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51" name="图片 50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68936" y="2315985"/>
            <a:ext cx="376049" cy="308360"/>
          </a:xfrm>
          <a:prstGeom prst="rect">
            <a:avLst/>
          </a:prstGeom>
        </p:spPr>
      </p:pic>
      <p:pic>
        <p:nvPicPr>
          <p:cNvPr id="53" name="图片 52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743868" y="2256254"/>
            <a:ext cx="376049" cy="308360"/>
          </a:xfrm>
          <a:prstGeom prst="rect">
            <a:avLst/>
          </a:prstGeom>
        </p:spPr>
      </p:pic>
      <p:pic>
        <p:nvPicPr>
          <p:cNvPr id="54" name="图片 53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551679" y="2256254"/>
            <a:ext cx="376049" cy="308360"/>
          </a:xfrm>
          <a:prstGeom prst="rect">
            <a:avLst/>
          </a:prstGeom>
        </p:spPr>
      </p:pic>
      <p:pic>
        <p:nvPicPr>
          <p:cNvPr id="55" name="图片 54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344697" y="3062573"/>
            <a:ext cx="376049" cy="308360"/>
          </a:xfrm>
          <a:prstGeom prst="rect">
            <a:avLst/>
          </a:prstGeom>
        </p:spPr>
      </p:pic>
      <p:pic>
        <p:nvPicPr>
          <p:cNvPr id="57" name="图片 56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492036" y="3071058"/>
            <a:ext cx="376049" cy="308360"/>
          </a:xfrm>
          <a:prstGeom prst="rect">
            <a:avLst/>
          </a:prstGeom>
        </p:spPr>
      </p:pic>
      <p:pic>
        <p:nvPicPr>
          <p:cNvPr id="58" name="图片 57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29992" y="3097408"/>
            <a:ext cx="376049" cy="308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779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b="1" dirty="0">
                <a:sym typeface="Huawei Sans" panose="020C0503030203020204" pitchFamily="34" charset="0"/>
              </a:rPr>
              <a:t>Telemetry</a:t>
            </a:r>
            <a:r>
              <a:rPr lang="zh-CN" altLang="en-US" b="1" dirty="0">
                <a:sym typeface="Huawei Sans" panose="020C0503030203020204" pitchFamily="34" charset="0"/>
              </a:rPr>
              <a:t>概述</a:t>
            </a:r>
            <a:endParaRPr lang="en-US" altLang="zh-CN" b="1" dirty="0">
              <a:sym typeface="Huawei Sans" panose="020C0503030203020204" pitchFamily="34" charset="0"/>
            </a:endParaRPr>
          </a:p>
          <a:p>
            <a:pPr lvl="1"/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Telemetry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技术背景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pPr lvl="1">
              <a:buSzPct val="60000"/>
              <a:buFont typeface="Wingdings" panose="05000000000000000000" pitchFamily="2" charset="2"/>
              <a:buChar char="n"/>
            </a:pPr>
            <a:r>
              <a:rPr lang="en-US" altLang="zh-CN" dirty="0">
                <a:sym typeface="Huawei Sans" panose="020C0503030203020204" pitchFamily="34" charset="0"/>
              </a:rPr>
              <a:t>Telemetry</a:t>
            </a:r>
            <a:r>
              <a:rPr lang="zh-CN" altLang="en-US" dirty="0">
                <a:sym typeface="Huawei Sans" panose="020C0503030203020204" pitchFamily="34" charset="0"/>
              </a:rPr>
              <a:t>简介</a:t>
            </a:r>
            <a:endParaRPr lang="en-US" altLang="zh-CN" dirty="0">
              <a:sym typeface="Huawei Sans" panose="020C0503030203020204" pitchFamily="34" charset="0"/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Telemetry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技术原理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Telemetry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配置与实践</a:t>
            </a:r>
          </a:p>
        </p:txBody>
      </p:sp>
    </p:spTree>
    <p:extLst>
      <p:ext uri="{BB962C8B-B14F-4D97-AF65-F5344CB8AC3E}">
        <p14:creationId xmlns:p14="http://schemas.microsoft.com/office/powerpoint/2010/main" val="3742875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>
                <a:sym typeface="Huawei Sans" panose="020C0503030203020204" pitchFamily="34" charset="0"/>
              </a:rPr>
              <a:t>Telemetry</a:t>
            </a:r>
            <a:r>
              <a:rPr lang="zh-CN" altLang="en-US">
                <a:sym typeface="Huawei Sans" panose="020C0503030203020204" pitchFamily="34" charset="0"/>
              </a:rPr>
              <a:t>简介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 bwMode="gray">
          <a:xfrm>
            <a:off x="455612" y="1047751"/>
            <a:ext cx="11293475" cy="1230532"/>
          </a:xfrm>
        </p:spPr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Telemetry</a:t>
            </a:r>
            <a:r>
              <a:rPr lang="zh-CN" altLang="en-US" sz="1800" dirty="0">
                <a:sym typeface="Huawei Sans" panose="020C0503030203020204" pitchFamily="34" charset="0"/>
              </a:rPr>
              <a:t>也叫</a:t>
            </a:r>
            <a:r>
              <a:rPr lang="en-US" altLang="zh-CN" sz="1800" dirty="0">
                <a:sym typeface="Huawei Sans" panose="020C0503030203020204" pitchFamily="34" charset="0"/>
              </a:rPr>
              <a:t>Network Telemetry</a:t>
            </a:r>
            <a:r>
              <a:rPr lang="zh-CN" altLang="en-US" sz="1800" dirty="0">
                <a:sym typeface="Huawei Sans" panose="020C0503030203020204" pitchFamily="34" charset="0"/>
              </a:rPr>
              <a:t>（网络遥测技术），是一项远程的从物理设备或虚拟设备上高速采集数据的技术。设备通过推模式（</a:t>
            </a:r>
            <a:r>
              <a:rPr lang="en-US" altLang="zh-CN" sz="1800" dirty="0">
                <a:sym typeface="Huawei Sans" panose="020C0503030203020204" pitchFamily="34" charset="0"/>
              </a:rPr>
              <a:t>Push Mode</a:t>
            </a:r>
            <a:r>
              <a:rPr lang="zh-CN" altLang="en-US" sz="1800" dirty="0">
                <a:sym typeface="Huawei Sans" panose="020C0503030203020204" pitchFamily="34" charset="0"/>
              </a:rPr>
              <a:t>）周期性的主动向采集器上送设备的接口流量统计、</a:t>
            </a:r>
            <a:r>
              <a:rPr lang="en-US" altLang="zh-CN" sz="1800" dirty="0">
                <a:sym typeface="Huawei Sans" panose="020C0503030203020204" pitchFamily="34" charset="0"/>
              </a:rPr>
              <a:t>CPU</a:t>
            </a:r>
            <a:r>
              <a:rPr lang="zh-CN" altLang="en-US" sz="1800" dirty="0">
                <a:sym typeface="Huawei Sans" panose="020C0503030203020204" pitchFamily="34" charset="0"/>
              </a:rPr>
              <a:t>或内存数据等信息，相对传统拉模式（</a:t>
            </a:r>
            <a:r>
              <a:rPr lang="en-US" altLang="zh-CN" sz="1800" dirty="0">
                <a:sym typeface="Huawei Sans" panose="020C0503030203020204" pitchFamily="34" charset="0"/>
              </a:rPr>
              <a:t>Pull Mode</a:t>
            </a:r>
            <a:r>
              <a:rPr lang="zh-CN" altLang="en-US" sz="1800" dirty="0">
                <a:sym typeface="Huawei Sans" panose="020C0503030203020204" pitchFamily="34" charset="0"/>
              </a:rPr>
              <a:t>）的一问一答式交互，提供了更实时更高速的数据采集功能。</a:t>
            </a:r>
          </a:p>
          <a:p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23" name="文本占位符 3"/>
          <p:cNvSpPr txBox="1">
            <a:spLocks/>
          </p:cNvSpPr>
          <p:nvPr/>
        </p:nvSpPr>
        <p:spPr bwMode="gray">
          <a:xfrm>
            <a:off x="468317" y="1245063"/>
            <a:ext cx="11276183" cy="4680000"/>
          </a:xfrm>
          <a:prstGeom prst="rect">
            <a:avLst/>
          </a:prstGeom>
        </p:spPr>
        <p:txBody>
          <a:bodyPr/>
          <a:lstStyle>
            <a:lvl1pPr marL="302279" indent="-302279" algn="l" defTabSz="914034" rtl="0" eaLnBrk="1" latinLnBrk="0" hangingPunct="1">
              <a:lnSpc>
                <a:spcPct val="140000"/>
              </a:lnSpc>
              <a:spcBef>
                <a:spcPts val="792"/>
              </a:spcBef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100000"/>
            </a:pPr>
            <a:endParaRPr lang="en-US" altLang="zh-CN" sz="18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B0D5661D-DEEA-43C9-A2FB-6249CBB1AC3D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030772" y="2592191"/>
            <a:ext cx="427834" cy="350824"/>
          </a:xfrm>
          <a:prstGeom prst="rect">
            <a:avLst/>
          </a:prstGeom>
        </p:spPr>
      </p:pic>
      <p:grpSp>
        <p:nvGrpSpPr>
          <p:cNvPr id="29" name="组合 28">
            <a:extLst>
              <a:ext uri="{FF2B5EF4-FFF2-40B4-BE49-F238E27FC236}">
                <a16:creationId xmlns:a16="http://schemas.microsoft.com/office/drawing/2014/main" id="{BE33A96B-7EBE-4549-BA4C-938F96356FEE}"/>
              </a:ext>
            </a:extLst>
          </p:cNvPr>
          <p:cNvGrpSpPr/>
          <p:nvPr/>
        </p:nvGrpSpPr>
        <p:grpSpPr bwMode="gray">
          <a:xfrm>
            <a:off x="5972116" y="5220319"/>
            <a:ext cx="725589" cy="519269"/>
            <a:chOff x="2771248" y="5810426"/>
            <a:chExt cx="915819" cy="655407"/>
          </a:xfrm>
        </p:grpSpPr>
        <p:sp>
          <p:nvSpPr>
            <p:cNvPr id="55" name="Freeform 159">
              <a:extLst>
                <a:ext uri="{FF2B5EF4-FFF2-40B4-BE49-F238E27FC236}">
                  <a16:creationId xmlns:a16="http://schemas.microsoft.com/office/drawing/2014/main" id="{DA18C563-2443-497D-AAAF-63A59F403C30}"/>
                </a:ext>
              </a:extLst>
            </p:cNvPr>
            <p:cNvSpPr/>
            <p:nvPr/>
          </p:nvSpPr>
          <p:spPr bwMode="gray">
            <a:xfrm flipH="1">
              <a:off x="2935429" y="5810426"/>
              <a:ext cx="751638" cy="392903"/>
            </a:xfrm>
            <a:custGeom>
              <a:avLst/>
              <a:gdLst>
                <a:gd name="connsiteX0" fmla="*/ 2693983 w 4431601"/>
                <a:gd name="connsiteY0" fmla="*/ 0 h 2316519"/>
                <a:gd name="connsiteX1" fmla="*/ 1918242 w 4431601"/>
                <a:gd name="connsiteY1" fmla="*/ 324162 h 2316519"/>
                <a:gd name="connsiteX2" fmla="*/ 1859647 w 4431601"/>
                <a:gd name="connsiteY2" fmla="*/ 395807 h 2316519"/>
                <a:gd name="connsiteX3" fmla="*/ 1815580 w 4431601"/>
                <a:gd name="connsiteY3" fmla="*/ 362462 h 2316519"/>
                <a:gd name="connsiteX4" fmla="*/ 1347603 w 4431601"/>
                <a:gd name="connsiteY4" fmla="*/ 231362 h 2316519"/>
                <a:gd name="connsiteX5" fmla="*/ 527605 w 4431601"/>
                <a:gd name="connsiteY5" fmla="*/ 844290 h 2316519"/>
                <a:gd name="connsiteX6" fmla="*/ 523639 w 4431601"/>
                <a:gd name="connsiteY6" fmla="*/ 880372 h 2316519"/>
                <a:gd name="connsiteX7" fmla="*/ 444716 w 4431601"/>
                <a:gd name="connsiteY7" fmla="*/ 905088 h 2316519"/>
                <a:gd name="connsiteX8" fmla="*/ 0 w 4431601"/>
                <a:gd name="connsiteY8" fmla="*/ 1581940 h 2316519"/>
                <a:gd name="connsiteX9" fmla="*/ 653694 w 4431601"/>
                <a:gd name="connsiteY9" fmla="*/ 2312727 h 2316519"/>
                <a:gd name="connsiteX10" fmla="*/ 653931 w 4431601"/>
                <a:gd name="connsiteY10" fmla="*/ 2312739 h 2316519"/>
                <a:gd name="connsiteX11" fmla="*/ 653931 w 4431601"/>
                <a:gd name="connsiteY11" fmla="*/ 2316518 h 2316519"/>
                <a:gd name="connsiteX12" fmla="*/ 728123 w 4431601"/>
                <a:gd name="connsiteY12" fmla="*/ 2316518 h 2316519"/>
                <a:gd name="connsiteX13" fmla="*/ 728142 w 4431601"/>
                <a:gd name="connsiteY13" fmla="*/ 2316519 h 2316519"/>
                <a:gd name="connsiteX14" fmla="*/ 728162 w 4431601"/>
                <a:gd name="connsiteY14" fmla="*/ 2316518 h 2316519"/>
                <a:gd name="connsiteX15" fmla="*/ 3745239 w 4431601"/>
                <a:gd name="connsiteY15" fmla="*/ 2316518 h 2316519"/>
                <a:gd name="connsiteX16" fmla="*/ 3745249 w 4431601"/>
                <a:gd name="connsiteY16" fmla="*/ 2316519 h 2316519"/>
                <a:gd name="connsiteX17" fmla="*/ 3745259 w 4431601"/>
                <a:gd name="connsiteY17" fmla="*/ 2316518 h 2316519"/>
                <a:gd name="connsiteX18" fmla="*/ 3788771 w 4431601"/>
                <a:gd name="connsiteY18" fmla="*/ 2316518 h 2316519"/>
                <a:gd name="connsiteX19" fmla="*/ 3788771 w 4431601"/>
                <a:gd name="connsiteY19" fmla="*/ 2312093 h 2316519"/>
                <a:gd name="connsiteX20" fmla="*/ 3883573 w 4431601"/>
                <a:gd name="connsiteY20" fmla="*/ 2302452 h 2316519"/>
                <a:gd name="connsiteX21" fmla="*/ 4431601 w 4431601"/>
                <a:gd name="connsiteY21" fmla="*/ 1624103 h 2316519"/>
                <a:gd name="connsiteX22" fmla="*/ 3883573 w 4431601"/>
                <a:gd name="connsiteY22" fmla="*/ 945754 h 2316519"/>
                <a:gd name="connsiteX23" fmla="*/ 3773844 w 4431601"/>
                <a:gd name="connsiteY23" fmla="*/ 934595 h 2316519"/>
                <a:gd name="connsiteX24" fmla="*/ 3768759 w 4431601"/>
                <a:gd name="connsiteY24" fmla="*/ 883707 h 2316519"/>
                <a:gd name="connsiteX25" fmla="*/ 2693983 w 4431601"/>
                <a:gd name="connsiteY25" fmla="*/ 0 h 2316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431601" h="2316519">
                  <a:moveTo>
                    <a:pt x="2693983" y="0"/>
                  </a:moveTo>
                  <a:cubicBezTo>
                    <a:pt x="2391037" y="0"/>
                    <a:pt x="2116771" y="123878"/>
                    <a:pt x="1918242" y="324162"/>
                  </a:cubicBezTo>
                  <a:lnTo>
                    <a:pt x="1859647" y="395807"/>
                  </a:lnTo>
                  <a:lnTo>
                    <a:pt x="1815580" y="362462"/>
                  </a:lnTo>
                  <a:cubicBezTo>
                    <a:pt x="1681993" y="279692"/>
                    <a:pt x="1520952" y="231362"/>
                    <a:pt x="1347603" y="231362"/>
                  </a:cubicBezTo>
                  <a:cubicBezTo>
                    <a:pt x="943122" y="231362"/>
                    <a:pt x="605652" y="494493"/>
                    <a:pt x="527605" y="844290"/>
                  </a:cubicBezTo>
                  <a:lnTo>
                    <a:pt x="523639" y="880372"/>
                  </a:lnTo>
                  <a:lnTo>
                    <a:pt x="444716" y="905088"/>
                  </a:lnTo>
                  <a:cubicBezTo>
                    <a:pt x="183375" y="1016603"/>
                    <a:pt x="0" y="1277667"/>
                    <a:pt x="0" y="1581940"/>
                  </a:cubicBezTo>
                  <a:cubicBezTo>
                    <a:pt x="0" y="1962281"/>
                    <a:pt x="286523" y="2275109"/>
                    <a:pt x="653694" y="2312727"/>
                  </a:cubicBezTo>
                  <a:lnTo>
                    <a:pt x="653931" y="2312739"/>
                  </a:lnTo>
                  <a:lnTo>
                    <a:pt x="653931" y="2316518"/>
                  </a:lnTo>
                  <a:lnTo>
                    <a:pt x="728123" y="2316518"/>
                  </a:lnTo>
                  <a:lnTo>
                    <a:pt x="728142" y="2316519"/>
                  </a:lnTo>
                  <a:lnTo>
                    <a:pt x="728162" y="2316518"/>
                  </a:lnTo>
                  <a:lnTo>
                    <a:pt x="3745239" y="2316518"/>
                  </a:lnTo>
                  <a:lnTo>
                    <a:pt x="3745249" y="2316519"/>
                  </a:lnTo>
                  <a:lnTo>
                    <a:pt x="3745259" y="2316518"/>
                  </a:lnTo>
                  <a:lnTo>
                    <a:pt x="3788771" y="2316518"/>
                  </a:lnTo>
                  <a:lnTo>
                    <a:pt x="3788771" y="2312093"/>
                  </a:lnTo>
                  <a:lnTo>
                    <a:pt x="3883573" y="2302452"/>
                  </a:lnTo>
                  <a:cubicBezTo>
                    <a:pt x="4196332" y="2237887"/>
                    <a:pt x="4431601" y="1958713"/>
                    <a:pt x="4431601" y="1624103"/>
                  </a:cubicBezTo>
                  <a:cubicBezTo>
                    <a:pt x="4431601" y="1289493"/>
                    <a:pt x="4196332" y="1010319"/>
                    <a:pt x="3883573" y="945754"/>
                  </a:cubicBezTo>
                  <a:lnTo>
                    <a:pt x="3773844" y="934595"/>
                  </a:lnTo>
                  <a:lnTo>
                    <a:pt x="3768759" y="883707"/>
                  </a:lnTo>
                  <a:cubicBezTo>
                    <a:pt x="3666462" y="379376"/>
                    <a:pt x="3224139" y="0"/>
                    <a:pt x="2693983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rgbClr val="94D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pic>
          <p:nvPicPr>
            <p:cNvPr id="56" name="图片 55">
              <a:extLst>
                <a:ext uri="{FF2B5EF4-FFF2-40B4-BE49-F238E27FC236}">
                  <a16:creationId xmlns:a16="http://schemas.microsoft.com/office/drawing/2014/main" id="{7A1063F3-A8CC-4050-8C29-03DB95B43B0C}"/>
                </a:ext>
              </a:extLst>
            </p:cNvPr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2771248" y="6023033"/>
              <a:ext cx="540000" cy="442800"/>
            </a:xfrm>
            <a:prstGeom prst="rect">
              <a:avLst/>
            </a:prstGeom>
          </p:spPr>
        </p:pic>
      </p:grpSp>
      <p:sp>
        <p:nvSpPr>
          <p:cNvPr id="30" name="文本框 29">
            <a:extLst>
              <a:ext uri="{FF2B5EF4-FFF2-40B4-BE49-F238E27FC236}">
                <a16:creationId xmlns:a16="http://schemas.microsoft.com/office/drawing/2014/main" id="{BDD4EFF4-4533-4FB5-97AB-07D3B0ED7CBB}"/>
              </a:ext>
            </a:extLst>
          </p:cNvPr>
          <p:cNvSpPr txBox="1"/>
          <p:nvPr/>
        </p:nvSpPr>
        <p:spPr bwMode="gray">
          <a:xfrm>
            <a:off x="5892833" y="2957971"/>
            <a:ext cx="719817" cy="292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3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分析器</a:t>
            </a:r>
            <a:endParaRPr lang="zh-CN" altLang="en-US" sz="13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31" name="图片 30"/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351002" y="3914031"/>
            <a:ext cx="427834" cy="350824"/>
          </a:xfrm>
          <a:prstGeom prst="rect">
            <a:avLst/>
          </a:prstGeom>
        </p:spPr>
      </p:pic>
      <p:pic>
        <p:nvPicPr>
          <p:cNvPr id="32" name="图片 31"/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664040" y="3893234"/>
            <a:ext cx="427834" cy="350824"/>
          </a:xfrm>
          <a:prstGeom prst="rect">
            <a:avLst/>
          </a:prstGeom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BDD4EFF4-4533-4FB5-97AB-07D3B0ED7CBB}"/>
              </a:ext>
            </a:extLst>
          </p:cNvPr>
          <p:cNvSpPr txBox="1"/>
          <p:nvPr/>
        </p:nvSpPr>
        <p:spPr bwMode="gray">
          <a:xfrm>
            <a:off x="5897604" y="5751272"/>
            <a:ext cx="561002" cy="292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3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</a:t>
            </a:r>
            <a:endParaRPr lang="zh-CN" altLang="en-US" sz="13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Right Arrow 157"/>
          <p:cNvSpPr/>
          <p:nvPr/>
        </p:nvSpPr>
        <p:spPr bwMode="gray">
          <a:xfrm rot="7509341">
            <a:off x="6449099" y="4583124"/>
            <a:ext cx="626765" cy="282245"/>
          </a:xfrm>
          <a:prstGeom prst="rightArrow">
            <a:avLst>
              <a:gd name="adj1" fmla="val 40000"/>
              <a:gd name="adj2" fmla="val 50000"/>
            </a:avLst>
          </a:prstGeom>
          <a:gradFill flip="none" rotWithShape="1">
            <a:gsLst>
              <a:gs pos="15000">
                <a:schemeClr val="accent1">
                  <a:lumMod val="5000"/>
                  <a:lumOff val="95000"/>
                  <a:alpha val="0"/>
                </a:schemeClr>
              </a:gs>
              <a:gs pos="81000">
                <a:srgbClr val="94DAE2"/>
              </a:gs>
            </a:gsLst>
            <a:lin ang="0" scaled="1"/>
            <a:tileRect/>
          </a:gradFill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00B0F0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" name="Right Arrow 157"/>
          <p:cNvSpPr/>
          <p:nvPr/>
        </p:nvSpPr>
        <p:spPr bwMode="gray">
          <a:xfrm rot="3064701">
            <a:off x="6422133" y="3118551"/>
            <a:ext cx="626765" cy="282245"/>
          </a:xfrm>
          <a:prstGeom prst="rightArrow">
            <a:avLst>
              <a:gd name="adj1" fmla="val 40000"/>
              <a:gd name="adj2" fmla="val 50000"/>
            </a:avLst>
          </a:prstGeom>
          <a:gradFill flip="none" rotWithShape="1">
            <a:gsLst>
              <a:gs pos="15000">
                <a:schemeClr val="accent1">
                  <a:lumMod val="5000"/>
                  <a:lumOff val="95000"/>
                  <a:alpha val="0"/>
                </a:schemeClr>
              </a:gs>
              <a:gs pos="81000">
                <a:srgbClr val="94DAE2"/>
              </a:gs>
            </a:gsLst>
            <a:lin ang="0" scaled="1"/>
            <a:tileRect/>
          </a:gradFill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00B0F0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Right Arrow 157"/>
          <p:cNvSpPr/>
          <p:nvPr/>
        </p:nvSpPr>
        <p:spPr bwMode="gray">
          <a:xfrm rot="14282487">
            <a:off x="5434196" y="4660260"/>
            <a:ext cx="689281" cy="291447"/>
          </a:xfrm>
          <a:prstGeom prst="rightArrow">
            <a:avLst>
              <a:gd name="adj1" fmla="val 40000"/>
              <a:gd name="adj2" fmla="val 50000"/>
            </a:avLst>
          </a:prstGeom>
          <a:gradFill flip="none" rotWithShape="1">
            <a:gsLst>
              <a:gs pos="15000">
                <a:schemeClr val="accent1">
                  <a:lumMod val="5000"/>
                  <a:lumOff val="95000"/>
                  <a:alpha val="0"/>
                </a:schemeClr>
              </a:gs>
              <a:gs pos="81000">
                <a:srgbClr val="FFF2CC"/>
              </a:gs>
            </a:gsLst>
            <a:lin ang="0" scaled="1"/>
            <a:tileRect/>
          </a:gradFill>
          <a:ln w="15875">
            <a:gradFill flip="none" rotWithShape="1">
              <a:gsLst>
                <a:gs pos="11000">
                  <a:schemeClr val="accent1">
                    <a:lumMod val="0"/>
                    <a:lumOff val="100000"/>
                    <a:alpha val="0"/>
                  </a:schemeClr>
                </a:gs>
                <a:gs pos="67000">
                  <a:srgbClr val="FFD17D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7" name="Right Arrow 157"/>
          <p:cNvSpPr/>
          <p:nvPr/>
        </p:nvSpPr>
        <p:spPr bwMode="gray">
          <a:xfrm rot="18418800">
            <a:off x="5307029" y="3217947"/>
            <a:ext cx="689281" cy="291447"/>
          </a:xfrm>
          <a:prstGeom prst="rightArrow">
            <a:avLst>
              <a:gd name="adj1" fmla="val 40000"/>
              <a:gd name="adj2" fmla="val 50000"/>
            </a:avLst>
          </a:prstGeom>
          <a:gradFill flip="none" rotWithShape="1">
            <a:gsLst>
              <a:gs pos="15000">
                <a:schemeClr val="accent1">
                  <a:lumMod val="5000"/>
                  <a:lumOff val="95000"/>
                  <a:alpha val="0"/>
                </a:schemeClr>
              </a:gs>
              <a:gs pos="81000">
                <a:srgbClr val="FFF2CC"/>
              </a:gs>
            </a:gsLst>
            <a:lin ang="0" scaled="1"/>
            <a:tileRect/>
          </a:gradFill>
          <a:ln w="15875">
            <a:gradFill flip="none" rotWithShape="1">
              <a:gsLst>
                <a:gs pos="11000">
                  <a:schemeClr val="accent1">
                    <a:lumMod val="0"/>
                    <a:lumOff val="100000"/>
                    <a:alpha val="0"/>
                  </a:schemeClr>
                </a:gs>
                <a:gs pos="67000">
                  <a:srgbClr val="FFD17D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53348B2-735E-4889-A139-375AEB133887}"/>
              </a:ext>
            </a:extLst>
          </p:cNvPr>
          <p:cNvSpPr/>
          <p:nvPr/>
        </p:nvSpPr>
        <p:spPr bwMode="gray">
          <a:xfrm>
            <a:off x="5150106" y="5094747"/>
            <a:ext cx="2302189" cy="1027629"/>
          </a:xfrm>
          <a:prstGeom prst="rect">
            <a:avLst/>
          </a:prstGeom>
          <a:noFill/>
          <a:ln w="19050">
            <a:solidFill>
              <a:srgbClr val="56C4D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53348B2-735E-4889-A139-375AEB133887}"/>
              </a:ext>
            </a:extLst>
          </p:cNvPr>
          <p:cNvSpPr/>
          <p:nvPr/>
        </p:nvSpPr>
        <p:spPr bwMode="gray">
          <a:xfrm>
            <a:off x="5140072" y="3735537"/>
            <a:ext cx="2302189" cy="1283872"/>
          </a:xfrm>
          <a:prstGeom prst="rect">
            <a:avLst/>
          </a:prstGeom>
          <a:noFill/>
          <a:ln w="19050">
            <a:solidFill>
              <a:srgbClr val="56C4D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DD4EFF4-4533-4FB5-97AB-07D3B0ED7CBB}"/>
              </a:ext>
            </a:extLst>
          </p:cNvPr>
          <p:cNvSpPr txBox="1"/>
          <p:nvPr/>
        </p:nvSpPr>
        <p:spPr bwMode="gray">
          <a:xfrm>
            <a:off x="5179200" y="4247390"/>
            <a:ext cx="775390" cy="292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3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采集器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DD4EFF4-4533-4FB5-97AB-07D3B0ED7CBB}"/>
              </a:ext>
            </a:extLst>
          </p:cNvPr>
          <p:cNvSpPr txBox="1"/>
          <p:nvPr/>
        </p:nvSpPr>
        <p:spPr bwMode="gray">
          <a:xfrm>
            <a:off x="6516481" y="4256255"/>
            <a:ext cx="775390" cy="292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3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控制器</a:t>
            </a:r>
            <a:endParaRPr lang="zh-CN" altLang="en-US" sz="13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53348B2-735E-4889-A139-375AEB133887}"/>
              </a:ext>
            </a:extLst>
          </p:cNvPr>
          <p:cNvSpPr/>
          <p:nvPr/>
        </p:nvSpPr>
        <p:spPr bwMode="gray">
          <a:xfrm>
            <a:off x="5140072" y="2372817"/>
            <a:ext cx="2302189" cy="1283872"/>
          </a:xfrm>
          <a:prstGeom prst="rect">
            <a:avLst/>
          </a:prstGeom>
          <a:noFill/>
          <a:ln w="19050">
            <a:solidFill>
              <a:srgbClr val="56C4D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4" name="Freeform 9"/>
          <p:cNvSpPr>
            <a:spLocks/>
          </p:cNvSpPr>
          <p:nvPr/>
        </p:nvSpPr>
        <p:spPr bwMode="gray">
          <a:xfrm rot="14637775" flipV="1">
            <a:off x="3296159" y="3858893"/>
            <a:ext cx="3057721" cy="1314820"/>
          </a:xfrm>
          <a:custGeom>
            <a:avLst/>
            <a:gdLst>
              <a:gd name="T0" fmla="*/ 30278 w 32079"/>
              <a:gd name="T1" fmla="*/ 4424 h 15622"/>
              <a:gd name="T2" fmla="*/ 2783 w 32079"/>
              <a:gd name="T3" fmla="*/ 15622 h 15622"/>
              <a:gd name="T4" fmla="*/ 0 w 32079"/>
              <a:gd name="T5" fmla="*/ 15523 h 15622"/>
              <a:gd name="T6" fmla="*/ 26897 w 32079"/>
              <a:gd name="T7" fmla="*/ 2112 h 15622"/>
              <a:gd name="T8" fmla="*/ 25060 w 32079"/>
              <a:gd name="T9" fmla="*/ 856 h 15622"/>
              <a:gd name="T10" fmla="*/ 27928 w 32079"/>
              <a:gd name="T11" fmla="*/ 428 h 15622"/>
              <a:gd name="T12" fmla="*/ 30796 w 32079"/>
              <a:gd name="T13" fmla="*/ 0 h 15622"/>
              <a:gd name="T14" fmla="*/ 31438 w 32079"/>
              <a:gd name="T15" fmla="*/ 2828 h 15622"/>
              <a:gd name="T16" fmla="*/ 32079 w 32079"/>
              <a:gd name="T17" fmla="*/ 5656 h 15622"/>
              <a:gd name="T18" fmla="*/ 30278 w 32079"/>
              <a:gd name="T19" fmla="*/ 4424 h 156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079" h="15622">
                <a:moveTo>
                  <a:pt x="30278" y="4424"/>
                </a:moveTo>
                <a:cubicBezTo>
                  <a:pt x="23182" y="11352"/>
                  <a:pt x="13481" y="15622"/>
                  <a:pt x="2783" y="15622"/>
                </a:cubicBezTo>
                <a:cubicBezTo>
                  <a:pt x="1847" y="15622"/>
                  <a:pt x="920" y="15587"/>
                  <a:pt x="0" y="15523"/>
                </a:cubicBezTo>
                <a:cubicBezTo>
                  <a:pt x="10716" y="14774"/>
                  <a:pt x="20250" y="9734"/>
                  <a:pt x="26897" y="2112"/>
                </a:cubicBezTo>
                <a:lnTo>
                  <a:pt x="25060" y="856"/>
                </a:lnTo>
                <a:lnTo>
                  <a:pt x="27928" y="428"/>
                </a:lnTo>
                <a:lnTo>
                  <a:pt x="30796" y="0"/>
                </a:lnTo>
                <a:lnTo>
                  <a:pt x="31438" y="2828"/>
                </a:lnTo>
                <a:lnTo>
                  <a:pt x="32079" y="5656"/>
                </a:lnTo>
                <a:lnTo>
                  <a:pt x="30278" y="4424"/>
                </a:lnTo>
                <a:close/>
              </a:path>
            </a:pathLst>
          </a:custGeom>
          <a:gradFill flip="none" rotWithShape="1">
            <a:gsLst>
              <a:gs pos="15000">
                <a:schemeClr val="accent1">
                  <a:lumMod val="5000"/>
                  <a:lumOff val="95000"/>
                  <a:alpha val="0"/>
                </a:schemeClr>
              </a:gs>
              <a:gs pos="81000">
                <a:srgbClr val="FFF2CC"/>
              </a:gs>
            </a:gsLst>
            <a:lin ang="2400000" scaled="0"/>
            <a:tileRect/>
          </a:gradFill>
          <a:ln w="15875">
            <a:gradFill flip="none" rotWithShape="1">
              <a:gsLst>
                <a:gs pos="11000">
                  <a:schemeClr val="accent1">
                    <a:lumMod val="0"/>
                    <a:lumOff val="100000"/>
                    <a:alpha val="0"/>
                  </a:schemeClr>
                </a:gs>
                <a:gs pos="67000">
                  <a:srgbClr val="FFD17D"/>
                </a:gs>
              </a:gsLst>
              <a:lin ang="2400000" scaled="0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5" name="圆角矩形 74"/>
          <p:cNvSpPr/>
          <p:nvPr/>
        </p:nvSpPr>
        <p:spPr bwMode="gray">
          <a:xfrm>
            <a:off x="2636047" y="4019777"/>
            <a:ext cx="1553589" cy="357696"/>
          </a:xfrm>
          <a:prstGeom prst="roundRect">
            <a:avLst>
              <a:gd name="adj" fmla="val 15000"/>
            </a:avLst>
          </a:prstGeom>
          <a:solidFill>
            <a:srgbClr val="FCF6DF"/>
          </a:solidFill>
          <a:ln w="12700" cap="flat" cmpd="sng" algn="ctr">
            <a:solidFill>
              <a:srgbClr val="FFD281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Telemetry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上送</a:t>
            </a:r>
          </a:p>
        </p:txBody>
      </p:sp>
    </p:spTree>
    <p:extLst>
      <p:ext uri="{BB962C8B-B14F-4D97-AF65-F5344CB8AC3E}">
        <p14:creationId xmlns:p14="http://schemas.microsoft.com/office/powerpoint/2010/main" val="1913188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11111E-6 L -0.35482 0.28542 " pathEditMode="relative" rAng="0" ptsTypes="AA">
                                      <p:cBhvr>
                                        <p:cTn id="11" dur="1000" spd="-100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747" y="142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  <p:bldP spid="74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>
                <a:sym typeface="Huawei Sans" panose="020C0503030203020204" pitchFamily="34" charset="0"/>
              </a:rPr>
              <a:t>Telemetry</a:t>
            </a:r>
            <a:r>
              <a:rPr lang="zh-CN" altLang="en-US">
                <a:sym typeface="Huawei Sans" panose="020C0503030203020204" pitchFamily="34" charset="0"/>
              </a:rPr>
              <a:t>技术特点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Telemetry</a:t>
            </a:r>
            <a:r>
              <a:rPr lang="zh-CN" altLang="en-US" sz="1800" dirty="0">
                <a:sym typeface="Huawei Sans" panose="020C0503030203020204" pitchFamily="34" charset="0"/>
              </a:rPr>
              <a:t>采用推模式工作，</a:t>
            </a:r>
            <a:r>
              <a:rPr lang="en-US" altLang="zh-CN" sz="1800" dirty="0">
                <a:sym typeface="Huawei Sans" panose="020C0503030203020204" pitchFamily="34" charset="0"/>
              </a:rPr>
              <a:t>YANG</a:t>
            </a:r>
            <a:r>
              <a:rPr lang="zh-CN" altLang="en-US" sz="1800" dirty="0">
                <a:sym typeface="Huawei Sans" panose="020C0503030203020204" pitchFamily="34" charset="0"/>
              </a:rPr>
              <a:t>模型定义结构，精度可以达到亚秒级。</a:t>
            </a: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72" name="左箭头 71"/>
          <p:cNvSpPr/>
          <p:nvPr/>
        </p:nvSpPr>
        <p:spPr bwMode="gray">
          <a:xfrm>
            <a:off x="5869251" y="2476869"/>
            <a:ext cx="318521" cy="318521"/>
          </a:xfrm>
          <a:prstGeom prst="leftArrow">
            <a:avLst/>
          </a:prstGeom>
          <a:noFill/>
          <a:ln>
            <a:solidFill>
              <a:srgbClr val="56C4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3" name="左箭头 72"/>
          <p:cNvSpPr/>
          <p:nvPr/>
        </p:nvSpPr>
        <p:spPr bwMode="gray">
          <a:xfrm>
            <a:off x="5893962" y="5250347"/>
            <a:ext cx="318521" cy="318521"/>
          </a:xfrm>
          <a:prstGeom prst="leftArrow">
            <a:avLst/>
          </a:prstGeom>
          <a:noFill/>
          <a:ln>
            <a:solidFill>
              <a:srgbClr val="56C4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57170D5B-AA38-4E87-9FE0-009D7C62B5A3}"/>
              </a:ext>
            </a:extLst>
          </p:cNvPr>
          <p:cNvSpPr/>
          <p:nvPr/>
        </p:nvSpPr>
        <p:spPr bwMode="gray">
          <a:xfrm>
            <a:off x="6583122" y="4988976"/>
            <a:ext cx="2929595" cy="923796"/>
          </a:xfrm>
          <a:prstGeom prst="rect">
            <a:avLst/>
          </a:prstGeom>
          <a:noFill/>
          <a:ln>
            <a:solidFill>
              <a:srgbClr val="56C4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提升设备采集能力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支撑订阅上报机制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建造标准数据模型</a:t>
            </a:r>
          </a:p>
        </p:txBody>
      </p:sp>
      <p:pic>
        <p:nvPicPr>
          <p:cNvPr id="80" name="图片 79">
            <a:extLst>
              <a:ext uri="{FF2B5EF4-FFF2-40B4-BE49-F238E27FC236}">
                <a16:creationId xmlns:a16="http://schemas.microsoft.com/office/drawing/2014/main" id="{B0D5661D-DEEA-43C9-A2FB-6249CBB1AC3D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104099" y="2099406"/>
            <a:ext cx="477782" cy="391781"/>
          </a:xfrm>
          <a:prstGeom prst="rect">
            <a:avLst/>
          </a:prstGeom>
        </p:spPr>
      </p:pic>
      <p:grpSp>
        <p:nvGrpSpPr>
          <p:cNvPr id="81" name="组合 80">
            <a:extLst>
              <a:ext uri="{FF2B5EF4-FFF2-40B4-BE49-F238E27FC236}">
                <a16:creationId xmlns:a16="http://schemas.microsoft.com/office/drawing/2014/main" id="{BE33A96B-7EBE-4549-BA4C-938F96356FEE}"/>
              </a:ext>
            </a:extLst>
          </p:cNvPr>
          <p:cNvGrpSpPr/>
          <p:nvPr/>
        </p:nvGrpSpPr>
        <p:grpSpPr bwMode="gray">
          <a:xfrm>
            <a:off x="4038595" y="4988976"/>
            <a:ext cx="810300" cy="579892"/>
            <a:chOff x="2771248" y="5810426"/>
            <a:chExt cx="915819" cy="655407"/>
          </a:xfrm>
        </p:grpSpPr>
        <p:sp>
          <p:nvSpPr>
            <p:cNvPr id="88" name="Freeform 159">
              <a:extLst>
                <a:ext uri="{FF2B5EF4-FFF2-40B4-BE49-F238E27FC236}">
                  <a16:creationId xmlns:a16="http://schemas.microsoft.com/office/drawing/2014/main" id="{DA18C563-2443-497D-AAAF-63A59F403C30}"/>
                </a:ext>
              </a:extLst>
            </p:cNvPr>
            <p:cNvSpPr/>
            <p:nvPr/>
          </p:nvSpPr>
          <p:spPr bwMode="gray">
            <a:xfrm flipH="1">
              <a:off x="2935429" y="5810426"/>
              <a:ext cx="751638" cy="392903"/>
            </a:xfrm>
            <a:custGeom>
              <a:avLst/>
              <a:gdLst>
                <a:gd name="connsiteX0" fmla="*/ 2693983 w 4431601"/>
                <a:gd name="connsiteY0" fmla="*/ 0 h 2316519"/>
                <a:gd name="connsiteX1" fmla="*/ 1918242 w 4431601"/>
                <a:gd name="connsiteY1" fmla="*/ 324162 h 2316519"/>
                <a:gd name="connsiteX2" fmla="*/ 1859647 w 4431601"/>
                <a:gd name="connsiteY2" fmla="*/ 395807 h 2316519"/>
                <a:gd name="connsiteX3" fmla="*/ 1815580 w 4431601"/>
                <a:gd name="connsiteY3" fmla="*/ 362462 h 2316519"/>
                <a:gd name="connsiteX4" fmla="*/ 1347603 w 4431601"/>
                <a:gd name="connsiteY4" fmla="*/ 231362 h 2316519"/>
                <a:gd name="connsiteX5" fmla="*/ 527605 w 4431601"/>
                <a:gd name="connsiteY5" fmla="*/ 844290 h 2316519"/>
                <a:gd name="connsiteX6" fmla="*/ 523639 w 4431601"/>
                <a:gd name="connsiteY6" fmla="*/ 880372 h 2316519"/>
                <a:gd name="connsiteX7" fmla="*/ 444716 w 4431601"/>
                <a:gd name="connsiteY7" fmla="*/ 905088 h 2316519"/>
                <a:gd name="connsiteX8" fmla="*/ 0 w 4431601"/>
                <a:gd name="connsiteY8" fmla="*/ 1581940 h 2316519"/>
                <a:gd name="connsiteX9" fmla="*/ 653694 w 4431601"/>
                <a:gd name="connsiteY9" fmla="*/ 2312727 h 2316519"/>
                <a:gd name="connsiteX10" fmla="*/ 653931 w 4431601"/>
                <a:gd name="connsiteY10" fmla="*/ 2312739 h 2316519"/>
                <a:gd name="connsiteX11" fmla="*/ 653931 w 4431601"/>
                <a:gd name="connsiteY11" fmla="*/ 2316518 h 2316519"/>
                <a:gd name="connsiteX12" fmla="*/ 728123 w 4431601"/>
                <a:gd name="connsiteY12" fmla="*/ 2316518 h 2316519"/>
                <a:gd name="connsiteX13" fmla="*/ 728142 w 4431601"/>
                <a:gd name="connsiteY13" fmla="*/ 2316519 h 2316519"/>
                <a:gd name="connsiteX14" fmla="*/ 728162 w 4431601"/>
                <a:gd name="connsiteY14" fmla="*/ 2316518 h 2316519"/>
                <a:gd name="connsiteX15" fmla="*/ 3745239 w 4431601"/>
                <a:gd name="connsiteY15" fmla="*/ 2316518 h 2316519"/>
                <a:gd name="connsiteX16" fmla="*/ 3745249 w 4431601"/>
                <a:gd name="connsiteY16" fmla="*/ 2316519 h 2316519"/>
                <a:gd name="connsiteX17" fmla="*/ 3745259 w 4431601"/>
                <a:gd name="connsiteY17" fmla="*/ 2316518 h 2316519"/>
                <a:gd name="connsiteX18" fmla="*/ 3788771 w 4431601"/>
                <a:gd name="connsiteY18" fmla="*/ 2316518 h 2316519"/>
                <a:gd name="connsiteX19" fmla="*/ 3788771 w 4431601"/>
                <a:gd name="connsiteY19" fmla="*/ 2312093 h 2316519"/>
                <a:gd name="connsiteX20" fmla="*/ 3883573 w 4431601"/>
                <a:gd name="connsiteY20" fmla="*/ 2302452 h 2316519"/>
                <a:gd name="connsiteX21" fmla="*/ 4431601 w 4431601"/>
                <a:gd name="connsiteY21" fmla="*/ 1624103 h 2316519"/>
                <a:gd name="connsiteX22" fmla="*/ 3883573 w 4431601"/>
                <a:gd name="connsiteY22" fmla="*/ 945754 h 2316519"/>
                <a:gd name="connsiteX23" fmla="*/ 3773844 w 4431601"/>
                <a:gd name="connsiteY23" fmla="*/ 934595 h 2316519"/>
                <a:gd name="connsiteX24" fmla="*/ 3768759 w 4431601"/>
                <a:gd name="connsiteY24" fmla="*/ 883707 h 2316519"/>
                <a:gd name="connsiteX25" fmla="*/ 2693983 w 4431601"/>
                <a:gd name="connsiteY25" fmla="*/ 0 h 2316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431601" h="2316519">
                  <a:moveTo>
                    <a:pt x="2693983" y="0"/>
                  </a:moveTo>
                  <a:cubicBezTo>
                    <a:pt x="2391037" y="0"/>
                    <a:pt x="2116771" y="123878"/>
                    <a:pt x="1918242" y="324162"/>
                  </a:cubicBezTo>
                  <a:lnTo>
                    <a:pt x="1859647" y="395807"/>
                  </a:lnTo>
                  <a:lnTo>
                    <a:pt x="1815580" y="362462"/>
                  </a:lnTo>
                  <a:cubicBezTo>
                    <a:pt x="1681993" y="279692"/>
                    <a:pt x="1520952" y="231362"/>
                    <a:pt x="1347603" y="231362"/>
                  </a:cubicBezTo>
                  <a:cubicBezTo>
                    <a:pt x="943122" y="231362"/>
                    <a:pt x="605652" y="494493"/>
                    <a:pt x="527605" y="844290"/>
                  </a:cubicBezTo>
                  <a:lnTo>
                    <a:pt x="523639" y="880372"/>
                  </a:lnTo>
                  <a:lnTo>
                    <a:pt x="444716" y="905088"/>
                  </a:lnTo>
                  <a:cubicBezTo>
                    <a:pt x="183375" y="1016603"/>
                    <a:pt x="0" y="1277667"/>
                    <a:pt x="0" y="1581940"/>
                  </a:cubicBezTo>
                  <a:cubicBezTo>
                    <a:pt x="0" y="1962281"/>
                    <a:pt x="286523" y="2275109"/>
                    <a:pt x="653694" y="2312727"/>
                  </a:cubicBezTo>
                  <a:lnTo>
                    <a:pt x="653931" y="2312739"/>
                  </a:lnTo>
                  <a:lnTo>
                    <a:pt x="653931" y="2316518"/>
                  </a:lnTo>
                  <a:lnTo>
                    <a:pt x="728123" y="2316518"/>
                  </a:lnTo>
                  <a:lnTo>
                    <a:pt x="728142" y="2316519"/>
                  </a:lnTo>
                  <a:lnTo>
                    <a:pt x="728162" y="2316518"/>
                  </a:lnTo>
                  <a:lnTo>
                    <a:pt x="3745239" y="2316518"/>
                  </a:lnTo>
                  <a:lnTo>
                    <a:pt x="3745249" y="2316519"/>
                  </a:lnTo>
                  <a:lnTo>
                    <a:pt x="3745259" y="2316518"/>
                  </a:lnTo>
                  <a:lnTo>
                    <a:pt x="3788771" y="2316518"/>
                  </a:lnTo>
                  <a:lnTo>
                    <a:pt x="3788771" y="2312093"/>
                  </a:lnTo>
                  <a:lnTo>
                    <a:pt x="3883573" y="2302452"/>
                  </a:lnTo>
                  <a:cubicBezTo>
                    <a:pt x="4196332" y="2237887"/>
                    <a:pt x="4431601" y="1958713"/>
                    <a:pt x="4431601" y="1624103"/>
                  </a:cubicBezTo>
                  <a:cubicBezTo>
                    <a:pt x="4431601" y="1289493"/>
                    <a:pt x="4196332" y="1010319"/>
                    <a:pt x="3883573" y="945754"/>
                  </a:cubicBezTo>
                  <a:lnTo>
                    <a:pt x="3773844" y="934595"/>
                  </a:lnTo>
                  <a:lnTo>
                    <a:pt x="3768759" y="883707"/>
                  </a:lnTo>
                  <a:cubicBezTo>
                    <a:pt x="3666462" y="379376"/>
                    <a:pt x="3224139" y="0"/>
                    <a:pt x="2693983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rgbClr val="86D3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pic>
          <p:nvPicPr>
            <p:cNvPr id="89" name="图片 88">
              <a:extLst>
                <a:ext uri="{FF2B5EF4-FFF2-40B4-BE49-F238E27FC236}">
                  <a16:creationId xmlns:a16="http://schemas.microsoft.com/office/drawing/2014/main" id="{7A1063F3-A8CC-4050-8C29-03DB95B43B0C}"/>
                </a:ext>
              </a:extLst>
            </p:cNvPr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2771248" y="6023033"/>
              <a:ext cx="540000" cy="442800"/>
            </a:xfrm>
            <a:prstGeom prst="rect">
              <a:avLst/>
            </a:prstGeom>
          </p:spPr>
        </p:pic>
      </p:grpSp>
      <p:sp>
        <p:nvSpPr>
          <p:cNvPr id="87" name="文本框 86">
            <a:extLst>
              <a:ext uri="{FF2B5EF4-FFF2-40B4-BE49-F238E27FC236}">
                <a16:creationId xmlns:a16="http://schemas.microsoft.com/office/drawing/2014/main" id="{BDD4EFF4-4533-4FB5-97AB-07D3B0ED7CBB}"/>
              </a:ext>
            </a:extLst>
          </p:cNvPr>
          <p:cNvSpPr txBox="1"/>
          <p:nvPr/>
        </p:nvSpPr>
        <p:spPr bwMode="gray">
          <a:xfrm>
            <a:off x="3941063" y="2515754"/>
            <a:ext cx="803853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分析器</a:t>
            </a:r>
          </a:p>
        </p:txBody>
      </p:sp>
      <p:pic>
        <p:nvPicPr>
          <p:cNvPr id="96" name="图片 95"/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344967" y="3530183"/>
            <a:ext cx="477782" cy="391781"/>
          </a:xfrm>
          <a:prstGeom prst="rect">
            <a:avLst/>
          </a:prstGeom>
        </p:spPr>
      </p:pic>
      <p:pic>
        <p:nvPicPr>
          <p:cNvPr id="97" name="图片 96"/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811299" y="3506957"/>
            <a:ext cx="477782" cy="391781"/>
          </a:xfrm>
          <a:prstGeom prst="rect">
            <a:avLst/>
          </a:prstGeom>
        </p:spPr>
      </p:pic>
      <p:sp>
        <p:nvSpPr>
          <p:cNvPr id="98" name="文本框 97">
            <a:extLst>
              <a:ext uri="{FF2B5EF4-FFF2-40B4-BE49-F238E27FC236}">
                <a16:creationId xmlns:a16="http://schemas.microsoft.com/office/drawing/2014/main" id="{BDD4EFF4-4533-4FB5-97AB-07D3B0ED7CBB}"/>
              </a:ext>
            </a:extLst>
          </p:cNvPr>
          <p:cNvSpPr txBox="1"/>
          <p:nvPr/>
        </p:nvSpPr>
        <p:spPr bwMode="gray">
          <a:xfrm>
            <a:off x="3955384" y="5591290"/>
            <a:ext cx="626497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</a:t>
            </a:r>
          </a:p>
        </p:txBody>
      </p:sp>
      <p:sp>
        <p:nvSpPr>
          <p:cNvPr id="99" name="Right Arrow 157"/>
          <p:cNvSpPr/>
          <p:nvPr/>
        </p:nvSpPr>
        <p:spPr bwMode="gray">
          <a:xfrm rot="7509341">
            <a:off x="4571264" y="4277391"/>
            <a:ext cx="699938" cy="315196"/>
          </a:xfrm>
          <a:prstGeom prst="rightArrow">
            <a:avLst>
              <a:gd name="adj1" fmla="val 40000"/>
              <a:gd name="adj2" fmla="val 50000"/>
            </a:avLst>
          </a:prstGeom>
          <a:gradFill flip="none" rotWithShape="1">
            <a:gsLst>
              <a:gs pos="15000">
                <a:schemeClr val="accent1">
                  <a:lumMod val="5000"/>
                  <a:lumOff val="95000"/>
                  <a:alpha val="0"/>
                </a:schemeClr>
              </a:gs>
              <a:gs pos="81000">
                <a:srgbClr val="56C4D2"/>
              </a:gs>
            </a:gsLst>
            <a:lin ang="0" scaled="1"/>
            <a:tileRect/>
          </a:gradFill>
          <a:ln w="15875">
            <a:solidFill>
              <a:srgbClr val="56C4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1" name="Right Arrow 157"/>
          <p:cNvSpPr/>
          <p:nvPr/>
        </p:nvSpPr>
        <p:spPr bwMode="gray">
          <a:xfrm rot="3064701">
            <a:off x="4550124" y="2641832"/>
            <a:ext cx="699938" cy="315196"/>
          </a:xfrm>
          <a:prstGeom prst="rightArrow">
            <a:avLst>
              <a:gd name="adj1" fmla="val 40000"/>
              <a:gd name="adj2" fmla="val 50000"/>
            </a:avLst>
          </a:prstGeom>
          <a:gradFill flip="none" rotWithShape="1">
            <a:gsLst>
              <a:gs pos="15000">
                <a:schemeClr val="accent1">
                  <a:lumMod val="5000"/>
                  <a:lumOff val="95000"/>
                  <a:alpha val="0"/>
                </a:schemeClr>
              </a:gs>
              <a:gs pos="81000">
                <a:srgbClr val="56C4D2"/>
              </a:gs>
            </a:gsLst>
            <a:lin ang="0" scaled="1"/>
            <a:tileRect/>
          </a:gradFill>
          <a:ln w="15875">
            <a:solidFill>
              <a:srgbClr val="56C4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2" name="Right Arrow 157"/>
          <p:cNvSpPr/>
          <p:nvPr/>
        </p:nvSpPr>
        <p:spPr bwMode="gray">
          <a:xfrm rot="14282487">
            <a:off x="3437874" y="4363532"/>
            <a:ext cx="769753" cy="325472"/>
          </a:xfrm>
          <a:prstGeom prst="rightArrow">
            <a:avLst>
              <a:gd name="adj1" fmla="val 40000"/>
              <a:gd name="adj2" fmla="val 50000"/>
            </a:avLst>
          </a:prstGeom>
          <a:gradFill flip="none" rotWithShape="1">
            <a:gsLst>
              <a:gs pos="15000">
                <a:schemeClr val="accent1">
                  <a:lumMod val="5000"/>
                  <a:lumOff val="95000"/>
                  <a:alpha val="0"/>
                </a:schemeClr>
              </a:gs>
              <a:gs pos="81000">
                <a:srgbClr val="FFF2CC"/>
              </a:gs>
            </a:gsLst>
            <a:lin ang="0" scaled="1"/>
            <a:tileRect/>
          </a:gradFill>
          <a:ln w="15875">
            <a:gradFill flip="none" rotWithShape="1">
              <a:gsLst>
                <a:gs pos="11000">
                  <a:schemeClr val="accent1">
                    <a:lumMod val="0"/>
                    <a:lumOff val="100000"/>
                    <a:alpha val="0"/>
                  </a:schemeClr>
                </a:gs>
                <a:gs pos="67000">
                  <a:srgbClr val="FFD17D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3" name="Right Arrow 157"/>
          <p:cNvSpPr/>
          <p:nvPr/>
        </p:nvSpPr>
        <p:spPr bwMode="gray">
          <a:xfrm rot="18418800">
            <a:off x="3295861" y="2752832"/>
            <a:ext cx="769753" cy="325472"/>
          </a:xfrm>
          <a:prstGeom prst="rightArrow">
            <a:avLst>
              <a:gd name="adj1" fmla="val 40000"/>
              <a:gd name="adj2" fmla="val 50000"/>
            </a:avLst>
          </a:prstGeom>
          <a:gradFill flip="none" rotWithShape="1">
            <a:gsLst>
              <a:gs pos="15000">
                <a:schemeClr val="accent1">
                  <a:lumMod val="5000"/>
                  <a:lumOff val="95000"/>
                  <a:alpha val="0"/>
                </a:schemeClr>
              </a:gs>
              <a:gs pos="81000">
                <a:srgbClr val="FFF2CC"/>
              </a:gs>
            </a:gsLst>
            <a:lin ang="0" scaled="1"/>
            <a:tileRect/>
          </a:gradFill>
          <a:ln w="15875">
            <a:gradFill flip="none" rotWithShape="1">
              <a:gsLst>
                <a:gs pos="11000">
                  <a:schemeClr val="accent1">
                    <a:lumMod val="0"/>
                    <a:lumOff val="100000"/>
                    <a:alpha val="0"/>
                  </a:schemeClr>
                </a:gs>
                <a:gs pos="67000">
                  <a:srgbClr val="FFD17D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453348B2-735E-4889-A139-375AEB133887}"/>
              </a:ext>
            </a:extLst>
          </p:cNvPr>
          <p:cNvSpPr/>
          <p:nvPr/>
        </p:nvSpPr>
        <p:spPr bwMode="gray">
          <a:xfrm>
            <a:off x="3120618" y="4848744"/>
            <a:ext cx="2570963" cy="1147602"/>
          </a:xfrm>
          <a:prstGeom prst="rect">
            <a:avLst/>
          </a:prstGeom>
          <a:noFill/>
          <a:ln w="19050">
            <a:solidFill>
              <a:srgbClr val="56C4D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453348B2-735E-4889-A139-375AEB133887}"/>
              </a:ext>
            </a:extLst>
          </p:cNvPr>
          <p:cNvSpPr/>
          <p:nvPr/>
        </p:nvSpPr>
        <p:spPr bwMode="gray">
          <a:xfrm>
            <a:off x="3109412" y="3330850"/>
            <a:ext cx="2570963" cy="1433760"/>
          </a:xfrm>
          <a:prstGeom prst="rect">
            <a:avLst/>
          </a:prstGeom>
          <a:noFill/>
          <a:ln w="19050">
            <a:solidFill>
              <a:srgbClr val="56C4D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BDD4EFF4-4533-4FB5-97AB-07D3B0ED7CBB}"/>
              </a:ext>
            </a:extLst>
          </p:cNvPr>
          <p:cNvSpPr txBox="1"/>
          <p:nvPr/>
        </p:nvSpPr>
        <p:spPr bwMode="gray">
          <a:xfrm>
            <a:off x="3153108" y="3911834"/>
            <a:ext cx="865915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采集器</a:t>
            </a: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BDD4EFF4-4533-4FB5-97AB-07D3B0ED7CBB}"/>
              </a:ext>
            </a:extLst>
          </p:cNvPr>
          <p:cNvSpPr txBox="1"/>
          <p:nvPr/>
        </p:nvSpPr>
        <p:spPr bwMode="gray">
          <a:xfrm>
            <a:off x="4646513" y="3921734"/>
            <a:ext cx="865915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控制器</a:t>
            </a: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453348B2-735E-4889-A139-375AEB133887}"/>
              </a:ext>
            </a:extLst>
          </p:cNvPr>
          <p:cNvSpPr/>
          <p:nvPr/>
        </p:nvSpPr>
        <p:spPr bwMode="gray">
          <a:xfrm>
            <a:off x="3109412" y="1809036"/>
            <a:ext cx="2570963" cy="1433760"/>
          </a:xfrm>
          <a:prstGeom prst="rect">
            <a:avLst/>
          </a:prstGeom>
          <a:noFill/>
          <a:ln w="19050">
            <a:solidFill>
              <a:srgbClr val="56C4D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1" name="左箭头 110"/>
          <p:cNvSpPr/>
          <p:nvPr/>
        </p:nvSpPr>
        <p:spPr bwMode="gray">
          <a:xfrm>
            <a:off x="5892664" y="3935248"/>
            <a:ext cx="318521" cy="318521"/>
          </a:xfrm>
          <a:prstGeom prst="leftArrow">
            <a:avLst/>
          </a:prstGeom>
          <a:noFill/>
          <a:ln>
            <a:solidFill>
              <a:srgbClr val="56C4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57170D5B-AA38-4E87-9FE0-009D7C62B5A3}"/>
              </a:ext>
            </a:extLst>
          </p:cNvPr>
          <p:cNvSpPr/>
          <p:nvPr/>
        </p:nvSpPr>
        <p:spPr bwMode="gray">
          <a:xfrm>
            <a:off x="6581772" y="3632611"/>
            <a:ext cx="2930944" cy="923796"/>
          </a:xfrm>
          <a:prstGeom prst="rect">
            <a:avLst/>
          </a:prstGeom>
          <a:noFill/>
          <a:ln>
            <a:solidFill>
              <a:srgbClr val="56C4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CN" sz="16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zh-CN" altLang="en-US" sz="16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传统网管解耦成采集器和控制器两部分，通讯协议和管理应用解耦</a:t>
            </a:r>
          </a:p>
          <a:p>
            <a:endParaRPr lang="zh-CN" altLang="en-US" sz="16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57170D5B-AA38-4E87-9FE0-009D7C62B5A3}"/>
              </a:ext>
            </a:extLst>
          </p:cNvPr>
          <p:cNvSpPr/>
          <p:nvPr/>
        </p:nvSpPr>
        <p:spPr bwMode="gray">
          <a:xfrm>
            <a:off x="6538391" y="2064018"/>
            <a:ext cx="2974326" cy="923796"/>
          </a:xfrm>
          <a:prstGeom prst="rect">
            <a:avLst/>
          </a:prstGeom>
          <a:noFill/>
          <a:ln>
            <a:solidFill>
              <a:srgbClr val="56C4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向第三方数据分析处理公司开放</a:t>
            </a:r>
            <a:r>
              <a:rPr lang="en-US" altLang="zh-CN" sz="16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API</a:t>
            </a:r>
            <a:r>
              <a:rPr lang="zh-CN" altLang="en-US" sz="16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，具有更</a:t>
            </a:r>
            <a:r>
              <a:rPr lang="zh-CN" altLang="en-US" sz="16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强的数据存储和处理能力</a:t>
            </a:r>
            <a:endParaRPr lang="en-US" altLang="zh-CN" sz="16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7" name="文本占位符 3"/>
          <p:cNvSpPr txBox="1">
            <a:spLocks/>
          </p:cNvSpPr>
          <p:nvPr/>
        </p:nvSpPr>
        <p:spPr bwMode="gray">
          <a:xfrm>
            <a:off x="468317" y="1245063"/>
            <a:ext cx="11276183" cy="4680000"/>
          </a:xfrm>
          <a:prstGeom prst="rect">
            <a:avLst/>
          </a:prstGeom>
        </p:spPr>
        <p:txBody>
          <a:bodyPr/>
          <a:lstStyle>
            <a:lvl1pPr marL="302279" indent="-302279" algn="l" defTabSz="914034" rtl="0" eaLnBrk="1" latinLnBrk="0" hangingPunct="1">
              <a:lnSpc>
                <a:spcPct val="140000"/>
              </a:lnSpc>
              <a:spcBef>
                <a:spcPts val="792"/>
              </a:spcBef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100000"/>
            </a:pPr>
            <a:endParaRPr lang="en-US" altLang="zh-CN" sz="18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E440339E-24A3-3701-7599-9F440242B0AC}"/>
                  </a:ext>
                </a:extLst>
              </p14:cNvPr>
              <p14:cNvContentPartPr/>
              <p14:nvPr/>
            </p14:nvContentPartPr>
            <p14:xfrm>
              <a:off x="7359769" y="5868679"/>
              <a:ext cx="1222920" cy="8208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E440339E-24A3-3701-7599-9F440242B0A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351129" y="5859679"/>
                <a:ext cx="1240560" cy="9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025812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0A8DD5-5DDD-4E3C-88D2-E38E86F98F6C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>
                <a:sym typeface="Huawei Sans" panose="020C0503030203020204" pitchFamily="34" charset="0"/>
              </a:rPr>
              <a:t>Telemetry</a:t>
            </a:r>
            <a:r>
              <a:rPr lang="zh-CN" altLang="en-US">
                <a:sym typeface="Huawei Sans" panose="020C0503030203020204" pitchFamily="34" charset="0"/>
              </a:rPr>
              <a:t>技术优势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Telemetry</a:t>
            </a:r>
            <a:r>
              <a:rPr lang="zh-CN" altLang="en-US" sz="1800" dirty="0">
                <a:sym typeface="Huawei Sans" panose="020C0503030203020204" pitchFamily="34" charset="0"/>
              </a:rPr>
              <a:t>采用推模式及时获取丰富的监控数据，可以实现网络故障的快速定位，提供统一的数据流格式，简化采集器分析监测数据的难度，从而解决传统网络运维问题。</a:t>
            </a:r>
          </a:p>
          <a:p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grpSp>
        <p:nvGrpSpPr>
          <p:cNvPr id="16" name="组合 15"/>
          <p:cNvGrpSpPr/>
          <p:nvPr/>
        </p:nvGrpSpPr>
        <p:grpSpPr bwMode="gray">
          <a:xfrm>
            <a:off x="1617161" y="2183755"/>
            <a:ext cx="7536467" cy="3938621"/>
            <a:chOff x="646472" y="2172699"/>
            <a:chExt cx="7999817" cy="4180771"/>
          </a:xfrm>
        </p:grpSpPr>
        <p:grpSp>
          <p:nvGrpSpPr>
            <p:cNvPr id="28" name="组合 10"/>
            <p:cNvGrpSpPr/>
            <p:nvPr/>
          </p:nvGrpSpPr>
          <p:grpSpPr bwMode="gray">
            <a:xfrm>
              <a:off x="790792" y="2172699"/>
              <a:ext cx="3886242" cy="3890837"/>
              <a:chOff x="2614613" y="1727199"/>
              <a:chExt cx="3475691" cy="3479801"/>
            </a:xfrm>
          </p:grpSpPr>
          <p:sp>
            <p:nvSpPr>
              <p:cNvPr id="30" name="Freeform 6"/>
              <p:cNvSpPr>
                <a:spLocks noEditPoints="1"/>
              </p:cNvSpPr>
              <p:nvPr/>
            </p:nvSpPr>
            <p:spPr bwMode="gray">
              <a:xfrm>
                <a:off x="2614613" y="1727199"/>
                <a:ext cx="3475691" cy="3479801"/>
              </a:xfrm>
              <a:custGeom>
                <a:avLst/>
                <a:gdLst/>
                <a:ahLst/>
                <a:cxnLst>
                  <a:cxn ang="0">
                    <a:pos x="418" y="0"/>
                  </a:cxn>
                  <a:cxn ang="0">
                    <a:pos x="836" y="418"/>
                  </a:cxn>
                  <a:cxn ang="0">
                    <a:pos x="418" y="837"/>
                  </a:cxn>
                  <a:cxn ang="0">
                    <a:pos x="418" y="769"/>
                  </a:cxn>
                  <a:cxn ang="0">
                    <a:pos x="769" y="418"/>
                  </a:cxn>
                  <a:cxn ang="0">
                    <a:pos x="418" y="68"/>
                  </a:cxn>
                  <a:cxn ang="0">
                    <a:pos x="418" y="0"/>
                  </a:cxn>
                  <a:cxn ang="0">
                    <a:pos x="418" y="837"/>
                  </a:cxn>
                  <a:cxn ang="0">
                    <a:pos x="0" y="418"/>
                  </a:cxn>
                  <a:cxn ang="0">
                    <a:pos x="418" y="0"/>
                  </a:cxn>
                  <a:cxn ang="0">
                    <a:pos x="418" y="68"/>
                  </a:cxn>
                  <a:cxn ang="0">
                    <a:pos x="67" y="418"/>
                  </a:cxn>
                  <a:cxn ang="0">
                    <a:pos x="418" y="769"/>
                  </a:cxn>
                  <a:cxn ang="0">
                    <a:pos x="418" y="837"/>
                  </a:cxn>
                </a:cxnLst>
                <a:rect l="0" t="0" r="r" b="b"/>
                <a:pathLst>
                  <a:path w="836" h="837">
                    <a:moveTo>
                      <a:pt x="418" y="0"/>
                    </a:moveTo>
                    <a:cubicBezTo>
                      <a:pt x="648" y="0"/>
                      <a:pt x="836" y="188"/>
                      <a:pt x="836" y="418"/>
                    </a:cubicBezTo>
                    <a:cubicBezTo>
                      <a:pt x="836" y="649"/>
                      <a:pt x="648" y="837"/>
                      <a:pt x="418" y="837"/>
                    </a:cubicBezTo>
                    <a:cubicBezTo>
                      <a:pt x="418" y="769"/>
                      <a:pt x="418" y="769"/>
                      <a:pt x="418" y="769"/>
                    </a:cubicBezTo>
                    <a:cubicBezTo>
                      <a:pt x="611" y="769"/>
                      <a:pt x="769" y="612"/>
                      <a:pt x="769" y="418"/>
                    </a:cubicBezTo>
                    <a:cubicBezTo>
                      <a:pt x="769" y="225"/>
                      <a:pt x="611" y="68"/>
                      <a:pt x="418" y="68"/>
                    </a:cubicBezTo>
                    <a:lnTo>
                      <a:pt x="418" y="0"/>
                    </a:lnTo>
                    <a:close/>
                    <a:moveTo>
                      <a:pt x="418" y="837"/>
                    </a:moveTo>
                    <a:cubicBezTo>
                      <a:pt x="188" y="837"/>
                      <a:pt x="0" y="649"/>
                      <a:pt x="0" y="418"/>
                    </a:cubicBezTo>
                    <a:cubicBezTo>
                      <a:pt x="0" y="188"/>
                      <a:pt x="188" y="0"/>
                      <a:pt x="418" y="0"/>
                    </a:cubicBezTo>
                    <a:cubicBezTo>
                      <a:pt x="418" y="68"/>
                      <a:pt x="418" y="68"/>
                      <a:pt x="418" y="68"/>
                    </a:cubicBezTo>
                    <a:cubicBezTo>
                      <a:pt x="225" y="68"/>
                      <a:pt x="67" y="225"/>
                      <a:pt x="67" y="418"/>
                    </a:cubicBezTo>
                    <a:cubicBezTo>
                      <a:pt x="67" y="612"/>
                      <a:pt x="225" y="769"/>
                      <a:pt x="418" y="769"/>
                    </a:cubicBezTo>
                    <a:lnTo>
                      <a:pt x="418" y="837"/>
                    </a:lnTo>
                    <a:close/>
                  </a:path>
                </a:pathLst>
              </a:custGeom>
              <a:solidFill>
                <a:schemeClr val="tx2"/>
              </a:solidFill>
              <a:ln w="1270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vert="horz" wrap="square" lIns="91404" tIns="45702" rIns="91404" bIns="45702" numCol="1" anchor="t" anchorCtr="0" compatLnSpc="1">
                <a:prstTxWarp prst="textNoShape">
                  <a:avLst/>
                </a:prstTxWarp>
              </a:bodyPr>
              <a:lstStyle/>
              <a:p>
                <a:pPr defTabSz="914034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600" kern="0">
                  <a:solidFill>
                    <a:srgbClr val="000000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1" name="Freeform 7"/>
              <p:cNvSpPr>
                <a:spLocks noEditPoints="1"/>
              </p:cNvSpPr>
              <p:nvPr/>
            </p:nvSpPr>
            <p:spPr bwMode="gray">
              <a:xfrm>
                <a:off x="3147543" y="2264239"/>
                <a:ext cx="2407091" cy="2407091"/>
              </a:xfrm>
              <a:custGeom>
                <a:avLst/>
                <a:gdLst/>
                <a:ahLst/>
                <a:cxnLst>
                  <a:cxn ang="0">
                    <a:pos x="290" y="0"/>
                  </a:cxn>
                  <a:cxn ang="0">
                    <a:pos x="579" y="289"/>
                  </a:cxn>
                  <a:cxn ang="0">
                    <a:pos x="290" y="579"/>
                  </a:cxn>
                  <a:cxn ang="0">
                    <a:pos x="290" y="508"/>
                  </a:cxn>
                  <a:cxn ang="0">
                    <a:pos x="509" y="289"/>
                  </a:cxn>
                  <a:cxn ang="0">
                    <a:pos x="290" y="71"/>
                  </a:cxn>
                  <a:cxn ang="0">
                    <a:pos x="290" y="0"/>
                  </a:cxn>
                  <a:cxn ang="0">
                    <a:pos x="290" y="579"/>
                  </a:cxn>
                  <a:cxn ang="0">
                    <a:pos x="0" y="289"/>
                  </a:cxn>
                  <a:cxn ang="0">
                    <a:pos x="290" y="0"/>
                  </a:cxn>
                  <a:cxn ang="0">
                    <a:pos x="290" y="71"/>
                  </a:cxn>
                  <a:cxn ang="0">
                    <a:pos x="71" y="289"/>
                  </a:cxn>
                  <a:cxn ang="0">
                    <a:pos x="290" y="508"/>
                  </a:cxn>
                  <a:cxn ang="0">
                    <a:pos x="290" y="579"/>
                  </a:cxn>
                </a:cxnLst>
                <a:rect l="0" t="0" r="r" b="b"/>
                <a:pathLst>
                  <a:path w="579" h="579">
                    <a:moveTo>
                      <a:pt x="290" y="0"/>
                    </a:moveTo>
                    <a:cubicBezTo>
                      <a:pt x="450" y="0"/>
                      <a:pt x="579" y="130"/>
                      <a:pt x="579" y="289"/>
                    </a:cubicBezTo>
                    <a:cubicBezTo>
                      <a:pt x="579" y="449"/>
                      <a:pt x="450" y="579"/>
                      <a:pt x="290" y="579"/>
                    </a:cubicBezTo>
                    <a:cubicBezTo>
                      <a:pt x="290" y="508"/>
                      <a:pt x="290" y="508"/>
                      <a:pt x="290" y="508"/>
                    </a:cubicBezTo>
                    <a:cubicBezTo>
                      <a:pt x="411" y="508"/>
                      <a:pt x="509" y="410"/>
                      <a:pt x="509" y="289"/>
                    </a:cubicBezTo>
                    <a:cubicBezTo>
                      <a:pt x="509" y="169"/>
                      <a:pt x="411" y="71"/>
                      <a:pt x="290" y="71"/>
                    </a:cubicBezTo>
                    <a:lnTo>
                      <a:pt x="290" y="0"/>
                    </a:lnTo>
                    <a:close/>
                    <a:moveTo>
                      <a:pt x="290" y="579"/>
                    </a:moveTo>
                    <a:cubicBezTo>
                      <a:pt x="130" y="579"/>
                      <a:pt x="0" y="449"/>
                      <a:pt x="0" y="289"/>
                    </a:cubicBezTo>
                    <a:cubicBezTo>
                      <a:pt x="0" y="130"/>
                      <a:pt x="130" y="0"/>
                      <a:pt x="290" y="0"/>
                    </a:cubicBezTo>
                    <a:cubicBezTo>
                      <a:pt x="290" y="71"/>
                      <a:pt x="290" y="71"/>
                      <a:pt x="290" y="71"/>
                    </a:cubicBezTo>
                    <a:cubicBezTo>
                      <a:pt x="170" y="71"/>
                      <a:pt x="71" y="169"/>
                      <a:pt x="71" y="289"/>
                    </a:cubicBezTo>
                    <a:cubicBezTo>
                      <a:pt x="71" y="410"/>
                      <a:pt x="170" y="508"/>
                      <a:pt x="290" y="508"/>
                    </a:cubicBezTo>
                    <a:lnTo>
                      <a:pt x="290" y="579"/>
                    </a:lnTo>
                    <a:close/>
                  </a:path>
                </a:pathLst>
              </a:custGeom>
              <a:solidFill>
                <a:schemeClr val="tx2"/>
              </a:solidFill>
              <a:ln w="1270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vert="horz" wrap="square" lIns="91404" tIns="45702" rIns="91404" bIns="45702" numCol="1" anchor="t" anchorCtr="0" compatLnSpc="1">
                <a:prstTxWarp prst="textNoShape">
                  <a:avLst/>
                </a:prstTxWarp>
              </a:bodyPr>
              <a:lstStyle/>
              <a:p>
                <a:pPr defTabSz="914034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600" kern="0">
                  <a:solidFill>
                    <a:srgbClr val="000000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5" name="Freeform 8"/>
              <p:cNvSpPr>
                <a:spLocks noEditPoints="1"/>
              </p:cNvSpPr>
              <p:nvPr/>
            </p:nvSpPr>
            <p:spPr bwMode="gray">
              <a:xfrm>
                <a:off x="3744863" y="2858819"/>
                <a:ext cx="1215191" cy="1213820"/>
              </a:xfrm>
              <a:custGeom>
                <a:avLst/>
                <a:gdLst/>
                <a:ahLst/>
                <a:cxnLst>
                  <a:cxn ang="0">
                    <a:pos x="146" y="0"/>
                  </a:cxn>
                  <a:cxn ang="0">
                    <a:pos x="292" y="146"/>
                  </a:cxn>
                  <a:cxn ang="0">
                    <a:pos x="146" y="292"/>
                  </a:cxn>
                  <a:cxn ang="0">
                    <a:pos x="146" y="221"/>
                  </a:cxn>
                  <a:cxn ang="0">
                    <a:pos x="221" y="146"/>
                  </a:cxn>
                  <a:cxn ang="0">
                    <a:pos x="146" y="72"/>
                  </a:cxn>
                  <a:cxn ang="0">
                    <a:pos x="146" y="0"/>
                  </a:cxn>
                  <a:cxn ang="0">
                    <a:pos x="146" y="292"/>
                  </a:cxn>
                  <a:cxn ang="0">
                    <a:pos x="0" y="146"/>
                  </a:cxn>
                  <a:cxn ang="0">
                    <a:pos x="146" y="0"/>
                  </a:cxn>
                  <a:cxn ang="0">
                    <a:pos x="146" y="72"/>
                  </a:cxn>
                  <a:cxn ang="0">
                    <a:pos x="72" y="146"/>
                  </a:cxn>
                  <a:cxn ang="0">
                    <a:pos x="146" y="221"/>
                  </a:cxn>
                  <a:cxn ang="0">
                    <a:pos x="146" y="292"/>
                  </a:cxn>
                </a:cxnLst>
                <a:rect l="0" t="0" r="r" b="b"/>
                <a:pathLst>
                  <a:path w="292" h="292">
                    <a:moveTo>
                      <a:pt x="146" y="0"/>
                    </a:moveTo>
                    <a:cubicBezTo>
                      <a:pt x="227" y="0"/>
                      <a:pt x="292" y="66"/>
                      <a:pt x="292" y="146"/>
                    </a:cubicBezTo>
                    <a:cubicBezTo>
                      <a:pt x="292" y="227"/>
                      <a:pt x="227" y="292"/>
                      <a:pt x="146" y="292"/>
                    </a:cubicBezTo>
                    <a:cubicBezTo>
                      <a:pt x="146" y="221"/>
                      <a:pt x="146" y="221"/>
                      <a:pt x="146" y="221"/>
                    </a:cubicBezTo>
                    <a:cubicBezTo>
                      <a:pt x="187" y="221"/>
                      <a:pt x="221" y="187"/>
                      <a:pt x="221" y="146"/>
                    </a:cubicBezTo>
                    <a:cubicBezTo>
                      <a:pt x="221" y="105"/>
                      <a:pt x="187" y="72"/>
                      <a:pt x="146" y="72"/>
                    </a:cubicBezTo>
                    <a:lnTo>
                      <a:pt x="146" y="0"/>
                    </a:lnTo>
                    <a:close/>
                    <a:moveTo>
                      <a:pt x="146" y="292"/>
                    </a:moveTo>
                    <a:cubicBezTo>
                      <a:pt x="66" y="292"/>
                      <a:pt x="0" y="227"/>
                      <a:pt x="0" y="146"/>
                    </a:cubicBezTo>
                    <a:cubicBezTo>
                      <a:pt x="0" y="66"/>
                      <a:pt x="66" y="0"/>
                      <a:pt x="146" y="0"/>
                    </a:cubicBezTo>
                    <a:cubicBezTo>
                      <a:pt x="146" y="72"/>
                      <a:pt x="146" y="72"/>
                      <a:pt x="146" y="72"/>
                    </a:cubicBezTo>
                    <a:cubicBezTo>
                      <a:pt x="105" y="72"/>
                      <a:pt x="72" y="105"/>
                      <a:pt x="72" y="146"/>
                    </a:cubicBezTo>
                    <a:cubicBezTo>
                      <a:pt x="72" y="187"/>
                      <a:pt x="105" y="221"/>
                      <a:pt x="146" y="221"/>
                    </a:cubicBezTo>
                    <a:lnTo>
                      <a:pt x="146" y="292"/>
                    </a:lnTo>
                    <a:close/>
                  </a:path>
                </a:pathLst>
              </a:custGeom>
              <a:solidFill>
                <a:schemeClr val="tx2"/>
              </a:solidFill>
              <a:ln w="1270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vert="horz" wrap="square" lIns="91404" tIns="45702" rIns="91404" bIns="45702" numCol="1" anchor="t" anchorCtr="0" compatLnSpc="1">
                <a:prstTxWarp prst="textNoShape">
                  <a:avLst/>
                </a:prstTxWarp>
              </a:bodyPr>
              <a:lstStyle/>
              <a:p>
                <a:pPr defTabSz="914034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600" kern="0">
                  <a:solidFill>
                    <a:srgbClr val="000000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6" name="Freeform 9"/>
              <p:cNvSpPr>
                <a:spLocks/>
              </p:cNvSpPr>
              <p:nvPr/>
            </p:nvSpPr>
            <p:spPr bwMode="gray">
              <a:xfrm>
                <a:off x="2614613" y="1727199"/>
                <a:ext cx="1733051" cy="3479801"/>
              </a:xfrm>
              <a:custGeom>
                <a:avLst/>
                <a:gdLst/>
                <a:ahLst/>
                <a:cxnLst>
                  <a:cxn ang="0">
                    <a:pos x="417" y="837"/>
                  </a:cxn>
                  <a:cxn ang="0">
                    <a:pos x="0" y="418"/>
                  </a:cxn>
                  <a:cxn ang="0">
                    <a:pos x="417" y="0"/>
                  </a:cxn>
                  <a:cxn ang="0">
                    <a:pos x="417" y="837"/>
                  </a:cxn>
                </a:cxnLst>
                <a:rect l="0" t="0" r="r" b="b"/>
                <a:pathLst>
                  <a:path w="417" h="837">
                    <a:moveTo>
                      <a:pt x="417" y="837"/>
                    </a:moveTo>
                    <a:cubicBezTo>
                      <a:pt x="187" y="836"/>
                      <a:pt x="0" y="648"/>
                      <a:pt x="0" y="418"/>
                    </a:cubicBezTo>
                    <a:cubicBezTo>
                      <a:pt x="0" y="188"/>
                      <a:pt x="187" y="0"/>
                      <a:pt x="417" y="0"/>
                    </a:cubicBezTo>
                    <a:lnTo>
                      <a:pt x="417" y="837"/>
                    </a:lnTo>
                    <a:close/>
                  </a:path>
                </a:pathLst>
              </a:custGeom>
              <a:solidFill>
                <a:srgbClr val="BEE9EE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04" tIns="45702" rIns="91404" bIns="45702" numCol="1" anchor="t" anchorCtr="0" compatLnSpc="1">
                <a:prstTxWarp prst="textNoShape">
                  <a:avLst/>
                </a:prstTxWarp>
              </a:bodyPr>
              <a:lstStyle/>
              <a:p>
                <a:pPr defTabSz="914034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600" ker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sp>
          <p:nvSpPr>
            <p:cNvPr id="39" name="Text Box 11"/>
            <p:cNvSpPr txBox="1">
              <a:spLocks noChangeArrowheads="1"/>
            </p:cNvSpPr>
            <p:nvPr/>
          </p:nvSpPr>
          <p:spPr bwMode="gray">
            <a:xfrm>
              <a:off x="646472" y="3824867"/>
              <a:ext cx="2075824" cy="5020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r" defTabSz="914034" fontAlgn="base">
                <a:lnSpc>
                  <a:spcPct val="11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 b="1" dirty="0"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rPr>
                <a:t>Telemetry</a:t>
              </a:r>
            </a:p>
          </p:txBody>
        </p:sp>
        <p:sp>
          <p:nvSpPr>
            <p:cNvPr id="40" name="Text Box 11"/>
            <p:cNvSpPr txBox="1">
              <a:spLocks noChangeArrowheads="1"/>
            </p:cNvSpPr>
            <p:nvPr/>
          </p:nvSpPr>
          <p:spPr bwMode="gray">
            <a:xfrm>
              <a:off x="2867370" y="3614295"/>
              <a:ext cx="401699" cy="269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 defTabSz="914034" fontAlgn="base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 b="1" dirty="0">
                  <a:solidFill>
                    <a:srgbClr val="FFFFFF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rPr>
                <a:t>A</a:t>
              </a:r>
            </a:p>
          </p:txBody>
        </p:sp>
        <p:sp>
          <p:nvSpPr>
            <p:cNvPr id="41" name="Text Box 11"/>
            <p:cNvSpPr txBox="1">
              <a:spLocks noChangeArrowheads="1"/>
            </p:cNvSpPr>
            <p:nvPr/>
          </p:nvSpPr>
          <p:spPr bwMode="gray">
            <a:xfrm>
              <a:off x="3702338" y="3835817"/>
              <a:ext cx="401699" cy="269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 defTabSz="914034" fontAlgn="base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 b="1" dirty="0">
                  <a:solidFill>
                    <a:srgbClr val="FFFFFF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rPr>
                <a:t>B</a:t>
              </a:r>
            </a:p>
          </p:txBody>
        </p:sp>
        <p:sp>
          <p:nvSpPr>
            <p:cNvPr id="42" name="Text Box 11"/>
            <p:cNvSpPr txBox="1">
              <a:spLocks noChangeArrowheads="1"/>
            </p:cNvSpPr>
            <p:nvPr/>
          </p:nvSpPr>
          <p:spPr bwMode="gray">
            <a:xfrm>
              <a:off x="4315783" y="4134020"/>
              <a:ext cx="401699" cy="269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 defTabSz="914034" fontAlgn="base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600" b="1" dirty="0">
                  <a:solidFill>
                    <a:srgbClr val="FFFFFF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rPr>
                <a:t>C</a:t>
              </a:r>
            </a:p>
          </p:txBody>
        </p:sp>
        <p:sp>
          <p:nvSpPr>
            <p:cNvPr id="43" name="Text Box 11"/>
            <p:cNvSpPr txBox="1">
              <a:spLocks noChangeArrowheads="1"/>
            </p:cNvSpPr>
            <p:nvPr/>
          </p:nvSpPr>
          <p:spPr bwMode="gray">
            <a:xfrm>
              <a:off x="5329836" y="2218838"/>
              <a:ext cx="1761033" cy="2735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defTabSz="914034" fontAlgn="base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1600" b="1" dirty="0"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rPr>
                <a:t>精细监控</a:t>
              </a:r>
              <a:endPara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44" name="Text Box 11"/>
            <p:cNvSpPr txBox="1">
              <a:spLocks noChangeArrowheads="1"/>
            </p:cNvSpPr>
            <p:nvPr/>
          </p:nvSpPr>
          <p:spPr bwMode="gray">
            <a:xfrm>
              <a:off x="5331718" y="2443936"/>
              <a:ext cx="3129375" cy="646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defTabSz="914034" fontAlgn="base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14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采集数据的精度高，且类型十分丰富，可以充分反映网络状况。</a:t>
              </a:r>
              <a:endPara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endParaRPr>
            </a:p>
          </p:txBody>
        </p:sp>
        <p:cxnSp>
          <p:nvCxnSpPr>
            <p:cNvPr id="45" name="直接连接符 44"/>
            <p:cNvCxnSpPr/>
            <p:nvPr/>
          </p:nvCxnSpPr>
          <p:spPr bwMode="gray">
            <a:xfrm flipV="1">
              <a:off x="3234989" y="2499303"/>
              <a:ext cx="2044819" cy="1209851"/>
            </a:xfrm>
            <a:prstGeom prst="line">
              <a:avLst/>
            </a:prstGeom>
            <a:noFill/>
            <a:ln>
              <a:solidFill>
                <a:srgbClr val="000000">
                  <a:lumMod val="75000"/>
                  <a:lumOff val="25000"/>
                </a:srgbClr>
              </a:solidFill>
              <a:prstDash val="dash"/>
              <a:headEnd type="oval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" name="直接连接符 45"/>
            <p:cNvCxnSpPr/>
            <p:nvPr/>
          </p:nvCxnSpPr>
          <p:spPr bwMode="gray">
            <a:xfrm>
              <a:off x="3992487" y="3911033"/>
              <a:ext cx="1287033" cy="0"/>
            </a:xfrm>
            <a:prstGeom prst="line">
              <a:avLst/>
            </a:prstGeom>
            <a:noFill/>
            <a:ln>
              <a:solidFill>
                <a:srgbClr val="000000">
                  <a:lumMod val="75000"/>
                  <a:lumOff val="25000"/>
                </a:srgbClr>
              </a:solidFill>
              <a:prstDash val="dash"/>
              <a:headEnd type="oval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7" name="Text Box 11"/>
            <p:cNvSpPr txBox="1">
              <a:spLocks noChangeArrowheads="1"/>
            </p:cNvSpPr>
            <p:nvPr/>
          </p:nvSpPr>
          <p:spPr bwMode="gray">
            <a:xfrm>
              <a:off x="5329836" y="3615040"/>
              <a:ext cx="1761033" cy="2735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defTabSz="914034" fontAlgn="base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1600" b="1"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rPr>
                <a:t>快速定位</a:t>
              </a:r>
              <a:endPara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48" name="Text Box 11"/>
            <p:cNvSpPr txBox="1">
              <a:spLocks noChangeArrowheads="1"/>
            </p:cNvSpPr>
            <p:nvPr/>
          </p:nvSpPr>
          <p:spPr bwMode="gray">
            <a:xfrm>
              <a:off x="5331719" y="3840138"/>
              <a:ext cx="3314570" cy="921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defTabSz="914034" fontAlgn="base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1400"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rPr>
                <a:t>在复杂的网络中，能够快速地定位故障，达到秒级、甚至亚秒级的故障定位速度。</a:t>
              </a:r>
            </a:p>
          </p:txBody>
        </p:sp>
        <p:cxnSp>
          <p:nvCxnSpPr>
            <p:cNvPr id="49" name="直接连接符 48"/>
            <p:cNvCxnSpPr/>
            <p:nvPr/>
          </p:nvCxnSpPr>
          <p:spPr bwMode="gray">
            <a:xfrm>
              <a:off x="4473168" y="4763921"/>
              <a:ext cx="757786" cy="709672"/>
            </a:xfrm>
            <a:prstGeom prst="line">
              <a:avLst/>
            </a:prstGeom>
            <a:noFill/>
            <a:ln>
              <a:solidFill>
                <a:srgbClr val="000000">
                  <a:lumMod val="75000"/>
                  <a:lumOff val="25000"/>
                </a:srgbClr>
              </a:solidFill>
              <a:prstDash val="dash"/>
              <a:headEnd type="oval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0" name="Text Box 11"/>
            <p:cNvSpPr txBox="1">
              <a:spLocks noChangeArrowheads="1"/>
            </p:cNvSpPr>
            <p:nvPr/>
          </p:nvSpPr>
          <p:spPr bwMode="gray">
            <a:xfrm>
              <a:off x="5271960" y="5149488"/>
              <a:ext cx="1761033" cy="2735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defTabSz="914034" fontAlgn="base">
                <a:lnSpc>
                  <a:spcPct val="6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1600" b="1"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rPr>
                <a:t>主动上报</a:t>
              </a:r>
              <a:endPara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52" name="Text Box 11"/>
            <p:cNvSpPr txBox="1">
              <a:spLocks noChangeArrowheads="1"/>
            </p:cNvSpPr>
            <p:nvPr/>
          </p:nvSpPr>
          <p:spPr bwMode="gray">
            <a:xfrm>
              <a:off x="5291095" y="5432179"/>
              <a:ext cx="3169997" cy="921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defTabSz="914034" fontAlgn="base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4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Telemetry</a:t>
              </a:r>
              <a:r>
                <a:rPr lang="zh-CN" altLang="en-US" sz="14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仅需配置一次订阅，设备就可以持续上报数据，减轻了设备处理查询请求的压力。</a:t>
              </a:r>
              <a:endPara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endParaRPr>
            </a:p>
          </p:txBody>
        </p:sp>
      </p:grpSp>
      <p:sp>
        <p:nvSpPr>
          <p:cNvPr id="76" name="文本占位符 3"/>
          <p:cNvSpPr txBox="1">
            <a:spLocks/>
          </p:cNvSpPr>
          <p:nvPr/>
        </p:nvSpPr>
        <p:spPr bwMode="gray">
          <a:xfrm>
            <a:off x="468317" y="1245063"/>
            <a:ext cx="11276183" cy="4680000"/>
          </a:xfrm>
          <a:prstGeom prst="rect">
            <a:avLst/>
          </a:prstGeom>
        </p:spPr>
        <p:txBody>
          <a:bodyPr/>
          <a:lstStyle>
            <a:lvl1pPr marL="302279" indent="-302279" algn="l" defTabSz="914034" rtl="0" eaLnBrk="1" latinLnBrk="0" hangingPunct="1">
              <a:lnSpc>
                <a:spcPct val="140000"/>
              </a:lnSpc>
              <a:spcBef>
                <a:spcPts val="792"/>
              </a:spcBef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8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3618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0A8DD5-5DDD-4E3C-88D2-E38E86F98F6C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>
                <a:sym typeface="Huawei Sans" panose="020C0503030203020204" pitchFamily="34" charset="0"/>
              </a:rPr>
              <a:t>Telemetry</a:t>
            </a:r>
            <a:r>
              <a:rPr lang="zh-CN" altLang="en-US">
                <a:sym typeface="Huawei Sans" panose="020C0503030203020204" pitchFamily="34" charset="0"/>
              </a:rPr>
              <a:t>网络模型</a:t>
            </a:r>
          </a:p>
        </p:txBody>
      </p:sp>
      <p:sp>
        <p:nvSpPr>
          <p:cNvPr id="12" name="Rectangle 219">
            <a:extLst>
              <a:ext uri="{FF2B5EF4-FFF2-40B4-BE49-F238E27FC236}">
                <a16:creationId xmlns:a16="http://schemas.microsoft.com/office/drawing/2014/main" id="{1E0BE0A6-B973-49CD-A2FB-F7474F5FA231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843299" y="1276036"/>
            <a:ext cx="5987494" cy="20754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l" defTabSz="914034" rtl="0" eaLnBrk="1" latinLnBrk="0" hangingPunct="1">
              <a:lnSpc>
                <a:spcPct val="140000"/>
              </a:lnSpc>
              <a:spcBef>
                <a:spcPts val="792"/>
              </a:spcBef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Telemetry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网络模型分广义和狭义两种：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lvl="1"/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广义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Telemetry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：包括采集器、分析器、控制器和设备共同构成的一个自闭环系统。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lvl="1"/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狭义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Telemetry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：指设备采样数据上送给采集器的功能。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403039" lvl="1" indent="0">
              <a:buNone/>
            </a:pP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lvl="1"/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" name="矩形 2"/>
          <p:cNvSpPr/>
          <p:nvPr/>
        </p:nvSpPr>
        <p:spPr bwMode="gray">
          <a:xfrm>
            <a:off x="543021" y="1372376"/>
            <a:ext cx="5120023" cy="425949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" name="矩形 7"/>
          <p:cNvSpPr/>
          <p:nvPr/>
        </p:nvSpPr>
        <p:spPr bwMode="gray">
          <a:xfrm>
            <a:off x="2373070" y="1937235"/>
            <a:ext cx="1138550" cy="463459"/>
          </a:xfrm>
          <a:prstGeom prst="rect">
            <a:avLst/>
          </a:prstGeom>
          <a:noFill/>
          <a:ln w="12700" cap="flat" cmpd="sng" algn="ctr">
            <a:solidFill>
              <a:srgbClr val="56C4D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600" ker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分析器</a:t>
            </a:r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" name="矩形 8"/>
          <p:cNvSpPr/>
          <p:nvPr/>
        </p:nvSpPr>
        <p:spPr bwMode="gray">
          <a:xfrm>
            <a:off x="3987283" y="2887996"/>
            <a:ext cx="1138550" cy="463459"/>
          </a:xfrm>
          <a:prstGeom prst="rect">
            <a:avLst/>
          </a:prstGeom>
          <a:noFill/>
          <a:ln w="12700" cap="flat" cmpd="sng" algn="ctr">
            <a:solidFill>
              <a:srgbClr val="56C4D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600" ker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控制器</a:t>
            </a:r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" name="矩形 13"/>
          <p:cNvSpPr/>
          <p:nvPr/>
        </p:nvSpPr>
        <p:spPr bwMode="gray">
          <a:xfrm>
            <a:off x="894830" y="2887995"/>
            <a:ext cx="1138550" cy="463459"/>
          </a:xfrm>
          <a:prstGeom prst="rect">
            <a:avLst/>
          </a:prstGeom>
          <a:noFill/>
          <a:ln w="12700" cap="flat" cmpd="sng" algn="ctr">
            <a:solidFill>
              <a:srgbClr val="56C4D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600" ker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采集器</a:t>
            </a:r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7" name="直接箭头连接符 6"/>
          <p:cNvCxnSpPr>
            <a:stCxn id="14" idx="0"/>
            <a:endCxn id="8" idx="1"/>
          </p:cNvCxnSpPr>
          <p:nvPr/>
        </p:nvCxnSpPr>
        <p:spPr bwMode="gray">
          <a:xfrm flipV="1">
            <a:off x="1464105" y="2168965"/>
            <a:ext cx="908965" cy="719030"/>
          </a:xfrm>
          <a:prstGeom prst="straightConnector1">
            <a:avLst/>
          </a:prstGeom>
          <a:ln>
            <a:solidFill>
              <a:srgbClr val="94DA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8" idx="3"/>
            <a:endCxn id="9" idx="0"/>
          </p:cNvCxnSpPr>
          <p:nvPr/>
        </p:nvCxnSpPr>
        <p:spPr bwMode="gray">
          <a:xfrm>
            <a:off x="3511620" y="2168965"/>
            <a:ext cx="1044938" cy="719031"/>
          </a:xfrm>
          <a:prstGeom prst="straightConnector1">
            <a:avLst/>
          </a:prstGeom>
          <a:ln w="19050">
            <a:solidFill>
              <a:srgbClr val="62B23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 bwMode="gray">
          <a:xfrm flipH="1">
            <a:off x="2063967" y="3351454"/>
            <a:ext cx="2508684" cy="1136064"/>
          </a:xfrm>
          <a:prstGeom prst="straightConnector1">
            <a:avLst/>
          </a:prstGeom>
          <a:ln w="19050">
            <a:solidFill>
              <a:srgbClr val="62B23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 bwMode="gray">
          <a:xfrm>
            <a:off x="1395207" y="4488228"/>
            <a:ext cx="1138550" cy="463458"/>
          </a:xfrm>
          <a:prstGeom prst="rect">
            <a:avLst/>
          </a:prstGeom>
          <a:noFill/>
          <a:ln w="12700" cap="flat" cmpd="sng" algn="ctr">
            <a:solidFill>
              <a:srgbClr val="56C4D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600" ker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</a:t>
            </a:r>
            <a:r>
              <a:rPr lang="en-US" altLang="zh-CN" sz="1600" ker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" name="矩形 21"/>
          <p:cNvSpPr/>
          <p:nvPr/>
        </p:nvSpPr>
        <p:spPr bwMode="gray">
          <a:xfrm>
            <a:off x="3511620" y="4469220"/>
            <a:ext cx="1138550" cy="463458"/>
          </a:xfrm>
          <a:prstGeom prst="rect">
            <a:avLst/>
          </a:prstGeom>
          <a:noFill/>
          <a:ln w="12700" cap="flat" cmpd="sng" algn="ctr">
            <a:solidFill>
              <a:srgbClr val="56C4D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</a:t>
            </a:r>
            <a:r>
              <a: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</a:p>
        </p:txBody>
      </p:sp>
      <p:cxnSp>
        <p:nvCxnSpPr>
          <p:cNvPr id="23" name="直接箭头连接符 22"/>
          <p:cNvCxnSpPr>
            <a:stCxn id="9" idx="2"/>
            <a:endCxn id="22" idx="0"/>
          </p:cNvCxnSpPr>
          <p:nvPr/>
        </p:nvCxnSpPr>
        <p:spPr bwMode="gray">
          <a:xfrm flipH="1">
            <a:off x="4080895" y="3351455"/>
            <a:ext cx="475663" cy="1117765"/>
          </a:xfrm>
          <a:prstGeom prst="straightConnector1">
            <a:avLst/>
          </a:prstGeom>
          <a:ln w="19050">
            <a:solidFill>
              <a:srgbClr val="62B23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19" idx="0"/>
            <a:endCxn id="14" idx="2"/>
          </p:cNvCxnSpPr>
          <p:nvPr/>
        </p:nvCxnSpPr>
        <p:spPr bwMode="gray">
          <a:xfrm flipH="1" flipV="1">
            <a:off x="1464105" y="3351454"/>
            <a:ext cx="500377" cy="1136774"/>
          </a:xfrm>
          <a:prstGeom prst="straightConnector1">
            <a:avLst/>
          </a:prstGeom>
          <a:ln>
            <a:solidFill>
              <a:srgbClr val="94DA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 bwMode="gray">
          <a:xfrm flipH="1" flipV="1">
            <a:off x="1616506" y="3355992"/>
            <a:ext cx="2271292" cy="1113227"/>
          </a:xfrm>
          <a:prstGeom prst="straightConnector1">
            <a:avLst/>
          </a:prstGeom>
          <a:ln>
            <a:solidFill>
              <a:srgbClr val="94DA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 bwMode="gray">
          <a:xfrm>
            <a:off x="973574" y="4300838"/>
            <a:ext cx="1984864" cy="117139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文本框 32"/>
          <p:cNvSpPr txBox="1"/>
          <p:nvPr/>
        </p:nvSpPr>
        <p:spPr bwMode="gray">
          <a:xfrm>
            <a:off x="4080895" y="1474507"/>
            <a:ext cx="18599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广义</a:t>
            </a: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Telemetry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文本框 33"/>
          <p:cNvSpPr txBox="1"/>
          <p:nvPr/>
        </p:nvSpPr>
        <p:spPr bwMode="gray">
          <a:xfrm>
            <a:off x="1243062" y="5122462"/>
            <a:ext cx="18599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狭义</a:t>
            </a: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Telemetry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矩形 19"/>
          <p:cNvSpPr/>
          <p:nvPr/>
        </p:nvSpPr>
        <p:spPr bwMode="gray">
          <a:xfrm>
            <a:off x="6084677" y="3550961"/>
            <a:ext cx="5096467" cy="2080912"/>
          </a:xfrm>
          <a:prstGeom prst="rect">
            <a:avLst/>
          </a:prstGeom>
          <a:noFill/>
          <a:ln w="12700" cap="flat" cmpd="sng" algn="ctr">
            <a:solidFill>
              <a:srgbClr val="56C4D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 bwMode="gray">
          <a:xfrm>
            <a:off x="6357300" y="3738351"/>
            <a:ext cx="4622799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利用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Telemetry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技术，采集器可以收集到大量的设备数据，然后将数据交给分析器进行综合分析，分析器将决策结果发送给控制器，由控制器调整设备的配置，便可以几乎实时地反馈调整后的设备状态是否符合预期。</a:t>
            </a:r>
          </a:p>
        </p:txBody>
      </p:sp>
      <p:sp>
        <p:nvSpPr>
          <p:cNvPr id="6" name="文本框 5"/>
          <p:cNvSpPr txBox="1"/>
          <p:nvPr/>
        </p:nvSpPr>
        <p:spPr bwMode="gray">
          <a:xfrm>
            <a:off x="1047592" y="3606496"/>
            <a:ext cx="17419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收集</a:t>
            </a:r>
          </a:p>
        </p:txBody>
      </p:sp>
      <p:sp>
        <p:nvSpPr>
          <p:cNvPr id="24" name="文本框 23"/>
          <p:cNvSpPr txBox="1"/>
          <p:nvPr/>
        </p:nvSpPr>
        <p:spPr bwMode="gray">
          <a:xfrm>
            <a:off x="1080442" y="2168965"/>
            <a:ext cx="17419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上送分析</a:t>
            </a:r>
          </a:p>
        </p:txBody>
      </p:sp>
      <p:sp>
        <p:nvSpPr>
          <p:cNvPr id="25" name="文本框 24"/>
          <p:cNvSpPr txBox="1"/>
          <p:nvPr/>
        </p:nvSpPr>
        <p:spPr bwMode="gray">
          <a:xfrm>
            <a:off x="3938265" y="2168965"/>
            <a:ext cx="17419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返回结果</a:t>
            </a:r>
          </a:p>
        </p:txBody>
      </p:sp>
      <p:sp>
        <p:nvSpPr>
          <p:cNvPr id="27" name="文本框 26"/>
          <p:cNvSpPr txBox="1"/>
          <p:nvPr/>
        </p:nvSpPr>
        <p:spPr bwMode="gray">
          <a:xfrm>
            <a:off x="4478999" y="3626726"/>
            <a:ext cx="17419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调整配置</a:t>
            </a:r>
          </a:p>
        </p:txBody>
      </p:sp>
    </p:spTree>
    <p:extLst>
      <p:ext uri="{BB962C8B-B14F-4D97-AF65-F5344CB8AC3E}">
        <p14:creationId xmlns:p14="http://schemas.microsoft.com/office/powerpoint/2010/main" val="24761514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>
                <a:sym typeface="Huawei Sans" panose="020C0503030203020204" pitchFamily="34" charset="0"/>
              </a:rPr>
              <a:t>Telemetry</a:t>
            </a:r>
            <a:r>
              <a:rPr lang="zh-CN" altLang="en-US">
                <a:sym typeface="Huawei Sans" panose="020C0503030203020204" pitchFamily="34" charset="0"/>
              </a:rPr>
              <a:t>应用场景：广域网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>
                <a:sym typeface="Huawei Sans" panose="020C0503030203020204" pitchFamily="34" charset="0"/>
              </a:rPr>
              <a:t>路由器端口数据实时上报分析器，流量走向易于洞察。</a:t>
            </a: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5" name="椭圆 4"/>
          <p:cNvSpPr/>
          <p:nvPr/>
        </p:nvSpPr>
        <p:spPr bwMode="gray">
          <a:xfrm>
            <a:off x="9633109" y="2975020"/>
            <a:ext cx="1624367" cy="621531"/>
          </a:xfrm>
          <a:prstGeom prst="ellipse">
            <a:avLst/>
          </a:prstGeom>
          <a:solidFill>
            <a:schemeClr val="bg1"/>
          </a:solidFill>
          <a:ln>
            <a:solidFill>
              <a:srgbClr val="56C4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CDN</a:t>
            </a:r>
            <a:r>
              <a:rPr lang="zh-CN" altLang="en-US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设置</a:t>
            </a:r>
          </a:p>
        </p:txBody>
      </p:sp>
      <p:sp>
        <p:nvSpPr>
          <p:cNvPr id="58" name="矩形 57"/>
          <p:cNvSpPr/>
          <p:nvPr/>
        </p:nvSpPr>
        <p:spPr bwMode="gray">
          <a:xfrm>
            <a:off x="7987438" y="5255582"/>
            <a:ext cx="3602182" cy="72000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</a:t>
            </a:r>
            <a:r>
              <a:rPr kumimoji="1"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搜集</a:t>
            </a:r>
            <a:endParaRPr kumimoji="1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0" name="矩形 59"/>
          <p:cNvSpPr/>
          <p:nvPr/>
        </p:nvSpPr>
        <p:spPr bwMode="gray">
          <a:xfrm>
            <a:off x="7987438" y="4531756"/>
            <a:ext cx="3602182" cy="72000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数据分析</a:t>
            </a:r>
          </a:p>
        </p:txBody>
      </p:sp>
      <p:sp>
        <p:nvSpPr>
          <p:cNvPr id="61" name="椭圆 60"/>
          <p:cNvSpPr/>
          <p:nvPr/>
        </p:nvSpPr>
        <p:spPr bwMode="gray">
          <a:xfrm>
            <a:off x="8144124" y="3715022"/>
            <a:ext cx="1624367" cy="621531"/>
          </a:xfrm>
          <a:prstGeom prst="ellipse">
            <a:avLst/>
          </a:prstGeom>
          <a:solidFill>
            <a:schemeClr val="bg1"/>
          </a:solidFill>
          <a:ln>
            <a:solidFill>
              <a:srgbClr val="56C4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Cost</a:t>
            </a:r>
            <a:r>
              <a:rPr lang="zh-CN" altLang="en-US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调整</a:t>
            </a:r>
          </a:p>
        </p:txBody>
      </p:sp>
      <p:cxnSp>
        <p:nvCxnSpPr>
          <p:cNvPr id="62" name="直接连接符 61"/>
          <p:cNvCxnSpPr/>
          <p:nvPr/>
        </p:nvCxnSpPr>
        <p:spPr bwMode="gray">
          <a:xfrm>
            <a:off x="7987438" y="4566227"/>
            <a:ext cx="0" cy="14093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上箭头 62"/>
          <p:cNvSpPr/>
          <p:nvPr/>
        </p:nvSpPr>
        <p:spPr bwMode="gray">
          <a:xfrm>
            <a:off x="9619962" y="4299541"/>
            <a:ext cx="360000" cy="360000"/>
          </a:xfrm>
          <a:prstGeom prst="up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6" name="六边形 75"/>
          <p:cNvSpPr/>
          <p:nvPr/>
        </p:nvSpPr>
        <p:spPr bwMode="gray">
          <a:xfrm>
            <a:off x="8161336" y="5754642"/>
            <a:ext cx="216000" cy="180000"/>
          </a:xfrm>
          <a:prstGeom prst="hexagon">
            <a:avLst/>
          </a:prstGeom>
          <a:solidFill>
            <a:srgbClr val="EC7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7" name="六边形 76"/>
          <p:cNvSpPr/>
          <p:nvPr/>
        </p:nvSpPr>
        <p:spPr bwMode="gray">
          <a:xfrm>
            <a:off x="8418894" y="5754642"/>
            <a:ext cx="216000" cy="180000"/>
          </a:xfrm>
          <a:prstGeom prst="hexagon">
            <a:avLst/>
          </a:prstGeom>
          <a:solidFill>
            <a:srgbClr val="EC7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8" name="六边形 77"/>
          <p:cNvSpPr/>
          <p:nvPr/>
        </p:nvSpPr>
        <p:spPr bwMode="gray">
          <a:xfrm>
            <a:off x="8685778" y="5754642"/>
            <a:ext cx="216000" cy="180000"/>
          </a:xfrm>
          <a:prstGeom prst="hexagon">
            <a:avLst/>
          </a:prstGeom>
          <a:solidFill>
            <a:srgbClr val="EC7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9" name="六边形 78"/>
          <p:cNvSpPr/>
          <p:nvPr/>
        </p:nvSpPr>
        <p:spPr bwMode="gray">
          <a:xfrm>
            <a:off x="8290297" y="5539868"/>
            <a:ext cx="216000" cy="180000"/>
          </a:xfrm>
          <a:prstGeom prst="hexagon">
            <a:avLst/>
          </a:prstGeom>
          <a:solidFill>
            <a:srgbClr val="EC7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0" name="六边形 79"/>
          <p:cNvSpPr/>
          <p:nvPr/>
        </p:nvSpPr>
        <p:spPr bwMode="gray">
          <a:xfrm>
            <a:off x="8557181" y="5539868"/>
            <a:ext cx="216000" cy="180000"/>
          </a:xfrm>
          <a:prstGeom prst="hexagon">
            <a:avLst/>
          </a:prstGeom>
          <a:solidFill>
            <a:srgbClr val="EC7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1" name="六边形 80"/>
          <p:cNvSpPr/>
          <p:nvPr/>
        </p:nvSpPr>
        <p:spPr bwMode="gray">
          <a:xfrm>
            <a:off x="8423985" y="5325094"/>
            <a:ext cx="216000" cy="180000"/>
          </a:xfrm>
          <a:prstGeom prst="hexagon">
            <a:avLst/>
          </a:prstGeom>
          <a:solidFill>
            <a:srgbClr val="EC7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4" name="椭圆 63"/>
          <p:cNvSpPr/>
          <p:nvPr/>
        </p:nvSpPr>
        <p:spPr bwMode="gray">
          <a:xfrm>
            <a:off x="8259141" y="3167790"/>
            <a:ext cx="1624367" cy="621531"/>
          </a:xfrm>
          <a:prstGeom prst="ellipse">
            <a:avLst/>
          </a:prstGeom>
          <a:solidFill>
            <a:schemeClr val="bg1"/>
          </a:solidFill>
          <a:ln>
            <a:solidFill>
              <a:srgbClr val="56C4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路由策略</a:t>
            </a:r>
          </a:p>
        </p:txBody>
      </p:sp>
      <p:sp>
        <p:nvSpPr>
          <p:cNvPr id="65" name="椭圆 64"/>
          <p:cNvSpPr/>
          <p:nvPr/>
        </p:nvSpPr>
        <p:spPr bwMode="gray">
          <a:xfrm>
            <a:off x="9362064" y="3416552"/>
            <a:ext cx="1624367" cy="621531"/>
          </a:xfrm>
          <a:prstGeom prst="ellipse">
            <a:avLst/>
          </a:prstGeom>
          <a:solidFill>
            <a:schemeClr val="bg1"/>
          </a:solidFill>
          <a:ln>
            <a:solidFill>
              <a:srgbClr val="56C4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增删节点</a:t>
            </a:r>
          </a:p>
        </p:txBody>
      </p:sp>
      <p:sp>
        <p:nvSpPr>
          <p:cNvPr id="66" name="椭圆 65"/>
          <p:cNvSpPr/>
          <p:nvPr/>
        </p:nvSpPr>
        <p:spPr bwMode="gray">
          <a:xfrm>
            <a:off x="9841018" y="3886923"/>
            <a:ext cx="1624367" cy="621531"/>
          </a:xfrm>
          <a:prstGeom prst="ellipse">
            <a:avLst/>
          </a:prstGeom>
          <a:solidFill>
            <a:schemeClr val="bg1"/>
          </a:solidFill>
          <a:ln>
            <a:solidFill>
              <a:srgbClr val="56C4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扩容链路</a:t>
            </a:r>
          </a:p>
        </p:txBody>
      </p:sp>
      <p:sp>
        <p:nvSpPr>
          <p:cNvPr id="129" name="Freeform 200"/>
          <p:cNvSpPr/>
          <p:nvPr/>
        </p:nvSpPr>
        <p:spPr bwMode="gray">
          <a:xfrm>
            <a:off x="4222683" y="5092896"/>
            <a:ext cx="1553236" cy="778818"/>
          </a:xfrm>
          <a:custGeom>
            <a:avLst/>
            <a:gdLst>
              <a:gd name="connsiteX0" fmla="*/ 511396 w 823780"/>
              <a:gd name="connsiteY0" fmla="*/ 0 h 467015"/>
              <a:gd name="connsiteX1" fmla="*/ 732475 w 823780"/>
              <a:gd name="connsiteY1" fmla="*/ 223125 h 467015"/>
              <a:gd name="connsiteX2" fmla="*/ 727487 w 823780"/>
              <a:gd name="connsiteY2" fmla="*/ 248058 h 467015"/>
              <a:gd name="connsiteX3" fmla="*/ 756693 w 823780"/>
              <a:gd name="connsiteY3" fmla="*/ 254009 h 467015"/>
              <a:gd name="connsiteX4" fmla="*/ 823780 w 823780"/>
              <a:gd name="connsiteY4" fmla="*/ 356156 h 467015"/>
              <a:gd name="connsiteX5" fmla="*/ 756693 w 823780"/>
              <a:gd name="connsiteY5" fmla="*/ 458303 h 467015"/>
              <a:gd name="connsiteX6" fmla="*/ 732017 w 823780"/>
              <a:gd name="connsiteY6" fmla="*/ 463331 h 467015"/>
              <a:gd name="connsiteX7" fmla="*/ 732017 w 823780"/>
              <a:gd name="connsiteY7" fmla="*/ 467014 h 467015"/>
              <a:gd name="connsiteX8" fmla="*/ 713942 w 823780"/>
              <a:gd name="connsiteY8" fmla="*/ 467014 h 467015"/>
              <a:gd name="connsiteX9" fmla="*/ 713937 w 823780"/>
              <a:gd name="connsiteY9" fmla="*/ 467015 h 467015"/>
              <a:gd name="connsiteX10" fmla="*/ 713932 w 823780"/>
              <a:gd name="connsiteY10" fmla="*/ 467014 h 467015"/>
              <a:gd name="connsiteX11" fmla="*/ 120827 w 823780"/>
              <a:gd name="connsiteY11" fmla="*/ 467014 h 467015"/>
              <a:gd name="connsiteX12" fmla="*/ 100287 w 823780"/>
              <a:gd name="connsiteY12" fmla="*/ 467014 h 467015"/>
              <a:gd name="connsiteX13" fmla="*/ 100287 w 823780"/>
              <a:gd name="connsiteY13" fmla="*/ 462829 h 467015"/>
              <a:gd name="connsiteX14" fmla="*/ 73795 w 823780"/>
              <a:gd name="connsiteY14" fmla="*/ 457431 h 467015"/>
              <a:gd name="connsiteX15" fmla="*/ 0 w 823780"/>
              <a:gd name="connsiteY15" fmla="*/ 345069 h 467015"/>
              <a:gd name="connsiteX16" fmla="*/ 73795 w 823780"/>
              <a:gd name="connsiteY16" fmla="*/ 232707 h 467015"/>
              <a:gd name="connsiteX17" fmla="*/ 81613 w 823780"/>
              <a:gd name="connsiteY17" fmla="*/ 231114 h 467015"/>
              <a:gd name="connsiteX18" fmla="*/ 94608 w 823780"/>
              <a:gd name="connsiteY18" fmla="*/ 172061 h 467015"/>
              <a:gd name="connsiteX19" fmla="*/ 250025 w 823780"/>
              <a:gd name="connsiteY19" fmla="*/ 77543 h 467015"/>
              <a:gd name="connsiteX20" fmla="*/ 315680 w 823780"/>
              <a:gd name="connsiteY20" fmla="*/ 89704 h 467015"/>
              <a:gd name="connsiteX21" fmla="*/ 332040 w 823780"/>
              <a:gd name="connsiteY21" fmla="*/ 99825 h 467015"/>
              <a:gd name="connsiteX22" fmla="*/ 355070 w 823780"/>
              <a:gd name="connsiteY22" fmla="*/ 65352 h 467015"/>
              <a:gd name="connsiteX23" fmla="*/ 511396 w 823780"/>
              <a:gd name="connsiteY23" fmla="*/ 0 h 467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823780" h="467015">
                <a:moveTo>
                  <a:pt x="511396" y="0"/>
                </a:moveTo>
                <a:cubicBezTo>
                  <a:pt x="633495" y="0"/>
                  <a:pt x="732475" y="99896"/>
                  <a:pt x="732475" y="223125"/>
                </a:cubicBezTo>
                <a:lnTo>
                  <a:pt x="727487" y="248058"/>
                </a:lnTo>
                <a:lnTo>
                  <a:pt x="756693" y="254009"/>
                </a:lnTo>
                <a:cubicBezTo>
                  <a:pt x="796117" y="270838"/>
                  <a:pt x="823780" y="310236"/>
                  <a:pt x="823780" y="356156"/>
                </a:cubicBezTo>
                <a:cubicBezTo>
                  <a:pt x="823780" y="402076"/>
                  <a:pt x="796117" y="441474"/>
                  <a:pt x="756693" y="458303"/>
                </a:cubicBezTo>
                <a:lnTo>
                  <a:pt x="732017" y="463331"/>
                </a:lnTo>
                <a:lnTo>
                  <a:pt x="732017" y="467014"/>
                </a:lnTo>
                <a:lnTo>
                  <a:pt x="713942" y="467014"/>
                </a:lnTo>
                <a:lnTo>
                  <a:pt x="713937" y="467015"/>
                </a:lnTo>
                <a:lnTo>
                  <a:pt x="713932" y="467014"/>
                </a:lnTo>
                <a:lnTo>
                  <a:pt x="120827" y="467014"/>
                </a:lnTo>
                <a:lnTo>
                  <a:pt x="100287" y="467014"/>
                </a:lnTo>
                <a:lnTo>
                  <a:pt x="100287" y="462829"/>
                </a:lnTo>
                <a:lnTo>
                  <a:pt x="73795" y="457431"/>
                </a:lnTo>
                <a:cubicBezTo>
                  <a:pt x="30429" y="438919"/>
                  <a:pt x="0" y="395580"/>
                  <a:pt x="0" y="345069"/>
                </a:cubicBezTo>
                <a:cubicBezTo>
                  <a:pt x="0" y="294558"/>
                  <a:pt x="30429" y="251219"/>
                  <a:pt x="73795" y="232707"/>
                </a:cubicBezTo>
                <a:lnTo>
                  <a:pt x="81613" y="231114"/>
                </a:lnTo>
                <a:lnTo>
                  <a:pt x="94608" y="172061"/>
                </a:lnTo>
                <a:cubicBezTo>
                  <a:pt x="120214" y="116517"/>
                  <a:pt x="180159" y="77543"/>
                  <a:pt x="250025" y="77543"/>
                </a:cubicBezTo>
                <a:cubicBezTo>
                  <a:pt x="273314" y="77543"/>
                  <a:pt x="295500" y="81873"/>
                  <a:pt x="315680" y="89704"/>
                </a:cubicBezTo>
                <a:lnTo>
                  <a:pt x="332040" y="99825"/>
                </a:lnTo>
                <a:lnTo>
                  <a:pt x="355070" y="65352"/>
                </a:lnTo>
                <a:cubicBezTo>
                  <a:pt x="395077" y="24974"/>
                  <a:pt x="450347" y="0"/>
                  <a:pt x="511396" y="0"/>
                </a:cubicBezTo>
                <a:close/>
              </a:path>
            </a:pathLst>
          </a:cu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5" name="Freeform 200"/>
          <p:cNvSpPr/>
          <p:nvPr/>
        </p:nvSpPr>
        <p:spPr bwMode="gray">
          <a:xfrm>
            <a:off x="6704931" y="2750002"/>
            <a:ext cx="1206269" cy="598598"/>
          </a:xfrm>
          <a:custGeom>
            <a:avLst/>
            <a:gdLst>
              <a:gd name="connsiteX0" fmla="*/ 511396 w 823780"/>
              <a:gd name="connsiteY0" fmla="*/ 0 h 467015"/>
              <a:gd name="connsiteX1" fmla="*/ 732475 w 823780"/>
              <a:gd name="connsiteY1" fmla="*/ 223125 h 467015"/>
              <a:gd name="connsiteX2" fmla="*/ 727487 w 823780"/>
              <a:gd name="connsiteY2" fmla="*/ 248058 h 467015"/>
              <a:gd name="connsiteX3" fmla="*/ 756693 w 823780"/>
              <a:gd name="connsiteY3" fmla="*/ 254009 h 467015"/>
              <a:gd name="connsiteX4" fmla="*/ 823780 w 823780"/>
              <a:gd name="connsiteY4" fmla="*/ 356156 h 467015"/>
              <a:gd name="connsiteX5" fmla="*/ 756693 w 823780"/>
              <a:gd name="connsiteY5" fmla="*/ 458303 h 467015"/>
              <a:gd name="connsiteX6" fmla="*/ 732017 w 823780"/>
              <a:gd name="connsiteY6" fmla="*/ 463331 h 467015"/>
              <a:gd name="connsiteX7" fmla="*/ 732017 w 823780"/>
              <a:gd name="connsiteY7" fmla="*/ 467014 h 467015"/>
              <a:gd name="connsiteX8" fmla="*/ 713942 w 823780"/>
              <a:gd name="connsiteY8" fmla="*/ 467014 h 467015"/>
              <a:gd name="connsiteX9" fmla="*/ 713937 w 823780"/>
              <a:gd name="connsiteY9" fmla="*/ 467015 h 467015"/>
              <a:gd name="connsiteX10" fmla="*/ 713932 w 823780"/>
              <a:gd name="connsiteY10" fmla="*/ 467014 h 467015"/>
              <a:gd name="connsiteX11" fmla="*/ 120827 w 823780"/>
              <a:gd name="connsiteY11" fmla="*/ 467014 h 467015"/>
              <a:gd name="connsiteX12" fmla="*/ 100287 w 823780"/>
              <a:gd name="connsiteY12" fmla="*/ 467014 h 467015"/>
              <a:gd name="connsiteX13" fmla="*/ 100287 w 823780"/>
              <a:gd name="connsiteY13" fmla="*/ 462829 h 467015"/>
              <a:gd name="connsiteX14" fmla="*/ 73795 w 823780"/>
              <a:gd name="connsiteY14" fmla="*/ 457431 h 467015"/>
              <a:gd name="connsiteX15" fmla="*/ 0 w 823780"/>
              <a:gd name="connsiteY15" fmla="*/ 345069 h 467015"/>
              <a:gd name="connsiteX16" fmla="*/ 73795 w 823780"/>
              <a:gd name="connsiteY16" fmla="*/ 232707 h 467015"/>
              <a:gd name="connsiteX17" fmla="*/ 81613 w 823780"/>
              <a:gd name="connsiteY17" fmla="*/ 231114 h 467015"/>
              <a:gd name="connsiteX18" fmla="*/ 94608 w 823780"/>
              <a:gd name="connsiteY18" fmla="*/ 172061 h 467015"/>
              <a:gd name="connsiteX19" fmla="*/ 250025 w 823780"/>
              <a:gd name="connsiteY19" fmla="*/ 77543 h 467015"/>
              <a:gd name="connsiteX20" fmla="*/ 315680 w 823780"/>
              <a:gd name="connsiteY20" fmla="*/ 89704 h 467015"/>
              <a:gd name="connsiteX21" fmla="*/ 332040 w 823780"/>
              <a:gd name="connsiteY21" fmla="*/ 99825 h 467015"/>
              <a:gd name="connsiteX22" fmla="*/ 355070 w 823780"/>
              <a:gd name="connsiteY22" fmla="*/ 65352 h 467015"/>
              <a:gd name="connsiteX23" fmla="*/ 511396 w 823780"/>
              <a:gd name="connsiteY23" fmla="*/ 0 h 467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823780" h="467015">
                <a:moveTo>
                  <a:pt x="511396" y="0"/>
                </a:moveTo>
                <a:cubicBezTo>
                  <a:pt x="633495" y="0"/>
                  <a:pt x="732475" y="99896"/>
                  <a:pt x="732475" y="223125"/>
                </a:cubicBezTo>
                <a:lnTo>
                  <a:pt x="727487" y="248058"/>
                </a:lnTo>
                <a:lnTo>
                  <a:pt x="756693" y="254009"/>
                </a:lnTo>
                <a:cubicBezTo>
                  <a:pt x="796117" y="270838"/>
                  <a:pt x="823780" y="310236"/>
                  <a:pt x="823780" y="356156"/>
                </a:cubicBezTo>
                <a:cubicBezTo>
                  <a:pt x="823780" y="402076"/>
                  <a:pt x="796117" y="441474"/>
                  <a:pt x="756693" y="458303"/>
                </a:cubicBezTo>
                <a:lnTo>
                  <a:pt x="732017" y="463331"/>
                </a:lnTo>
                <a:lnTo>
                  <a:pt x="732017" y="467014"/>
                </a:lnTo>
                <a:lnTo>
                  <a:pt x="713942" y="467014"/>
                </a:lnTo>
                <a:lnTo>
                  <a:pt x="713937" y="467015"/>
                </a:lnTo>
                <a:lnTo>
                  <a:pt x="713932" y="467014"/>
                </a:lnTo>
                <a:lnTo>
                  <a:pt x="120827" y="467014"/>
                </a:lnTo>
                <a:lnTo>
                  <a:pt x="100287" y="467014"/>
                </a:lnTo>
                <a:lnTo>
                  <a:pt x="100287" y="462829"/>
                </a:lnTo>
                <a:lnTo>
                  <a:pt x="73795" y="457431"/>
                </a:lnTo>
                <a:cubicBezTo>
                  <a:pt x="30429" y="438919"/>
                  <a:pt x="0" y="395580"/>
                  <a:pt x="0" y="345069"/>
                </a:cubicBezTo>
                <a:cubicBezTo>
                  <a:pt x="0" y="294558"/>
                  <a:pt x="30429" y="251219"/>
                  <a:pt x="73795" y="232707"/>
                </a:cubicBezTo>
                <a:lnTo>
                  <a:pt x="81613" y="231114"/>
                </a:lnTo>
                <a:lnTo>
                  <a:pt x="94608" y="172061"/>
                </a:lnTo>
                <a:cubicBezTo>
                  <a:pt x="120214" y="116517"/>
                  <a:pt x="180159" y="77543"/>
                  <a:pt x="250025" y="77543"/>
                </a:cubicBezTo>
                <a:cubicBezTo>
                  <a:pt x="273314" y="77543"/>
                  <a:pt x="295500" y="81873"/>
                  <a:pt x="315680" y="89704"/>
                </a:cubicBezTo>
                <a:lnTo>
                  <a:pt x="332040" y="99825"/>
                </a:lnTo>
                <a:lnTo>
                  <a:pt x="355070" y="65352"/>
                </a:lnTo>
                <a:cubicBezTo>
                  <a:pt x="395077" y="24974"/>
                  <a:pt x="450347" y="0"/>
                  <a:pt x="511396" y="0"/>
                </a:cubicBezTo>
                <a:close/>
              </a:path>
            </a:pathLst>
          </a:cu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2" name="Freeform 200"/>
          <p:cNvSpPr/>
          <p:nvPr/>
        </p:nvSpPr>
        <p:spPr bwMode="gray">
          <a:xfrm>
            <a:off x="961411" y="5062668"/>
            <a:ext cx="1613522" cy="809046"/>
          </a:xfrm>
          <a:custGeom>
            <a:avLst/>
            <a:gdLst>
              <a:gd name="connsiteX0" fmla="*/ 511396 w 823780"/>
              <a:gd name="connsiteY0" fmla="*/ 0 h 467015"/>
              <a:gd name="connsiteX1" fmla="*/ 732475 w 823780"/>
              <a:gd name="connsiteY1" fmla="*/ 223125 h 467015"/>
              <a:gd name="connsiteX2" fmla="*/ 727487 w 823780"/>
              <a:gd name="connsiteY2" fmla="*/ 248058 h 467015"/>
              <a:gd name="connsiteX3" fmla="*/ 756693 w 823780"/>
              <a:gd name="connsiteY3" fmla="*/ 254009 h 467015"/>
              <a:gd name="connsiteX4" fmla="*/ 823780 w 823780"/>
              <a:gd name="connsiteY4" fmla="*/ 356156 h 467015"/>
              <a:gd name="connsiteX5" fmla="*/ 756693 w 823780"/>
              <a:gd name="connsiteY5" fmla="*/ 458303 h 467015"/>
              <a:gd name="connsiteX6" fmla="*/ 732017 w 823780"/>
              <a:gd name="connsiteY6" fmla="*/ 463331 h 467015"/>
              <a:gd name="connsiteX7" fmla="*/ 732017 w 823780"/>
              <a:gd name="connsiteY7" fmla="*/ 467014 h 467015"/>
              <a:gd name="connsiteX8" fmla="*/ 713942 w 823780"/>
              <a:gd name="connsiteY8" fmla="*/ 467014 h 467015"/>
              <a:gd name="connsiteX9" fmla="*/ 713937 w 823780"/>
              <a:gd name="connsiteY9" fmla="*/ 467015 h 467015"/>
              <a:gd name="connsiteX10" fmla="*/ 713932 w 823780"/>
              <a:gd name="connsiteY10" fmla="*/ 467014 h 467015"/>
              <a:gd name="connsiteX11" fmla="*/ 120827 w 823780"/>
              <a:gd name="connsiteY11" fmla="*/ 467014 h 467015"/>
              <a:gd name="connsiteX12" fmla="*/ 100287 w 823780"/>
              <a:gd name="connsiteY12" fmla="*/ 467014 h 467015"/>
              <a:gd name="connsiteX13" fmla="*/ 100287 w 823780"/>
              <a:gd name="connsiteY13" fmla="*/ 462829 h 467015"/>
              <a:gd name="connsiteX14" fmla="*/ 73795 w 823780"/>
              <a:gd name="connsiteY14" fmla="*/ 457431 h 467015"/>
              <a:gd name="connsiteX15" fmla="*/ 0 w 823780"/>
              <a:gd name="connsiteY15" fmla="*/ 345069 h 467015"/>
              <a:gd name="connsiteX16" fmla="*/ 73795 w 823780"/>
              <a:gd name="connsiteY16" fmla="*/ 232707 h 467015"/>
              <a:gd name="connsiteX17" fmla="*/ 81613 w 823780"/>
              <a:gd name="connsiteY17" fmla="*/ 231114 h 467015"/>
              <a:gd name="connsiteX18" fmla="*/ 94608 w 823780"/>
              <a:gd name="connsiteY18" fmla="*/ 172061 h 467015"/>
              <a:gd name="connsiteX19" fmla="*/ 250025 w 823780"/>
              <a:gd name="connsiteY19" fmla="*/ 77543 h 467015"/>
              <a:gd name="connsiteX20" fmla="*/ 315680 w 823780"/>
              <a:gd name="connsiteY20" fmla="*/ 89704 h 467015"/>
              <a:gd name="connsiteX21" fmla="*/ 332040 w 823780"/>
              <a:gd name="connsiteY21" fmla="*/ 99825 h 467015"/>
              <a:gd name="connsiteX22" fmla="*/ 355070 w 823780"/>
              <a:gd name="connsiteY22" fmla="*/ 65352 h 467015"/>
              <a:gd name="connsiteX23" fmla="*/ 511396 w 823780"/>
              <a:gd name="connsiteY23" fmla="*/ 0 h 467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823780" h="467015">
                <a:moveTo>
                  <a:pt x="511396" y="0"/>
                </a:moveTo>
                <a:cubicBezTo>
                  <a:pt x="633495" y="0"/>
                  <a:pt x="732475" y="99896"/>
                  <a:pt x="732475" y="223125"/>
                </a:cubicBezTo>
                <a:lnTo>
                  <a:pt x="727487" y="248058"/>
                </a:lnTo>
                <a:lnTo>
                  <a:pt x="756693" y="254009"/>
                </a:lnTo>
                <a:cubicBezTo>
                  <a:pt x="796117" y="270838"/>
                  <a:pt x="823780" y="310236"/>
                  <a:pt x="823780" y="356156"/>
                </a:cubicBezTo>
                <a:cubicBezTo>
                  <a:pt x="823780" y="402076"/>
                  <a:pt x="796117" y="441474"/>
                  <a:pt x="756693" y="458303"/>
                </a:cubicBezTo>
                <a:lnTo>
                  <a:pt x="732017" y="463331"/>
                </a:lnTo>
                <a:lnTo>
                  <a:pt x="732017" y="467014"/>
                </a:lnTo>
                <a:lnTo>
                  <a:pt x="713942" y="467014"/>
                </a:lnTo>
                <a:lnTo>
                  <a:pt x="713937" y="467015"/>
                </a:lnTo>
                <a:lnTo>
                  <a:pt x="713932" y="467014"/>
                </a:lnTo>
                <a:lnTo>
                  <a:pt x="120827" y="467014"/>
                </a:lnTo>
                <a:lnTo>
                  <a:pt x="100287" y="467014"/>
                </a:lnTo>
                <a:lnTo>
                  <a:pt x="100287" y="462829"/>
                </a:lnTo>
                <a:lnTo>
                  <a:pt x="73795" y="457431"/>
                </a:lnTo>
                <a:cubicBezTo>
                  <a:pt x="30429" y="438919"/>
                  <a:pt x="0" y="395580"/>
                  <a:pt x="0" y="345069"/>
                </a:cubicBezTo>
                <a:cubicBezTo>
                  <a:pt x="0" y="294558"/>
                  <a:pt x="30429" y="251219"/>
                  <a:pt x="73795" y="232707"/>
                </a:cubicBezTo>
                <a:lnTo>
                  <a:pt x="81613" y="231114"/>
                </a:lnTo>
                <a:lnTo>
                  <a:pt x="94608" y="172061"/>
                </a:lnTo>
                <a:cubicBezTo>
                  <a:pt x="120214" y="116517"/>
                  <a:pt x="180159" y="77543"/>
                  <a:pt x="250025" y="77543"/>
                </a:cubicBezTo>
                <a:cubicBezTo>
                  <a:pt x="273314" y="77543"/>
                  <a:pt x="295500" y="81873"/>
                  <a:pt x="315680" y="89704"/>
                </a:cubicBezTo>
                <a:lnTo>
                  <a:pt x="332040" y="99825"/>
                </a:lnTo>
                <a:lnTo>
                  <a:pt x="355070" y="65352"/>
                </a:lnTo>
                <a:cubicBezTo>
                  <a:pt x="395077" y="24974"/>
                  <a:pt x="450347" y="0"/>
                  <a:pt x="511396" y="0"/>
                </a:cubicBezTo>
                <a:close/>
              </a:path>
            </a:pathLst>
          </a:cu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" name="椭圆 5"/>
          <p:cNvSpPr/>
          <p:nvPr/>
        </p:nvSpPr>
        <p:spPr bwMode="gray">
          <a:xfrm>
            <a:off x="1981574" y="1635312"/>
            <a:ext cx="3330241" cy="814338"/>
          </a:xfrm>
          <a:prstGeom prst="ellipse">
            <a:avLst/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0" name="Picture 332" descr="图片25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3946510" y="2859067"/>
            <a:ext cx="322509" cy="2792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直接连接符 10"/>
          <p:cNvCxnSpPr>
            <a:endCxn id="95" idx="2"/>
          </p:cNvCxnSpPr>
          <p:nvPr/>
        </p:nvCxnSpPr>
        <p:spPr bwMode="gray">
          <a:xfrm flipH="1" flipV="1">
            <a:off x="2485406" y="2441336"/>
            <a:ext cx="648343" cy="403613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2" name="直接连接符 11"/>
          <p:cNvCxnSpPr>
            <a:stCxn id="96" idx="2"/>
          </p:cNvCxnSpPr>
          <p:nvPr/>
        </p:nvCxnSpPr>
        <p:spPr bwMode="gray">
          <a:xfrm flipH="1">
            <a:off x="3133749" y="2472559"/>
            <a:ext cx="498870" cy="367654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" name="直接连接符 12"/>
          <p:cNvCxnSpPr>
            <a:endCxn id="6" idx="4"/>
          </p:cNvCxnSpPr>
          <p:nvPr/>
        </p:nvCxnSpPr>
        <p:spPr bwMode="gray">
          <a:xfrm flipH="1" flipV="1">
            <a:off x="3646695" y="2449650"/>
            <a:ext cx="461070" cy="397623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4" name="直接连接符 13"/>
          <p:cNvCxnSpPr>
            <a:stCxn id="97" idx="2"/>
            <a:endCxn id="10" idx="0"/>
          </p:cNvCxnSpPr>
          <p:nvPr/>
        </p:nvCxnSpPr>
        <p:spPr bwMode="gray">
          <a:xfrm flipH="1">
            <a:off x="4107764" y="2416414"/>
            <a:ext cx="638633" cy="442653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15" name="TextBox 13"/>
          <p:cNvSpPr txBox="1"/>
          <p:nvPr/>
        </p:nvSpPr>
        <p:spPr bwMode="gray">
          <a:xfrm>
            <a:off x="2281552" y="1857575"/>
            <a:ext cx="4988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AS1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" name="TextBox 14"/>
          <p:cNvSpPr txBox="1"/>
          <p:nvPr/>
        </p:nvSpPr>
        <p:spPr bwMode="gray">
          <a:xfrm>
            <a:off x="3423785" y="1888799"/>
            <a:ext cx="4988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AS2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TextBox 15"/>
          <p:cNvSpPr txBox="1"/>
          <p:nvPr/>
        </p:nvSpPr>
        <p:spPr bwMode="gray">
          <a:xfrm>
            <a:off x="4532159" y="1844071"/>
            <a:ext cx="4988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AS3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 bwMode="gray">
          <a:xfrm>
            <a:off x="3182464" y="1613267"/>
            <a:ext cx="9284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Internet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2" name="直接连接符 21"/>
          <p:cNvCxnSpPr>
            <a:endCxn id="98" idx="3"/>
          </p:cNvCxnSpPr>
          <p:nvPr/>
        </p:nvCxnSpPr>
        <p:spPr bwMode="gray">
          <a:xfrm flipV="1">
            <a:off x="5695230" y="2855115"/>
            <a:ext cx="1670539" cy="12149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3" name="直接连接符 22"/>
          <p:cNvCxnSpPr>
            <a:endCxn id="99" idx="3"/>
          </p:cNvCxnSpPr>
          <p:nvPr/>
        </p:nvCxnSpPr>
        <p:spPr bwMode="gray">
          <a:xfrm flipV="1">
            <a:off x="5695230" y="3290619"/>
            <a:ext cx="1652733" cy="19149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</p:spPr>
      </p:cxnSp>
      <p:pic>
        <p:nvPicPr>
          <p:cNvPr id="26" name="Picture 332" descr="图片25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2977825" y="3625659"/>
            <a:ext cx="322509" cy="2792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" name="Picture 332" descr="图片25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3946510" y="3625659"/>
            <a:ext cx="322509" cy="2792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" name="Picture 332" descr="图片25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3324185" y="4239795"/>
            <a:ext cx="322509" cy="2792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" name="Picture 332" descr="图片25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3946584" y="4264183"/>
            <a:ext cx="322509" cy="2792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30" name="直接连接符 29"/>
          <p:cNvCxnSpPr>
            <a:stCxn id="26" idx="0"/>
          </p:cNvCxnSpPr>
          <p:nvPr/>
        </p:nvCxnSpPr>
        <p:spPr bwMode="gray">
          <a:xfrm flipH="1" flipV="1">
            <a:off x="3133748" y="3124204"/>
            <a:ext cx="5331" cy="501455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1" name="直接连接符 30"/>
          <p:cNvCxnSpPr>
            <a:stCxn id="27" idx="0"/>
            <a:endCxn id="10" idx="2"/>
          </p:cNvCxnSpPr>
          <p:nvPr/>
        </p:nvCxnSpPr>
        <p:spPr bwMode="gray">
          <a:xfrm flipV="1">
            <a:off x="4107764" y="3138322"/>
            <a:ext cx="0" cy="487337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2" name="直接连接符 31"/>
          <p:cNvCxnSpPr>
            <a:endCxn id="10" idx="2"/>
          </p:cNvCxnSpPr>
          <p:nvPr/>
        </p:nvCxnSpPr>
        <p:spPr bwMode="gray">
          <a:xfrm>
            <a:off x="3133748" y="3124204"/>
            <a:ext cx="974016" cy="14118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3" name="直接连接符 32"/>
          <p:cNvCxnSpPr>
            <a:stCxn id="27" idx="3"/>
          </p:cNvCxnSpPr>
          <p:nvPr/>
        </p:nvCxnSpPr>
        <p:spPr bwMode="gray">
          <a:xfrm flipV="1">
            <a:off x="4269019" y="3309767"/>
            <a:ext cx="1103702" cy="455519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4" name="直接连接符 33"/>
          <p:cNvCxnSpPr>
            <a:stCxn id="86" idx="3"/>
          </p:cNvCxnSpPr>
          <p:nvPr/>
        </p:nvCxnSpPr>
        <p:spPr bwMode="gray">
          <a:xfrm flipV="1">
            <a:off x="3339635" y="2867265"/>
            <a:ext cx="2033086" cy="894544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5" name="直接连接符 34"/>
          <p:cNvCxnSpPr>
            <a:endCxn id="26" idx="2"/>
          </p:cNvCxnSpPr>
          <p:nvPr/>
        </p:nvCxnSpPr>
        <p:spPr bwMode="gray">
          <a:xfrm flipV="1">
            <a:off x="2588932" y="3904914"/>
            <a:ext cx="550147" cy="334881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6" name="直接连接符 35"/>
          <p:cNvCxnSpPr>
            <a:stCxn id="28" idx="0"/>
            <a:endCxn id="27" idx="2"/>
          </p:cNvCxnSpPr>
          <p:nvPr/>
        </p:nvCxnSpPr>
        <p:spPr bwMode="gray">
          <a:xfrm flipV="1">
            <a:off x="3485440" y="3904914"/>
            <a:ext cx="622324" cy="334881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7" name="直接连接符 36"/>
          <p:cNvCxnSpPr>
            <a:stCxn id="26" idx="3"/>
            <a:endCxn id="27" idx="1"/>
          </p:cNvCxnSpPr>
          <p:nvPr/>
        </p:nvCxnSpPr>
        <p:spPr bwMode="gray">
          <a:xfrm>
            <a:off x="3300334" y="3765286"/>
            <a:ext cx="646176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8" name="直接连接符 37"/>
          <p:cNvCxnSpPr>
            <a:endCxn id="28" idx="1"/>
          </p:cNvCxnSpPr>
          <p:nvPr/>
        </p:nvCxnSpPr>
        <p:spPr bwMode="gray">
          <a:xfrm>
            <a:off x="2750187" y="4379422"/>
            <a:ext cx="573998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9" name="直接连接符 38"/>
          <p:cNvCxnSpPr>
            <a:stCxn id="29" idx="0"/>
            <a:endCxn id="27" idx="2"/>
          </p:cNvCxnSpPr>
          <p:nvPr/>
        </p:nvCxnSpPr>
        <p:spPr bwMode="gray">
          <a:xfrm flipH="1" flipV="1">
            <a:off x="4107764" y="3904914"/>
            <a:ext cx="74" cy="359269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1" name="直接连接符 40"/>
          <p:cNvCxnSpPr/>
          <p:nvPr/>
        </p:nvCxnSpPr>
        <p:spPr bwMode="gray">
          <a:xfrm flipV="1">
            <a:off x="1352996" y="4519050"/>
            <a:ext cx="1235936" cy="859643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2" name="直接连接符 41"/>
          <p:cNvCxnSpPr>
            <a:endCxn id="28" idx="2"/>
          </p:cNvCxnSpPr>
          <p:nvPr/>
        </p:nvCxnSpPr>
        <p:spPr bwMode="gray">
          <a:xfrm flipV="1">
            <a:off x="2220972" y="4519050"/>
            <a:ext cx="1264468" cy="854312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3" name="直接连接符 42"/>
          <p:cNvCxnSpPr>
            <a:endCxn id="29" idx="2"/>
          </p:cNvCxnSpPr>
          <p:nvPr/>
        </p:nvCxnSpPr>
        <p:spPr bwMode="gray">
          <a:xfrm flipH="1" flipV="1">
            <a:off x="4107839" y="4543438"/>
            <a:ext cx="839629" cy="85658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5" name="直接连接符 44"/>
          <p:cNvCxnSpPr/>
          <p:nvPr/>
        </p:nvCxnSpPr>
        <p:spPr bwMode="gray">
          <a:xfrm flipH="1" flipV="1">
            <a:off x="1247379" y="3752925"/>
            <a:ext cx="1341553" cy="48687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6" name="直接连接符 45"/>
          <p:cNvCxnSpPr>
            <a:endCxn id="26" idx="1"/>
          </p:cNvCxnSpPr>
          <p:nvPr/>
        </p:nvCxnSpPr>
        <p:spPr bwMode="gray">
          <a:xfrm>
            <a:off x="1247379" y="3752925"/>
            <a:ext cx="1730445" cy="12361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47" name="TextBox 59"/>
          <p:cNvSpPr txBox="1"/>
          <p:nvPr/>
        </p:nvSpPr>
        <p:spPr bwMode="gray">
          <a:xfrm>
            <a:off x="4493179" y="5840997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固定宽带网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0" name="TextBox 63"/>
          <p:cNvSpPr txBox="1"/>
          <p:nvPr/>
        </p:nvSpPr>
        <p:spPr bwMode="gray">
          <a:xfrm>
            <a:off x="646737" y="3253959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内容监管</a:t>
            </a:r>
          </a:p>
        </p:txBody>
      </p:sp>
      <p:sp>
        <p:nvSpPr>
          <p:cNvPr id="51" name="TextBox 64"/>
          <p:cNvSpPr txBox="1"/>
          <p:nvPr/>
        </p:nvSpPr>
        <p:spPr bwMode="gray">
          <a:xfrm>
            <a:off x="1617354" y="2605409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IGW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5" name="矩形 54"/>
          <p:cNvSpPr/>
          <p:nvPr/>
        </p:nvSpPr>
        <p:spPr bwMode="gray">
          <a:xfrm>
            <a:off x="1466638" y="2519917"/>
            <a:ext cx="4531554" cy="218094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6" name="直接连接符 55"/>
          <p:cNvCxnSpPr>
            <a:stCxn id="27" idx="0"/>
          </p:cNvCxnSpPr>
          <p:nvPr/>
        </p:nvCxnSpPr>
        <p:spPr bwMode="gray">
          <a:xfrm flipH="1" flipV="1">
            <a:off x="3133748" y="3124204"/>
            <a:ext cx="974016" cy="501455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57" name="直接连接符 56"/>
          <p:cNvCxnSpPr>
            <a:stCxn id="26" idx="0"/>
            <a:endCxn id="10" idx="2"/>
          </p:cNvCxnSpPr>
          <p:nvPr/>
        </p:nvCxnSpPr>
        <p:spPr bwMode="gray">
          <a:xfrm flipV="1">
            <a:off x="3139079" y="3138322"/>
            <a:ext cx="968685" cy="487337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</p:spPr>
      </p:cxnSp>
      <p:pic>
        <p:nvPicPr>
          <p:cNvPr id="82" name="图片 8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94479" y="3560121"/>
            <a:ext cx="472267" cy="386711"/>
          </a:xfrm>
          <a:prstGeom prst="rect">
            <a:avLst/>
          </a:prstGeom>
        </p:spPr>
      </p:pic>
      <p:pic>
        <p:nvPicPr>
          <p:cNvPr id="83" name="图片 82"/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386555" y="4225093"/>
            <a:ext cx="385368" cy="316003"/>
          </a:xfrm>
          <a:prstGeom prst="rect">
            <a:avLst/>
          </a:prstGeom>
        </p:spPr>
      </p:pic>
      <p:pic>
        <p:nvPicPr>
          <p:cNvPr id="84" name="图片 83"/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292756" y="4225093"/>
            <a:ext cx="385368" cy="316003"/>
          </a:xfrm>
          <a:prstGeom prst="rect">
            <a:avLst/>
          </a:prstGeom>
        </p:spPr>
      </p:pic>
      <p:pic>
        <p:nvPicPr>
          <p:cNvPr id="85" name="图片 84"/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911445" y="4232444"/>
            <a:ext cx="385368" cy="316003"/>
          </a:xfrm>
          <a:prstGeom prst="rect">
            <a:avLst/>
          </a:prstGeom>
        </p:spPr>
      </p:pic>
      <p:pic>
        <p:nvPicPr>
          <p:cNvPr id="86" name="图片 85"/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965905" y="3603807"/>
            <a:ext cx="373729" cy="316003"/>
          </a:xfrm>
          <a:prstGeom prst="rect">
            <a:avLst/>
          </a:prstGeom>
        </p:spPr>
      </p:pic>
      <p:pic>
        <p:nvPicPr>
          <p:cNvPr id="87" name="图片 86"/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907502" y="3598578"/>
            <a:ext cx="385368" cy="316003"/>
          </a:xfrm>
          <a:prstGeom prst="rect">
            <a:avLst/>
          </a:prstGeom>
        </p:spPr>
      </p:pic>
      <p:pic>
        <p:nvPicPr>
          <p:cNvPr id="88" name="图片 87"/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971739" y="2845218"/>
            <a:ext cx="385368" cy="316003"/>
          </a:xfrm>
          <a:prstGeom prst="rect">
            <a:avLst/>
          </a:prstGeom>
        </p:spPr>
      </p:pic>
      <p:pic>
        <p:nvPicPr>
          <p:cNvPr id="89" name="图片 88"/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912730" y="2858177"/>
            <a:ext cx="385368" cy="316003"/>
          </a:xfrm>
          <a:prstGeom prst="rect">
            <a:avLst/>
          </a:prstGeom>
        </p:spPr>
      </p:pic>
      <p:pic>
        <p:nvPicPr>
          <p:cNvPr id="90" name="图片 89"/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345195" y="2667768"/>
            <a:ext cx="385368" cy="316003"/>
          </a:xfrm>
          <a:prstGeom prst="rect">
            <a:avLst/>
          </a:prstGeom>
        </p:spPr>
      </p:pic>
      <p:pic>
        <p:nvPicPr>
          <p:cNvPr id="91" name="图片 90"/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353208" y="3140507"/>
            <a:ext cx="385368" cy="316003"/>
          </a:xfrm>
          <a:prstGeom prst="rect">
            <a:avLst/>
          </a:prstGeom>
        </p:spPr>
      </p:pic>
      <p:pic>
        <p:nvPicPr>
          <p:cNvPr id="92" name="图片 91"/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114475" y="5367339"/>
            <a:ext cx="395794" cy="324551"/>
          </a:xfrm>
          <a:prstGeom prst="rect">
            <a:avLst/>
          </a:prstGeom>
        </p:spPr>
      </p:pic>
      <p:pic>
        <p:nvPicPr>
          <p:cNvPr id="93" name="图片 92"/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97408" y="5367339"/>
            <a:ext cx="395794" cy="324551"/>
          </a:xfrm>
          <a:prstGeom prst="rect">
            <a:avLst/>
          </a:prstGeom>
        </p:spPr>
      </p:pic>
      <p:pic>
        <p:nvPicPr>
          <p:cNvPr id="94" name="图片 93"/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773349" y="5378693"/>
            <a:ext cx="395794" cy="324551"/>
          </a:xfrm>
          <a:prstGeom prst="rect">
            <a:avLst/>
          </a:prstGeom>
        </p:spPr>
      </p:pic>
      <p:pic>
        <p:nvPicPr>
          <p:cNvPr id="95" name="图片 94"/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287509" y="2116785"/>
            <a:ext cx="395794" cy="324551"/>
          </a:xfrm>
          <a:prstGeom prst="rect">
            <a:avLst/>
          </a:prstGeom>
        </p:spPr>
      </p:pic>
      <p:pic>
        <p:nvPicPr>
          <p:cNvPr id="96" name="图片 95"/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434721" y="2148009"/>
            <a:ext cx="395794" cy="324551"/>
          </a:xfrm>
          <a:prstGeom prst="rect">
            <a:avLst/>
          </a:prstGeom>
        </p:spPr>
      </p:pic>
      <p:pic>
        <p:nvPicPr>
          <p:cNvPr id="97" name="图片 96"/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548500" y="2091863"/>
            <a:ext cx="395794" cy="324551"/>
          </a:xfrm>
          <a:prstGeom prst="rect">
            <a:avLst/>
          </a:prstGeom>
        </p:spPr>
      </p:pic>
      <p:pic>
        <p:nvPicPr>
          <p:cNvPr id="98" name="图片 97"/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969976" y="2692840"/>
            <a:ext cx="395794" cy="324551"/>
          </a:xfrm>
          <a:prstGeom prst="rect">
            <a:avLst/>
          </a:prstGeom>
        </p:spPr>
      </p:pic>
      <p:pic>
        <p:nvPicPr>
          <p:cNvPr id="99" name="图片 98"/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952170" y="3128343"/>
            <a:ext cx="395794" cy="324551"/>
          </a:xfrm>
          <a:prstGeom prst="rect">
            <a:avLst/>
          </a:prstGeom>
        </p:spPr>
      </p:pic>
      <p:sp>
        <p:nvSpPr>
          <p:cNvPr id="111" name="六边形 110"/>
          <p:cNvSpPr/>
          <p:nvPr/>
        </p:nvSpPr>
        <p:spPr bwMode="gray">
          <a:xfrm>
            <a:off x="4312824" y="2637250"/>
            <a:ext cx="133315" cy="111096"/>
          </a:xfrm>
          <a:prstGeom prst="hexagon">
            <a:avLst/>
          </a:prstGeom>
          <a:solidFill>
            <a:srgbClr val="EC7061"/>
          </a:solidFill>
          <a:ln>
            <a:solidFill>
              <a:srgbClr val="EC70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7" name="六边形 116"/>
          <p:cNvSpPr/>
          <p:nvPr/>
        </p:nvSpPr>
        <p:spPr bwMode="gray">
          <a:xfrm>
            <a:off x="3269760" y="2642005"/>
            <a:ext cx="133315" cy="111096"/>
          </a:xfrm>
          <a:prstGeom prst="hexagon">
            <a:avLst/>
          </a:prstGeom>
          <a:solidFill>
            <a:srgbClr val="EC7061"/>
          </a:solidFill>
          <a:ln>
            <a:solidFill>
              <a:srgbClr val="EC70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8" name="六边形 117"/>
          <p:cNvSpPr/>
          <p:nvPr/>
        </p:nvSpPr>
        <p:spPr bwMode="gray">
          <a:xfrm>
            <a:off x="2804089" y="2647060"/>
            <a:ext cx="133315" cy="111096"/>
          </a:xfrm>
          <a:prstGeom prst="hexagon">
            <a:avLst/>
          </a:prstGeom>
          <a:solidFill>
            <a:srgbClr val="EC7061"/>
          </a:solidFill>
          <a:ln>
            <a:solidFill>
              <a:srgbClr val="EC70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8" name="六边形 127"/>
          <p:cNvSpPr/>
          <p:nvPr/>
        </p:nvSpPr>
        <p:spPr bwMode="gray">
          <a:xfrm>
            <a:off x="3830566" y="2642005"/>
            <a:ext cx="133315" cy="111096"/>
          </a:xfrm>
          <a:prstGeom prst="hexagon">
            <a:avLst/>
          </a:prstGeom>
          <a:solidFill>
            <a:srgbClr val="EC7061"/>
          </a:solidFill>
          <a:ln>
            <a:solidFill>
              <a:srgbClr val="EC70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0" name="TextBox 59"/>
          <p:cNvSpPr txBox="1"/>
          <p:nvPr/>
        </p:nvSpPr>
        <p:spPr bwMode="gray">
          <a:xfrm>
            <a:off x="1250553" y="5845965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移动数据网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1" name="TextBox 62"/>
          <p:cNvSpPr txBox="1"/>
          <p:nvPr/>
        </p:nvSpPr>
        <p:spPr bwMode="gray">
          <a:xfrm>
            <a:off x="6716177" y="2385330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国内互连</a:t>
            </a:r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Peer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0" name="六边形 99"/>
          <p:cNvSpPr/>
          <p:nvPr/>
        </p:nvSpPr>
        <p:spPr bwMode="gray">
          <a:xfrm>
            <a:off x="2197140" y="4074125"/>
            <a:ext cx="133315" cy="111096"/>
          </a:xfrm>
          <a:prstGeom prst="hexagon">
            <a:avLst/>
          </a:prstGeom>
          <a:solidFill>
            <a:srgbClr val="EC7061"/>
          </a:solidFill>
          <a:ln>
            <a:solidFill>
              <a:srgbClr val="EC70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1" name="六边形 100"/>
          <p:cNvSpPr/>
          <p:nvPr/>
        </p:nvSpPr>
        <p:spPr bwMode="gray">
          <a:xfrm>
            <a:off x="2530980" y="3692316"/>
            <a:ext cx="133315" cy="111096"/>
          </a:xfrm>
          <a:prstGeom prst="hexagon">
            <a:avLst/>
          </a:prstGeom>
          <a:solidFill>
            <a:srgbClr val="EC7061"/>
          </a:solidFill>
          <a:ln>
            <a:solidFill>
              <a:srgbClr val="EC70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3" name="六边形 102"/>
          <p:cNvSpPr/>
          <p:nvPr/>
        </p:nvSpPr>
        <p:spPr bwMode="gray">
          <a:xfrm>
            <a:off x="2031480" y="4793627"/>
            <a:ext cx="133315" cy="111096"/>
          </a:xfrm>
          <a:prstGeom prst="hexagon">
            <a:avLst/>
          </a:prstGeom>
          <a:solidFill>
            <a:srgbClr val="EC7061"/>
          </a:solidFill>
          <a:ln>
            <a:solidFill>
              <a:srgbClr val="EC70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4" name="六边形 103"/>
          <p:cNvSpPr/>
          <p:nvPr/>
        </p:nvSpPr>
        <p:spPr bwMode="gray">
          <a:xfrm>
            <a:off x="2903871" y="4819559"/>
            <a:ext cx="133315" cy="111096"/>
          </a:xfrm>
          <a:prstGeom prst="hexagon">
            <a:avLst/>
          </a:prstGeom>
          <a:solidFill>
            <a:srgbClr val="EC7061"/>
          </a:solidFill>
          <a:ln>
            <a:solidFill>
              <a:srgbClr val="EC70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6" name="六边形 105"/>
          <p:cNvSpPr/>
          <p:nvPr/>
        </p:nvSpPr>
        <p:spPr bwMode="gray">
          <a:xfrm>
            <a:off x="4354564" y="4818193"/>
            <a:ext cx="133315" cy="111096"/>
          </a:xfrm>
          <a:prstGeom prst="hexagon">
            <a:avLst/>
          </a:prstGeom>
          <a:solidFill>
            <a:srgbClr val="EC7061"/>
          </a:solidFill>
          <a:ln>
            <a:solidFill>
              <a:srgbClr val="EC70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7" name="六边形 106"/>
          <p:cNvSpPr/>
          <p:nvPr/>
        </p:nvSpPr>
        <p:spPr bwMode="gray">
          <a:xfrm>
            <a:off x="5891752" y="3256217"/>
            <a:ext cx="133315" cy="111096"/>
          </a:xfrm>
          <a:prstGeom prst="hexagon">
            <a:avLst/>
          </a:prstGeom>
          <a:solidFill>
            <a:srgbClr val="EC7061"/>
          </a:solidFill>
          <a:ln>
            <a:solidFill>
              <a:srgbClr val="EC70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8" name="六边形 107"/>
          <p:cNvSpPr/>
          <p:nvPr/>
        </p:nvSpPr>
        <p:spPr bwMode="gray">
          <a:xfrm>
            <a:off x="5882097" y="2808274"/>
            <a:ext cx="133315" cy="111096"/>
          </a:xfrm>
          <a:prstGeom prst="hexagon">
            <a:avLst/>
          </a:prstGeom>
          <a:solidFill>
            <a:srgbClr val="EC7061"/>
          </a:solidFill>
          <a:ln>
            <a:solidFill>
              <a:srgbClr val="EC70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0" name="文本占位符 3"/>
          <p:cNvSpPr txBox="1">
            <a:spLocks/>
          </p:cNvSpPr>
          <p:nvPr/>
        </p:nvSpPr>
        <p:spPr bwMode="gray">
          <a:xfrm>
            <a:off x="468317" y="1245063"/>
            <a:ext cx="11276183" cy="4680000"/>
          </a:xfrm>
          <a:prstGeom prst="rect">
            <a:avLst/>
          </a:prstGeom>
        </p:spPr>
        <p:txBody>
          <a:bodyPr/>
          <a:lstStyle>
            <a:lvl1pPr marL="302279" indent="-302279" algn="l" defTabSz="914034" rtl="0" eaLnBrk="1" latinLnBrk="0" hangingPunct="1">
              <a:lnSpc>
                <a:spcPct val="140000"/>
              </a:lnSpc>
              <a:spcBef>
                <a:spcPts val="792"/>
              </a:spcBef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8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D88291BB-E472-9C1D-EF0C-86AA13B83626}"/>
                  </a:ext>
                </a:extLst>
              </p14:cNvPr>
              <p14:cNvContentPartPr/>
              <p14:nvPr/>
            </p14:nvContentPartPr>
            <p14:xfrm>
              <a:off x="1875889" y="4729279"/>
              <a:ext cx="35640" cy="16560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D88291BB-E472-9C1D-EF0C-86AA13B8362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866889" y="4720639"/>
                <a:ext cx="5328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114A63C0-DE96-1F3B-C8B0-9CACBD0AEEFB}"/>
                  </a:ext>
                </a:extLst>
              </p14:cNvPr>
              <p14:cNvContentPartPr/>
              <p14:nvPr/>
            </p14:nvContentPartPr>
            <p14:xfrm>
              <a:off x="2730529" y="4774279"/>
              <a:ext cx="200880" cy="13500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114A63C0-DE96-1F3B-C8B0-9CACBD0AEEF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721889" y="4765639"/>
                <a:ext cx="218520" cy="15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组合 39">
            <a:extLst>
              <a:ext uri="{FF2B5EF4-FFF2-40B4-BE49-F238E27FC236}">
                <a16:creationId xmlns:a16="http://schemas.microsoft.com/office/drawing/2014/main" id="{0B5B8E88-C6A7-A99F-0863-D02B883BC931}"/>
              </a:ext>
            </a:extLst>
          </p:cNvPr>
          <p:cNvGrpSpPr/>
          <p:nvPr/>
        </p:nvGrpSpPr>
        <p:grpSpPr>
          <a:xfrm>
            <a:off x="1198009" y="4661239"/>
            <a:ext cx="590040" cy="392760"/>
            <a:chOff x="1198009" y="4661239"/>
            <a:chExt cx="590040" cy="39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4170EE85-0643-D742-C218-BD9A4457B059}"/>
                    </a:ext>
                  </a:extLst>
                </p14:cNvPr>
                <p14:cNvContentPartPr/>
                <p14:nvPr/>
              </p14:nvContentPartPr>
              <p14:xfrm>
                <a:off x="1198009" y="4661239"/>
                <a:ext cx="159120" cy="227520"/>
              </p14:xfrm>
            </p:contentPart>
          </mc:Choice>
          <mc:Fallback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4170EE85-0643-D742-C218-BD9A4457B05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89369" y="4652239"/>
                  <a:ext cx="17676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FB6AB64C-5B5C-CA6C-5554-0C34E4E42745}"/>
                    </a:ext>
                  </a:extLst>
                </p14:cNvPr>
                <p14:cNvContentPartPr/>
                <p14:nvPr/>
              </p14:nvContentPartPr>
              <p14:xfrm>
                <a:off x="1340929" y="4765639"/>
                <a:ext cx="90720" cy="98280"/>
              </p14:xfrm>
            </p:contentPart>
          </mc:Choice>
          <mc:Fallback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FB6AB64C-5B5C-CA6C-5554-0C34E4E4274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331929" y="4756999"/>
                  <a:ext cx="1083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0F895A0E-2797-21E3-AE62-4965DFAD523E}"/>
                    </a:ext>
                  </a:extLst>
                </p14:cNvPr>
                <p14:cNvContentPartPr/>
                <p14:nvPr/>
              </p14:nvContentPartPr>
              <p14:xfrm>
                <a:off x="1498969" y="4820719"/>
                <a:ext cx="67320" cy="6480"/>
              </p14:xfrm>
            </p:contentPart>
          </mc:Choice>
          <mc:Fallback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0F895A0E-2797-21E3-AE62-4965DFAD523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489969" y="4811719"/>
                  <a:ext cx="849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6933FABE-87B9-FC2E-2DC9-5AEEF768827A}"/>
                    </a:ext>
                  </a:extLst>
                </p14:cNvPr>
                <p14:cNvContentPartPr/>
                <p14:nvPr/>
              </p14:nvContentPartPr>
              <p14:xfrm>
                <a:off x="1490689" y="4887319"/>
                <a:ext cx="131400" cy="163080"/>
              </p14:xfrm>
            </p:contentPart>
          </mc:Choice>
          <mc:Fallback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6933FABE-87B9-FC2E-2DC9-5AEEF768827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481689" y="4878679"/>
                  <a:ext cx="1490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15F01598-C4B7-3925-F189-580B994AF3FF}"/>
                    </a:ext>
                  </a:extLst>
                </p14:cNvPr>
                <p14:cNvContentPartPr/>
                <p14:nvPr/>
              </p14:nvContentPartPr>
              <p14:xfrm>
                <a:off x="1641889" y="4967239"/>
                <a:ext cx="146160" cy="86760"/>
              </p14:xfrm>
            </p:contentPart>
          </mc:Choice>
          <mc:Fallback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15F01598-C4B7-3925-F189-580B994AF3F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632889" y="4958599"/>
                  <a:ext cx="163800" cy="10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7F193FB8-783A-5293-AD67-D198863D1A5A}"/>
              </a:ext>
            </a:extLst>
          </p:cNvPr>
          <p:cNvGrpSpPr/>
          <p:nvPr/>
        </p:nvGrpSpPr>
        <p:grpSpPr>
          <a:xfrm>
            <a:off x="2846809" y="5028799"/>
            <a:ext cx="738000" cy="279360"/>
            <a:chOff x="2846809" y="5028799"/>
            <a:chExt cx="738000" cy="27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44" name="墨迹 43">
                  <a:extLst>
                    <a:ext uri="{FF2B5EF4-FFF2-40B4-BE49-F238E27FC236}">
                      <a16:creationId xmlns:a16="http://schemas.microsoft.com/office/drawing/2014/main" id="{555F480C-0423-C566-8AE8-11A9427F4A03}"/>
                    </a:ext>
                  </a:extLst>
                </p14:cNvPr>
                <p14:cNvContentPartPr/>
                <p14:nvPr/>
              </p14:nvContentPartPr>
              <p14:xfrm>
                <a:off x="2846809" y="5028799"/>
                <a:ext cx="144000" cy="175680"/>
              </p14:xfrm>
            </p:contentPart>
          </mc:Choice>
          <mc:Fallback>
            <p:pic>
              <p:nvPicPr>
                <p:cNvPr id="44" name="墨迹 43">
                  <a:extLst>
                    <a:ext uri="{FF2B5EF4-FFF2-40B4-BE49-F238E27FC236}">
                      <a16:creationId xmlns:a16="http://schemas.microsoft.com/office/drawing/2014/main" id="{555F480C-0423-C566-8AE8-11A9427F4A0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838169" y="5020159"/>
                  <a:ext cx="16164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48" name="墨迹 47">
                  <a:extLst>
                    <a:ext uri="{FF2B5EF4-FFF2-40B4-BE49-F238E27FC236}">
                      <a16:creationId xmlns:a16="http://schemas.microsoft.com/office/drawing/2014/main" id="{F66A00A5-74B4-B873-CE65-19D46B2E8DFC}"/>
                    </a:ext>
                  </a:extLst>
                </p14:cNvPr>
                <p14:cNvContentPartPr/>
                <p14:nvPr/>
              </p14:nvContentPartPr>
              <p14:xfrm>
                <a:off x="2982889" y="5088559"/>
                <a:ext cx="218880" cy="86040"/>
              </p14:xfrm>
            </p:contentPart>
          </mc:Choice>
          <mc:Fallback>
            <p:pic>
              <p:nvPicPr>
                <p:cNvPr id="48" name="墨迹 47">
                  <a:extLst>
                    <a:ext uri="{FF2B5EF4-FFF2-40B4-BE49-F238E27FC236}">
                      <a16:creationId xmlns:a16="http://schemas.microsoft.com/office/drawing/2014/main" id="{F66A00A5-74B4-B873-CE65-19D46B2E8DF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973889" y="5079559"/>
                  <a:ext cx="2365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49" name="墨迹 48">
                  <a:extLst>
                    <a:ext uri="{FF2B5EF4-FFF2-40B4-BE49-F238E27FC236}">
                      <a16:creationId xmlns:a16="http://schemas.microsoft.com/office/drawing/2014/main" id="{C1F7B1C3-ECD0-77B3-7D29-96A5723292B8}"/>
                    </a:ext>
                  </a:extLst>
                </p14:cNvPr>
                <p14:cNvContentPartPr/>
                <p14:nvPr/>
              </p14:nvContentPartPr>
              <p14:xfrm>
                <a:off x="3364849" y="5036719"/>
                <a:ext cx="117360" cy="39960"/>
              </p14:xfrm>
            </p:contentPart>
          </mc:Choice>
          <mc:Fallback>
            <p:pic>
              <p:nvPicPr>
                <p:cNvPr id="49" name="墨迹 48">
                  <a:extLst>
                    <a:ext uri="{FF2B5EF4-FFF2-40B4-BE49-F238E27FC236}">
                      <a16:creationId xmlns:a16="http://schemas.microsoft.com/office/drawing/2014/main" id="{C1F7B1C3-ECD0-77B3-7D29-96A5723292B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356209" y="5027719"/>
                  <a:ext cx="1350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52" name="墨迹 51">
                  <a:extLst>
                    <a:ext uri="{FF2B5EF4-FFF2-40B4-BE49-F238E27FC236}">
                      <a16:creationId xmlns:a16="http://schemas.microsoft.com/office/drawing/2014/main" id="{4651FA38-AEF0-4662-8CA3-31C1BD265E14}"/>
                    </a:ext>
                  </a:extLst>
                </p14:cNvPr>
                <p14:cNvContentPartPr/>
                <p14:nvPr/>
              </p14:nvContentPartPr>
              <p14:xfrm>
                <a:off x="3224809" y="5051119"/>
                <a:ext cx="360000" cy="257040"/>
              </p14:xfrm>
            </p:contentPart>
          </mc:Choice>
          <mc:Fallback>
            <p:pic>
              <p:nvPicPr>
                <p:cNvPr id="52" name="墨迹 51">
                  <a:extLst>
                    <a:ext uri="{FF2B5EF4-FFF2-40B4-BE49-F238E27FC236}">
                      <a16:creationId xmlns:a16="http://schemas.microsoft.com/office/drawing/2014/main" id="{4651FA38-AEF0-4662-8CA3-31C1BD265E1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215809" y="5042119"/>
                  <a:ext cx="377640" cy="274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54" name="墨迹 53">
                <a:extLst>
                  <a:ext uri="{FF2B5EF4-FFF2-40B4-BE49-F238E27FC236}">
                    <a16:creationId xmlns:a16="http://schemas.microsoft.com/office/drawing/2014/main" id="{B67B4AFB-F20A-4E12-F22A-DFDECDAA5D70}"/>
                  </a:ext>
                </a:extLst>
              </p14:cNvPr>
              <p14:cNvContentPartPr/>
              <p14:nvPr/>
            </p14:nvContentPartPr>
            <p14:xfrm>
              <a:off x="8596729" y="3611119"/>
              <a:ext cx="1035360" cy="16920"/>
            </p14:xfrm>
          </p:contentPart>
        </mc:Choice>
        <mc:Fallback>
          <p:pic>
            <p:nvPicPr>
              <p:cNvPr id="54" name="墨迹 53">
                <a:extLst>
                  <a:ext uri="{FF2B5EF4-FFF2-40B4-BE49-F238E27FC236}">
                    <a16:creationId xmlns:a16="http://schemas.microsoft.com/office/drawing/2014/main" id="{B67B4AFB-F20A-4E12-F22A-DFDECDAA5D70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588089" y="3602119"/>
                <a:ext cx="105300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59" name="墨迹 58">
                <a:extLst>
                  <a:ext uri="{FF2B5EF4-FFF2-40B4-BE49-F238E27FC236}">
                    <a16:creationId xmlns:a16="http://schemas.microsoft.com/office/drawing/2014/main" id="{CCA9CCC7-F66B-40CD-1102-709E97BE8EB7}"/>
                  </a:ext>
                </a:extLst>
              </p14:cNvPr>
              <p14:cNvContentPartPr/>
              <p14:nvPr/>
            </p14:nvContentPartPr>
            <p14:xfrm>
              <a:off x="8467129" y="3356959"/>
              <a:ext cx="1082160" cy="68760"/>
            </p14:xfrm>
          </p:contentPart>
        </mc:Choice>
        <mc:Fallback>
          <p:pic>
            <p:nvPicPr>
              <p:cNvPr id="59" name="墨迹 58">
                <a:extLst>
                  <a:ext uri="{FF2B5EF4-FFF2-40B4-BE49-F238E27FC236}">
                    <a16:creationId xmlns:a16="http://schemas.microsoft.com/office/drawing/2014/main" id="{CCA9CCC7-F66B-40CD-1102-709E97BE8EB7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8458129" y="3348319"/>
                <a:ext cx="109980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67" name="墨迹 66">
                <a:extLst>
                  <a:ext uri="{FF2B5EF4-FFF2-40B4-BE49-F238E27FC236}">
                    <a16:creationId xmlns:a16="http://schemas.microsoft.com/office/drawing/2014/main" id="{7855D68F-5CB6-454C-262F-593DCDC00776}"/>
                  </a:ext>
                </a:extLst>
              </p14:cNvPr>
              <p14:cNvContentPartPr/>
              <p14:nvPr/>
            </p14:nvContentPartPr>
            <p14:xfrm>
              <a:off x="10223209" y="4346959"/>
              <a:ext cx="906840" cy="31320"/>
            </p14:xfrm>
          </p:contentPart>
        </mc:Choice>
        <mc:Fallback>
          <p:pic>
            <p:nvPicPr>
              <p:cNvPr id="67" name="墨迹 66">
                <a:extLst>
                  <a:ext uri="{FF2B5EF4-FFF2-40B4-BE49-F238E27FC236}">
                    <a16:creationId xmlns:a16="http://schemas.microsoft.com/office/drawing/2014/main" id="{7855D68F-5CB6-454C-262F-593DCDC00776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0214209" y="4337959"/>
                <a:ext cx="924480" cy="4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组合 70">
            <a:extLst>
              <a:ext uri="{FF2B5EF4-FFF2-40B4-BE49-F238E27FC236}">
                <a16:creationId xmlns:a16="http://schemas.microsoft.com/office/drawing/2014/main" id="{5BF6BABF-9B9C-3028-2A6C-AC27A9B8465E}"/>
              </a:ext>
            </a:extLst>
          </p:cNvPr>
          <p:cNvGrpSpPr/>
          <p:nvPr/>
        </p:nvGrpSpPr>
        <p:grpSpPr>
          <a:xfrm>
            <a:off x="1086769" y="4969039"/>
            <a:ext cx="270360" cy="194400"/>
            <a:chOff x="1086769" y="4969039"/>
            <a:chExt cx="270360" cy="19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68" name="墨迹 67">
                  <a:extLst>
                    <a:ext uri="{FF2B5EF4-FFF2-40B4-BE49-F238E27FC236}">
                      <a16:creationId xmlns:a16="http://schemas.microsoft.com/office/drawing/2014/main" id="{8B67C8BB-8DBF-7DDE-D073-D42931A582FE}"/>
                    </a:ext>
                  </a:extLst>
                </p14:cNvPr>
                <p14:cNvContentPartPr/>
                <p14:nvPr/>
              </p14:nvContentPartPr>
              <p14:xfrm>
                <a:off x="1093969" y="5028439"/>
                <a:ext cx="231120" cy="8640"/>
              </p14:xfrm>
            </p:contentPart>
          </mc:Choice>
          <mc:Fallback>
            <p:pic>
              <p:nvPicPr>
                <p:cNvPr id="68" name="墨迹 67">
                  <a:extLst>
                    <a:ext uri="{FF2B5EF4-FFF2-40B4-BE49-F238E27FC236}">
                      <a16:creationId xmlns:a16="http://schemas.microsoft.com/office/drawing/2014/main" id="{8B67C8BB-8DBF-7DDE-D073-D42931A582F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84969" y="5019799"/>
                  <a:ext cx="2487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69" name="墨迹 68">
                  <a:extLst>
                    <a:ext uri="{FF2B5EF4-FFF2-40B4-BE49-F238E27FC236}">
                      <a16:creationId xmlns:a16="http://schemas.microsoft.com/office/drawing/2014/main" id="{3259CA80-55A1-35D8-549D-A205B6B61593}"/>
                    </a:ext>
                  </a:extLst>
                </p14:cNvPr>
                <p14:cNvContentPartPr/>
                <p14:nvPr/>
              </p14:nvContentPartPr>
              <p14:xfrm>
                <a:off x="1086769" y="5081719"/>
                <a:ext cx="264600" cy="8280"/>
              </p14:xfrm>
            </p:contentPart>
          </mc:Choice>
          <mc:Fallback>
            <p:pic>
              <p:nvPicPr>
                <p:cNvPr id="69" name="墨迹 68">
                  <a:extLst>
                    <a:ext uri="{FF2B5EF4-FFF2-40B4-BE49-F238E27FC236}">
                      <a16:creationId xmlns:a16="http://schemas.microsoft.com/office/drawing/2014/main" id="{3259CA80-55A1-35D8-549D-A205B6B6159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77769" y="5072719"/>
                  <a:ext cx="2822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70" name="墨迹 69">
                  <a:extLst>
                    <a:ext uri="{FF2B5EF4-FFF2-40B4-BE49-F238E27FC236}">
                      <a16:creationId xmlns:a16="http://schemas.microsoft.com/office/drawing/2014/main" id="{8BC9DE2E-BF5B-79B1-60A3-4DAE5DDA9254}"/>
                    </a:ext>
                  </a:extLst>
                </p14:cNvPr>
                <p14:cNvContentPartPr/>
                <p14:nvPr/>
              </p14:nvContentPartPr>
              <p14:xfrm>
                <a:off x="1199089" y="4969039"/>
                <a:ext cx="158040" cy="194400"/>
              </p14:xfrm>
            </p:contentPart>
          </mc:Choice>
          <mc:Fallback>
            <p:pic>
              <p:nvPicPr>
                <p:cNvPr id="70" name="墨迹 69">
                  <a:extLst>
                    <a:ext uri="{FF2B5EF4-FFF2-40B4-BE49-F238E27FC236}">
                      <a16:creationId xmlns:a16="http://schemas.microsoft.com/office/drawing/2014/main" id="{8BC9DE2E-BF5B-79B1-60A3-4DAE5DDA925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190089" y="4960039"/>
                  <a:ext cx="175680" cy="212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777334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>
                <a:sym typeface="Huawei Sans" panose="020C0503030203020204" pitchFamily="34" charset="0"/>
              </a:rPr>
              <a:t>Telemetry</a:t>
            </a:r>
            <a:r>
              <a:rPr lang="zh-CN" altLang="en-US">
                <a:sym typeface="Huawei Sans" panose="020C0503030203020204" pitchFamily="34" charset="0"/>
              </a:rPr>
              <a:t>应用场景：园区网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>
                <a:sym typeface="Huawei Sans" panose="020C0503030203020204" pitchFamily="34" charset="0"/>
              </a:rPr>
              <a:t>园区网中可通过</a:t>
            </a:r>
            <a:r>
              <a:rPr lang="en-US" altLang="zh-CN" sz="1800" dirty="0">
                <a:sym typeface="Huawei Sans" panose="020C0503030203020204" pitchFamily="34" charset="0"/>
              </a:rPr>
              <a:t>Telemetry</a:t>
            </a:r>
            <a:r>
              <a:rPr lang="zh-CN" altLang="en-US" sz="1800" dirty="0">
                <a:sym typeface="Huawei Sans" panose="020C0503030203020204" pitchFamily="34" charset="0"/>
              </a:rPr>
              <a:t>将设备状态、有线无线数据同时监控上报分析器，实现智能运维。</a:t>
            </a: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grpSp>
        <p:nvGrpSpPr>
          <p:cNvPr id="73" name="组合 72"/>
          <p:cNvGrpSpPr/>
          <p:nvPr/>
        </p:nvGrpSpPr>
        <p:grpSpPr bwMode="gray">
          <a:xfrm>
            <a:off x="558355" y="1451283"/>
            <a:ext cx="5565452" cy="4705108"/>
            <a:chOff x="2796327" y="1415735"/>
            <a:chExt cx="5565452" cy="4705108"/>
          </a:xfrm>
        </p:grpSpPr>
        <p:grpSp>
          <p:nvGrpSpPr>
            <p:cNvPr id="70" name="组合 69"/>
            <p:cNvGrpSpPr/>
            <p:nvPr/>
          </p:nvGrpSpPr>
          <p:grpSpPr bwMode="gray">
            <a:xfrm>
              <a:off x="2796327" y="1415735"/>
              <a:ext cx="5565452" cy="4705108"/>
              <a:chOff x="2182909" y="1779508"/>
              <a:chExt cx="5090001" cy="4303156"/>
            </a:xfrm>
          </p:grpSpPr>
          <p:sp>
            <p:nvSpPr>
              <p:cNvPr id="221" name="Freeform 159"/>
              <p:cNvSpPr/>
              <p:nvPr/>
            </p:nvSpPr>
            <p:spPr bwMode="gray">
              <a:xfrm flipH="1">
                <a:off x="4188697" y="1779508"/>
                <a:ext cx="1314219" cy="621945"/>
              </a:xfrm>
              <a:custGeom>
                <a:avLst/>
                <a:gdLst>
                  <a:gd name="connsiteX0" fmla="*/ 2693983 w 4431601"/>
                  <a:gd name="connsiteY0" fmla="*/ 0 h 2316519"/>
                  <a:gd name="connsiteX1" fmla="*/ 1918242 w 4431601"/>
                  <a:gd name="connsiteY1" fmla="*/ 324162 h 2316519"/>
                  <a:gd name="connsiteX2" fmla="*/ 1859647 w 4431601"/>
                  <a:gd name="connsiteY2" fmla="*/ 395807 h 2316519"/>
                  <a:gd name="connsiteX3" fmla="*/ 1815580 w 4431601"/>
                  <a:gd name="connsiteY3" fmla="*/ 362462 h 2316519"/>
                  <a:gd name="connsiteX4" fmla="*/ 1347603 w 4431601"/>
                  <a:gd name="connsiteY4" fmla="*/ 231362 h 2316519"/>
                  <a:gd name="connsiteX5" fmla="*/ 527605 w 4431601"/>
                  <a:gd name="connsiteY5" fmla="*/ 844290 h 2316519"/>
                  <a:gd name="connsiteX6" fmla="*/ 523639 w 4431601"/>
                  <a:gd name="connsiteY6" fmla="*/ 880372 h 2316519"/>
                  <a:gd name="connsiteX7" fmla="*/ 444716 w 4431601"/>
                  <a:gd name="connsiteY7" fmla="*/ 905088 h 2316519"/>
                  <a:gd name="connsiteX8" fmla="*/ 0 w 4431601"/>
                  <a:gd name="connsiteY8" fmla="*/ 1581940 h 2316519"/>
                  <a:gd name="connsiteX9" fmla="*/ 653694 w 4431601"/>
                  <a:gd name="connsiteY9" fmla="*/ 2312727 h 2316519"/>
                  <a:gd name="connsiteX10" fmla="*/ 653931 w 4431601"/>
                  <a:gd name="connsiteY10" fmla="*/ 2312739 h 2316519"/>
                  <a:gd name="connsiteX11" fmla="*/ 653931 w 4431601"/>
                  <a:gd name="connsiteY11" fmla="*/ 2316518 h 2316519"/>
                  <a:gd name="connsiteX12" fmla="*/ 728123 w 4431601"/>
                  <a:gd name="connsiteY12" fmla="*/ 2316518 h 2316519"/>
                  <a:gd name="connsiteX13" fmla="*/ 728142 w 4431601"/>
                  <a:gd name="connsiteY13" fmla="*/ 2316519 h 2316519"/>
                  <a:gd name="connsiteX14" fmla="*/ 728162 w 4431601"/>
                  <a:gd name="connsiteY14" fmla="*/ 2316518 h 2316519"/>
                  <a:gd name="connsiteX15" fmla="*/ 3745239 w 4431601"/>
                  <a:gd name="connsiteY15" fmla="*/ 2316518 h 2316519"/>
                  <a:gd name="connsiteX16" fmla="*/ 3745249 w 4431601"/>
                  <a:gd name="connsiteY16" fmla="*/ 2316519 h 2316519"/>
                  <a:gd name="connsiteX17" fmla="*/ 3745259 w 4431601"/>
                  <a:gd name="connsiteY17" fmla="*/ 2316518 h 2316519"/>
                  <a:gd name="connsiteX18" fmla="*/ 3788771 w 4431601"/>
                  <a:gd name="connsiteY18" fmla="*/ 2316518 h 2316519"/>
                  <a:gd name="connsiteX19" fmla="*/ 3788771 w 4431601"/>
                  <a:gd name="connsiteY19" fmla="*/ 2312093 h 2316519"/>
                  <a:gd name="connsiteX20" fmla="*/ 3883573 w 4431601"/>
                  <a:gd name="connsiteY20" fmla="*/ 2302452 h 2316519"/>
                  <a:gd name="connsiteX21" fmla="*/ 4431601 w 4431601"/>
                  <a:gd name="connsiteY21" fmla="*/ 1624103 h 2316519"/>
                  <a:gd name="connsiteX22" fmla="*/ 3883573 w 4431601"/>
                  <a:gd name="connsiteY22" fmla="*/ 945754 h 2316519"/>
                  <a:gd name="connsiteX23" fmla="*/ 3773844 w 4431601"/>
                  <a:gd name="connsiteY23" fmla="*/ 934595 h 2316519"/>
                  <a:gd name="connsiteX24" fmla="*/ 3768759 w 4431601"/>
                  <a:gd name="connsiteY24" fmla="*/ 883707 h 2316519"/>
                  <a:gd name="connsiteX25" fmla="*/ 2693983 w 4431601"/>
                  <a:gd name="connsiteY25" fmla="*/ 0 h 23165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4431601" h="2316519">
                    <a:moveTo>
                      <a:pt x="2693983" y="0"/>
                    </a:moveTo>
                    <a:cubicBezTo>
                      <a:pt x="2391037" y="0"/>
                      <a:pt x="2116771" y="123878"/>
                      <a:pt x="1918242" y="324162"/>
                    </a:cubicBezTo>
                    <a:lnTo>
                      <a:pt x="1859647" y="395807"/>
                    </a:lnTo>
                    <a:lnTo>
                      <a:pt x="1815580" y="362462"/>
                    </a:lnTo>
                    <a:cubicBezTo>
                      <a:pt x="1681993" y="279692"/>
                      <a:pt x="1520952" y="231362"/>
                      <a:pt x="1347603" y="231362"/>
                    </a:cubicBezTo>
                    <a:cubicBezTo>
                      <a:pt x="943122" y="231362"/>
                      <a:pt x="605652" y="494493"/>
                      <a:pt x="527605" y="844290"/>
                    </a:cubicBezTo>
                    <a:lnTo>
                      <a:pt x="523639" y="880372"/>
                    </a:lnTo>
                    <a:lnTo>
                      <a:pt x="444716" y="905088"/>
                    </a:lnTo>
                    <a:cubicBezTo>
                      <a:pt x="183375" y="1016603"/>
                      <a:pt x="0" y="1277667"/>
                      <a:pt x="0" y="1581940"/>
                    </a:cubicBezTo>
                    <a:cubicBezTo>
                      <a:pt x="0" y="1962281"/>
                      <a:pt x="286523" y="2275109"/>
                      <a:pt x="653694" y="2312727"/>
                    </a:cubicBezTo>
                    <a:lnTo>
                      <a:pt x="653931" y="2312739"/>
                    </a:lnTo>
                    <a:lnTo>
                      <a:pt x="653931" y="2316518"/>
                    </a:lnTo>
                    <a:lnTo>
                      <a:pt x="728123" y="2316518"/>
                    </a:lnTo>
                    <a:lnTo>
                      <a:pt x="728142" y="2316519"/>
                    </a:lnTo>
                    <a:lnTo>
                      <a:pt x="728162" y="2316518"/>
                    </a:lnTo>
                    <a:lnTo>
                      <a:pt x="3745239" y="2316518"/>
                    </a:lnTo>
                    <a:lnTo>
                      <a:pt x="3745249" y="2316519"/>
                    </a:lnTo>
                    <a:lnTo>
                      <a:pt x="3745259" y="2316518"/>
                    </a:lnTo>
                    <a:lnTo>
                      <a:pt x="3788771" y="2316518"/>
                    </a:lnTo>
                    <a:lnTo>
                      <a:pt x="3788771" y="2312093"/>
                    </a:lnTo>
                    <a:lnTo>
                      <a:pt x="3883573" y="2302452"/>
                    </a:lnTo>
                    <a:cubicBezTo>
                      <a:pt x="4196332" y="2237887"/>
                      <a:pt x="4431601" y="1958713"/>
                      <a:pt x="4431601" y="1624103"/>
                    </a:cubicBezTo>
                    <a:cubicBezTo>
                      <a:pt x="4431601" y="1289493"/>
                      <a:pt x="4196332" y="1010319"/>
                      <a:pt x="3883573" y="945754"/>
                    </a:cubicBezTo>
                    <a:lnTo>
                      <a:pt x="3773844" y="934595"/>
                    </a:lnTo>
                    <a:lnTo>
                      <a:pt x="3768759" y="883707"/>
                    </a:lnTo>
                    <a:cubicBezTo>
                      <a:pt x="3666462" y="379376"/>
                      <a:pt x="3224139" y="0"/>
                      <a:pt x="2693983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285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cxnSp>
            <p:nvCxnSpPr>
              <p:cNvPr id="112" name="Straight Connector 79"/>
              <p:cNvCxnSpPr/>
              <p:nvPr/>
            </p:nvCxnSpPr>
            <p:spPr bwMode="gray">
              <a:xfrm flipH="1">
                <a:off x="5264073" y="3135778"/>
                <a:ext cx="290606" cy="310363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13" name="Straight Connector 79"/>
              <p:cNvCxnSpPr/>
              <p:nvPr/>
            </p:nvCxnSpPr>
            <p:spPr bwMode="gray">
              <a:xfrm flipH="1">
                <a:off x="5549146" y="3137867"/>
                <a:ext cx="1114093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14" name="Straight Connector 79"/>
              <p:cNvCxnSpPr/>
              <p:nvPr/>
            </p:nvCxnSpPr>
            <p:spPr bwMode="gray">
              <a:xfrm flipH="1">
                <a:off x="4488230" y="3077069"/>
                <a:ext cx="290606" cy="310363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15" name="Straight Connector 79"/>
              <p:cNvCxnSpPr/>
              <p:nvPr/>
            </p:nvCxnSpPr>
            <p:spPr bwMode="gray">
              <a:xfrm flipH="1" flipV="1">
                <a:off x="4853052" y="3025173"/>
                <a:ext cx="322967" cy="341285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16" name="Straight Connector 79"/>
              <p:cNvCxnSpPr/>
              <p:nvPr/>
            </p:nvCxnSpPr>
            <p:spPr bwMode="gray">
              <a:xfrm flipH="1" flipV="1">
                <a:off x="4143128" y="3079158"/>
                <a:ext cx="322967" cy="341285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19" name="Straight Connector 79"/>
              <p:cNvCxnSpPr/>
              <p:nvPr/>
            </p:nvCxnSpPr>
            <p:spPr bwMode="gray">
              <a:xfrm flipH="1">
                <a:off x="5347511" y="3420443"/>
                <a:ext cx="834346" cy="1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20" name="Straight Connector 76"/>
              <p:cNvCxnSpPr/>
              <p:nvPr/>
            </p:nvCxnSpPr>
            <p:spPr bwMode="gray">
              <a:xfrm>
                <a:off x="2217225" y="2858624"/>
                <a:ext cx="4333785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" lastClr="FFFFFF">
                    <a:lumMod val="85000"/>
                  </a:sysClr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122" name="Straight Connector 78"/>
              <p:cNvCxnSpPr/>
              <p:nvPr/>
            </p:nvCxnSpPr>
            <p:spPr bwMode="gray">
              <a:xfrm>
                <a:off x="2217225" y="3951399"/>
                <a:ext cx="4333785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" lastClr="FFFFFF">
                    <a:lumMod val="85000"/>
                  </a:sysClr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123" name="Straight Connector 80"/>
              <p:cNvCxnSpPr/>
              <p:nvPr/>
            </p:nvCxnSpPr>
            <p:spPr bwMode="gray">
              <a:xfrm>
                <a:off x="2217225" y="4598903"/>
                <a:ext cx="4333785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" lastClr="FFFFFF">
                    <a:lumMod val="85000"/>
                  </a:sysClr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124" name="Straight Connector 81"/>
              <p:cNvCxnSpPr/>
              <p:nvPr/>
            </p:nvCxnSpPr>
            <p:spPr bwMode="gray">
              <a:xfrm>
                <a:off x="2217225" y="5612260"/>
                <a:ext cx="4333785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" lastClr="FFFFFF">
                    <a:lumMod val="85000"/>
                  </a:sysClr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125" name="Straight Connector 82"/>
              <p:cNvCxnSpPr/>
              <p:nvPr/>
            </p:nvCxnSpPr>
            <p:spPr bwMode="gray">
              <a:xfrm>
                <a:off x="2217225" y="6082664"/>
                <a:ext cx="4333785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" lastClr="FFFFFF">
                    <a:lumMod val="85000"/>
                  </a:sysClr>
                </a:solidFill>
                <a:prstDash val="sysDot"/>
                <a:miter lim="800000"/>
              </a:ln>
              <a:effectLst/>
            </p:spPr>
          </p:cxnSp>
          <p:pic>
            <p:nvPicPr>
              <p:cNvPr id="126" name="图片 105" descr="AP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 bwMode="gray">
              <a:xfrm>
                <a:off x="6028433" y="5292345"/>
                <a:ext cx="315095" cy="257806"/>
              </a:xfrm>
              <a:prstGeom prst="rect">
                <a:avLst/>
              </a:prstGeom>
            </p:spPr>
          </p:pic>
          <p:cxnSp>
            <p:nvCxnSpPr>
              <p:cNvPr id="127" name="Straight Connector 74"/>
              <p:cNvCxnSpPr>
                <a:stCxn id="126" idx="0"/>
                <a:endCxn id="161" idx="2"/>
              </p:cNvCxnSpPr>
              <p:nvPr/>
            </p:nvCxnSpPr>
            <p:spPr bwMode="gray">
              <a:xfrm flipV="1">
                <a:off x="6185981" y="5074232"/>
                <a:ext cx="871" cy="218113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pic>
            <p:nvPicPr>
              <p:cNvPr id="132" name="图片 105" descr="AP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 bwMode="gray">
              <a:xfrm>
                <a:off x="4031105" y="5292345"/>
                <a:ext cx="315095" cy="257806"/>
              </a:xfrm>
              <a:prstGeom prst="rect">
                <a:avLst/>
              </a:prstGeom>
            </p:spPr>
          </p:pic>
          <p:pic>
            <p:nvPicPr>
              <p:cNvPr id="133" name="图片 102" descr="AC-蓝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 bwMode="gray">
              <a:xfrm>
                <a:off x="3427988" y="3290851"/>
                <a:ext cx="316781" cy="259185"/>
              </a:xfrm>
              <a:prstGeom prst="rect">
                <a:avLst/>
              </a:prstGeom>
            </p:spPr>
          </p:pic>
          <p:pic>
            <p:nvPicPr>
              <p:cNvPr id="134" name="图片 86" descr="核心交换机.png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 bwMode="gray">
              <a:xfrm>
                <a:off x="4310525" y="3291541"/>
                <a:ext cx="315095" cy="257806"/>
              </a:xfrm>
              <a:prstGeom prst="rect">
                <a:avLst/>
              </a:prstGeom>
            </p:spPr>
          </p:pic>
          <p:pic>
            <p:nvPicPr>
              <p:cNvPr id="135" name="图片 86" descr="核心交换机.png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 bwMode="gray">
              <a:xfrm>
                <a:off x="5082738" y="3291541"/>
                <a:ext cx="315095" cy="257806"/>
              </a:xfrm>
              <a:prstGeom prst="rect">
                <a:avLst/>
              </a:prstGeom>
            </p:spPr>
          </p:pic>
          <p:cxnSp>
            <p:nvCxnSpPr>
              <p:cNvPr id="136" name="Straight Connector 13"/>
              <p:cNvCxnSpPr>
                <a:stCxn id="134" idx="3"/>
                <a:endCxn id="135" idx="1"/>
              </p:cNvCxnSpPr>
              <p:nvPr/>
            </p:nvCxnSpPr>
            <p:spPr bwMode="gray">
              <a:xfrm>
                <a:off x="4625620" y="3420444"/>
                <a:ext cx="457118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56C4D2"/>
                </a:solidFill>
                <a:prstDash val="solid"/>
                <a:miter lim="800000"/>
              </a:ln>
              <a:effectLst/>
            </p:spPr>
          </p:cxnSp>
          <p:pic>
            <p:nvPicPr>
              <p:cNvPr id="137" name="图片 87" descr="汇聚交换机.pn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 bwMode="gray">
              <a:xfrm>
                <a:off x="3243893" y="4139910"/>
                <a:ext cx="315095" cy="257806"/>
              </a:xfrm>
              <a:prstGeom prst="rect">
                <a:avLst/>
              </a:prstGeom>
            </p:spPr>
          </p:pic>
          <p:pic>
            <p:nvPicPr>
              <p:cNvPr id="138" name="图片 87" descr="汇聚交换机.pn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 bwMode="gray">
              <a:xfrm>
                <a:off x="4014252" y="4139910"/>
                <a:ext cx="315095" cy="257806"/>
              </a:xfrm>
              <a:prstGeom prst="rect">
                <a:avLst/>
              </a:prstGeom>
            </p:spPr>
          </p:pic>
          <p:cxnSp>
            <p:nvCxnSpPr>
              <p:cNvPr id="139" name="Straight Connector 16"/>
              <p:cNvCxnSpPr>
                <a:stCxn id="137" idx="3"/>
                <a:endCxn id="138" idx="1"/>
              </p:cNvCxnSpPr>
              <p:nvPr/>
            </p:nvCxnSpPr>
            <p:spPr bwMode="gray">
              <a:xfrm>
                <a:off x="3558988" y="4268814"/>
                <a:ext cx="455264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56C4D2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40" name="Straight Connector 19"/>
              <p:cNvCxnSpPr/>
              <p:nvPr/>
            </p:nvCxnSpPr>
            <p:spPr bwMode="gray">
              <a:xfrm>
                <a:off x="5900052" y="2210702"/>
                <a:ext cx="252306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56C4D2"/>
                </a:solidFill>
                <a:prstDash val="solid"/>
                <a:miter lim="800000"/>
              </a:ln>
              <a:effectLst/>
            </p:spPr>
          </p:cxnSp>
          <p:sp>
            <p:nvSpPr>
              <p:cNvPr id="141" name="TextBox 20"/>
              <p:cNvSpPr txBox="1"/>
              <p:nvPr/>
            </p:nvSpPr>
            <p:spPr bwMode="gray">
              <a:xfrm>
                <a:off x="6152357" y="2095008"/>
                <a:ext cx="1118897" cy="2533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200" dirty="0" err="1">
                    <a:solidFill>
                      <a:prstClr val="black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iStack</a:t>
                </a:r>
                <a:r>
                  <a:rPr lang="en-US" altLang="zh-CN" sz="1200" dirty="0">
                    <a:solidFill>
                      <a:prstClr val="black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/CSS</a:t>
                </a:r>
                <a:r>
                  <a:rPr lang="zh-CN" altLang="en-US" sz="1200" dirty="0">
                    <a:solidFill>
                      <a:prstClr val="black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链路</a:t>
                </a:r>
              </a:p>
            </p:txBody>
          </p:sp>
          <p:pic>
            <p:nvPicPr>
              <p:cNvPr id="142" name="图片 87" descr="汇聚交换机.pn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 bwMode="gray">
              <a:xfrm>
                <a:off x="5258017" y="4139910"/>
                <a:ext cx="315095" cy="257806"/>
              </a:xfrm>
              <a:prstGeom prst="rect">
                <a:avLst/>
              </a:prstGeom>
            </p:spPr>
          </p:pic>
          <p:pic>
            <p:nvPicPr>
              <p:cNvPr id="143" name="图片 87" descr="汇聚交换机.pn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 bwMode="gray">
              <a:xfrm>
                <a:off x="6029304" y="4139910"/>
                <a:ext cx="315095" cy="257806"/>
              </a:xfrm>
              <a:prstGeom prst="rect">
                <a:avLst/>
              </a:prstGeom>
            </p:spPr>
          </p:pic>
          <p:cxnSp>
            <p:nvCxnSpPr>
              <p:cNvPr id="144" name="Straight Connector 29"/>
              <p:cNvCxnSpPr>
                <a:stCxn id="142" idx="3"/>
                <a:endCxn id="143" idx="1"/>
              </p:cNvCxnSpPr>
              <p:nvPr/>
            </p:nvCxnSpPr>
            <p:spPr bwMode="gray">
              <a:xfrm>
                <a:off x="5573113" y="4268814"/>
                <a:ext cx="456191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56C4D2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45" name="Straight Connector 30"/>
              <p:cNvCxnSpPr>
                <a:stCxn id="137" idx="0"/>
                <a:endCxn id="134" idx="2"/>
              </p:cNvCxnSpPr>
              <p:nvPr/>
            </p:nvCxnSpPr>
            <p:spPr bwMode="gray">
              <a:xfrm flipV="1">
                <a:off x="3401441" y="3549347"/>
                <a:ext cx="1066632" cy="590563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46" name="Straight Connector 33"/>
              <p:cNvCxnSpPr>
                <a:stCxn id="138" idx="0"/>
                <a:endCxn id="135" idx="2"/>
              </p:cNvCxnSpPr>
              <p:nvPr/>
            </p:nvCxnSpPr>
            <p:spPr bwMode="gray">
              <a:xfrm flipV="1">
                <a:off x="4171800" y="3549347"/>
                <a:ext cx="1068486" cy="590563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47" name="Straight Connector 36"/>
              <p:cNvCxnSpPr>
                <a:stCxn id="142" idx="0"/>
                <a:endCxn id="134" idx="2"/>
              </p:cNvCxnSpPr>
              <p:nvPr/>
            </p:nvCxnSpPr>
            <p:spPr bwMode="gray">
              <a:xfrm flipH="1" flipV="1">
                <a:off x="4468073" y="3549347"/>
                <a:ext cx="947493" cy="590563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48" name="Straight Connector 39"/>
              <p:cNvCxnSpPr>
                <a:stCxn id="143" idx="0"/>
                <a:endCxn id="135" idx="2"/>
              </p:cNvCxnSpPr>
              <p:nvPr/>
            </p:nvCxnSpPr>
            <p:spPr bwMode="gray">
              <a:xfrm flipH="1" flipV="1">
                <a:off x="5240286" y="3549347"/>
                <a:ext cx="946566" cy="590563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sp>
            <p:nvSpPr>
              <p:cNvPr id="149" name="Oval 42"/>
              <p:cNvSpPr/>
              <p:nvPr/>
            </p:nvSpPr>
            <p:spPr bwMode="gray">
              <a:xfrm rot="3077028">
                <a:off x="4099717" y="3811292"/>
                <a:ext cx="545576" cy="85888"/>
              </a:xfrm>
              <a:prstGeom prst="ellipse">
                <a:avLst/>
              </a:prstGeom>
              <a:noFill/>
              <a:ln w="19050" cap="flat" cmpd="sng" algn="ctr">
                <a:solidFill>
                  <a:srgbClr val="EC706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pic>
            <p:nvPicPr>
              <p:cNvPr id="150" name="图片 106" descr="堆叠交换机蓝.pn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 bwMode="gray">
              <a:xfrm>
                <a:off x="3243050" y="4815047"/>
                <a:ext cx="316781" cy="259185"/>
              </a:xfrm>
              <a:prstGeom prst="rect">
                <a:avLst/>
              </a:prstGeom>
            </p:spPr>
          </p:pic>
          <p:pic>
            <p:nvPicPr>
              <p:cNvPr id="151" name="图片 106" descr="堆叠交换机蓝.pn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 bwMode="gray">
              <a:xfrm>
                <a:off x="4013409" y="4815047"/>
                <a:ext cx="316781" cy="259185"/>
              </a:xfrm>
              <a:prstGeom prst="rect">
                <a:avLst/>
              </a:prstGeom>
            </p:spPr>
          </p:pic>
          <p:cxnSp>
            <p:nvCxnSpPr>
              <p:cNvPr id="152" name="Straight Connector 34"/>
              <p:cNvCxnSpPr>
                <a:stCxn id="150" idx="0"/>
              </p:cNvCxnSpPr>
              <p:nvPr/>
            </p:nvCxnSpPr>
            <p:spPr bwMode="gray">
              <a:xfrm flipH="1" flipV="1">
                <a:off x="3389226" y="4397718"/>
                <a:ext cx="12215" cy="417329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53" name="Straight Connector 35"/>
              <p:cNvCxnSpPr>
                <a:stCxn id="150" idx="0"/>
                <a:endCxn id="138" idx="2"/>
              </p:cNvCxnSpPr>
              <p:nvPr/>
            </p:nvCxnSpPr>
            <p:spPr bwMode="gray">
              <a:xfrm flipV="1">
                <a:off x="3401441" y="4397716"/>
                <a:ext cx="770359" cy="417331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54" name="Straight Connector 37"/>
              <p:cNvCxnSpPr>
                <a:stCxn id="151" idx="0"/>
                <a:endCxn id="137" idx="2"/>
              </p:cNvCxnSpPr>
              <p:nvPr/>
            </p:nvCxnSpPr>
            <p:spPr bwMode="gray">
              <a:xfrm flipH="1" flipV="1">
                <a:off x="3401441" y="4397716"/>
                <a:ext cx="770359" cy="417331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55" name="Straight Connector 38"/>
              <p:cNvCxnSpPr>
                <a:stCxn id="151" idx="0"/>
                <a:endCxn id="138" idx="2"/>
              </p:cNvCxnSpPr>
              <p:nvPr/>
            </p:nvCxnSpPr>
            <p:spPr bwMode="gray">
              <a:xfrm flipV="1">
                <a:off x="4171800" y="4397716"/>
                <a:ext cx="0" cy="417331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grpSp>
            <p:nvGrpSpPr>
              <p:cNvPr id="156" name="Group 40"/>
              <p:cNvGrpSpPr/>
              <p:nvPr/>
            </p:nvGrpSpPr>
            <p:grpSpPr bwMode="gray">
              <a:xfrm>
                <a:off x="3663529" y="4914758"/>
                <a:ext cx="246182" cy="58245"/>
                <a:chOff x="559282" y="6488261"/>
                <a:chExt cx="261965" cy="61979"/>
              </a:xfrm>
              <a:solidFill>
                <a:sysClr val="window" lastClr="FFFFFF">
                  <a:lumMod val="50000"/>
                </a:sysClr>
              </a:solidFill>
            </p:grpSpPr>
            <p:sp>
              <p:nvSpPr>
                <p:cNvPr id="157" name="Oval 41"/>
                <p:cNvSpPr>
                  <a:spLocks noChangeAspect="1"/>
                </p:cNvSpPr>
                <p:nvPr/>
              </p:nvSpPr>
              <p:spPr bwMode="gray">
                <a:xfrm>
                  <a:off x="759268" y="6488261"/>
                  <a:ext cx="61979" cy="61979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endParaRPr>
                </a:p>
              </p:txBody>
            </p:sp>
            <p:sp>
              <p:nvSpPr>
                <p:cNvPr id="158" name="Oval 44"/>
                <p:cNvSpPr>
                  <a:spLocks noChangeAspect="1"/>
                </p:cNvSpPr>
                <p:nvPr/>
              </p:nvSpPr>
              <p:spPr bwMode="gray">
                <a:xfrm>
                  <a:off x="559282" y="6488261"/>
                  <a:ext cx="61979" cy="61979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endParaRPr>
                </a:p>
              </p:txBody>
            </p:sp>
            <p:sp>
              <p:nvSpPr>
                <p:cNvPr id="159" name="Oval 45"/>
                <p:cNvSpPr>
                  <a:spLocks noChangeAspect="1"/>
                </p:cNvSpPr>
                <p:nvPr/>
              </p:nvSpPr>
              <p:spPr bwMode="gray">
                <a:xfrm>
                  <a:off x="659275" y="6488261"/>
                  <a:ext cx="61979" cy="61979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endParaRPr>
                </a:p>
              </p:txBody>
            </p:sp>
          </p:grpSp>
          <p:pic>
            <p:nvPicPr>
              <p:cNvPr id="160" name="图片 106" descr="堆叠交换机蓝.pn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 bwMode="gray">
              <a:xfrm>
                <a:off x="5257174" y="4815047"/>
                <a:ext cx="316781" cy="259185"/>
              </a:xfrm>
              <a:prstGeom prst="rect">
                <a:avLst/>
              </a:prstGeom>
            </p:spPr>
          </p:pic>
          <p:pic>
            <p:nvPicPr>
              <p:cNvPr id="161" name="图片 106" descr="堆叠交换机蓝.pn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 bwMode="gray">
              <a:xfrm>
                <a:off x="6028461" y="4815047"/>
                <a:ext cx="316781" cy="259185"/>
              </a:xfrm>
              <a:prstGeom prst="rect">
                <a:avLst/>
              </a:prstGeom>
            </p:spPr>
          </p:pic>
          <p:grpSp>
            <p:nvGrpSpPr>
              <p:cNvPr id="162" name="Group 54"/>
              <p:cNvGrpSpPr/>
              <p:nvPr/>
            </p:nvGrpSpPr>
            <p:grpSpPr bwMode="gray">
              <a:xfrm>
                <a:off x="5678581" y="4914758"/>
                <a:ext cx="246182" cy="58245"/>
                <a:chOff x="559282" y="6488261"/>
                <a:chExt cx="261965" cy="61979"/>
              </a:xfrm>
              <a:solidFill>
                <a:sysClr val="window" lastClr="FFFFFF">
                  <a:lumMod val="50000"/>
                </a:sysClr>
              </a:solidFill>
            </p:grpSpPr>
            <p:sp>
              <p:nvSpPr>
                <p:cNvPr id="163" name="Oval 55"/>
                <p:cNvSpPr>
                  <a:spLocks noChangeAspect="1"/>
                </p:cNvSpPr>
                <p:nvPr/>
              </p:nvSpPr>
              <p:spPr bwMode="gray">
                <a:xfrm>
                  <a:off x="759268" y="6488261"/>
                  <a:ext cx="61979" cy="61979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endParaRPr>
                </a:p>
              </p:txBody>
            </p:sp>
            <p:sp>
              <p:nvSpPr>
                <p:cNvPr id="164" name="Oval 56"/>
                <p:cNvSpPr>
                  <a:spLocks noChangeAspect="1"/>
                </p:cNvSpPr>
                <p:nvPr/>
              </p:nvSpPr>
              <p:spPr bwMode="gray">
                <a:xfrm>
                  <a:off x="559282" y="6488261"/>
                  <a:ext cx="61979" cy="61979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endParaRPr>
                </a:p>
              </p:txBody>
            </p:sp>
            <p:sp>
              <p:nvSpPr>
                <p:cNvPr id="165" name="Oval 57"/>
                <p:cNvSpPr>
                  <a:spLocks noChangeAspect="1"/>
                </p:cNvSpPr>
                <p:nvPr/>
              </p:nvSpPr>
              <p:spPr bwMode="gray">
                <a:xfrm>
                  <a:off x="659275" y="6488261"/>
                  <a:ext cx="61979" cy="61979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endParaRPr>
                </a:p>
              </p:txBody>
            </p:sp>
          </p:grpSp>
          <p:cxnSp>
            <p:nvCxnSpPr>
              <p:cNvPr id="166" name="Straight Connector 58"/>
              <p:cNvCxnSpPr>
                <a:stCxn id="160" idx="0"/>
                <a:endCxn id="142" idx="2"/>
              </p:cNvCxnSpPr>
              <p:nvPr/>
            </p:nvCxnSpPr>
            <p:spPr bwMode="gray">
              <a:xfrm flipV="1">
                <a:off x="5415565" y="4397716"/>
                <a:ext cx="0" cy="417331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67" name="Straight Connector 61"/>
              <p:cNvCxnSpPr>
                <a:stCxn id="161" idx="0"/>
                <a:endCxn id="143" idx="2"/>
              </p:cNvCxnSpPr>
              <p:nvPr/>
            </p:nvCxnSpPr>
            <p:spPr bwMode="gray">
              <a:xfrm flipV="1">
                <a:off x="6186852" y="4397716"/>
                <a:ext cx="0" cy="417331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68" name="Straight Connector 64"/>
              <p:cNvCxnSpPr>
                <a:stCxn id="160" idx="0"/>
                <a:endCxn id="143" idx="2"/>
              </p:cNvCxnSpPr>
              <p:nvPr/>
            </p:nvCxnSpPr>
            <p:spPr bwMode="gray">
              <a:xfrm flipV="1">
                <a:off x="5415565" y="4397716"/>
                <a:ext cx="771287" cy="417331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69" name="Straight Connector 67"/>
              <p:cNvCxnSpPr>
                <a:stCxn id="161" idx="0"/>
                <a:endCxn id="142" idx="2"/>
              </p:cNvCxnSpPr>
              <p:nvPr/>
            </p:nvCxnSpPr>
            <p:spPr bwMode="gray">
              <a:xfrm flipH="1" flipV="1">
                <a:off x="5415565" y="4397716"/>
                <a:ext cx="771287" cy="417331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70" name="Straight Connector 70"/>
              <p:cNvCxnSpPr>
                <a:endCxn id="151" idx="2"/>
              </p:cNvCxnSpPr>
              <p:nvPr/>
            </p:nvCxnSpPr>
            <p:spPr bwMode="gray">
              <a:xfrm flipV="1">
                <a:off x="4170873" y="5074232"/>
                <a:ext cx="928" cy="218113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71" name="Straight Connector 79"/>
              <p:cNvCxnSpPr>
                <a:stCxn id="134" idx="1"/>
                <a:endCxn id="133" idx="3"/>
              </p:cNvCxnSpPr>
              <p:nvPr/>
            </p:nvCxnSpPr>
            <p:spPr bwMode="gray">
              <a:xfrm flipH="1" flipV="1">
                <a:off x="3744769" y="3420443"/>
                <a:ext cx="565756" cy="1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pic>
            <p:nvPicPr>
              <p:cNvPr id="172" name="Picture 2" descr="G:\做的项目\公共\扁平图标切换\更新2015_01_21\oss扁平图标库2015_01_21更新-04.png"/>
              <p:cNvPicPr>
                <a:picLocks noChangeAspect="1" noChangeArrowheads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 bwMode="gray">
              <a:xfrm>
                <a:off x="4307705" y="2093137"/>
                <a:ext cx="316781" cy="259184"/>
              </a:xfrm>
              <a:prstGeom prst="rect">
                <a:avLst/>
              </a:prstGeom>
              <a:noFill/>
            </p:spPr>
          </p:pic>
          <p:pic>
            <p:nvPicPr>
              <p:cNvPr id="173" name="Picture 2" descr="G:\做的项目\公共\扁平图标切换\更新2015_01_21\oss扁平图标库2015_01_21更新-04.png"/>
              <p:cNvPicPr>
                <a:picLocks noChangeAspect="1" noChangeArrowheads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 bwMode="gray">
              <a:xfrm>
                <a:off x="5081895" y="2093137"/>
                <a:ext cx="316781" cy="259184"/>
              </a:xfrm>
              <a:prstGeom prst="rect">
                <a:avLst/>
              </a:prstGeom>
              <a:noFill/>
            </p:spPr>
          </p:pic>
          <p:cxnSp>
            <p:nvCxnSpPr>
              <p:cNvPr id="174" name="Straight Connector 98"/>
              <p:cNvCxnSpPr>
                <a:stCxn id="173" idx="2"/>
                <a:endCxn id="135" idx="0"/>
              </p:cNvCxnSpPr>
              <p:nvPr/>
            </p:nvCxnSpPr>
            <p:spPr bwMode="gray">
              <a:xfrm>
                <a:off x="5240286" y="2352321"/>
                <a:ext cx="0" cy="93922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75" name="Straight Connector 101"/>
              <p:cNvCxnSpPr>
                <a:stCxn id="172" idx="2"/>
                <a:endCxn id="134" idx="0"/>
              </p:cNvCxnSpPr>
              <p:nvPr/>
            </p:nvCxnSpPr>
            <p:spPr bwMode="gray">
              <a:xfrm>
                <a:off x="4466096" y="2352321"/>
                <a:ext cx="1977" cy="93922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76" name="Straight Connector 104"/>
              <p:cNvCxnSpPr>
                <a:stCxn id="172" idx="3"/>
                <a:endCxn id="173" idx="1"/>
              </p:cNvCxnSpPr>
              <p:nvPr/>
            </p:nvCxnSpPr>
            <p:spPr bwMode="gray">
              <a:xfrm>
                <a:off x="4624486" y="2222729"/>
                <a:ext cx="457409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sp>
            <p:nvSpPr>
              <p:cNvPr id="177" name="Oval 59"/>
              <p:cNvSpPr/>
              <p:nvPr/>
            </p:nvSpPr>
            <p:spPr bwMode="gray">
              <a:xfrm rot="1782887">
                <a:off x="3328908" y="4622830"/>
                <a:ext cx="292844" cy="85342"/>
              </a:xfrm>
              <a:prstGeom prst="ellipse">
                <a:avLst/>
              </a:prstGeom>
              <a:noFill/>
              <a:ln w="19050" cap="flat" cmpd="sng" algn="ctr">
                <a:solidFill>
                  <a:srgbClr val="EC706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78" name="Oval 62"/>
              <p:cNvSpPr/>
              <p:nvPr/>
            </p:nvSpPr>
            <p:spPr bwMode="gray">
              <a:xfrm rot="19401600">
                <a:off x="3947170" y="4634813"/>
                <a:ext cx="292844" cy="85342"/>
              </a:xfrm>
              <a:prstGeom prst="ellipse">
                <a:avLst/>
              </a:prstGeom>
              <a:noFill/>
              <a:ln w="19050" cap="flat" cmpd="sng" algn="ctr">
                <a:solidFill>
                  <a:srgbClr val="EC706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79" name="Oval 63"/>
              <p:cNvSpPr/>
              <p:nvPr/>
            </p:nvSpPr>
            <p:spPr bwMode="gray">
              <a:xfrm rot="1782887">
                <a:off x="5331656" y="4652788"/>
                <a:ext cx="292844" cy="85342"/>
              </a:xfrm>
              <a:prstGeom prst="ellipse">
                <a:avLst/>
              </a:prstGeom>
              <a:noFill/>
              <a:ln w="19050" cap="flat" cmpd="sng" algn="ctr">
                <a:solidFill>
                  <a:srgbClr val="EC706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80" name="Oval 65"/>
              <p:cNvSpPr/>
              <p:nvPr/>
            </p:nvSpPr>
            <p:spPr bwMode="gray">
              <a:xfrm rot="19401600">
                <a:off x="5984617" y="4629471"/>
                <a:ext cx="292844" cy="85342"/>
              </a:xfrm>
              <a:prstGeom prst="ellipse">
                <a:avLst/>
              </a:prstGeom>
              <a:noFill/>
              <a:ln w="19050" cap="flat" cmpd="sng" algn="ctr">
                <a:solidFill>
                  <a:srgbClr val="EC706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pic>
            <p:nvPicPr>
              <p:cNvPr id="181" name="图片 14" descr="日志告警服务器-蓝.png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 bwMode="gray">
              <a:xfrm>
                <a:off x="3275308" y="5772955"/>
                <a:ext cx="286243" cy="178736"/>
              </a:xfrm>
              <a:prstGeom prst="rect">
                <a:avLst/>
              </a:prstGeom>
            </p:spPr>
          </p:pic>
          <p:pic>
            <p:nvPicPr>
              <p:cNvPr id="182" name="图片 42" descr="IP电话.png"/>
              <p:cNvPicPr>
                <a:picLocks noChangeAspect="1"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 bwMode="gray">
              <a:xfrm>
                <a:off x="4079399" y="5714227"/>
                <a:ext cx="315065" cy="296190"/>
              </a:xfrm>
              <a:prstGeom prst="rect">
                <a:avLst/>
              </a:prstGeom>
            </p:spPr>
          </p:pic>
          <p:pic>
            <p:nvPicPr>
              <p:cNvPr id="183" name="图片 11" descr="开放网络-蓝.png"/>
              <p:cNvPicPr>
                <a:picLocks noChangeAspect="1"/>
              </p:cNvPicPr>
              <p:nvPr/>
            </p:nvPicPr>
            <p:blipFill>
              <a:blip r:embed="rId11" cstate="print"/>
              <a:stretch>
                <a:fillRect/>
              </a:stretch>
            </p:blipFill>
            <p:spPr bwMode="gray">
              <a:xfrm>
                <a:off x="5196354" y="5752150"/>
                <a:ext cx="286243" cy="220345"/>
              </a:xfrm>
              <a:prstGeom prst="rect">
                <a:avLst/>
              </a:prstGeom>
            </p:spPr>
          </p:pic>
          <p:pic>
            <p:nvPicPr>
              <p:cNvPr id="184" name="图片 158" descr="SAN网络-蓝.png"/>
              <p:cNvPicPr>
                <a:picLocks noChangeAspect="1"/>
              </p:cNvPicPr>
              <p:nvPr/>
            </p:nvPicPr>
            <p:blipFill>
              <a:blip r:embed="rId12" cstate="print"/>
              <a:stretch>
                <a:fillRect/>
              </a:stretch>
            </p:blipFill>
            <p:spPr bwMode="gray">
              <a:xfrm>
                <a:off x="3742419" y="5734443"/>
                <a:ext cx="156112" cy="255760"/>
              </a:xfrm>
              <a:prstGeom prst="rect">
                <a:avLst/>
              </a:prstGeom>
            </p:spPr>
          </p:pic>
          <p:pic>
            <p:nvPicPr>
              <p:cNvPr id="185" name="图片 47" descr="打印机.png"/>
              <p:cNvPicPr>
                <a:picLocks noChangeAspect="1"/>
              </p:cNvPicPr>
              <p:nvPr/>
            </p:nvPicPr>
            <p:blipFill>
              <a:blip r:embed="rId13" cstate="print"/>
              <a:stretch>
                <a:fillRect/>
              </a:stretch>
            </p:blipFill>
            <p:spPr bwMode="gray">
              <a:xfrm>
                <a:off x="6019482" y="5737334"/>
                <a:ext cx="314041" cy="249977"/>
              </a:xfrm>
              <a:prstGeom prst="rect">
                <a:avLst/>
              </a:prstGeom>
            </p:spPr>
          </p:pic>
          <p:pic>
            <p:nvPicPr>
              <p:cNvPr id="186" name="图片 157" descr="故障链路.png"/>
              <p:cNvPicPr>
                <a:picLocks noChangeAspect="1"/>
              </p:cNvPicPr>
              <p:nvPr/>
            </p:nvPicPr>
            <p:blipFill>
              <a:blip r:embed="rId14" cstate="print"/>
              <a:stretch>
                <a:fillRect/>
              </a:stretch>
            </p:blipFill>
            <p:spPr bwMode="gray">
              <a:xfrm>
                <a:off x="5593492" y="5744842"/>
                <a:ext cx="315095" cy="234961"/>
              </a:xfrm>
              <a:prstGeom prst="rect">
                <a:avLst/>
              </a:prstGeom>
            </p:spPr>
          </p:pic>
          <p:sp>
            <p:nvSpPr>
              <p:cNvPr id="187" name="TextBox 85"/>
              <p:cNvSpPr txBox="1"/>
              <p:nvPr/>
            </p:nvSpPr>
            <p:spPr bwMode="gray">
              <a:xfrm>
                <a:off x="2186304" y="2406272"/>
                <a:ext cx="607390" cy="2603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200">
                    <a:solidFill>
                      <a:prstClr val="black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出口区</a:t>
                </a:r>
              </a:p>
            </p:txBody>
          </p:sp>
          <p:sp>
            <p:nvSpPr>
              <p:cNvPr id="188" name="TextBox 86"/>
              <p:cNvSpPr txBox="1"/>
              <p:nvPr/>
            </p:nvSpPr>
            <p:spPr bwMode="gray">
              <a:xfrm>
                <a:off x="2186304" y="3533928"/>
                <a:ext cx="607390" cy="2603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200">
                    <a:solidFill>
                      <a:prstClr val="black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核心层</a:t>
                </a:r>
              </a:p>
            </p:txBody>
          </p:sp>
          <p:sp>
            <p:nvSpPr>
              <p:cNvPr id="189" name="TextBox 88"/>
              <p:cNvSpPr txBox="1"/>
              <p:nvPr/>
            </p:nvSpPr>
            <p:spPr bwMode="gray">
              <a:xfrm>
                <a:off x="2186304" y="4135044"/>
                <a:ext cx="607390" cy="2603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200">
                    <a:solidFill>
                      <a:prstClr val="black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汇聚层</a:t>
                </a:r>
              </a:p>
            </p:txBody>
          </p:sp>
          <p:sp>
            <p:nvSpPr>
              <p:cNvPr id="190" name="TextBox 89"/>
              <p:cNvSpPr txBox="1"/>
              <p:nvPr/>
            </p:nvSpPr>
            <p:spPr bwMode="gray">
              <a:xfrm>
                <a:off x="2182909" y="5119068"/>
                <a:ext cx="607390" cy="2603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200" dirty="0">
                    <a:solidFill>
                      <a:prstClr val="black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接入层</a:t>
                </a:r>
              </a:p>
            </p:txBody>
          </p:sp>
          <p:sp>
            <p:nvSpPr>
              <p:cNvPr id="191" name="TextBox 91"/>
              <p:cNvSpPr txBox="1"/>
              <p:nvPr/>
            </p:nvSpPr>
            <p:spPr bwMode="gray">
              <a:xfrm>
                <a:off x="2186304" y="5750108"/>
                <a:ext cx="607390" cy="2603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200">
                    <a:solidFill>
                      <a:prstClr val="black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终端层</a:t>
                </a:r>
              </a:p>
            </p:txBody>
          </p:sp>
          <p:sp>
            <p:nvSpPr>
              <p:cNvPr id="192" name="Oval 92"/>
              <p:cNvSpPr/>
              <p:nvPr/>
            </p:nvSpPr>
            <p:spPr bwMode="gray">
              <a:xfrm rot="18651691">
                <a:off x="5081106" y="3827726"/>
                <a:ext cx="545576" cy="85888"/>
              </a:xfrm>
              <a:prstGeom prst="ellipse">
                <a:avLst/>
              </a:prstGeom>
              <a:noFill/>
              <a:ln w="19050" cap="flat" cmpd="sng" algn="ctr">
                <a:solidFill>
                  <a:srgbClr val="EC706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04" name="TextBox 117"/>
              <p:cNvSpPr txBox="1"/>
              <p:nvPr/>
            </p:nvSpPr>
            <p:spPr bwMode="gray">
              <a:xfrm>
                <a:off x="4574359" y="1877315"/>
                <a:ext cx="523677" cy="2533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WAN</a:t>
                </a:r>
                <a:endPara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pic>
            <p:nvPicPr>
              <p:cNvPr id="211" name="图片 9"/>
              <p:cNvPicPr>
                <a:picLocks noChangeAspect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gray">
              <a:xfrm>
                <a:off x="4297866" y="2696722"/>
                <a:ext cx="316781" cy="259184"/>
              </a:xfrm>
              <a:prstGeom prst="rect">
                <a:avLst/>
              </a:prstGeom>
            </p:spPr>
          </p:pic>
          <p:pic>
            <p:nvPicPr>
              <p:cNvPr id="212" name="图片 9"/>
              <p:cNvPicPr>
                <a:picLocks noChangeAspect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gray">
              <a:xfrm>
                <a:off x="5081896" y="2696722"/>
                <a:ext cx="316781" cy="259184"/>
              </a:xfrm>
              <a:prstGeom prst="rect">
                <a:avLst/>
              </a:prstGeom>
            </p:spPr>
          </p:pic>
          <p:cxnSp>
            <p:nvCxnSpPr>
              <p:cNvPr id="213" name="Straight Connector 127"/>
              <p:cNvCxnSpPr>
                <a:stCxn id="211" idx="3"/>
                <a:endCxn id="212" idx="1"/>
              </p:cNvCxnSpPr>
              <p:nvPr/>
            </p:nvCxnSpPr>
            <p:spPr bwMode="gray">
              <a:xfrm>
                <a:off x="4614648" y="2826314"/>
                <a:ext cx="467247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/>
            </p:spPr>
          </p:cxnSp>
          <p:pic>
            <p:nvPicPr>
              <p:cNvPr id="214" name="图片 102" descr="AC-蓝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 bwMode="gray">
              <a:xfrm>
                <a:off x="5992123" y="3290851"/>
                <a:ext cx="316781" cy="259185"/>
              </a:xfrm>
              <a:prstGeom prst="rect">
                <a:avLst/>
              </a:prstGeom>
            </p:spPr>
          </p:pic>
          <p:sp>
            <p:nvSpPr>
              <p:cNvPr id="215" name="圆角矩形 214"/>
              <p:cNvSpPr/>
              <p:nvPr/>
            </p:nvSpPr>
            <p:spPr bwMode="gray">
              <a:xfrm>
                <a:off x="5878103" y="2958335"/>
                <a:ext cx="1284852" cy="246977"/>
              </a:xfrm>
              <a:prstGeom prst="roundRect">
                <a:avLst>
                  <a:gd name="adj" fmla="val 2563"/>
                </a:avLst>
              </a:prstGeom>
              <a:solidFill>
                <a:sysClr val="window" lastClr="FFFFFF">
                  <a:lumMod val="95000"/>
                </a:sysClr>
              </a:solidFill>
              <a:ln w="12700" cap="flat" cmpd="sng" algn="ctr">
                <a:solidFill>
                  <a:sysClr val="window" lastClr="FFFFFF">
                    <a:lumMod val="75000"/>
                  </a:sysClr>
                </a:solidFill>
                <a:prstDash val="sysDot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16" name="TextBox 20"/>
              <p:cNvSpPr txBox="1"/>
              <p:nvPr/>
            </p:nvSpPr>
            <p:spPr bwMode="gray">
              <a:xfrm>
                <a:off x="5923841" y="2966051"/>
                <a:ext cx="1349069" cy="2533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200" dirty="0">
                    <a:solidFill>
                      <a:prstClr val="black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网管运维区</a:t>
                </a:r>
                <a:r>
                  <a:rPr lang="en-US" altLang="zh-CN" sz="1200" dirty="0">
                    <a:solidFill>
                      <a:prstClr val="black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/</a:t>
                </a:r>
                <a:r>
                  <a:rPr lang="zh-CN" altLang="en-US" sz="1200" dirty="0">
                    <a:solidFill>
                      <a:prstClr val="black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分析器</a:t>
                </a:r>
              </a:p>
            </p:txBody>
          </p:sp>
          <p:cxnSp>
            <p:nvCxnSpPr>
              <p:cNvPr id="217" name="Straight Connector 79"/>
              <p:cNvCxnSpPr/>
              <p:nvPr/>
            </p:nvCxnSpPr>
            <p:spPr bwMode="gray">
              <a:xfrm flipH="1">
                <a:off x="3744771" y="3023364"/>
                <a:ext cx="1118442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18" name="Straight Connector 79"/>
              <p:cNvCxnSpPr/>
              <p:nvPr/>
            </p:nvCxnSpPr>
            <p:spPr bwMode="gray">
              <a:xfrm flipH="1">
                <a:off x="3744771" y="3079158"/>
                <a:ext cx="404575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sp>
            <p:nvSpPr>
              <p:cNvPr id="219" name="Freeform 159"/>
              <p:cNvSpPr/>
              <p:nvPr/>
            </p:nvSpPr>
            <p:spPr bwMode="gray">
              <a:xfrm flipH="1">
                <a:off x="2937856" y="2748052"/>
                <a:ext cx="1000632" cy="446768"/>
              </a:xfrm>
              <a:custGeom>
                <a:avLst/>
                <a:gdLst>
                  <a:gd name="connsiteX0" fmla="*/ 2693983 w 4431601"/>
                  <a:gd name="connsiteY0" fmla="*/ 0 h 2316519"/>
                  <a:gd name="connsiteX1" fmla="*/ 1918242 w 4431601"/>
                  <a:gd name="connsiteY1" fmla="*/ 324162 h 2316519"/>
                  <a:gd name="connsiteX2" fmla="*/ 1859647 w 4431601"/>
                  <a:gd name="connsiteY2" fmla="*/ 395807 h 2316519"/>
                  <a:gd name="connsiteX3" fmla="*/ 1815580 w 4431601"/>
                  <a:gd name="connsiteY3" fmla="*/ 362462 h 2316519"/>
                  <a:gd name="connsiteX4" fmla="*/ 1347603 w 4431601"/>
                  <a:gd name="connsiteY4" fmla="*/ 231362 h 2316519"/>
                  <a:gd name="connsiteX5" fmla="*/ 527605 w 4431601"/>
                  <a:gd name="connsiteY5" fmla="*/ 844290 h 2316519"/>
                  <a:gd name="connsiteX6" fmla="*/ 523639 w 4431601"/>
                  <a:gd name="connsiteY6" fmla="*/ 880372 h 2316519"/>
                  <a:gd name="connsiteX7" fmla="*/ 444716 w 4431601"/>
                  <a:gd name="connsiteY7" fmla="*/ 905088 h 2316519"/>
                  <a:gd name="connsiteX8" fmla="*/ 0 w 4431601"/>
                  <a:gd name="connsiteY8" fmla="*/ 1581940 h 2316519"/>
                  <a:gd name="connsiteX9" fmla="*/ 653694 w 4431601"/>
                  <a:gd name="connsiteY9" fmla="*/ 2312727 h 2316519"/>
                  <a:gd name="connsiteX10" fmla="*/ 653931 w 4431601"/>
                  <a:gd name="connsiteY10" fmla="*/ 2312739 h 2316519"/>
                  <a:gd name="connsiteX11" fmla="*/ 653931 w 4431601"/>
                  <a:gd name="connsiteY11" fmla="*/ 2316518 h 2316519"/>
                  <a:gd name="connsiteX12" fmla="*/ 728123 w 4431601"/>
                  <a:gd name="connsiteY12" fmla="*/ 2316518 h 2316519"/>
                  <a:gd name="connsiteX13" fmla="*/ 728142 w 4431601"/>
                  <a:gd name="connsiteY13" fmla="*/ 2316519 h 2316519"/>
                  <a:gd name="connsiteX14" fmla="*/ 728162 w 4431601"/>
                  <a:gd name="connsiteY14" fmla="*/ 2316518 h 2316519"/>
                  <a:gd name="connsiteX15" fmla="*/ 3745239 w 4431601"/>
                  <a:gd name="connsiteY15" fmla="*/ 2316518 h 2316519"/>
                  <a:gd name="connsiteX16" fmla="*/ 3745249 w 4431601"/>
                  <a:gd name="connsiteY16" fmla="*/ 2316519 h 2316519"/>
                  <a:gd name="connsiteX17" fmla="*/ 3745259 w 4431601"/>
                  <a:gd name="connsiteY17" fmla="*/ 2316518 h 2316519"/>
                  <a:gd name="connsiteX18" fmla="*/ 3788771 w 4431601"/>
                  <a:gd name="connsiteY18" fmla="*/ 2316518 h 2316519"/>
                  <a:gd name="connsiteX19" fmla="*/ 3788771 w 4431601"/>
                  <a:gd name="connsiteY19" fmla="*/ 2312093 h 2316519"/>
                  <a:gd name="connsiteX20" fmla="*/ 3883573 w 4431601"/>
                  <a:gd name="connsiteY20" fmla="*/ 2302452 h 2316519"/>
                  <a:gd name="connsiteX21" fmla="*/ 4431601 w 4431601"/>
                  <a:gd name="connsiteY21" fmla="*/ 1624103 h 2316519"/>
                  <a:gd name="connsiteX22" fmla="*/ 3883573 w 4431601"/>
                  <a:gd name="connsiteY22" fmla="*/ 945754 h 2316519"/>
                  <a:gd name="connsiteX23" fmla="*/ 3773844 w 4431601"/>
                  <a:gd name="connsiteY23" fmla="*/ 934595 h 2316519"/>
                  <a:gd name="connsiteX24" fmla="*/ 3768759 w 4431601"/>
                  <a:gd name="connsiteY24" fmla="*/ 883707 h 2316519"/>
                  <a:gd name="connsiteX25" fmla="*/ 2693983 w 4431601"/>
                  <a:gd name="connsiteY25" fmla="*/ 0 h 23165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4431601" h="2316519">
                    <a:moveTo>
                      <a:pt x="2693983" y="0"/>
                    </a:moveTo>
                    <a:cubicBezTo>
                      <a:pt x="2391037" y="0"/>
                      <a:pt x="2116771" y="123878"/>
                      <a:pt x="1918242" y="324162"/>
                    </a:cubicBezTo>
                    <a:lnTo>
                      <a:pt x="1859647" y="395807"/>
                    </a:lnTo>
                    <a:lnTo>
                      <a:pt x="1815580" y="362462"/>
                    </a:lnTo>
                    <a:cubicBezTo>
                      <a:pt x="1681993" y="279692"/>
                      <a:pt x="1520952" y="231362"/>
                      <a:pt x="1347603" y="231362"/>
                    </a:cubicBezTo>
                    <a:cubicBezTo>
                      <a:pt x="943122" y="231362"/>
                      <a:pt x="605652" y="494493"/>
                      <a:pt x="527605" y="844290"/>
                    </a:cubicBezTo>
                    <a:lnTo>
                      <a:pt x="523639" y="880372"/>
                    </a:lnTo>
                    <a:lnTo>
                      <a:pt x="444716" y="905088"/>
                    </a:lnTo>
                    <a:cubicBezTo>
                      <a:pt x="183375" y="1016603"/>
                      <a:pt x="0" y="1277667"/>
                      <a:pt x="0" y="1581940"/>
                    </a:cubicBezTo>
                    <a:cubicBezTo>
                      <a:pt x="0" y="1962281"/>
                      <a:pt x="286523" y="2275109"/>
                      <a:pt x="653694" y="2312727"/>
                    </a:cubicBezTo>
                    <a:lnTo>
                      <a:pt x="653931" y="2312739"/>
                    </a:lnTo>
                    <a:lnTo>
                      <a:pt x="653931" y="2316518"/>
                    </a:lnTo>
                    <a:lnTo>
                      <a:pt x="728123" y="2316518"/>
                    </a:lnTo>
                    <a:lnTo>
                      <a:pt x="728142" y="2316519"/>
                    </a:lnTo>
                    <a:lnTo>
                      <a:pt x="728162" y="2316518"/>
                    </a:lnTo>
                    <a:lnTo>
                      <a:pt x="3745239" y="2316518"/>
                    </a:lnTo>
                    <a:lnTo>
                      <a:pt x="3745249" y="2316519"/>
                    </a:lnTo>
                    <a:lnTo>
                      <a:pt x="3745259" y="2316518"/>
                    </a:lnTo>
                    <a:lnTo>
                      <a:pt x="3788771" y="2316518"/>
                    </a:lnTo>
                    <a:lnTo>
                      <a:pt x="3788771" y="2312093"/>
                    </a:lnTo>
                    <a:lnTo>
                      <a:pt x="3883573" y="2302452"/>
                    </a:lnTo>
                    <a:cubicBezTo>
                      <a:pt x="4196332" y="2237887"/>
                      <a:pt x="4431601" y="1958713"/>
                      <a:pt x="4431601" y="1624103"/>
                    </a:cubicBezTo>
                    <a:cubicBezTo>
                      <a:pt x="4431601" y="1289493"/>
                      <a:pt x="4196332" y="1010319"/>
                      <a:pt x="3883573" y="945754"/>
                    </a:cubicBezTo>
                    <a:lnTo>
                      <a:pt x="3773844" y="934595"/>
                    </a:lnTo>
                    <a:lnTo>
                      <a:pt x="3768759" y="883707"/>
                    </a:lnTo>
                    <a:cubicBezTo>
                      <a:pt x="3666462" y="379376"/>
                      <a:pt x="3224139" y="0"/>
                      <a:pt x="2693983" y="0"/>
                    </a:cubicBezTo>
                    <a:close/>
                  </a:path>
                </a:pathLst>
              </a:custGeom>
              <a:solidFill>
                <a:sysClr val="window" lastClr="FFFFFF">
                  <a:lumMod val="95000"/>
                </a:sysClr>
              </a:solidFill>
              <a:ln w="28575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  <a:miter lim="800000"/>
              </a:ln>
              <a:effectLst/>
            </p:spPr>
            <p:txBody>
              <a:bodyPr wrap="square" tIns="18000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DataCenter</a:t>
                </a:r>
                <a:endPara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cxnSp>
            <p:nvCxnSpPr>
              <p:cNvPr id="220" name="Straight Connector 79"/>
              <p:cNvCxnSpPr/>
              <p:nvPr/>
            </p:nvCxnSpPr>
            <p:spPr bwMode="gray">
              <a:xfrm flipH="1">
                <a:off x="4767003" y="3079158"/>
                <a:ext cx="1114093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sp>
            <p:nvSpPr>
              <p:cNvPr id="222" name="六边形 221"/>
              <p:cNvSpPr/>
              <p:nvPr/>
            </p:nvSpPr>
            <p:spPr bwMode="gray">
              <a:xfrm>
                <a:off x="4101262" y="5134010"/>
                <a:ext cx="135285" cy="112737"/>
              </a:xfrm>
              <a:prstGeom prst="hexagon">
                <a:avLst/>
              </a:prstGeom>
              <a:solidFill>
                <a:srgbClr val="EC706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72" name="组合 71"/>
            <p:cNvGrpSpPr/>
            <p:nvPr/>
          </p:nvGrpSpPr>
          <p:grpSpPr bwMode="gray">
            <a:xfrm>
              <a:off x="4919171" y="2257005"/>
              <a:ext cx="2328110" cy="2959809"/>
              <a:chOff x="4919171" y="2257005"/>
              <a:chExt cx="2328110" cy="2959809"/>
            </a:xfrm>
          </p:grpSpPr>
          <p:sp>
            <p:nvSpPr>
              <p:cNvPr id="223" name="六边形 222"/>
              <p:cNvSpPr/>
              <p:nvPr/>
            </p:nvSpPr>
            <p:spPr bwMode="gray">
              <a:xfrm>
                <a:off x="7099359" y="5093546"/>
                <a:ext cx="147922" cy="123268"/>
              </a:xfrm>
              <a:prstGeom prst="hexagon">
                <a:avLst/>
              </a:prstGeom>
              <a:solidFill>
                <a:srgbClr val="EC706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28" name="六边形 227"/>
              <p:cNvSpPr/>
              <p:nvPr/>
            </p:nvSpPr>
            <p:spPr bwMode="gray">
              <a:xfrm>
                <a:off x="4919171" y="3163642"/>
                <a:ext cx="147922" cy="123268"/>
              </a:xfrm>
              <a:prstGeom prst="hexagon">
                <a:avLst/>
              </a:prstGeom>
              <a:solidFill>
                <a:srgbClr val="EC706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29" name="六边形 228"/>
              <p:cNvSpPr/>
              <p:nvPr/>
            </p:nvSpPr>
            <p:spPr bwMode="gray">
              <a:xfrm>
                <a:off x="6367100" y="3140879"/>
                <a:ext cx="147922" cy="123268"/>
              </a:xfrm>
              <a:prstGeom prst="hexagon">
                <a:avLst/>
              </a:prstGeom>
              <a:solidFill>
                <a:srgbClr val="EC706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30" name="六边形 229"/>
              <p:cNvSpPr/>
              <p:nvPr/>
            </p:nvSpPr>
            <p:spPr bwMode="gray">
              <a:xfrm>
                <a:off x="6064809" y="2897154"/>
                <a:ext cx="147922" cy="123268"/>
              </a:xfrm>
              <a:prstGeom prst="hexagon">
                <a:avLst/>
              </a:prstGeom>
              <a:solidFill>
                <a:srgbClr val="EC706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31" name="六边形 230"/>
              <p:cNvSpPr/>
              <p:nvPr/>
            </p:nvSpPr>
            <p:spPr bwMode="gray">
              <a:xfrm>
                <a:off x="5216220" y="2903517"/>
                <a:ext cx="147922" cy="123268"/>
              </a:xfrm>
              <a:prstGeom prst="hexagon">
                <a:avLst/>
              </a:prstGeom>
              <a:solidFill>
                <a:srgbClr val="EC706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32" name="六边形 231"/>
              <p:cNvSpPr/>
              <p:nvPr/>
            </p:nvSpPr>
            <p:spPr bwMode="gray">
              <a:xfrm>
                <a:off x="5216220" y="2257005"/>
                <a:ext cx="147922" cy="123268"/>
              </a:xfrm>
              <a:prstGeom prst="hexagon">
                <a:avLst/>
              </a:prstGeom>
              <a:solidFill>
                <a:srgbClr val="EC706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33" name="六边形 232"/>
              <p:cNvSpPr/>
              <p:nvPr/>
            </p:nvSpPr>
            <p:spPr bwMode="gray">
              <a:xfrm>
                <a:off x="6069019" y="2257005"/>
                <a:ext cx="147922" cy="123268"/>
              </a:xfrm>
              <a:prstGeom prst="hexagon">
                <a:avLst/>
              </a:prstGeom>
              <a:solidFill>
                <a:srgbClr val="EC706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</p:grpSp>
      <p:sp>
        <p:nvSpPr>
          <p:cNvPr id="235" name="文本占位符 3"/>
          <p:cNvSpPr txBox="1">
            <a:spLocks/>
          </p:cNvSpPr>
          <p:nvPr/>
        </p:nvSpPr>
        <p:spPr bwMode="gray">
          <a:xfrm>
            <a:off x="457908" y="1242339"/>
            <a:ext cx="11276183" cy="4680000"/>
          </a:xfrm>
          <a:prstGeom prst="rect">
            <a:avLst/>
          </a:prstGeom>
        </p:spPr>
        <p:txBody>
          <a:bodyPr/>
          <a:lstStyle>
            <a:lvl1pPr marL="302279" indent="-302279" algn="l" defTabSz="914034" rtl="0" eaLnBrk="1" latinLnBrk="0" hangingPunct="1">
              <a:lnSpc>
                <a:spcPct val="140000"/>
              </a:lnSpc>
              <a:spcBef>
                <a:spcPts val="792"/>
              </a:spcBef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8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74" name="表格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702230"/>
              </p:ext>
            </p:extLst>
          </p:nvPr>
        </p:nvGraphicFramePr>
        <p:xfrm>
          <a:off x="6245083" y="1727055"/>
          <a:ext cx="5314857" cy="2299952"/>
        </p:xfrm>
        <a:graphic>
          <a:graphicData uri="http://schemas.openxmlformats.org/drawingml/2006/table">
            <a:tbl>
              <a:tblPr/>
              <a:tblGrid>
                <a:gridCol w="10648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99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8758">
                <a:tc>
                  <a:txBody>
                    <a:bodyPr/>
                    <a:lstStyle>
                      <a:lvl1pPr marL="0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593900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1187798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781699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2375598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969497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3563396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4157297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4751195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algn="ctr" rtl="0" fontAlgn="base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ea"/>
                          <a:sym typeface="Huawei Sans" panose="020C0503030203020204" pitchFamily="34" charset="0"/>
                        </a:rPr>
                        <a:t>测量对象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593900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1187798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781699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2375598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969497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3563396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4157297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4751195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algn="ctr" rtl="0" fontAlgn="base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ea"/>
                          <a:sym typeface="Huawei Sans" panose="020C0503030203020204" pitchFamily="34" charset="0"/>
                        </a:rPr>
                        <a:t>测量指标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283">
                <a:tc>
                  <a:txBody>
                    <a:bodyPr/>
                    <a:lstStyle>
                      <a:lvl1pPr marL="0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593900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1187798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781699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2375598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969497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3563396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4157297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4751195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ea"/>
                          <a:sym typeface="Huawei Sans" panose="020C0503030203020204" pitchFamily="34" charset="0"/>
                        </a:rPr>
                        <a:t>AP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ea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593900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1187798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781699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2375598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969497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3563396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4157297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4751195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ea"/>
                          <a:sym typeface="Huawei Sans" panose="020C0503030203020204" pitchFamily="34" charset="0"/>
                        </a:rPr>
                        <a:t>CPU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ea"/>
                          <a:sym typeface="Huawei Sans" panose="020C0503030203020204" pitchFamily="34" charset="0"/>
                        </a:rPr>
                        <a:t>利用率、内存利用率、在线用户数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138">
                <a:tc>
                  <a:txBody>
                    <a:bodyPr/>
                    <a:lstStyle>
                      <a:lvl1pPr marL="0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593900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1187798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781699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2375598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969497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3563396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4157297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4751195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ea"/>
                          <a:sym typeface="Huawei Sans" panose="020C0503030203020204" pitchFamily="34" charset="0"/>
                        </a:rPr>
                        <a:t>射频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593900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1187798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781699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2375598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969497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3563396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4157297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4751195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algn="l"/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ea"/>
                          <a:sym typeface="Huawei Sans" panose="020C0503030203020204" pitchFamily="34" charset="0"/>
                        </a:rPr>
                        <a:t>在线用户数、信道利用率、噪声、流量、反压队列、干扰率、功率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237">
                <a:tc>
                  <a:txBody>
                    <a:bodyPr/>
                    <a:lstStyle>
                      <a:lvl1pPr marL="0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593900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1187798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781699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2375598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969497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3563396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4157297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4751195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ea"/>
                          <a:sym typeface="Huawei Sans" panose="020C0503030203020204" pitchFamily="34" charset="0"/>
                        </a:rPr>
                        <a:t>用户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593900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1187798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781699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2375598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969497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3563396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4157297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4751195" algn="l" defTabSz="1187798" rtl="0" eaLnBrk="1" latinLnBrk="0" hangingPunct="1">
                        <a:defRPr sz="2338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algn="l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ea"/>
                          <a:sym typeface="Huawei Sans" panose="020C0503030203020204" pitchFamily="34" charset="0"/>
                        </a:rPr>
                        <a:t>RSSI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ea"/>
                          <a:sym typeface="Huawei Sans" panose="020C0503030203020204" pitchFamily="34" charset="0"/>
                        </a:rPr>
                        <a:t>、协商速率、丢包率、时延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237">
                <a:tc>
                  <a:txBody>
                    <a:bodyPr/>
                    <a:lstStyle/>
                    <a:p>
                      <a:pPr marL="0" marR="0" lvl="0" indent="0" algn="ctr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kern="1200" baseline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设备</a:t>
                      </a:r>
                      <a:r>
                        <a:rPr lang="en-US" altLang="zh-CN" sz="1200" kern="1200" baseline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/</a:t>
                      </a:r>
                      <a:r>
                        <a:rPr lang="zh-CN" altLang="en-US" sz="1200" kern="1200" baseline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单板</a:t>
                      </a:r>
                      <a:endParaRPr lang="zh-CN" altLang="en-US" sz="1200" kern="1200" baseline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ea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ea"/>
                          <a:sym typeface="Huawei Sans" panose="020C0503030203020204" pitchFamily="34" charset="0"/>
                        </a:rPr>
                        <a:t>CPU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ea"/>
                          <a:sym typeface="Huawei Sans" panose="020C0503030203020204" pitchFamily="34" charset="0"/>
                        </a:rPr>
                        <a:t>利用率、内存利用率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138">
                <a:tc>
                  <a:txBody>
                    <a:bodyPr/>
                    <a:lstStyle/>
                    <a:p>
                      <a:pPr marL="0" marR="0" lvl="0" indent="0" algn="ctr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kern="1200" baseline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ea"/>
                          <a:sym typeface="Huawei Sans" panose="020C0503030203020204" pitchFamily="34" charset="0"/>
                        </a:rPr>
                        <a:t>接口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kern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针对广播、组播及单播报文的收发数量测量；收、发丢包数；收、发错包数等</a:t>
                      </a:r>
                      <a:endParaRPr lang="zh-CN" altLang="en-US" sz="1200" kern="1200" baseline="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ea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7" name="矩形 116"/>
          <p:cNvSpPr/>
          <p:nvPr/>
        </p:nvSpPr>
        <p:spPr bwMode="gray">
          <a:xfrm>
            <a:off x="7489831" y="5080492"/>
            <a:ext cx="3602182" cy="72000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</a:t>
            </a:r>
            <a:r>
              <a:rPr kumimoji="1"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搜集</a:t>
            </a:r>
            <a:endParaRPr kumimoji="1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8" name="矩形 117"/>
          <p:cNvSpPr/>
          <p:nvPr/>
        </p:nvSpPr>
        <p:spPr bwMode="gray">
          <a:xfrm>
            <a:off x="7489831" y="4356666"/>
            <a:ext cx="3602182" cy="72000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数据分析</a:t>
            </a:r>
          </a:p>
        </p:txBody>
      </p:sp>
      <p:cxnSp>
        <p:nvCxnSpPr>
          <p:cNvPr id="121" name="直接连接符 120"/>
          <p:cNvCxnSpPr/>
          <p:nvPr/>
        </p:nvCxnSpPr>
        <p:spPr bwMode="gray">
          <a:xfrm>
            <a:off x="7489831" y="4391137"/>
            <a:ext cx="0" cy="14093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上箭头 127"/>
          <p:cNvSpPr/>
          <p:nvPr/>
        </p:nvSpPr>
        <p:spPr bwMode="gray">
          <a:xfrm>
            <a:off x="9122355" y="4124451"/>
            <a:ext cx="360000" cy="360000"/>
          </a:xfrm>
          <a:prstGeom prst="up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9" name="六边形 128"/>
          <p:cNvSpPr/>
          <p:nvPr/>
        </p:nvSpPr>
        <p:spPr bwMode="gray">
          <a:xfrm>
            <a:off x="7663729" y="5579552"/>
            <a:ext cx="216000" cy="180000"/>
          </a:xfrm>
          <a:prstGeom prst="hexagon">
            <a:avLst/>
          </a:prstGeom>
          <a:solidFill>
            <a:srgbClr val="EC7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0" name="六边形 129"/>
          <p:cNvSpPr/>
          <p:nvPr/>
        </p:nvSpPr>
        <p:spPr bwMode="gray">
          <a:xfrm>
            <a:off x="7921287" y="5579552"/>
            <a:ext cx="216000" cy="180000"/>
          </a:xfrm>
          <a:prstGeom prst="hexagon">
            <a:avLst/>
          </a:prstGeom>
          <a:solidFill>
            <a:srgbClr val="EC7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1" name="六边形 130"/>
          <p:cNvSpPr/>
          <p:nvPr/>
        </p:nvSpPr>
        <p:spPr bwMode="gray">
          <a:xfrm>
            <a:off x="8188171" y="5579552"/>
            <a:ext cx="216000" cy="180000"/>
          </a:xfrm>
          <a:prstGeom prst="hexagon">
            <a:avLst/>
          </a:prstGeom>
          <a:solidFill>
            <a:srgbClr val="EC7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3" name="六边形 192"/>
          <p:cNvSpPr/>
          <p:nvPr/>
        </p:nvSpPr>
        <p:spPr bwMode="gray">
          <a:xfrm>
            <a:off x="7792690" y="5364778"/>
            <a:ext cx="216000" cy="180000"/>
          </a:xfrm>
          <a:prstGeom prst="hexagon">
            <a:avLst/>
          </a:prstGeom>
          <a:solidFill>
            <a:srgbClr val="EC7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4" name="六边形 193"/>
          <p:cNvSpPr/>
          <p:nvPr/>
        </p:nvSpPr>
        <p:spPr bwMode="gray">
          <a:xfrm>
            <a:off x="8059574" y="5364778"/>
            <a:ext cx="216000" cy="180000"/>
          </a:xfrm>
          <a:prstGeom prst="hexagon">
            <a:avLst/>
          </a:prstGeom>
          <a:solidFill>
            <a:srgbClr val="EC7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5" name="六边形 194"/>
          <p:cNvSpPr/>
          <p:nvPr/>
        </p:nvSpPr>
        <p:spPr bwMode="gray">
          <a:xfrm>
            <a:off x="7926378" y="5150004"/>
            <a:ext cx="216000" cy="180000"/>
          </a:xfrm>
          <a:prstGeom prst="hexagon">
            <a:avLst/>
          </a:prstGeom>
          <a:solidFill>
            <a:srgbClr val="EC7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E2A3D381-DB8E-96F5-E74F-BF9636EFCAE5}"/>
                  </a:ext>
                </a:extLst>
              </p14:cNvPr>
              <p14:cNvContentPartPr/>
              <p14:nvPr/>
            </p14:nvContentPartPr>
            <p14:xfrm>
              <a:off x="3784969" y="1438519"/>
              <a:ext cx="2338200" cy="4644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E2A3D381-DB8E-96F5-E74F-BF9636EFCAE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776329" y="1429879"/>
                <a:ext cx="2355840" cy="6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组合 12">
            <a:extLst>
              <a:ext uri="{FF2B5EF4-FFF2-40B4-BE49-F238E27FC236}">
                <a16:creationId xmlns:a16="http://schemas.microsoft.com/office/drawing/2014/main" id="{B0B236E4-BE78-A6D3-CCB5-931E76F5C6F9}"/>
              </a:ext>
            </a:extLst>
          </p:cNvPr>
          <p:cNvGrpSpPr/>
          <p:nvPr/>
        </p:nvGrpSpPr>
        <p:grpSpPr>
          <a:xfrm>
            <a:off x="2188369" y="5388799"/>
            <a:ext cx="285480" cy="149400"/>
            <a:chOff x="2188369" y="5388799"/>
            <a:chExt cx="285480" cy="14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5" name="墨迹 4">
                  <a:extLst>
                    <a:ext uri="{FF2B5EF4-FFF2-40B4-BE49-F238E27FC236}">
                      <a16:creationId xmlns:a16="http://schemas.microsoft.com/office/drawing/2014/main" id="{CF9DAF29-CD71-0CF9-B54A-048D42B103DB}"/>
                    </a:ext>
                  </a:extLst>
                </p14:cNvPr>
                <p14:cNvContentPartPr/>
                <p14:nvPr/>
              </p14:nvContentPartPr>
              <p14:xfrm>
                <a:off x="2188369" y="5388799"/>
                <a:ext cx="253800" cy="360"/>
              </p14:xfrm>
            </p:contentPart>
          </mc:Choice>
          <mc:Fallback>
            <p:pic>
              <p:nvPicPr>
                <p:cNvPr id="5" name="墨迹 4">
                  <a:extLst>
                    <a:ext uri="{FF2B5EF4-FFF2-40B4-BE49-F238E27FC236}">
                      <a16:creationId xmlns:a16="http://schemas.microsoft.com/office/drawing/2014/main" id="{CF9DAF29-CD71-0CF9-B54A-048D42B103D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179729" y="5380159"/>
                  <a:ext cx="2714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5E750F9D-D38B-1477-337A-904CDEB01E1C}"/>
                    </a:ext>
                  </a:extLst>
                </p14:cNvPr>
                <p14:cNvContentPartPr/>
                <p14:nvPr/>
              </p14:nvContentPartPr>
              <p14:xfrm>
                <a:off x="2331649" y="5433799"/>
                <a:ext cx="37080" cy="104400"/>
              </p14:xfrm>
            </p:contentPart>
          </mc:Choice>
          <mc:Fallback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5E750F9D-D38B-1477-337A-904CDEB01E1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323009" y="5425159"/>
                  <a:ext cx="5472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5C4E6F7E-A97B-1897-85BD-078E1DC63ED3}"/>
                    </a:ext>
                  </a:extLst>
                </p14:cNvPr>
                <p14:cNvContentPartPr/>
                <p14:nvPr/>
              </p14:nvContentPartPr>
              <p14:xfrm>
                <a:off x="2461969" y="5471239"/>
                <a:ext cx="11880" cy="59040"/>
              </p14:xfrm>
            </p:contentPart>
          </mc:Choice>
          <mc:Fallback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5C4E6F7E-A97B-1897-85BD-078E1DC63ED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452969" y="5462599"/>
                  <a:ext cx="29520" cy="7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D30F76D-6F2F-87B2-70C7-48DA48E8833B}"/>
              </a:ext>
            </a:extLst>
          </p:cNvPr>
          <p:cNvGrpSpPr/>
          <p:nvPr/>
        </p:nvGrpSpPr>
        <p:grpSpPr>
          <a:xfrm>
            <a:off x="3597409" y="4729279"/>
            <a:ext cx="2249280" cy="1792080"/>
            <a:chOff x="3597409" y="4729279"/>
            <a:chExt cx="2249280" cy="179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4" name="墨迹 3">
                  <a:extLst>
                    <a:ext uri="{FF2B5EF4-FFF2-40B4-BE49-F238E27FC236}">
                      <a16:creationId xmlns:a16="http://schemas.microsoft.com/office/drawing/2014/main" id="{BBAB2406-44B6-D678-525E-F74457D7494B}"/>
                    </a:ext>
                  </a:extLst>
                </p14:cNvPr>
                <p14:cNvContentPartPr/>
                <p14:nvPr/>
              </p14:nvContentPartPr>
              <p14:xfrm>
                <a:off x="3597409" y="4729279"/>
                <a:ext cx="2249280" cy="1792080"/>
              </p14:xfrm>
            </p:contentPart>
          </mc:Choice>
          <mc:Fallback>
            <p:pic>
              <p:nvPicPr>
                <p:cNvPr id="4" name="墨迹 3">
                  <a:extLst>
                    <a:ext uri="{FF2B5EF4-FFF2-40B4-BE49-F238E27FC236}">
                      <a16:creationId xmlns:a16="http://schemas.microsoft.com/office/drawing/2014/main" id="{BBAB2406-44B6-D678-525E-F74457D7494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588769" y="4720639"/>
                  <a:ext cx="2266920" cy="180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21748181-7D6B-327C-6751-BC86A413FC1A}"/>
                    </a:ext>
                  </a:extLst>
                </p14:cNvPr>
                <p14:cNvContentPartPr/>
                <p14:nvPr/>
              </p14:nvContentPartPr>
              <p14:xfrm>
                <a:off x="5216689" y="5374039"/>
                <a:ext cx="190080" cy="360"/>
              </p14:xfrm>
            </p:contentPart>
          </mc:Choice>
          <mc:Fallback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21748181-7D6B-327C-6751-BC86A413FC1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207689" y="5365039"/>
                  <a:ext cx="2077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6A77E14D-5B89-FBA0-716F-170FE5E4B0EA}"/>
                    </a:ext>
                  </a:extLst>
                </p14:cNvPr>
                <p14:cNvContentPartPr/>
                <p14:nvPr/>
              </p14:nvContentPartPr>
              <p14:xfrm>
                <a:off x="5317849" y="5395999"/>
                <a:ext cx="78840" cy="119520"/>
              </p14:xfrm>
            </p:contentPart>
          </mc:Choice>
          <mc:Fallback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6A77E14D-5B89-FBA0-716F-170FE5E4B0E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308849" y="5387359"/>
                  <a:ext cx="964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AB7B74F4-FE0E-3DB6-5AA4-F9498A5B26E3}"/>
                    </a:ext>
                  </a:extLst>
                </p14:cNvPr>
                <p14:cNvContentPartPr/>
                <p14:nvPr/>
              </p14:nvContentPartPr>
              <p14:xfrm>
                <a:off x="5448529" y="5448919"/>
                <a:ext cx="61920" cy="68760"/>
              </p14:xfrm>
            </p:contentPart>
          </mc:Choice>
          <mc:Fallback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AB7B74F4-FE0E-3DB6-5AA4-F9498A5B26E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439889" y="5439919"/>
                  <a:ext cx="795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6F25E296-E640-5D2B-C5D8-07CBE08130D4}"/>
                    </a:ext>
                  </a:extLst>
                </p14:cNvPr>
                <p14:cNvContentPartPr/>
                <p14:nvPr/>
              </p14:nvContentPartPr>
              <p14:xfrm>
                <a:off x="5463289" y="5531359"/>
                <a:ext cx="113040" cy="360"/>
              </p14:xfrm>
            </p:contentPart>
          </mc:Choice>
          <mc:Fallback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6F25E296-E640-5D2B-C5D8-07CBE08130D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454649" y="5522359"/>
                  <a:ext cx="13068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6" name="墨迹 15">
                <a:extLst>
                  <a:ext uri="{FF2B5EF4-FFF2-40B4-BE49-F238E27FC236}">
                    <a16:creationId xmlns:a16="http://schemas.microsoft.com/office/drawing/2014/main" id="{55772C14-4BE2-3CE5-FF87-20A6A2682353}"/>
                  </a:ext>
                </a:extLst>
              </p14:cNvPr>
              <p14:cNvContentPartPr/>
              <p14:nvPr/>
            </p14:nvContentPartPr>
            <p14:xfrm>
              <a:off x="6609169" y="2076079"/>
              <a:ext cx="394200" cy="256320"/>
            </p14:xfrm>
          </p:contentPart>
        </mc:Choice>
        <mc:Fallback>
          <p:pic>
            <p:nvPicPr>
              <p:cNvPr id="16" name="墨迹 15">
                <a:extLst>
                  <a:ext uri="{FF2B5EF4-FFF2-40B4-BE49-F238E27FC236}">
                    <a16:creationId xmlns:a16="http://schemas.microsoft.com/office/drawing/2014/main" id="{55772C14-4BE2-3CE5-FF87-20A6A268235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600169" y="2067079"/>
                <a:ext cx="41184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7" name="墨迹 16">
                <a:extLst>
                  <a:ext uri="{FF2B5EF4-FFF2-40B4-BE49-F238E27FC236}">
                    <a16:creationId xmlns:a16="http://schemas.microsoft.com/office/drawing/2014/main" id="{F349A663-F1C8-F5A0-AC88-98D0368B5B02}"/>
                  </a:ext>
                </a:extLst>
              </p14:cNvPr>
              <p14:cNvContentPartPr/>
              <p14:nvPr/>
            </p14:nvContentPartPr>
            <p14:xfrm>
              <a:off x="7314769" y="2293159"/>
              <a:ext cx="847440" cy="23040"/>
            </p14:xfrm>
          </p:contentPart>
        </mc:Choice>
        <mc:Fallback>
          <p:pic>
            <p:nvPicPr>
              <p:cNvPr id="17" name="墨迹 16">
                <a:extLst>
                  <a:ext uri="{FF2B5EF4-FFF2-40B4-BE49-F238E27FC236}">
                    <a16:creationId xmlns:a16="http://schemas.microsoft.com/office/drawing/2014/main" id="{F349A663-F1C8-F5A0-AC88-98D0368B5B0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306129" y="2284519"/>
                <a:ext cx="865080" cy="4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组合 21">
            <a:extLst>
              <a:ext uri="{FF2B5EF4-FFF2-40B4-BE49-F238E27FC236}">
                <a16:creationId xmlns:a16="http://schemas.microsoft.com/office/drawing/2014/main" id="{53ED07BD-8698-F8B3-EE8A-899B57B04BCC}"/>
              </a:ext>
            </a:extLst>
          </p:cNvPr>
          <p:cNvGrpSpPr/>
          <p:nvPr/>
        </p:nvGrpSpPr>
        <p:grpSpPr>
          <a:xfrm>
            <a:off x="6122809" y="2337799"/>
            <a:ext cx="5526000" cy="488880"/>
            <a:chOff x="6122809" y="2337799"/>
            <a:chExt cx="5526000" cy="48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24197CDF-A209-0F54-154B-170DF31C71C3}"/>
                    </a:ext>
                  </a:extLst>
                </p14:cNvPr>
                <p14:cNvContentPartPr/>
                <p14:nvPr/>
              </p14:nvContentPartPr>
              <p14:xfrm>
                <a:off x="8282089" y="2337799"/>
                <a:ext cx="648000" cy="15480"/>
              </p14:xfrm>
            </p:contentPart>
          </mc:Choice>
          <mc:Fallback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24197CDF-A209-0F54-154B-170DF31C71C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273089" y="2329159"/>
                  <a:ext cx="6656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7F808830-25A5-3027-CC12-8896B2ABF96D}"/>
                    </a:ext>
                  </a:extLst>
                </p14:cNvPr>
                <p14:cNvContentPartPr/>
                <p14:nvPr/>
              </p14:nvContentPartPr>
              <p14:xfrm>
                <a:off x="9226009" y="2346079"/>
                <a:ext cx="512640" cy="360"/>
              </p14:xfrm>
            </p:contentPart>
          </mc:Choice>
          <mc:Fallback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7F808830-25A5-3027-CC12-8896B2ABF96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217369" y="2337079"/>
                  <a:ext cx="5302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C3A95839-74C4-B66B-E356-768D2126A467}"/>
                    </a:ext>
                  </a:extLst>
                </p14:cNvPr>
                <p14:cNvContentPartPr/>
                <p14:nvPr/>
              </p14:nvContentPartPr>
              <p14:xfrm>
                <a:off x="6122809" y="2360119"/>
                <a:ext cx="5526000" cy="466560"/>
              </p14:xfrm>
            </p:contentPart>
          </mc:Choice>
          <mc:Fallback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C3A95839-74C4-B66B-E356-768D2126A46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113809" y="2351479"/>
                  <a:ext cx="5543640" cy="48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82BB0DE4-148D-B314-0483-146F9CEF86FC}"/>
              </a:ext>
            </a:extLst>
          </p:cNvPr>
          <p:cNvGrpSpPr/>
          <p:nvPr/>
        </p:nvGrpSpPr>
        <p:grpSpPr>
          <a:xfrm>
            <a:off x="5749489" y="4661959"/>
            <a:ext cx="943560" cy="418320"/>
            <a:chOff x="5749489" y="4661959"/>
            <a:chExt cx="943560" cy="41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3" name="墨迹 22">
                  <a:extLst>
                    <a:ext uri="{FF2B5EF4-FFF2-40B4-BE49-F238E27FC236}">
                      <a16:creationId xmlns:a16="http://schemas.microsoft.com/office/drawing/2014/main" id="{EEB05CB2-58E9-4AB1-C15E-1D5C2A1E429B}"/>
                    </a:ext>
                  </a:extLst>
                </p14:cNvPr>
                <p14:cNvContentPartPr/>
                <p14:nvPr/>
              </p14:nvContentPartPr>
              <p14:xfrm>
                <a:off x="5749489" y="4661959"/>
                <a:ext cx="142200" cy="196560"/>
              </p14:xfrm>
            </p:contentPart>
          </mc:Choice>
          <mc:Fallback>
            <p:pic>
              <p:nvPicPr>
                <p:cNvPr id="23" name="墨迹 22">
                  <a:extLst>
                    <a:ext uri="{FF2B5EF4-FFF2-40B4-BE49-F238E27FC236}">
                      <a16:creationId xmlns:a16="http://schemas.microsoft.com/office/drawing/2014/main" id="{EEB05CB2-58E9-4AB1-C15E-1D5C2A1E429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740489" y="4652959"/>
                  <a:ext cx="1598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207F09B6-8605-0AC1-1267-72192007BD03}"/>
                    </a:ext>
                  </a:extLst>
                </p14:cNvPr>
                <p14:cNvContentPartPr/>
                <p14:nvPr/>
              </p14:nvContentPartPr>
              <p14:xfrm>
                <a:off x="5921209" y="4841599"/>
                <a:ext cx="35640" cy="28440"/>
              </p14:xfrm>
            </p:contentPart>
          </mc:Choice>
          <mc:Fallback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207F09B6-8605-0AC1-1267-72192007BD0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912209" y="4832599"/>
                  <a:ext cx="532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73C69D5C-84C1-8A51-5DCD-DB78D4E56DEB}"/>
                    </a:ext>
                  </a:extLst>
                </p14:cNvPr>
                <p14:cNvContentPartPr/>
                <p14:nvPr/>
              </p14:nvContentPartPr>
              <p14:xfrm>
                <a:off x="6093649" y="4691479"/>
                <a:ext cx="92880" cy="113760"/>
              </p14:xfrm>
            </p:contentPart>
          </mc:Choice>
          <mc:Fallback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73C69D5C-84C1-8A51-5DCD-DB78D4E56DE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085009" y="4682839"/>
                  <a:ext cx="1105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6" name="墨迹 25">
                  <a:extLst>
                    <a:ext uri="{FF2B5EF4-FFF2-40B4-BE49-F238E27FC236}">
                      <a16:creationId xmlns:a16="http://schemas.microsoft.com/office/drawing/2014/main" id="{BD69FDF2-262F-17FF-56DB-FFBEE448426E}"/>
                    </a:ext>
                  </a:extLst>
                </p14:cNvPr>
                <p14:cNvContentPartPr/>
                <p14:nvPr/>
              </p14:nvContentPartPr>
              <p14:xfrm>
                <a:off x="6062689" y="4744399"/>
                <a:ext cx="203400" cy="208080"/>
              </p14:xfrm>
            </p:contentPart>
          </mc:Choice>
          <mc:Fallback>
            <p:pic>
              <p:nvPicPr>
                <p:cNvPr id="26" name="墨迹 25">
                  <a:extLst>
                    <a:ext uri="{FF2B5EF4-FFF2-40B4-BE49-F238E27FC236}">
                      <a16:creationId xmlns:a16="http://schemas.microsoft.com/office/drawing/2014/main" id="{BD69FDF2-262F-17FF-56DB-FFBEE448426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053689" y="4735399"/>
                  <a:ext cx="2210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40D20093-D509-EDB4-E50C-29119B816258}"/>
                    </a:ext>
                  </a:extLst>
                </p14:cNvPr>
                <p14:cNvContentPartPr/>
                <p14:nvPr/>
              </p14:nvContentPartPr>
              <p14:xfrm>
                <a:off x="6225769" y="4766719"/>
                <a:ext cx="213120" cy="191520"/>
              </p14:xfrm>
            </p:contentPart>
          </mc:Choice>
          <mc:Fallback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40D20093-D509-EDB4-E50C-29119B81625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216769" y="4758079"/>
                  <a:ext cx="2307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8" name="墨迹 27">
                  <a:extLst>
                    <a:ext uri="{FF2B5EF4-FFF2-40B4-BE49-F238E27FC236}">
                      <a16:creationId xmlns:a16="http://schemas.microsoft.com/office/drawing/2014/main" id="{927B84FB-6076-B278-BEAB-97FA4A6CBA2E}"/>
                    </a:ext>
                  </a:extLst>
                </p14:cNvPr>
                <p14:cNvContentPartPr/>
                <p14:nvPr/>
              </p14:nvContentPartPr>
              <p14:xfrm>
                <a:off x="6490009" y="4796599"/>
                <a:ext cx="53640" cy="97920"/>
              </p14:xfrm>
            </p:contentPart>
          </mc:Choice>
          <mc:Fallback>
            <p:pic>
              <p:nvPicPr>
                <p:cNvPr id="28" name="墨迹 27">
                  <a:extLst>
                    <a:ext uri="{FF2B5EF4-FFF2-40B4-BE49-F238E27FC236}">
                      <a16:creationId xmlns:a16="http://schemas.microsoft.com/office/drawing/2014/main" id="{927B84FB-6076-B278-BEAB-97FA4A6CBA2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481009" y="4787599"/>
                  <a:ext cx="7128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29" name="墨迹 28">
                  <a:extLst>
                    <a:ext uri="{FF2B5EF4-FFF2-40B4-BE49-F238E27FC236}">
                      <a16:creationId xmlns:a16="http://schemas.microsoft.com/office/drawing/2014/main" id="{9EA967E9-5AC3-89CD-E6C3-C6E22BD8E7AB}"/>
                    </a:ext>
                  </a:extLst>
                </p14:cNvPr>
                <p14:cNvContentPartPr/>
                <p14:nvPr/>
              </p14:nvContentPartPr>
              <p14:xfrm>
                <a:off x="6513049" y="4879039"/>
                <a:ext cx="70200" cy="360"/>
              </p14:xfrm>
            </p:contentPart>
          </mc:Choice>
          <mc:Fallback>
            <p:pic>
              <p:nvPicPr>
                <p:cNvPr id="29" name="墨迹 28">
                  <a:extLst>
                    <a:ext uri="{FF2B5EF4-FFF2-40B4-BE49-F238E27FC236}">
                      <a16:creationId xmlns:a16="http://schemas.microsoft.com/office/drawing/2014/main" id="{9EA967E9-5AC3-89CD-E6C3-C6E22BD8E7A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504049" y="4870039"/>
                  <a:ext cx="878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0" name="墨迹 29">
                  <a:extLst>
                    <a:ext uri="{FF2B5EF4-FFF2-40B4-BE49-F238E27FC236}">
                      <a16:creationId xmlns:a16="http://schemas.microsoft.com/office/drawing/2014/main" id="{97D05365-3CE6-4DED-2B4B-7DD56E8F6804}"/>
                    </a:ext>
                  </a:extLst>
                </p14:cNvPr>
                <p14:cNvContentPartPr/>
                <p14:nvPr/>
              </p14:nvContentPartPr>
              <p14:xfrm>
                <a:off x="6533209" y="4811719"/>
                <a:ext cx="159840" cy="268560"/>
              </p14:xfrm>
            </p:contentPart>
          </mc:Choice>
          <mc:Fallback>
            <p:pic>
              <p:nvPicPr>
                <p:cNvPr id="30" name="墨迹 29">
                  <a:extLst>
                    <a:ext uri="{FF2B5EF4-FFF2-40B4-BE49-F238E27FC236}">
                      <a16:creationId xmlns:a16="http://schemas.microsoft.com/office/drawing/2014/main" id="{97D05365-3CE6-4DED-2B4B-7DD56E8F680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524209" y="4803079"/>
                  <a:ext cx="17748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2" name="墨迹 31">
                  <a:extLst>
                    <a:ext uri="{FF2B5EF4-FFF2-40B4-BE49-F238E27FC236}">
                      <a16:creationId xmlns:a16="http://schemas.microsoft.com/office/drawing/2014/main" id="{A732D1CD-8B00-F102-A507-B2400A06A991}"/>
                    </a:ext>
                  </a:extLst>
                </p14:cNvPr>
                <p14:cNvContentPartPr/>
                <p14:nvPr/>
              </p14:nvContentPartPr>
              <p14:xfrm>
                <a:off x="6237289" y="4843039"/>
                <a:ext cx="14040" cy="6480"/>
              </p14:xfrm>
            </p:contentPart>
          </mc:Choice>
          <mc:Fallback>
            <p:pic>
              <p:nvPicPr>
                <p:cNvPr id="32" name="墨迹 31">
                  <a:extLst>
                    <a:ext uri="{FF2B5EF4-FFF2-40B4-BE49-F238E27FC236}">
                      <a16:creationId xmlns:a16="http://schemas.microsoft.com/office/drawing/2014/main" id="{A732D1CD-8B00-F102-A507-B2400A06A99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228289" y="4834399"/>
                  <a:ext cx="31680" cy="2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456C9A7E-763B-DD54-F392-4EB4F671BC87}"/>
              </a:ext>
            </a:extLst>
          </p:cNvPr>
          <p:cNvGrpSpPr/>
          <p:nvPr/>
        </p:nvGrpSpPr>
        <p:grpSpPr>
          <a:xfrm>
            <a:off x="8566849" y="6100879"/>
            <a:ext cx="756360" cy="201240"/>
            <a:chOff x="8566849" y="6100879"/>
            <a:chExt cx="756360" cy="20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墨迹 38">
                  <a:extLst>
                    <a:ext uri="{FF2B5EF4-FFF2-40B4-BE49-F238E27FC236}">
                      <a16:creationId xmlns:a16="http://schemas.microsoft.com/office/drawing/2014/main" id="{18D453AC-7D46-F623-701A-0BEBA042F47F}"/>
                    </a:ext>
                  </a:extLst>
                </p14:cNvPr>
                <p14:cNvContentPartPr/>
                <p14:nvPr/>
              </p14:nvContentPartPr>
              <p14:xfrm>
                <a:off x="8566849" y="6107719"/>
                <a:ext cx="90000" cy="150840"/>
              </p14:xfrm>
            </p:contentPart>
          </mc:Choice>
          <mc:Fallback>
            <p:pic>
              <p:nvPicPr>
                <p:cNvPr id="39" name="墨迹 38">
                  <a:extLst>
                    <a:ext uri="{FF2B5EF4-FFF2-40B4-BE49-F238E27FC236}">
                      <a16:creationId xmlns:a16="http://schemas.microsoft.com/office/drawing/2014/main" id="{18D453AC-7D46-F623-701A-0BEBA042F47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557849" y="6098719"/>
                  <a:ext cx="1076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墨迹 39">
                  <a:extLst>
                    <a:ext uri="{FF2B5EF4-FFF2-40B4-BE49-F238E27FC236}">
                      <a16:creationId xmlns:a16="http://schemas.microsoft.com/office/drawing/2014/main" id="{728E4E20-CA9F-DE98-0D42-67087B668839}"/>
                    </a:ext>
                  </a:extLst>
                </p14:cNvPr>
                <p14:cNvContentPartPr/>
                <p14:nvPr/>
              </p14:nvContentPartPr>
              <p14:xfrm>
                <a:off x="8680249" y="6151999"/>
                <a:ext cx="89280" cy="86040"/>
              </p14:xfrm>
            </p:contentPart>
          </mc:Choice>
          <mc:Fallback>
            <p:pic>
              <p:nvPicPr>
                <p:cNvPr id="40" name="墨迹 39">
                  <a:extLst>
                    <a:ext uri="{FF2B5EF4-FFF2-40B4-BE49-F238E27FC236}">
                      <a16:creationId xmlns:a16="http://schemas.microsoft.com/office/drawing/2014/main" id="{728E4E20-CA9F-DE98-0D42-67087B66883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671249" y="6143359"/>
                  <a:ext cx="1069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墨迹 40">
                  <a:extLst>
                    <a:ext uri="{FF2B5EF4-FFF2-40B4-BE49-F238E27FC236}">
                      <a16:creationId xmlns:a16="http://schemas.microsoft.com/office/drawing/2014/main" id="{785C9FEE-8B55-8BBB-2828-55DF66EAE034}"/>
                    </a:ext>
                  </a:extLst>
                </p14:cNvPr>
                <p14:cNvContentPartPr/>
                <p14:nvPr/>
              </p14:nvContentPartPr>
              <p14:xfrm>
                <a:off x="8806249" y="6138319"/>
                <a:ext cx="8280" cy="116280"/>
              </p14:xfrm>
            </p:contentPart>
          </mc:Choice>
          <mc:Fallback>
            <p:pic>
              <p:nvPicPr>
                <p:cNvPr id="41" name="墨迹 40">
                  <a:extLst>
                    <a:ext uri="{FF2B5EF4-FFF2-40B4-BE49-F238E27FC236}">
                      <a16:creationId xmlns:a16="http://schemas.microsoft.com/office/drawing/2014/main" id="{785C9FEE-8B55-8BBB-2828-55DF66EAE03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797609" y="6129679"/>
                  <a:ext cx="259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墨迹 41">
                  <a:extLst>
                    <a:ext uri="{FF2B5EF4-FFF2-40B4-BE49-F238E27FC236}">
                      <a16:creationId xmlns:a16="http://schemas.microsoft.com/office/drawing/2014/main" id="{381A0752-752B-ED8E-4F23-A72FE7A20E3F}"/>
                    </a:ext>
                  </a:extLst>
                </p14:cNvPr>
                <p14:cNvContentPartPr/>
                <p14:nvPr/>
              </p14:nvContentPartPr>
              <p14:xfrm>
                <a:off x="8844049" y="6184759"/>
                <a:ext cx="105120" cy="21240"/>
              </p14:xfrm>
            </p:contentPart>
          </mc:Choice>
          <mc:Fallback>
            <p:pic>
              <p:nvPicPr>
                <p:cNvPr id="42" name="墨迹 41">
                  <a:extLst>
                    <a:ext uri="{FF2B5EF4-FFF2-40B4-BE49-F238E27FC236}">
                      <a16:creationId xmlns:a16="http://schemas.microsoft.com/office/drawing/2014/main" id="{381A0752-752B-ED8E-4F23-A72FE7A20E3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835409" y="6176119"/>
                  <a:ext cx="1227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墨迹 42">
                  <a:extLst>
                    <a:ext uri="{FF2B5EF4-FFF2-40B4-BE49-F238E27FC236}">
                      <a16:creationId xmlns:a16="http://schemas.microsoft.com/office/drawing/2014/main" id="{C8F831AA-4234-24C8-6CD1-A8CBB8EE61F0}"/>
                    </a:ext>
                  </a:extLst>
                </p14:cNvPr>
                <p14:cNvContentPartPr/>
                <p14:nvPr/>
              </p14:nvContentPartPr>
              <p14:xfrm>
                <a:off x="8956369" y="6145519"/>
                <a:ext cx="360" cy="360"/>
              </p14:xfrm>
            </p:contentPart>
          </mc:Choice>
          <mc:Fallback>
            <p:pic>
              <p:nvPicPr>
                <p:cNvPr id="43" name="墨迹 42">
                  <a:extLst>
                    <a:ext uri="{FF2B5EF4-FFF2-40B4-BE49-F238E27FC236}">
                      <a16:creationId xmlns:a16="http://schemas.microsoft.com/office/drawing/2014/main" id="{C8F831AA-4234-24C8-6CD1-A8CBB8EE61F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947369" y="6136879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墨迹 43">
                  <a:extLst>
                    <a:ext uri="{FF2B5EF4-FFF2-40B4-BE49-F238E27FC236}">
                      <a16:creationId xmlns:a16="http://schemas.microsoft.com/office/drawing/2014/main" id="{907A8AD3-D0F4-9915-E24B-9494CDA47EB5}"/>
                    </a:ext>
                  </a:extLst>
                </p14:cNvPr>
                <p14:cNvContentPartPr/>
                <p14:nvPr/>
              </p14:nvContentPartPr>
              <p14:xfrm>
                <a:off x="8799049" y="6136879"/>
                <a:ext cx="181440" cy="144360"/>
              </p14:xfrm>
            </p:contentPart>
          </mc:Choice>
          <mc:Fallback>
            <p:pic>
              <p:nvPicPr>
                <p:cNvPr id="44" name="墨迹 43">
                  <a:extLst>
                    <a:ext uri="{FF2B5EF4-FFF2-40B4-BE49-F238E27FC236}">
                      <a16:creationId xmlns:a16="http://schemas.microsoft.com/office/drawing/2014/main" id="{907A8AD3-D0F4-9915-E24B-9494CDA47EB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790409" y="6128239"/>
                  <a:ext cx="1990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墨迹 44">
                  <a:extLst>
                    <a:ext uri="{FF2B5EF4-FFF2-40B4-BE49-F238E27FC236}">
                      <a16:creationId xmlns:a16="http://schemas.microsoft.com/office/drawing/2014/main" id="{86937124-D528-6919-9CE3-F32DE30EAE8E}"/>
                    </a:ext>
                  </a:extLst>
                </p14:cNvPr>
                <p14:cNvContentPartPr/>
                <p14:nvPr/>
              </p14:nvContentPartPr>
              <p14:xfrm>
                <a:off x="9038089" y="6130759"/>
                <a:ext cx="31320" cy="158400"/>
              </p14:xfrm>
            </p:contentPart>
          </mc:Choice>
          <mc:Fallback>
            <p:pic>
              <p:nvPicPr>
                <p:cNvPr id="45" name="墨迹 44">
                  <a:extLst>
                    <a:ext uri="{FF2B5EF4-FFF2-40B4-BE49-F238E27FC236}">
                      <a16:creationId xmlns:a16="http://schemas.microsoft.com/office/drawing/2014/main" id="{86937124-D528-6919-9CE3-F32DE30EAE8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029089" y="6122119"/>
                  <a:ext cx="4896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墨迹 45">
                  <a:extLst>
                    <a:ext uri="{FF2B5EF4-FFF2-40B4-BE49-F238E27FC236}">
                      <a16:creationId xmlns:a16="http://schemas.microsoft.com/office/drawing/2014/main" id="{6E0D74F0-3350-5CE7-97A1-D759C6CA9C39}"/>
                    </a:ext>
                  </a:extLst>
                </p14:cNvPr>
                <p14:cNvContentPartPr/>
                <p14:nvPr/>
              </p14:nvContentPartPr>
              <p14:xfrm>
                <a:off x="9069049" y="6223279"/>
                <a:ext cx="64800" cy="12600"/>
              </p14:xfrm>
            </p:contentPart>
          </mc:Choice>
          <mc:Fallback>
            <p:pic>
              <p:nvPicPr>
                <p:cNvPr id="46" name="墨迹 45">
                  <a:extLst>
                    <a:ext uri="{FF2B5EF4-FFF2-40B4-BE49-F238E27FC236}">
                      <a16:creationId xmlns:a16="http://schemas.microsoft.com/office/drawing/2014/main" id="{6E0D74F0-3350-5CE7-97A1-D759C6CA9C3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060049" y="6214639"/>
                  <a:ext cx="824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墨迹 46">
                  <a:extLst>
                    <a:ext uri="{FF2B5EF4-FFF2-40B4-BE49-F238E27FC236}">
                      <a16:creationId xmlns:a16="http://schemas.microsoft.com/office/drawing/2014/main" id="{C679B89E-A784-D4D7-54EF-60B7CD6BA479}"/>
                    </a:ext>
                  </a:extLst>
                </p14:cNvPr>
                <p14:cNvContentPartPr/>
                <p14:nvPr/>
              </p14:nvContentPartPr>
              <p14:xfrm>
                <a:off x="9157969" y="6100879"/>
                <a:ext cx="61560" cy="173880"/>
              </p14:xfrm>
            </p:contentPart>
          </mc:Choice>
          <mc:Fallback>
            <p:pic>
              <p:nvPicPr>
                <p:cNvPr id="47" name="墨迹 46">
                  <a:extLst>
                    <a:ext uri="{FF2B5EF4-FFF2-40B4-BE49-F238E27FC236}">
                      <a16:creationId xmlns:a16="http://schemas.microsoft.com/office/drawing/2014/main" id="{C679B89E-A784-D4D7-54EF-60B7CD6BA47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148969" y="6092239"/>
                  <a:ext cx="7920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墨迹 47">
                  <a:extLst>
                    <a:ext uri="{FF2B5EF4-FFF2-40B4-BE49-F238E27FC236}">
                      <a16:creationId xmlns:a16="http://schemas.microsoft.com/office/drawing/2014/main" id="{6D21E877-D50F-B81B-AC85-47458326081E}"/>
                    </a:ext>
                  </a:extLst>
                </p14:cNvPr>
                <p14:cNvContentPartPr/>
                <p14:nvPr/>
              </p14:nvContentPartPr>
              <p14:xfrm>
                <a:off x="9233929" y="6220759"/>
                <a:ext cx="89280" cy="81360"/>
              </p14:xfrm>
            </p:contentPart>
          </mc:Choice>
          <mc:Fallback>
            <p:pic>
              <p:nvPicPr>
                <p:cNvPr id="48" name="墨迹 47">
                  <a:extLst>
                    <a:ext uri="{FF2B5EF4-FFF2-40B4-BE49-F238E27FC236}">
                      <a16:creationId xmlns:a16="http://schemas.microsoft.com/office/drawing/2014/main" id="{6D21E877-D50F-B81B-AC85-47458326081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224929" y="6211759"/>
                  <a:ext cx="106920" cy="9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0E01C549-1B8E-0505-D478-9AE81922619A}"/>
              </a:ext>
            </a:extLst>
          </p:cNvPr>
          <p:cNvGrpSpPr/>
          <p:nvPr/>
        </p:nvGrpSpPr>
        <p:grpSpPr>
          <a:xfrm>
            <a:off x="6025969" y="5468359"/>
            <a:ext cx="2046600" cy="1096560"/>
            <a:chOff x="6025969" y="5468359"/>
            <a:chExt cx="2046600" cy="109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34" name="墨迹 33">
                  <a:extLst>
                    <a:ext uri="{FF2B5EF4-FFF2-40B4-BE49-F238E27FC236}">
                      <a16:creationId xmlns:a16="http://schemas.microsoft.com/office/drawing/2014/main" id="{78A5DF23-55C2-93E0-76FC-3091A03F7E43}"/>
                    </a:ext>
                  </a:extLst>
                </p14:cNvPr>
                <p14:cNvContentPartPr/>
                <p14:nvPr/>
              </p14:nvContentPartPr>
              <p14:xfrm>
                <a:off x="6043609" y="6235879"/>
                <a:ext cx="12600" cy="182160"/>
              </p14:xfrm>
            </p:contentPart>
          </mc:Choice>
          <mc:Fallback>
            <p:pic>
              <p:nvPicPr>
                <p:cNvPr id="34" name="墨迹 33">
                  <a:extLst>
                    <a:ext uri="{FF2B5EF4-FFF2-40B4-BE49-F238E27FC236}">
                      <a16:creationId xmlns:a16="http://schemas.microsoft.com/office/drawing/2014/main" id="{78A5DF23-55C2-93E0-76FC-3091A03F7E4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034609" y="6226879"/>
                  <a:ext cx="302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35" name="墨迹 34">
                  <a:extLst>
                    <a:ext uri="{FF2B5EF4-FFF2-40B4-BE49-F238E27FC236}">
                      <a16:creationId xmlns:a16="http://schemas.microsoft.com/office/drawing/2014/main" id="{8411B6A2-CB50-CA0D-882F-E0A1E7B77384}"/>
                    </a:ext>
                  </a:extLst>
                </p14:cNvPr>
                <p14:cNvContentPartPr/>
                <p14:nvPr/>
              </p14:nvContentPartPr>
              <p14:xfrm>
                <a:off x="6160609" y="6234799"/>
                <a:ext cx="1398960" cy="53280"/>
              </p14:xfrm>
            </p:contentPart>
          </mc:Choice>
          <mc:Fallback>
            <p:pic>
              <p:nvPicPr>
                <p:cNvPr id="35" name="墨迹 34">
                  <a:extLst>
                    <a:ext uri="{FF2B5EF4-FFF2-40B4-BE49-F238E27FC236}">
                      <a16:creationId xmlns:a16="http://schemas.microsoft.com/office/drawing/2014/main" id="{8411B6A2-CB50-CA0D-882F-E0A1E7B7738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151969" y="6226159"/>
                  <a:ext cx="14166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36" name="墨迹 35">
                  <a:extLst>
                    <a:ext uri="{FF2B5EF4-FFF2-40B4-BE49-F238E27FC236}">
                      <a16:creationId xmlns:a16="http://schemas.microsoft.com/office/drawing/2014/main" id="{8B4E027E-CA2D-AF9A-8938-4EE9B52C978A}"/>
                    </a:ext>
                  </a:extLst>
                </p14:cNvPr>
                <p14:cNvContentPartPr/>
                <p14:nvPr/>
              </p14:nvContentPartPr>
              <p14:xfrm>
                <a:off x="7646689" y="6153439"/>
                <a:ext cx="65880" cy="207000"/>
              </p14:xfrm>
            </p:contentPart>
          </mc:Choice>
          <mc:Fallback>
            <p:pic>
              <p:nvPicPr>
                <p:cNvPr id="36" name="墨迹 35">
                  <a:extLst>
                    <a:ext uri="{FF2B5EF4-FFF2-40B4-BE49-F238E27FC236}">
                      <a16:creationId xmlns:a16="http://schemas.microsoft.com/office/drawing/2014/main" id="{8B4E027E-CA2D-AF9A-8938-4EE9B52C978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637689" y="6144439"/>
                  <a:ext cx="835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37" name="墨迹 36">
                  <a:extLst>
                    <a:ext uri="{FF2B5EF4-FFF2-40B4-BE49-F238E27FC236}">
                      <a16:creationId xmlns:a16="http://schemas.microsoft.com/office/drawing/2014/main" id="{12AEB102-9763-1AD8-A6B8-EE8613904C0C}"/>
                    </a:ext>
                  </a:extLst>
                </p14:cNvPr>
                <p14:cNvContentPartPr/>
                <p14:nvPr/>
              </p14:nvContentPartPr>
              <p14:xfrm>
                <a:off x="7763689" y="6138319"/>
                <a:ext cx="99360" cy="258840"/>
              </p14:xfrm>
            </p:contentPart>
          </mc:Choice>
          <mc:Fallback>
            <p:pic>
              <p:nvPicPr>
                <p:cNvPr id="37" name="墨迹 36">
                  <a:extLst>
                    <a:ext uri="{FF2B5EF4-FFF2-40B4-BE49-F238E27FC236}">
                      <a16:creationId xmlns:a16="http://schemas.microsoft.com/office/drawing/2014/main" id="{12AEB102-9763-1AD8-A6B8-EE8613904C0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755049" y="6129679"/>
                  <a:ext cx="1170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0" name="墨迹 49">
                  <a:extLst>
                    <a:ext uri="{FF2B5EF4-FFF2-40B4-BE49-F238E27FC236}">
                      <a16:creationId xmlns:a16="http://schemas.microsoft.com/office/drawing/2014/main" id="{049B1247-9243-B055-9546-DDC8BF6DD937}"/>
                    </a:ext>
                  </a:extLst>
                </p14:cNvPr>
                <p14:cNvContentPartPr/>
                <p14:nvPr/>
              </p14:nvContentPartPr>
              <p14:xfrm>
                <a:off x="6025969" y="6168559"/>
                <a:ext cx="24480" cy="30240"/>
              </p14:xfrm>
            </p:contentPart>
          </mc:Choice>
          <mc:Fallback>
            <p:pic>
              <p:nvPicPr>
                <p:cNvPr id="50" name="墨迹 49">
                  <a:extLst>
                    <a:ext uri="{FF2B5EF4-FFF2-40B4-BE49-F238E27FC236}">
                      <a16:creationId xmlns:a16="http://schemas.microsoft.com/office/drawing/2014/main" id="{049B1247-9243-B055-9546-DDC8BF6DD93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017329" y="6159559"/>
                  <a:ext cx="421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1" name="墨迹 50">
                  <a:extLst>
                    <a:ext uri="{FF2B5EF4-FFF2-40B4-BE49-F238E27FC236}">
                      <a16:creationId xmlns:a16="http://schemas.microsoft.com/office/drawing/2014/main" id="{91E235DC-FD20-6174-B344-9FC8C428BE61}"/>
                    </a:ext>
                  </a:extLst>
                </p14:cNvPr>
                <p14:cNvContentPartPr/>
                <p14:nvPr/>
              </p14:nvContentPartPr>
              <p14:xfrm>
                <a:off x="6100849" y="6042919"/>
                <a:ext cx="20520" cy="20520"/>
              </p14:xfrm>
            </p:contentPart>
          </mc:Choice>
          <mc:Fallback>
            <p:pic>
              <p:nvPicPr>
                <p:cNvPr id="51" name="墨迹 50">
                  <a:extLst>
                    <a:ext uri="{FF2B5EF4-FFF2-40B4-BE49-F238E27FC236}">
                      <a16:creationId xmlns:a16="http://schemas.microsoft.com/office/drawing/2014/main" id="{91E235DC-FD20-6174-B344-9FC8C428BE6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091849" y="6034279"/>
                  <a:ext cx="381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2" name="墨迹 51">
                  <a:extLst>
                    <a:ext uri="{FF2B5EF4-FFF2-40B4-BE49-F238E27FC236}">
                      <a16:creationId xmlns:a16="http://schemas.microsoft.com/office/drawing/2014/main" id="{B0AD4335-5BC6-00B8-3141-A6D7D8C4A8CD}"/>
                    </a:ext>
                  </a:extLst>
                </p14:cNvPr>
                <p14:cNvContentPartPr/>
                <p14:nvPr/>
              </p14:nvContentPartPr>
              <p14:xfrm>
                <a:off x="6198049" y="5938879"/>
                <a:ext cx="72720" cy="34920"/>
              </p14:xfrm>
            </p:contentPart>
          </mc:Choice>
          <mc:Fallback>
            <p:pic>
              <p:nvPicPr>
                <p:cNvPr id="52" name="墨迹 51">
                  <a:extLst>
                    <a:ext uri="{FF2B5EF4-FFF2-40B4-BE49-F238E27FC236}">
                      <a16:creationId xmlns:a16="http://schemas.microsoft.com/office/drawing/2014/main" id="{B0AD4335-5BC6-00B8-3141-A6D7D8C4A8C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189409" y="5930239"/>
                  <a:ext cx="903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3" name="墨迹 52">
                  <a:extLst>
                    <a:ext uri="{FF2B5EF4-FFF2-40B4-BE49-F238E27FC236}">
                      <a16:creationId xmlns:a16="http://schemas.microsoft.com/office/drawing/2014/main" id="{C75C5B86-D926-885D-2E92-2E453F67EE5E}"/>
                    </a:ext>
                  </a:extLst>
                </p14:cNvPr>
                <p14:cNvContentPartPr/>
                <p14:nvPr/>
              </p14:nvContentPartPr>
              <p14:xfrm>
                <a:off x="6355729" y="5875879"/>
                <a:ext cx="245520" cy="23040"/>
              </p14:xfrm>
            </p:contentPart>
          </mc:Choice>
          <mc:Fallback>
            <p:pic>
              <p:nvPicPr>
                <p:cNvPr id="53" name="墨迹 52">
                  <a:extLst>
                    <a:ext uri="{FF2B5EF4-FFF2-40B4-BE49-F238E27FC236}">
                      <a16:creationId xmlns:a16="http://schemas.microsoft.com/office/drawing/2014/main" id="{C75C5B86-D926-885D-2E92-2E453F67EE5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347089" y="5866879"/>
                  <a:ext cx="2631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4" name="墨迹 53">
                  <a:extLst>
                    <a:ext uri="{FF2B5EF4-FFF2-40B4-BE49-F238E27FC236}">
                      <a16:creationId xmlns:a16="http://schemas.microsoft.com/office/drawing/2014/main" id="{1A499EFB-4CDE-722C-68D6-D799DCFE9B49}"/>
                    </a:ext>
                  </a:extLst>
                </p14:cNvPr>
                <p14:cNvContentPartPr/>
                <p14:nvPr/>
              </p14:nvContentPartPr>
              <p14:xfrm>
                <a:off x="6700249" y="5875879"/>
                <a:ext cx="176760" cy="181440"/>
              </p14:xfrm>
            </p:contentPart>
          </mc:Choice>
          <mc:Fallback>
            <p:pic>
              <p:nvPicPr>
                <p:cNvPr id="54" name="墨迹 53">
                  <a:extLst>
                    <a:ext uri="{FF2B5EF4-FFF2-40B4-BE49-F238E27FC236}">
                      <a16:creationId xmlns:a16="http://schemas.microsoft.com/office/drawing/2014/main" id="{1A499EFB-4CDE-722C-68D6-D799DCFE9B4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691609" y="5866879"/>
                  <a:ext cx="19440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5" name="墨迹 54">
                  <a:extLst>
                    <a:ext uri="{FF2B5EF4-FFF2-40B4-BE49-F238E27FC236}">
                      <a16:creationId xmlns:a16="http://schemas.microsoft.com/office/drawing/2014/main" id="{845E6B02-2715-EF71-4F44-4A4854E7C979}"/>
                    </a:ext>
                  </a:extLst>
                </p14:cNvPr>
                <p14:cNvContentPartPr/>
                <p14:nvPr/>
              </p14:nvContentPartPr>
              <p14:xfrm>
                <a:off x="6925249" y="6123199"/>
                <a:ext cx="18360" cy="41040"/>
              </p14:xfrm>
            </p:contentPart>
          </mc:Choice>
          <mc:Fallback>
            <p:pic>
              <p:nvPicPr>
                <p:cNvPr id="55" name="墨迹 54">
                  <a:extLst>
                    <a:ext uri="{FF2B5EF4-FFF2-40B4-BE49-F238E27FC236}">
                      <a16:creationId xmlns:a16="http://schemas.microsoft.com/office/drawing/2014/main" id="{845E6B02-2715-EF71-4F44-4A4854E7C97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916249" y="6114199"/>
                  <a:ext cx="360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6" name="墨迹 55">
                  <a:extLst>
                    <a:ext uri="{FF2B5EF4-FFF2-40B4-BE49-F238E27FC236}">
                      <a16:creationId xmlns:a16="http://schemas.microsoft.com/office/drawing/2014/main" id="{66EF9E13-049E-CCCF-E5BB-0C09295D1AC7}"/>
                    </a:ext>
                  </a:extLst>
                </p14:cNvPr>
                <p14:cNvContentPartPr/>
                <p14:nvPr/>
              </p14:nvContentPartPr>
              <p14:xfrm>
                <a:off x="6873409" y="6220759"/>
                <a:ext cx="87120" cy="165960"/>
              </p14:xfrm>
            </p:contentPart>
          </mc:Choice>
          <mc:Fallback>
            <p:pic>
              <p:nvPicPr>
                <p:cNvPr id="56" name="墨迹 55">
                  <a:extLst>
                    <a:ext uri="{FF2B5EF4-FFF2-40B4-BE49-F238E27FC236}">
                      <a16:creationId xmlns:a16="http://schemas.microsoft.com/office/drawing/2014/main" id="{66EF9E13-049E-CCCF-E5BB-0C09295D1AC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864769" y="6212119"/>
                  <a:ext cx="1047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7" name="墨迹 56">
                  <a:extLst>
                    <a:ext uri="{FF2B5EF4-FFF2-40B4-BE49-F238E27FC236}">
                      <a16:creationId xmlns:a16="http://schemas.microsoft.com/office/drawing/2014/main" id="{2C5632AB-542E-FDE7-A9EA-532D105E9C29}"/>
                    </a:ext>
                  </a:extLst>
                </p14:cNvPr>
                <p14:cNvContentPartPr/>
                <p14:nvPr/>
              </p14:nvContentPartPr>
              <p14:xfrm>
                <a:off x="6962689" y="6198079"/>
                <a:ext cx="82080" cy="23040"/>
              </p14:xfrm>
            </p:contentPart>
          </mc:Choice>
          <mc:Fallback>
            <p:pic>
              <p:nvPicPr>
                <p:cNvPr id="57" name="墨迹 56">
                  <a:extLst>
                    <a:ext uri="{FF2B5EF4-FFF2-40B4-BE49-F238E27FC236}">
                      <a16:creationId xmlns:a16="http://schemas.microsoft.com/office/drawing/2014/main" id="{2C5632AB-542E-FDE7-A9EA-532D105E9C2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953689" y="6189439"/>
                  <a:ext cx="997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59" name="墨迹 58">
                  <a:extLst>
                    <a:ext uri="{FF2B5EF4-FFF2-40B4-BE49-F238E27FC236}">
                      <a16:creationId xmlns:a16="http://schemas.microsoft.com/office/drawing/2014/main" id="{66D8861B-281A-8812-5B89-D357E4BD0A96}"/>
                    </a:ext>
                  </a:extLst>
                </p14:cNvPr>
                <p14:cNvContentPartPr/>
                <p14:nvPr/>
              </p14:nvContentPartPr>
              <p14:xfrm>
                <a:off x="7030369" y="6190519"/>
                <a:ext cx="210240" cy="204840"/>
              </p14:xfrm>
            </p:contentPart>
          </mc:Choice>
          <mc:Fallback>
            <p:pic>
              <p:nvPicPr>
                <p:cNvPr id="59" name="墨迹 58">
                  <a:extLst>
                    <a:ext uri="{FF2B5EF4-FFF2-40B4-BE49-F238E27FC236}">
                      <a16:creationId xmlns:a16="http://schemas.microsoft.com/office/drawing/2014/main" id="{66D8861B-281A-8812-5B89-D357E4BD0A9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021369" y="6181879"/>
                  <a:ext cx="2278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0" name="墨迹 59">
                  <a:extLst>
                    <a:ext uri="{FF2B5EF4-FFF2-40B4-BE49-F238E27FC236}">
                      <a16:creationId xmlns:a16="http://schemas.microsoft.com/office/drawing/2014/main" id="{39466C00-50D1-3217-5B01-1E0FED39BA88}"/>
                    </a:ext>
                  </a:extLst>
                </p14:cNvPr>
                <p14:cNvContentPartPr/>
                <p14:nvPr/>
              </p14:nvContentPartPr>
              <p14:xfrm>
                <a:off x="7157449" y="6163159"/>
                <a:ext cx="22320" cy="27720"/>
              </p14:xfrm>
            </p:contentPart>
          </mc:Choice>
          <mc:Fallback>
            <p:pic>
              <p:nvPicPr>
                <p:cNvPr id="60" name="墨迹 59">
                  <a:extLst>
                    <a:ext uri="{FF2B5EF4-FFF2-40B4-BE49-F238E27FC236}">
                      <a16:creationId xmlns:a16="http://schemas.microsoft.com/office/drawing/2014/main" id="{39466C00-50D1-3217-5B01-1E0FED39BA8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148809" y="6154159"/>
                  <a:ext cx="399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1" name="墨迹 60">
                  <a:extLst>
                    <a:ext uri="{FF2B5EF4-FFF2-40B4-BE49-F238E27FC236}">
                      <a16:creationId xmlns:a16="http://schemas.microsoft.com/office/drawing/2014/main" id="{BB4A5794-0696-1AD3-9B17-AF647D9C660C}"/>
                    </a:ext>
                  </a:extLst>
                </p14:cNvPr>
                <p14:cNvContentPartPr/>
                <p14:nvPr/>
              </p14:nvContentPartPr>
              <p14:xfrm>
                <a:off x="7314769" y="5982799"/>
                <a:ext cx="86040" cy="43560"/>
              </p14:xfrm>
            </p:contentPart>
          </mc:Choice>
          <mc:Fallback>
            <p:pic>
              <p:nvPicPr>
                <p:cNvPr id="61" name="墨迹 60">
                  <a:extLst>
                    <a:ext uri="{FF2B5EF4-FFF2-40B4-BE49-F238E27FC236}">
                      <a16:creationId xmlns:a16="http://schemas.microsoft.com/office/drawing/2014/main" id="{BB4A5794-0696-1AD3-9B17-AF647D9C660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306129" y="5973799"/>
                  <a:ext cx="10368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2" name="墨迹 61">
                  <a:extLst>
                    <a:ext uri="{FF2B5EF4-FFF2-40B4-BE49-F238E27FC236}">
                      <a16:creationId xmlns:a16="http://schemas.microsoft.com/office/drawing/2014/main" id="{A1DC8769-AF85-51AF-3AAC-15623F57E34E}"/>
                    </a:ext>
                  </a:extLst>
                </p14:cNvPr>
                <p14:cNvContentPartPr/>
                <p14:nvPr/>
              </p14:nvContentPartPr>
              <p14:xfrm>
                <a:off x="7554889" y="5920879"/>
                <a:ext cx="113400" cy="245880"/>
              </p14:xfrm>
            </p:contentPart>
          </mc:Choice>
          <mc:Fallback>
            <p:pic>
              <p:nvPicPr>
                <p:cNvPr id="62" name="墨迹 61">
                  <a:extLst>
                    <a:ext uri="{FF2B5EF4-FFF2-40B4-BE49-F238E27FC236}">
                      <a16:creationId xmlns:a16="http://schemas.microsoft.com/office/drawing/2014/main" id="{A1DC8769-AF85-51AF-3AAC-15623F57E34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546249" y="5911879"/>
                  <a:ext cx="13104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3" name="墨迹 62">
                  <a:extLst>
                    <a:ext uri="{FF2B5EF4-FFF2-40B4-BE49-F238E27FC236}">
                      <a16:creationId xmlns:a16="http://schemas.microsoft.com/office/drawing/2014/main" id="{9DADFF68-C850-3B15-E769-817AD5F5201B}"/>
                    </a:ext>
                  </a:extLst>
                </p14:cNvPr>
                <p14:cNvContentPartPr/>
                <p14:nvPr/>
              </p14:nvContentPartPr>
              <p14:xfrm>
                <a:off x="7550209" y="6310399"/>
                <a:ext cx="34920" cy="90360"/>
              </p14:xfrm>
            </p:contentPart>
          </mc:Choice>
          <mc:Fallback>
            <p:pic>
              <p:nvPicPr>
                <p:cNvPr id="63" name="墨迹 62">
                  <a:extLst>
                    <a:ext uri="{FF2B5EF4-FFF2-40B4-BE49-F238E27FC236}">
                      <a16:creationId xmlns:a16="http://schemas.microsoft.com/office/drawing/2014/main" id="{9DADFF68-C850-3B15-E769-817AD5F5201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541209" y="6301759"/>
                  <a:ext cx="5256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4" name="墨迹 63">
                  <a:extLst>
                    <a:ext uri="{FF2B5EF4-FFF2-40B4-BE49-F238E27FC236}">
                      <a16:creationId xmlns:a16="http://schemas.microsoft.com/office/drawing/2014/main" id="{A7DF1514-59F5-3C89-CDF8-A1C57A709AC0}"/>
                    </a:ext>
                  </a:extLst>
                </p14:cNvPr>
                <p14:cNvContentPartPr/>
                <p14:nvPr/>
              </p14:nvContentPartPr>
              <p14:xfrm>
                <a:off x="7651729" y="6363319"/>
                <a:ext cx="15480" cy="59040"/>
              </p14:xfrm>
            </p:contentPart>
          </mc:Choice>
          <mc:Fallback>
            <p:pic>
              <p:nvPicPr>
                <p:cNvPr id="64" name="墨迹 63">
                  <a:extLst>
                    <a:ext uri="{FF2B5EF4-FFF2-40B4-BE49-F238E27FC236}">
                      <a16:creationId xmlns:a16="http://schemas.microsoft.com/office/drawing/2014/main" id="{A7DF1514-59F5-3C89-CDF8-A1C57A709AC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643089" y="6354319"/>
                  <a:ext cx="331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6" name="墨迹 65">
                  <a:extLst>
                    <a:ext uri="{FF2B5EF4-FFF2-40B4-BE49-F238E27FC236}">
                      <a16:creationId xmlns:a16="http://schemas.microsoft.com/office/drawing/2014/main" id="{39B0EC92-9505-D9D9-096D-2CC0719956BA}"/>
                    </a:ext>
                  </a:extLst>
                </p14:cNvPr>
                <p14:cNvContentPartPr/>
                <p14:nvPr/>
              </p14:nvContentPartPr>
              <p14:xfrm>
                <a:off x="7514929" y="6295639"/>
                <a:ext cx="92880" cy="125280"/>
              </p14:xfrm>
            </p:contentPart>
          </mc:Choice>
          <mc:Fallback>
            <p:pic>
              <p:nvPicPr>
                <p:cNvPr id="66" name="墨迹 65">
                  <a:extLst>
                    <a:ext uri="{FF2B5EF4-FFF2-40B4-BE49-F238E27FC236}">
                      <a16:creationId xmlns:a16="http://schemas.microsoft.com/office/drawing/2014/main" id="{39B0EC92-9505-D9D9-096D-2CC0719956B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505929" y="6286999"/>
                  <a:ext cx="1105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7" name="墨迹 66">
                  <a:extLst>
                    <a:ext uri="{FF2B5EF4-FFF2-40B4-BE49-F238E27FC236}">
                      <a16:creationId xmlns:a16="http://schemas.microsoft.com/office/drawing/2014/main" id="{D6855DB9-9D35-D089-85B8-A283A2E95B13}"/>
                    </a:ext>
                  </a:extLst>
                </p14:cNvPr>
                <p14:cNvContentPartPr/>
                <p14:nvPr/>
              </p14:nvContentPartPr>
              <p14:xfrm>
                <a:off x="7619329" y="6378079"/>
                <a:ext cx="64080" cy="111240"/>
              </p14:xfrm>
            </p:contentPart>
          </mc:Choice>
          <mc:Fallback>
            <p:pic>
              <p:nvPicPr>
                <p:cNvPr id="67" name="墨迹 66">
                  <a:extLst>
                    <a:ext uri="{FF2B5EF4-FFF2-40B4-BE49-F238E27FC236}">
                      <a16:creationId xmlns:a16="http://schemas.microsoft.com/office/drawing/2014/main" id="{D6855DB9-9D35-D089-85B8-A283A2E95B1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610329" y="6369439"/>
                  <a:ext cx="817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68" name="墨迹 67">
                  <a:extLst>
                    <a:ext uri="{FF2B5EF4-FFF2-40B4-BE49-F238E27FC236}">
                      <a16:creationId xmlns:a16="http://schemas.microsoft.com/office/drawing/2014/main" id="{9276AF08-9335-212B-9148-C7D755FDFDD8}"/>
                    </a:ext>
                  </a:extLst>
                </p14:cNvPr>
                <p14:cNvContentPartPr/>
                <p14:nvPr/>
              </p14:nvContentPartPr>
              <p14:xfrm>
                <a:off x="7870249" y="6408319"/>
                <a:ext cx="14760" cy="74160"/>
              </p14:xfrm>
            </p:contentPart>
          </mc:Choice>
          <mc:Fallback>
            <p:pic>
              <p:nvPicPr>
                <p:cNvPr id="68" name="墨迹 67">
                  <a:extLst>
                    <a:ext uri="{FF2B5EF4-FFF2-40B4-BE49-F238E27FC236}">
                      <a16:creationId xmlns:a16="http://schemas.microsoft.com/office/drawing/2014/main" id="{9276AF08-9335-212B-9148-C7D755FDFDD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861249" y="6399319"/>
                  <a:ext cx="324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69" name="墨迹 68">
                  <a:extLst>
                    <a:ext uri="{FF2B5EF4-FFF2-40B4-BE49-F238E27FC236}">
                      <a16:creationId xmlns:a16="http://schemas.microsoft.com/office/drawing/2014/main" id="{A355385C-1DD8-F745-CD40-5456A278C1BA}"/>
                    </a:ext>
                  </a:extLst>
                </p14:cNvPr>
                <p14:cNvContentPartPr/>
                <p14:nvPr/>
              </p14:nvContentPartPr>
              <p14:xfrm>
                <a:off x="8006689" y="6423079"/>
                <a:ext cx="65880" cy="141840"/>
              </p14:xfrm>
            </p:contentPart>
          </mc:Choice>
          <mc:Fallback>
            <p:pic>
              <p:nvPicPr>
                <p:cNvPr id="69" name="墨迹 68">
                  <a:extLst>
                    <a:ext uri="{FF2B5EF4-FFF2-40B4-BE49-F238E27FC236}">
                      <a16:creationId xmlns:a16="http://schemas.microsoft.com/office/drawing/2014/main" id="{A355385C-1DD8-F745-CD40-5456A278C1B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997689" y="6414439"/>
                  <a:ext cx="835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5" name="墨迹 74">
                  <a:extLst>
                    <a:ext uri="{FF2B5EF4-FFF2-40B4-BE49-F238E27FC236}">
                      <a16:creationId xmlns:a16="http://schemas.microsoft.com/office/drawing/2014/main" id="{C758145C-6F9C-3AC3-8F2C-EE3C8DD08D3B}"/>
                    </a:ext>
                  </a:extLst>
                </p14:cNvPr>
                <p14:cNvContentPartPr/>
                <p14:nvPr/>
              </p14:nvContentPartPr>
              <p14:xfrm>
                <a:off x="6093289" y="5468359"/>
                <a:ext cx="60120" cy="617760"/>
              </p14:xfrm>
            </p:contentPart>
          </mc:Choice>
          <mc:Fallback>
            <p:pic>
              <p:nvPicPr>
                <p:cNvPr id="75" name="墨迹 74">
                  <a:extLst>
                    <a:ext uri="{FF2B5EF4-FFF2-40B4-BE49-F238E27FC236}">
                      <a16:creationId xmlns:a16="http://schemas.microsoft.com/office/drawing/2014/main" id="{C758145C-6F9C-3AC3-8F2C-EE3C8DD08D3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084289" y="5459359"/>
                  <a:ext cx="77760" cy="63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6" name="墨迹 75">
                  <a:extLst>
                    <a:ext uri="{FF2B5EF4-FFF2-40B4-BE49-F238E27FC236}">
                      <a16:creationId xmlns:a16="http://schemas.microsoft.com/office/drawing/2014/main" id="{7D3A2463-8CFD-4933-EB9A-52BBEC2F6AF9}"/>
                    </a:ext>
                  </a:extLst>
                </p14:cNvPr>
                <p14:cNvContentPartPr/>
                <p14:nvPr/>
              </p14:nvContentPartPr>
              <p14:xfrm>
                <a:off x="7000489" y="5560879"/>
                <a:ext cx="43560" cy="682920"/>
              </p14:xfrm>
            </p:contentPart>
          </mc:Choice>
          <mc:Fallback>
            <p:pic>
              <p:nvPicPr>
                <p:cNvPr id="76" name="墨迹 75">
                  <a:extLst>
                    <a:ext uri="{FF2B5EF4-FFF2-40B4-BE49-F238E27FC236}">
                      <a16:creationId xmlns:a16="http://schemas.microsoft.com/office/drawing/2014/main" id="{7D3A2463-8CFD-4933-EB9A-52BBEC2F6AF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991489" y="5552239"/>
                  <a:ext cx="61200" cy="700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78" name="墨迹 77">
                <a:extLst>
                  <a:ext uri="{FF2B5EF4-FFF2-40B4-BE49-F238E27FC236}">
                    <a16:creationId xmlns:a16="http://schemas.microsoft.com/office/drawing/2014/main" id="{CC6342C8-9D85-EF5C-C883-30461D39668A}"/>
                  </a:ext>
                </a:extLst>
              </p14:cNvPr>
              <p14:cNvContentPartPr/>
              <p14:nvPr/>
            </p14:nvContentPartPr>
            <p14:xfrm>
              <a:off x="6167809" y="6535759"/>
              <a:ext cx="1211040" cy="173880"/>
            </p14:xfrm>
          </p:contentPart>
        </mc:Choice>
        <mc:Fallback>
          <p:pic>
            <p:nvPicPr>
              <p:cNvPr id="78" name="墨迹 77">
                <a:extLst>
                  <a:ext uri="{FF2B5EF4-FFF2-40B4-BE49-F238E27FC236}">
                    <a16:creationId xmlns:a16="http://schemas.microsoft.com/office/drawing/2014/main" id="{CC6342C8-9D85-EF5C-C883-30461D39668A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6158809" y="6526759"/>
                <a:ext cx="1228680" cy="191520"/>
              </a:xfrm>
              <a:prstGeom prst="rect">
                <a:avLst/>
              </a:prstGeom>
            </p:spPr>
          </p:pic>
        </mc:Fallback>
      </mc:AlternateContent>
      <p:grpSp>
        <p:nvGrpSpPr>
          <p:cNvPr id="86" name="组合 85">
            <a:extLst>
              <a:ext uri="{FF2B5EF4-FFF2-40B4-BE49-F238E27FC236}">
                <a16:creationId xmlns:a16="http://schemas.microsoft.com/office/drawing/2014/main" id="{99E4DE97-ADC3-8DC3-63DA-0D220AC73A42}"/>
              </a:ext>
            </a:extLst>
          </p:cNvPr>
          <p:cNvGrpSpPr/>
          <p:nvPr/>
        </p:nvGrpSpPr>
        <p:grpSpPr>
          <a:xfrm>
            <a:off x="8551729" y="6407959"/>
            <a:ext cx="210240" cy="114120"/>
            <a:chOff x="8551729" y="6407959"/>
            <a:chExt cx="210240" cy="11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9" name="墨迹 78">
                  <a:extLst>
                    <a:ext uri="{FF2B5EF4-FFF2-40B4-BE49-F238E27FC236}">
                      <a16:creationId xmlns:a16="http://schemas.microsoft.com/office/drawing/2014/main" id="{452914D4-CC7B-2F0E-737F-F76FCCBFC6C5}"/>
                    </a:ext>
                  </a:extLst>
                </p14:cNvPr>
                <p14:cNvContentPartPr/>
                <p14:nvPr/>
              </p14:nvContentPartPr>
              <p14:xfrm>
                <a:off x="8551729" y="6407959"/>
                <a:ext cx="76320" cy="114120"/>
              </p14:xfrm>
            </p:contentPart>
          </mc:Choice>
          <mc:Fallback>
            <p:pic>
              <p:nvPicPr>
                <p:cNvPr id="79" name="墨迹 78">
                  <a:extLst>
                    <a:ext uri="{FF2B5EF4-FFF2-40B4-BE49-F238E27FC236}">
                      <a16:creationId xmlns:a16="http://schemas.microsoft.com/office/drawing/2014/main" id="{452914D4-CC7B-2F0E-737F-F76FCCBFC6C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543089" y="6399319"/>
                  <a:ext cx="939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0" name="墨迹 79">
                  <a:extLst>
                    <a:ext uri="{FF2B5EF4-FFF2-40B4-BE49-F238E27FC236}">
                      <a16:creationId xmlns:a16="http://schemas.microsoft.com/office/drawing/2014/main" id="{37D82212-76BE-B079-836C-DA9AEB62501C}"/>
                    </a:ext>
                  </a:extLst>
                </p14:cNvPr>
                <p14:cNvContentPartPr/>
                <p14:nvPr/>
              </p14:nvContentPartPr>
              <p14:xfrm>
                <a:off x="8717329" y="6453319"/>
                <a:ext cx="29880" cy="42120"/>
              </p14:xfrm>
            </p:contentPart>
          </mc:Choice>
          <mc:Fallback>
            <p:pic>
              <p:nvPicPr>
                <p:cNvPr id="80" name="墨迹 79">
                  <a:extLst>
                    <a:ext uri="{FF2B5EF4-FFF2-40B4-BE49-F238E27FC236}">
                      <a16:creationId xmlns:a16="http://schemas.microsoft.com/office/drawing/2014/main" id="{37D82212-76BE-B079-836C-DA9AEB62501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708329" y="6444319"/>
                  <a:ext cx="475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1" name="墨迹 80">
                  <a:extLst>
                    <a:ext uri="{FF2B5EF4-FFF2-40B4-BE49-F238E27FC236}">
                      <a16:creationId xmlns:a16="http://schemas.microsoft.com/office/drawing/2014/main" id="{F5AA34F9-3DF7-48A1-B130-2548C9C610EF}"/>
                    </a:ext>
                  </a:extLst>
                </p14:cNvPr>
                <p14:cNvContentPartPr/>
                <p14:nvPr/>
              </p14:nvContentPartPr>
              <p14:xfrm>
                <a:off x="8761609" y="6456199"/>
                <a:ext cx="360" cy="4680"/>
              </p14:xfrm>
            </p:contentPart>
          </mc:Choice>
          <mc:Fallback>
            <p:pic>
              <p:nvPicPr>
                <p:cNvPr id="81" name="墨迹 80">
                  <a:extLst>
                    <a:ext uri="{FF2B5EF4-FFF2-40B4-BE49-F238E27FC236}">
                      <a16:creationId xmlns:a16="http://schemas.microsoft.com/office/drawing/2014/main" id="{F5AA34F9-3DF7-48A1-B130-2548C9C610E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752969" y="6447559"/>
                  <a:ext cx="18000" cy="2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F66F56A2-C28E-A53F-E16A-005CA7A3F17E}"/>
              </a:ext>
            </a:extLst>
          </p:cNvPr>
          <p:cNvGrpSpPr/>
          <p:nvPr/>
        </p:nvGrpSpPr>
        <p:grpSpPr>
          <a:xfrm>
            <a:off x="9169129" y="6542959"/>
            <a:ext cx="394560" cy="143280"/>
            <a:chOff x="9169129" y="6542959"/>
            <a:chExt cx="394560" cy="14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2" name="墨迹 81">
                  <a:extLst>
                    <a:ext uri="{FF2B5EF4-FFF2-40B4-BE49-F238E27FC236}">
                      <a16:creationId xmlns:a16="http://schemas.microsoft.com/office/drawing/2014/main" id="{7DFC556B-A205-AD89-0E8F-BE5518A09D29}"/>
                    </a:ext>
                  </a:extLst>
                </p14:cNvPr>
                <p14:cNvContentPartPr/>
                <p14:nvPr/>
              </p14:nvContentPartPr>
              <p14:xfrm>
                <a:off x="9169129" y="6542959"/>
                <a:ext cx="94680" cy="83880"/>
              </p14:xfrm>
            </p:contentPart>
          </mc:Choice>
          <mc:Fallback>
            <p:pic>
              <p:nvPicPr>
                <p:cNvPr id="82" name="墨迹 81">
                  <a:extLst>
                    <a:ext uri="{FF2B5EF4-FFF2-40B4-BE49-F238E27FC236}">
                      <a16:creationId xmlns:a16="http://schemas.microsoft.com/office/drawing/2014/main" id="{7DFC556B-A205-AD89-0E8F-BE5518A09D2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160489" y="6533959"/>
                  <a:ext cx="11232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3" name="墨迹 82">
                  <a:extLst>
                    <a:ext uri="{FF2B5EF4-FFF2-40B4-BE49-F238E27FC236}">
                      <a16:creationId xmlns:a16="http://schemas.microsoft.com/office/drawing/2014/main" id="{B610AA27-4547-E304-DD47-708C55C500E7}"/>
                    </a:ext>
                  </a:extLst>
                </p14:cNvPr>
                <p14:cNvContentPartPr/>
                <p14:nvPr/>
              </p14:nvContentPartPr>
              <p14:xfrm>
                <a:off x="9274609" y="6587959"/>
                <a:ext cx="79560" cy="97560"/>
              </p14:xfrm>
            </p:contentPart>
          </mc:Choice>
          <mc:Fallback>
            <p:pic>
              <p:nvPicPr>
                <p:cNvPr id="83" name="墨迹 82">
                  <a:extLst>
                    <a:ext uri="{FF2B5EF4-FFF2-40B4-BE49-F238E27FC236}">
                      <a16:creationId xmlns:a16="http://schemas.microsoft.com/office/drawing/2014/main" id="{B610AA27-4547-E304-DD47-708C55C500E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265609" y="6579319"/>
                  <a:ext cx="972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4" name="墨迹 83">
                  <a:extLst>
                    <a:ext uri="{FF2B5EF4-FFF2-40B4-BE49-F238E27FC236}">
                      <a16:creationId xmlns:a16="http://schemas.microsoft.com/office/drawing/2014/main" id="{ABDBE571-F098-99E4-CF61-7385D2C5C49C}"/>
                    </a:ext>
                  </a:extLst>
                </p14:cNvPr>
                <p14:cNvContentPartPr/>
                <p14:nvPr/>
              </p14:nvContentPartPr>
              <p14:xfrm>
                <a:off x="9476209" y="6625399"/>
                <a:ext cx="87480" cy="60840"/>
              </p14:xfrm>
            </p:contentPart>
          </mc:Choice>
          <mc:Fallback>
            <p:pic>
              <p:nvPicPr>
                <p:cNvPr id="84" name="墨迹 83">
                  <a:extLst>
                    <a:ext uri="{FF2B5EF4-FFF2-40B4-BE49-F238E27FC236}">
                      <a16:creationId xmlns:a16="http://schemas.microsoft.com/office/drawing/2014/main" id="{ABDBE571-F098-99E4-CF61-7385D2C5C49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467569" y="6616399"/>
                  <a:ext cx="105120" cy="78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87" name="墨迹 86">
                <a:extLst>
                  <a:ext uri="{FF2B5EF4-FFF2-40B4-BE49-F238E27FC236}">
                    <a16:creationId xmlns:a16="http://schemas.microsoft.com/office/drawing/2014/main" id="{CB27381D-FE06-F5A7-DA42-C3BB1FDF7FF9}"/>
                  </a:ext>
                </a:extLst>
              </p14:cNvPr>
              <p14:cNvContentPartPr/>
              <p14:nvPr/>
            </p14:nvContentPartPr>
            <p14:xfrm>
              <a:off x="8491969" y="3139879"/>
              <a:ext cx="961560" cy="16200"/>
            </p14:xfrm>
          </p:contentPart>
        </mc:Choice>
        <mc:Fallback>
          <p:pic>
            <p:nvPicPr>
              <p:cNvPr id="87" name="墨迹 86">
                <a:extLst>
                  <a:ext uri="{FF2B5EF4-FFF2-40B4-BE49-F238E27FC236}">
                    <a16:creationId xmlns:a16="http://schemas.microsoft.com/office/drawing/2014/main" id="{CB27381D-FE06-F5A7-DA42-C3BB1FDF7FF9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8482969" y="3131239"/>
                <a:ext cx="979200" cy="33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887515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>
                <a:sym typeface="Huawei Sans" panose="020C0503030203020204" pitchFamily="34" charset="0"/>
              </a:rPr>
              <a:t>Telemetry</a:t>
            </a:r>
            <a:r>
              <a:rPr lang="zh-CN" altLang="en-US">
                <a:sym typeface="Huawei Sans" panose="020C0503030203020204" pitchFamily="34" charset="0"/>
              </a:rPr>
              <a:t>应用场景：数据中心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>
                <a:sym typeface="Huawei Sans" panose="020C0503030203020204" pitchFamily="34" charset="0"/>
              </a:rPr>
              <a:t>分析器接收</a:t>
            </a:r>
            <a:r>
              <a:rPr lang="en-US" altLang="zh-CN" sz="1800" dirty="0">
                <a:sym typeface="Huawei Sans" panose="020C0503030203020204" pitchFamily="34" charset="0"/>
              </a:rPr>
              <a:t>Telemetry</a:t>
            </a:r>
            <a:r>
              <a:rPr lang="zh-CN" altLang="en-US" sz="1800" dirty="0">
                <a:sym typeface="Huawei Sans" panose="020C0503030203020204" pitchFamily="34" charset="0"/>
              </a:rPr>
              <a:t>上送的数据，计算报文的转发路径、转发时延、链路时延等，完成应用交互关系分析，实现应用和网络路径的关联，并进行统计分析、呈现，实现智能运维。 </a:t>
            </a:r>
          </a:p>
          <a:p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235" name="文本占位符 3"/>
          <p:cNvSpPr txBox="1">
            <a:spLocks/>
          </p:cNvSpPr>
          <p:nvPr/>
        </p:nvSpPr>
        <p:spPr bwMode="gray">
          <a:xfrm>
            <a:off x="457908" y="1242339"/>
            <a:ext cx="11276183" cy="4680000"/>
          </a:xfrm>
          <a:prstGeom prst="rect">
            <a:avLst/>
          </a:prstGeom>
        </p:spPr>
        <p:txBody>
          <a:bodyPr/>
          <a:lstStyle>
            <a:lvl1pPr marL="302279" indent="-302279" algn="l" defTabSz="914034" rtl="0" eaLnBrk="1" latinLnBrk="0" hangingPunct="1">
              <a:lnSpc>
                <a:spcPct val="140000"/>
              </a:lnSpc>
              <a:spcBef>
                <a:spcPts val="792"/>
              </a:spcBef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29" name="图片 128" descr="汇聚交换机.png">
            <a:extLst>
              <a:ext uri="{FF2B5EF4-FFF2-40B4-BE49-F238E27FC236}">
                <a16:creationId xmlns:a16="http://schemas.microsoft.com/office/drawing/2014/main" id="{17D74F21-5514-45FB-BDE0-5D4DE9C5814B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1859236" y="4162564"/>
            <a:ext cx="277519" cy="247923"/>
          </a:xfrm>
          <a:prstGeom prst="rect">
            <a:avLst/>
          </a:prstGeom>
        </p:spPr>
      </p:pic>
      <p:pic>
        <p:nvPicPr>
          <p:cNvPr id="130" name="图片 129" descr="汇聚交换机.png">
            <a:extLst>
              <a:ext uri="{FF2B5EF4-FFF2-40B4-BE49-F238E27FC236}">
                <a16:creationId xmlns:a16="http://schemas.microsoft.com/office/drawing/2014/main" id="{0CF63601-D04E-4424-B412-1625BA920631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2540078" y="4162564"/>
            <a:ext cx="277519" cy="247923"/>
          </a:xfrm>
          <a:prstGeom prst="rect">
            <a:avLst/>
          </a:prstGeom>
        </p:spPr>
      </p:pic>
      <p:sp>
        <p:nvSpPr>
          <p:cNvPr id="131" name="TextBox 135">
            <a:extLst>
              <a:ext uri="{FF2B5EF4-FFF2-40B4-BE49-F238E27FC236}">
                <a16:creationId xmlns:a16="http://schemas.microsoft.com/office/drawing/2014/main" id="{2FE432CE-D045-4D02-A774-55042B866886}"/>
              </a:ext>
            </a:extLst>
          </p:cNvPr>
          <p:cNvSpPr txBox="1"/>
          <p:nvPr/>
        </p:nvSpPr>
        <p:spPr bwMode="gray">
          <a:xfrm>
            <a:off x="1186745" y="4150153"/>
            <a:ext cx="6286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Spine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93" name="组合 192">
            <a:extLst>
              <a:ext uri="{FF2B5EF4-FFF2-40B4-BE49-F238E27FC236}">
                <a16:creationId xmlns:a16="http://schemas.microsoft.com/office/drawing/2014/main" id="{F415305D-F8E3-4ACA-AC91-5ECD790BDEDD}"/>
              </a:ext>
            </a:extLst>
          </p:cNvPr>
          <p:cNvGrpSpPr/>
          <p:nvPr/>
        </p:nvGrpSpPr>
        <p:grpSpPr bwMode="gray">
          <a:xfrm>
            <a:off x="1094049" y="4717541"/>
            <a:ext cx="669128" cy="247923"/>
            <a:chOff x="2029143" y="4964429"/>
            <a:chExt cx="937440" cy="360000"/>
          </a:xfrm>
        </p:grpSpPr>
        <p:pic>
          <p:nvPicPr>
            <p:cNvPr id="237" name="图片 236" descr="接入交换机.png">
              <a:extLst>
                <a:ext uri="{FF2B5EF4-FFF2-40B4-BE49-F238E27FC236}">
                  <a16:creationId xmlns:a16="http://schemas.microsoft.com/office/drawing/2014/main" id="{D365B8FD-5390-44C3-95AA-6A1F7B56F4BF}"/>
                </a:ext>
              </a:extLst>
            </p:cNvPr>
            <p:cNvPicPr>
              <a:picLocks/>
            </p:cNvPicPr>
            <p:nvPr/>
          </p:nvPicPr>
          <p:blipFill>
            <a:blip r:embed="rId4" cstate="print"/>
            <a:stretch>
              <a:fillRect/>
            </a:stretch>
          </p:blipFill>
          <p:spPr bwMode="gray">
            <a:xfrm>
              <a:off x="2029143" y="4964429"/>
              <a:ext cx="388800" cy="360000"/>
            </a:xfrm>
            <a:prstGeom prst="rect">
              <a:avLst/>
            </a:prstGeom>
          </p:spPr>
        </p:pic>
        <p:pic>
          <p:nvPicPr>
            <p:cNvPr id="238" name="图片 237" descr="接入交换机.png">
              <a:extLst>
                <a:ext uri="{FF2B5EF4-FFF2-40B4-BE49-F238E27FC236}">
                  <a16:creationId xmlns:a16="http://schemas.microsoft.com/office/drawing/2014/main" id="{6B902D5F-2B13-4F56-A40A-839DABA6ADBC}"/>
                </a:ext>
              </a:extLst>
            </p:cNvPr>
            <p:cNvPicPr>
              <a:picLocks/>
            </p:cNvPicPr>
            <p:nvPr/>
          </p:nvPicPr>
          <p:blipFill>
            <a:blip r:embed="rId4" cstate="print"/>
            <a:stretch>
              <a:fillRect/>
            </a:stretch>
          </p:blipFill>
          <p:spPr bwMode="gray">
            <a:xfrm>
              <a:off x="2577783" y="4964429"/>
              <a:ext cx="388800" cy="360000"/>
            </a:xfrm>
            <a:prstGeom prst="rect">
              <a:avLst/>
            </a:prstGeom>
          </p:spPr>
        </p:pic>
        <p:cxnSp>
          <p:nvCxnSpPr>
            <p:cNvPr id="239" name="直接连接符 238">
              <a:extLst>
                <a:ext uri="{FF2B5EF4-FFF2-40B4-BE49-F238E27FC236}">
                  <a16:creationId xmlns:a16="http://schemas.microsoft.com/office/drawing/2014/main" id="{085D30AE-E6A9-4B51-B7E6-797FF33DE9C6}"/>
                </a:ext>
              </a:extLst>
            </p:cNvPr>
            <p:cNvCxnSpPr>
              <a:stCxn id="237" idx="3"/>
              <a:endCxn id="238" idx="1"/>
            </p:cNvCxnSpPr>
            <p:nvPr/>
          </p:nvCxnSpPr>
          <p:spPr bwMode="gray">
            <a:xfrm>
              <a:off x="2417943" y="5144429"/>
              <a:ext cx="159840" cy="0"/>
            </a:xfrm>
            <a:prstGeom prst="line">
              <a:avLst/>
            </a:prstGeom>
            <a:ln w="12700">
              <a:solidFill>
                <a:srgbClr val="56C4D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4" name="组合 193">
            <a:extLst>
              <a:ext uri="{FF2B5EF4-FFF2-40B4-BE49-F238E27FC236}">
                <a16:creationId xmlns:a16="http://schemas.microsoft.com/office/drawing/2014/main" id="{0968E322-16DB-49B3-B82C-A63DCA3892AD}"/>
              </a:ext>
            </a:extLst>
          </p:cNvPr>
          <p:cNvGrpSpPr/>
          <p:nvPr/>
        </p:nvGrpSpPr>
        <p:grpSpPr bwMode="gray">
          <a:xfrm>
            <a:off x="1915342" y="4717541"/>
            <a:ext cx="669128" cy="247923"/>
            <a:chOff x="2029143" y="4964429"/>
            <a:chExt cx="937440" cy="360000"/>
          </a:xfrm>
        </p:grpSpPr>
        <p:pic>
          <p:nvPicPr>
            <p:cNvPr id="227" name="图片 226" descr="接入交换机.png">
              <a:extLst>
                <a:ext uri="{FF2B5EF4-FFF2-40B4-BE49-F238E27FC236}">
                  <a16:creationId xmlns:a16="http://schemas.microsoft.com/office/drawing/2014/main" id="{9D15A58A-1C24-49B9-8B02-51CCB175865E}"/>
                </a:ext>
              </a:extLst>
            </p:cNvPr>
            <p:cNvPicPr>
              <a:picLocks/>
            </p:cNvPicPr>
            <p:nvPr/>
          </p:nvPicPr>
          <p:blipFill>
            <a:blip r:embed="rId4" cstate="print"/>
            <a:stretch>
              <a:fillRect/>
            </a:stretch>
          </p:blipFill>
          <p:spPr bwMode="gray">
            <a:xfrm>
              <a:off x="2029143" y="4964429"/>
              <a:ext cx="388800" cy="360000"/>
            </a:xfrm>
            <a:prstGeom prst="rect">
              <a:avLst/>
            </a:prstGeom>
          </p:spPr>
        </p:pic>
        <p:pic>
          <p:nvPicPr>
            <p:cNvPr id="234" name="图片 233" descr="接入交换机.png">
              <a:extLst>
                <a:ext uri="{FF2B5EF4-FFF2-40B4-BE49-F238E27FC236}">
                  <a16:creationId xmlns:a16="http://schemas.microsoft.com/office/drawing/2014/main" id="{83B1A357-F4B7-44CB-81B8-3A7087AB72CF}"/>
                </a:ext>
              </a:extLst>
            </p:cNvPr>
            <p:cNvPicPr>
              <a:picLocks/>
            </p:cNvPicPr>
            <p:nvPr/>
          </p:nvPicPr>
          <p:blipFill>
            <a:blip r:embed="rId4" cstate="print"/>
            <a:stretch>
              <a:fillRect/>
            </a:stretch>
          </p:blipFill>
          <p:spPr bwMode="gray">
            <a:xfrm>
              <a:off x="2577783" y="4964429"/>
              <a:ext cx="388800" cy="360000"/>
            </a:xfrm>
            <a:prstGeom prst="rect">
              <a:avLst/>
            </a:prstGeom>
          </p:spPr>
        </p:pic>
        <p:cxnSp>
          <p:nvCxnSpPr>
            <p:cNvPr id="236" name="直接连接符 235">
              <a:extLst>
                <a:ext uri="{FF2B5EF4-FFF2-40B4-BE49-F238E27FC236}">
                  <a16:creationId xmlns:a16="http://schemas.microsoft.com/office/drawing/2014/main" id="{50EDA4CA-8FD2-4775-9AD6-900A0CA501B2}"/>
                </a:ext>
              </a:extLst>
            </p:cNvPr>
            <p:cNvCxnSpPr>
              <a:stCxn id="227" idx="3"/>
              <a:endCxn id="234" idx="1"/>
            </p:cNvCxnSpPr>
            <p:nvPr/>
          </p:nvCxnSpPr>
          <p:spPr bwMode="gray">
            <a:xfrm>
              <a:off x="2417943" y="5144429"/>
              <a:ext cx="159840" cy="0"/>
            </a:xfrm>
            <a:prstGeom prst="line">
              <a:avLst/>
            </a:prstGeom>
            <a:ln w="12700">
              <a:solidFill>
                <a:srgbClr val="56C4D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5" name="组合 194">
            <a:extLst>
              <a:ext uri="{FF2B5EF4-FFF2-40B4-BE49-F238E27FC236}">
                <a16:creationId xmlns:a16="http://schemas.microsoft.com/office/drawing/2014/main" id="{3E99703C-8F95-41B2-B8CD-1E58D271384D}"/>
              </a:ext>
            </a:extLst>
          </p:cNvPr>
          <p:cNvGrpSpPr/>
          <p:nvPr/>
        </p:nvGrpSpPr>
        <p:grpSpPr bwMode="gray">
          <a:xfrm>
            <a:off x="2845415" y="4717541"/>
            <a:ext cx="669128" cy="247923"/>
            <a:chOff x="2029143" y="4964429"/>
            <a:chExt cx="937440" cy="360000"/>
          </a:xfrm>
        </p:grpSpPr>
        <p:pic>
          <p:nvPicPr>
            <p:cNvPr id="224" name="图片 223" descr="接入交换机.png">
              <a:extLst>
                <a:ext uri="{FF2B5EF4-FFF2-40B4-BE49-F238E27FC236}">
                  <a16:creationId xmlns:a16="http://schemas.microsoft.com/office/drawing/2014/main" id="{642728A2-9A79-4DB6-BF1B-B0E408A914FD}"/>
                </a:ext>
              </a:extLst>
            </p:cNvPr>
            <p:cNvPicPr>
              <a:picLocks/>
            </p:cNvPicPr>
            <p:nvPr/>
          </p:nvPicPr>
          <p:blipFill>
            <a:blip r:embed="rId4" cstate="print"/>
            <a:stretch>
              <a:fillRect/>
            </a:stretch>
          </p:blipFill>
          <p:spPr bwMode="gray">
            <a:xfrm>
              <a:off x="2029143" y="4964429"/>
              <a:ext cx="388800" cy="360000"/>
            </a:xfrm>
            <a:prstGeom prst="rect">
              <a:avLst/>
            </a:prstGeom>
          </p:spPr>
        </p:pic>
        <p:pic>
          <p:nvPicPr>
            <p:cNvPr id="225" name="图片 224" descr="接入交换机.png">
              <a:extLst>
                <a:ext uri="{FF2B5EF4-FFF2-40B4-BE49-F238E27FC236}">
                  <a16:creationId xmlns:a16="http://schemas.microsoft.com/office/drawing/2014/main" id="{E0CA7E98-4472-4B40-B5DE-22A2FE55EB26}"/>
                </a:ext>
              </a:extLst>
            </p:cNvPr>
            <p:cNvPicPr>
              <a:picLocks/>
            </p:cNvPicPr>
            <p:nvPr/>
          </p:nvPicPr>
          <p:blipFill>
            <a:blip r:embed="rId4" cstate="print"/>
            <a:stretch>
              <a:fillRect/>
            </a:stretch>
          </p:blipFill>
          <p:spPr bwMode="gray">
            <a:xfrm>
              <a:off x="2577783" y="4964429"/>
              <a:ext cx="388800" cy="360000"/>
            </a:xfrm>
            <a:prstGeom prst="rect">
              <a:avLst/>
            </a:prstGeom>
          </p:spPr>
        </p:pic>
        <p:cxnSp>
          <p:nvCxnSpPr>
            <p:cNvPr id="226" name="直接连接符 225">
              <a:extLst>
                <a:ext uri="{FF2B5EF4-FFF2-40B4-BE49-F238E27FC236}">
                  <a16:creationId xmlns:a16="http://schemas.microsoft.com/office/drawing/2014/main" id="{B7FAF445-F314-4AA0-B6CE-E2911473FA7A}"/>
                </a:ext>
              </a:extLst>
            </p:cNvPr>
            <p:cNvCxnSpPr>
              <a:stCxn id="224" idx="3"/>
              <a:endCxn id="225" idx="1"/>
            </p:cNvCxnSpPr>
            <p:nvPr/>
          </p:nvCxnSpPr>
          <p:spPr bwMode="gray">
            <a:xfrm>
              <a:off x="2417943" y="5144429"/>
              <a:ext cx="159840" cy="0"/>
            </a:xfrm>
            <a:prstGeom prst="line">
              <a:avLst/>
            </a:prstGeom>
            <a:ln w="12700">
              <a:solidFill>
                <a:srgbClr val="56C4D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6" name="TextBox 149">
            <a:extLst>
              <a:ext uri="{FF2B5EF4-FFF2-40B4-BE49-F238E27FC236}">
                <a16:creationId xmlns:a16="http://schemas.microsoft.com/office/drawing/2014/main" id="{ABA568AA-20E3-4E97-9F18-79B26E97B46E}"/>
              </a:ext>
            </a:extLst>
          </p:cNvPr>
          <p:cNvSpPr txBox="1"/>
          <p:nvPr/>
        </p:nvSpPr>
        <p:spPr bwMode="gray">
          <a:xfrm>
            <a:off x="556663" y="4688308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Leaf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97" name="直接连接符 196">
            <a:extLst>
              <a:ext uri="{FF2B5EF4-FFF2-40B4-BE49-F238E27FC236}">
                <a16:creationId xmlns:a16="http://schemas.microsoft.com/office/drawing/2014/main" id="{E0852491-F40D-414D-B460-66E1BF694D1F}"/>
              </a:ext>
            </a:extLst>
          </p:cNvPr>
          <p:cNvCxnSpPr>
            <a:stCxn id="237" idx="0"/>
            <a:endCxn id="129" idx="2"/>
          </p:cNvCxnSpPr>
          <p:nvPr/>
        </p:nvCxnSpPr>
        <p:spPr bwMode="gray">
          <a:xfrm flipV="1">
            <a:off x="1232809" y="4410488"/>
            <a:ext cx="765187" cy="307053"/>
          </a:xfrm>
          <a:prstGeom prst="line">
            <a:avLst/>
          </a:prstGeom>
          <a:ln w="12700"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接连接符 197">
            <a:extLst>
              <a:ext uri="{FF2B5EF4-FFF2-40B4-BE49-F238E27FC236}">
                <a16:creationId xmlns:a16="http://schemas.microsoft.com/office/drawing/2014/main" id="{ABDAA599-2E86-4DBE-B5FA-EC792543A9A4}"/>
              </a:ext>
            </a:extLst>
          </p:cNvPr>
          <p:cNvCxnSpPr>
            <a:stCxn id="130" idx="2"/>
            <a:endCxn id="237" idx="0"/>
          </p:cNvCxnSpPr>
          <p:nvPr/>
        </p:nvCxnSpPr>
        <p:spPr bwMode="gray">
          <a:xfrm flipH="1">
            <a:off x="1232809" y="4410487"/>
            <a:ext cx="1446029" cy="307054"/>
          </a:xfrm>
          <a:prstGeom prst="line">
            <a:avLst/>
          </a:prstGeom>
          <a:ln w="12700"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接连接符 198">
            <a:extLst>
              <a:ext uri="{FF2B5EF4-FFF2-40B4-BE49-F238E27FC236}">
                <a16:creationId xmlns:a16="http://schemas.microsoft.com/office/drawing/2014/main" id="{B3111ECF-97AF-45C2-988F-951C1617DA80}"/>
              </a:ext>
            </a:extLst>
          </p:cNvPr>
          <p:cNvCxnSpPr>
            <a:stCxn id="238" idx="0"/>
            <a:endCxn id="129" idx="2"/>
          </p:cNvCxnSpPr>
          <p:nvPr/>
        </p:nvCxnSpPr>
        <p:spPr bwMode="gray">
          <a:xfrm flipV="1">
            <a:off x="1624418" y="4410488"/>
            <a:ext cx="373577" cy="307053"/>
          </a:xfrm>
          <a:prstGeom prst="line">
            <a:avLst/>
          </a:prstGeom>
          <a:ln w="12700"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直接连接符 199">
            <a:extLst>
              <a:ext uri="{FF2B5EF4-FFF2-40B4-BE49-F238E27FC236}">
                <a16:creationId xmlns:a16="http://schemas.microsoft.com/office/drawing/2014/main" id="{8AC54C96-1C21-476C-8AA6-1A2D7C638D44}"/>
              </a:ext>
            </a:extLst>
          </p:cNvPr>
          <p:cNvCxnSpPr>
            <a:stCxn id="130" idx="2"/>
            <a:endCxn id="238" idx="0"/>
          </p:cNvCxnSpPr>
          <p:nvPr/>
        </p:nvCxnSpPr>
        <p:spPr bwMode="gray">
          <a:xfrm flipH="1">
            <a:off x="1624418" y="4410487"/>
            <a:ext cx="1054420" cy="307054"/>
          </a:xfrm>
          <a:prstGeom prst="line">
            <a:avLst/>
          </a:prstGeom>
          <a:ln w="12700"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接连接符 200">
            <a:extLst>
              <a:ext uri="{FF2B5EF4-FFF2-40B4-BE49-F238E27FC236}">
                <a16:creationId xmlns:a16="http://schemas.microsoft.com/office/drawing/2014/main" id="{27FF03D1-878D-46DB-8A1F-E43A65682C39}"/>
              </a:ext>
            </a:extLst>
          </p:cNvPr>
          <p:cNvCxnSpPr>
            <a:stCxn id="227" idx="0"/>
            <a:endCxn id="129" idx="2"/>
          </p:cNvCxnSpPr>
          <p:nvPr/>
        </p:nvCxnSpPr>
        <p:spPr bwMode="gray">
          <a:xfrm flipH="1" flipV="1">
            <a:off x="1997996" y="4410488"/>
            <a:ext cx="56105" cy="307053"/>
          </a:xfrm>
          <a:prstGeom prst="line">
            <a:avLst/>
          </a:prstGeom>
          <a:ln w="12700"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接连接符 201">
            <a:extLst>
              <a:ext uri="{FF2B5EF4-FFF2-40B4-BE49-F238E27FC236}">
                <a16:creationId xmlns:a16="http://schemas.microsoft.com/office/drawing/2014/main" id="{799FAAC6-4786-4750-ABE0-747E87856D88}"/>
              </a:ext>
            </a:extLst>
          </p:cNvPr>
          <p:cNvCxnSpPr>
            <a:stCxn id="130" idx="2"/>
            <a:endCxn id="227" idx="0"/>
          </p:cNvCxnSpPr>
          <p:nvPr/>
        </p:nvCxnSpPr>
        <p:spPr bwMode="gray">
          <a:xfrm flipH="1">
            <a:off x="2054102" y="4410487"/>
            <a:ext cx="624736" cy="307054"/>
          </a:xfrm>
          <a:prstGeom prst="line">
            <a:avLst/>
          </a:prstGeom>
          <a:ln w="12700"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直接连接符 202">
            <a:extLst>
              <a:ext uri="{FF2B5EF4-FFF2-40B4-BE49-F238E27FC236}">
                <a16:creationId xmlns:a16="http://schemas.microsoft.com/office/drawing/2014/main" id="{7FFFD3F0-D4A0-4C80-A8A8-A3EAA19951A9}"/>
              </a:ext>
            </a:extLst>
          </p:cNvPr>
          <p:cNvCxnSpPr>
            <a:stCxn id="234" idx="0"/>
            <a:endCxn id="130" idx="2"/>
          </p:cNvCxnSpPr>
          <p:nvPr/>
        </p:nvCxnSpPr>
        <p:spPr bwMode="gray">
          <a:xfrm flipV="1">
            <a:off x="2445711" y="4410487"/>
            <a:ext cx="233127" cy="307054"/>
          </a:xfrm>
          <a:prstGeom prst="line">
            <a:avLst/>
          </a:prstGeom>
          <a:ln w="12700"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接连接符 204">
            <a:extLst>
              <a:ext uri="{FF2B5EF4-FFF2-40B4-BE49-F238E27FC236}">
                <a16:creationId xmlns:a16="http://schemas.microsoft.com/office/drawing/2014/main" id="{E5E4A4D4-888F-416E-A41B-B5508346CC6C}"/>
              </a:ext>
            </a:extLst>
          </p:cNvPr>
          <p:cNvCxnSpPr>
            <a:stCxn id="129" idx="2"/>
            <a:endCxn id="234" idx="0"/>
          </p:cNvCxnSpPr>
          <p:nvPr/>
        </p:nvCxnSpPr>
        <p:spPr bwMode="gray">
          <a:xfrm>
            <a:off x="1997996" y="4410488"/>
            <a:ext cx="447715" cy="307053"/>
          </a:xfrm>
          <a:prstGeom prst="line">
            <a:avLst/>
          </a:prstGeom>
          <a:ln w="12700"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接连接符 205">
            <a:extLst>
              <a:ext uri="{FF2B5EF4-FFF2-40B4-BE49-F238E27FC236}">
                <a16:creationId xmlns:a16="http://schemas.microsoft.com/office/drawing/2014/main" id="{81EE25C9-501C-410B-9394-26925A5F2EC5}"/>
              </a:ext>
            </a:extLst>
          </p:cNvPr>
          <p:cNvCxnSpPr/>
          <p:nvPr/>
        </p:nvCxnSpPr>
        <p:spPr bwMode="gray">
          <a:xfrm>
            <a:off x="2622543" y="4841503"/>
            <a:ext cx="179873" cy="0"/>
          </a:xfrm>
          <a:prstGeom prst="line">
            <a:avLst/>
          </a:prstGeom>
          <a:ln w="12700">
            <a:solidFill>
              <a:srgbClr val="56C4D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接连接符 206">
            <a:extLst>
              <a:ext uri="{FF2B5EF4-FFF2-40B4-BE49-F238E27FC236}">
                <a16:creationId xmlns:a16="http://schemas.microsoft.com/office/drawing/2014/main" id="{E416A723-3CBC-497D-82BA-2032DB704305}"/>
              </a:ext>
            </a:extLst>
          </p:cNvPr>
          <p:cNvCxnSpPr>
            <a:stCxn id="224" idx="0"/>
            <a:endCxn id="129" idx="2"/>
          </p:cNvCxnSpPr>
          <p:nvPr/>
        </p:nvCxnSpPr>
        <p:spPr bwMode="gray">
          <a:xfrm flipH="1" flipV="1">
            <a:off x="1997996" y="4410488"/>
            <a:ext cx="986178" cy="307053"/>
          </a:xfrm>
          <a:prstGeom prst="line">
            <a:avLst/>
          </a:prstGeom>
          <a:ln w="12700"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直接连接符 207">
            <a:extLst>
              <a:ext uri="{FF2B5EF4-FFF2-40B4-BE49-F238E27FC236}">
                <a16:creationId xmlns:a16="http://schemas.microsoft.com/office/drawing/2014/main" id="{D992094A-7078-476B-9C83-2B16206BCB2F}"/>
              </a:ext>
            </a:extLst>
          </p:cNvPr>
          <p:cNvCxnSpPr>
            <a:stCxn id="130" idx="2"/>
            <a:endCxn id="224" idx="0"/>
          </p:cNvCxnSpPr>
          <p:nvPr/>
        </p:nvCxnSpPr>
        <p:spPr bwMode="gray">
          <a:xfrm>
            <a:off x="2678838" y="4410487"/>
            <a:ext cx="305337" cy="307054"/>
          </a:xfrm>
          <a:prstGeom prst="line">
            <a:avLst/>
          </a:prstGeom>
          <a:ln w="12700"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直接连接符 208">
            <a:extLst>
              <a:ext uri="{FF2B5EF4-FFF2-40B4-BE49-F238E27FC236}">
                <a16:creationId xmlns:a16="http://schemas.microsoft.com/office/drawing/2014/main" id="{20362D25-849F-4880-90ED-FC002749B490}"/>
              </a:ext>
            </a:extLst>
          </p:cNvPr>
          <p:cNvCxnSpPr>
            <a:stCxn id="225" idx="0"/>
            <a:endCxn id="130" idx="2"/>
          </p:cNvCxnSpPr>
          <p:nvPr/>
        </p:nvCxnSpPr>
        <p:spPr bwMode="gray">
          <a:xfrm flipH="1" flipV="1">
            <a:off x="2678838" y="4410487"/>
            <a:ext cx="696946" cy="307054"/>
          </a:xfrm>
          <a:prstGeom prst="line">
            <a:avLst/>
          </a:prstGeom>
          <a:ln w="12700"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直接连接符 209">
            <a:extLst>
              <a:ext uri="{FF2B5EF4-FFF2-40B4-BE49-F238E27FC236}">
                <a16:creationId xmlns:a16="http://schemas.microsoft.com/office/drawing/2014/main" id="{FB8343C4-74AE-421D-95FE-A8B3885B4395}"/>
              </a:ext>
            </a:extLst>
          </p:cNvPr>
          <p:cNvCxnSpPr>
            <a:stCxn id="129" idx="2"/>
            <a:endCxn id="225" idx="0"/>
          </p:cNvCxnSpPr>
          <p:nvPr/>
        </p:nvCxnSpPr>
        <p:spPr bwMode="gray">
          <a:xfrm>
            <a:off x="1997996" y="4410488"/>
            <a:ext cx="1377788" cy="307053"/>
          </a:xfrm>
          <a:prstGeom prst="line">
            <a:avLst/>
          </a:prstGeom>
          <a:ln w="12700"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1" name="图片 300" descr="核心交换机.png">
            <a:extLst>
              <a:ext uri="{FF2B5EF4-FFF2-40B4-BE49-F238E27FC236}">
                <a16:creationId xmlns:a16="http://schemas.microsoft.com/office/drawing/2014/main" id="{1080218A-B9EE-4D44-B0BE-C3FD42F9B16E}"/>
              </a:ext>
            </a:extLst>
          </p:cNvPr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 bwMode="gray">
          <a:xfrm>
            <a:off x="2541338" y="3280308"/>
            <a:ext cx="371771" cy="321160"/>
          </a:xfrm>
          <a:prstGeom prst="rect">
            <a:avLst/>
          </a:prstGeom>
        </p:spPr>
      </p:pic>
      <p:pic>
        <p:nvPicPr>
          <p:cNvPr id="302" name="图片 301" descr="核心交换机.png">
            <a:extLst>
              <a:ext uri="{FF2B5EF4-FFF2-40B4-BE49-F238E27FC236}">
                <a16:creationId xmlns:a16="http://schemas.microsoft.com/office/drawing/2014/main" id="{F0E30778-46F3-4362-8444-37BAD5251C81}"/>
              </a:ext>
            </a:extLst>
          </p:cNvPr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 bwMode="gray">
          <a:xfrm>
            <a:off x="3065949" y="3280308"/>
            <a:ext cx="371771" cy="321160"/>
          </a:xfrm>
          <a:prstGeom prst="rect">
            <a:avLst/>
          </a:prstGeom>
        </p:spPr>
      </p:pic>
      <p:pic>
        <p:nvPicPr>
          <p:cNvPr id="303" name="图片 302" descr="核心交换机.png">
            <a:extLst>
              <a:ext uri="{FF2B5EF4-FFF2-40B4-BE49-F238E27FC236}">
                <a16:creationId xmlns:a16="http://schemas.microsoft.com/office/drawing/2014/main" id="{870647B0-1303-40A0-A252-E032BE41FE41}"/>
              </a:ext>
            </a:extLst>
          </p:cNvPr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 bwMode="gray">
          <a:xfrm>
            <a:off x="3597845" y="3280308"/>
            <a:ext cx="371771" cy="321160"/>
          </a:xfrm>
          <a:prstGeom prst="rect">
            <a:avLst/>
          </a:prstGeom>
        </p:spPr>
      </p:pic>
      <p:pic>
        <p:nvPicPr>
          <p:cNvPr id="304" name="图片 303" descr="核心交换机.png">
            <a:extLst>
              <a:ext uri="{FF2B5EF4-FFF2-40B4-BE49-F238E27FC236}">
                <a16:creationId xmlns:a16="http://schemas.microsoft.com/office/drawing/2014/main" id="{D6B7C4DE-6BA4-4B18-90BC-73D4B3C76173}"/>
              </a:ext>
            </a:extLst>
          </p:cNvPr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 bwMode="gray">
          <a:xfrm>
            <a:off x="4166173" y="3280308"/>
            <a:ext cx="371771" cy="321160"/>
          </a:xfrm>
          <a:prstGeom prst="rect">
            <a:avLst/>
          </a:prstGeom>
        </p:spPr>
      </p:pic>
      <p:sp>
        <p:nvSpPr>
          <p:cNvPr id="305" name="TextBox 132">
            <a:extLst>
              <a:ext uri="{FF2B5EF4-FFF2-40B4-BE49-F238E27FC236}">
                <a16:creationId xmlns:a16="http://schemas.microsoft.com/office/drawing/2014/main" id="{1E61B9CA-8CF8-42C8-AF5D-E5F43592B5F1}"/>
              </a:ext>
            </a:extLst>
          </p:cNvPr>
          <p:cNvSpPr txBox="1"/>
          <p:nvPr/>
        </p:nvSpPr>
        <p:spPr bwMode="gray">
          <a:xfrm>
            <a:off x="1881598" y="328030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核心</a:t>
            </a:r>
          </a:p>
        </p:txBody>
      </p:sp>
      <p:cxnSp>
        <p:nvCxnSpPr>
          <p:cNvPr id="306" name="直接连接符 305">
            <a:extLst>
              <a:ext uri="{FF2B5EF4-FFF2-40B4-BE49-F238E27FC236}">
                <a16:creationId xmlns:a16="http://schemas.microsoft.com/office/drawing/2014/main" id="{546C69EB-EFFB-412C-9F0B-81D42E62C240}"/>
              </a:ext>
            </a:extLst>
          </p:cNvPr>
          <p:cNvCxnSpPr>
            <a:stCxn id="301" idx="2"/>
            <a:endCxn id="129" idx="0"/>
          </p:cNvCxnSpPr>
          <p:nvPr/>
        </p:nvCxnSpPr>
        <p:spPr bwMode="gray">
          <a:xfrm flipH="1">
            <a:off x="1997996" y="3601468"/>
            <a:ext cx="729228" cy="561097"/>
          </a:xfrm>
          <a:prstGeom prst="line">
            <a:avLst/>
          </a:prstGeom>
          <a:ln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直接连接符 306">
            <a:extLst>
              <a:ext uri="{FF2B5EF4-FFF2-40B4-BE49-F238E27FC236}">
                <a16:creationId xmlns:a16="http://schemas.microsoft.com/office/drawing/2014/main" id="{B504D83A-F109-4B0F-A6B5-FBFFE7CB7BDE}"/>
              </a:ext>
            </a:extLst>
          </p:cNvPr>
          <p:cNvCxnSpPr>
            <a:stCxn id="302" idx="2"/>
            <a:endCxn id="130" idx="0"/>
          </p:cNvCxnSpPr>
          <p:nvPr/>
        </p:nvCxnSpPr>
        <p:spPr bwMode="gray">
          <a:xfrm flipH="1">
            <a:off x="2678838" y="3601468"/>
            <a:ext cx="572997" cy="561097"/>
          </a:xfrm>
          <a:prstGeom prst="line">
            <a:avLst/>
          </a:prstGeom>
          <a:ln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直接连接符 307">
            <a:extLst>
              <a:ext uri="{FF2B5EF4-FFF2-40B4-BE49-F238E27FC236}">
                <a16:creationId xmlns:a16="http://schemas.microsoft.com/office/drawing/2014/main" id="{6E9A7EA2-19BC-4F61-B3BE-625D52707D87}"/>
              </a:ext>
            </a:extLst>
          </p:cNvPr>
          <p:cNvCxnSpPr>
            <a:stCxn id="303" idx="2"/>
            <a:endCxn id="130" idx="0"/>
          </p:cNvCxnSpPr>
          <p:nvPr/>
        </p:nvCxnSpPr>
        <p:spPr bwMode="gray">
          <a:xfrm flipH="1">
            <a:off x="2678838" y="3601468"/>
            <a:ext cx="1104893" cy="561097"/>
          </a:xfrm>
          <a:prstGeom prst="line">
            <a:avLst/>
          </a:prstGeom>
          <a:ln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直接连接符 308">
            <a:extLst>
              <a:ext uri="{FF2B5EF4-FFF2-40B4-BE49-F238E27FC236}">
                <a16:creationId xmlns:a16="http://schemas.microsoft.com/office/drawing/2014/main" id="{733EBAFC-79FE-45EC-93D1-E5A24394D0EB}"/>
              </a:ext>
            </a:extLst>
          </p:cNvPr>
          <p:cNvCxnSpPr>
            <a:stCxn id="304" idx="2"/>
            <a:endCxn id="130" idx="0"/>
          </p:cNvCxnSpPr>
          <p:nvPr/>
        </p:nvCxnSpPr>
        <p:spPr bwMode="gray">
          <a:xfrm flipH="1">
            <a:off x="2678838" y="3601468"/>
            <a:ext cx="1673221" cy="561097"/>
          </a:xfrm>
          <a:prstGeom prst="line">
            <a:avLst/>
          </a:prstGeom>
          <a:ln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直接连接符 309">
            <a:extLst>
              <a:ext uri="{FF2B5EF4-FFF2-40B4-BE49-F238E27FC236}">
                <a16:creationId xmlns:a16="http://schemas.microsoft.com/office/drawing/2014/main" id="{510105CE-7470-4547-A47D-0CADA098A9CD}"/>
              </a:ext>
            </a:extLst>
          </p:cNvPr>
          <p:cNvCxnSpPr>
            <a:stCxn id="301" idx="2"/>
            <a:endCxn id="130" idx="0"/>
          </p:cNvCxnSpPr>
          <p:nvPr/>
        </p:nvCxnSpPr>
        <p:spPr bwMode="gray">
          <a:xfrm flipH="1">
            <a:off x="2678838" y="3601468"/>
            <a:ext cx="48386" cy="561097"/>
          </a:xfrm>
          <a:prstGeom prst="line">
            <a:avLst/>
          </a:prstGeom>
          <a:ln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直接连接符 310">
            <a:extLst>
              <a:ext uri="{FF2B5EF4-FFF2-40B4-BE49-F238E27FC236}">
                <a16:creationId xmlns:a16="http://schemas.microsoft.com/office/drawing/2014/main" id="{52A5F347-2B1B-4517-B157-2C3749BD1A16}"/>
              </a:ext>
            </a:extLst>
          </p:cNvPr>
          <p:cNvCxnSpPr>
            <a:stCxn id="303" idx="2"/>
            <a:endCxn id="129" idx="0"/>
          </p:cNvCxnSpPr>
          <p:nvPr/>
        </p:nvCxnSpPr>
        <p:spPr bwMode="gray">
          <a:xfrm flipH="1">
            <a:off x="1997996" y="3601468"/>
            <a:ext cx="1785735" cy="561097"/>
          </a:xfrm>
          <a:prstGeom prst="line">
            <a:avLst/>
          </a:prstGeom>
          <a:ln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直接连接符 311">
            <a:extLst>
              <a:ext uri="{FF2B5EF4-FFF2-40B4-BE49-F238E27FC236}">
                <a16:creationId xmlns:a16="http://schemas.microsoft.com/office/drawing/2014/main" id="{E5FD12B4-9BDE-4D82-8472-CE5D830D7176}"/>
              </a:ext>
            </a:extLst>
          </p:cNvPr>
          <p:cNvCxnSpPr>
            <a:stCxn id="304" idx="2"/>
            <a:endCxn id="129" idx="0"/>
          </p:cNvCxnSpPr>
          <p:nvPr/>
        </p:nvCxnSpPr>
        <p:spPr bwMode="gray">
          <a:xfrm flipH="1">
            <a:off x="1997996" y="3601468"/>
            <a:ext cx="2354063" cy="561097"/>
          </a:xfrm>
          <a:prstGeom prst="line">
            <a:avLst/>
          </a:prstGeom>
          <a:ln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直接连接符 312">
            <a:extLst>
              <a:ext uri="{FF2B5EF4-FFF2-40B4-BE49-F238E27FC236}">
                <a16:creationId xmlns:a16="http://schemas.microsoft.com/office/drawing/2014/main" id="{60E0FD57-B950-4066-8C56-014B3F3FB98F}"/>
              </a:ext>
            </a:extLst>
          </p:cNvPr>
          <p:cNvCxnSpPr>
            <a:stCxn id="302" idx="2"/>
            <a:endCxn id="129" idx="0"/>
          </p:cNvCxnSpPr>
          <p:nvPr/>
        </p:nvCxnSpPr>
        <p:spPr bwMode="gray">
          <a:xfrm flipH="1">
            <a:off x="1997996" y="3601468"/>
            <a:ext cx="1253839" cy="561097"/>
          </a:xfrm>
          <a:prstGeom prst="line">
            <a:avLst/>
          </a:prstGeom>
          <a:ln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直接连接符 314">
            <a:extLst>
              <a:ext uri="{FF2B5EF4-FFF2-40B4-BE49-F238E27FC236}">
                <a16:creationId xmlns:a16="http://schemas.microsoft.com/office/drawing/2014/main" id="{39D6DF58-9D69-48F9-B3AD-40C40E3DE33F}"/>
              </a:ext>
            </a:extLst>
          </p:cNvPr>
          <p:cNvCxnSpPr>
            <a:stCxn id="370" idx="0"/>
            <a:endCxn id="304" idx="2"/>
          </p:cNvCxnSpPr>
          <p:nvPr/>
        </p:nvCxnSpPr>
        <p:spPr bwMode="gray">
          <a:xfrm flipH="1" flipV="1">
            <a:off x="4352059" y="3601468"/>
            <a:ext cx="1009956" cy="566009"/>
          </a:xfrm>
          <a:prstGeom prst="line">
            <a:avLst/>
          </a:prstGeom>
          <a:ln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直接连接符 315">
            <a:extLst>
              <a:ext uri="{FF2B5EF4-FFF2-40B4-BE49-F238E27FC236}">
                <a16:creationId xmlns:a16="http://schemas.microsoft.com/office/drawing/2014/main" id="{B3A34557-B7B5-4668-B9C7-310DC1EC02ED}"/>
              </a:ext>
            </a:extLst>
          </p:cNvPr>
          <p:cNvCxnSpPr>
            <a:stCxn id="303" idx="2"/>
            <a:endCxn id="370" idx="0"/>
          </p:cNvCxnSpPr>
          <p:nvPr/>
        </p:nvCxnSpPr>
        <p:spPr bwMode="gray">
          <a:xfrm>
            <a:off x="3783731" y="3601468"/>
            <a:ext cx="1578284" cy="566009"/>
          </a:xfrm>
          <a:prstGeom prst="line">
            <a:avLst/>
          </a:prstGeom>
          <a:ln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直接连接符 318">
            <a:extLst>
              <a:ext uri="{FF2B5EF4-FFF2-40B4-BE49-F238E27FC236}">
                <a16:creationId xmlns:a16="http://schemas.microsoft.com/office/drawing/2014/main" id="{5272A3C4-B36A-4BDE-A531-0B55FEB97330}"/>
              </a:ext>
            </a:extLst>
          </p:cNvPr>
          <p:cNvCxnSpPr>
            <a:stCxn id="301" idx="2"/>
            <a:endCxn id="369" idx="0"/>
          </p:cNvCxnSpPr>
          <p:nvPr/>
        </p:nvCxnSpPr>
        <p:spPr bwMode="gray">
          <a:xfrm>
            <a:off x="2727224" y="3601468"/>
            <a:ext cx="2114142" cy="566009"/>
          </a:xfrm>
          <a:prstGeom prst="line">
            <a:avLst/>
          </a:prstGeom>
          <a:ln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直接连接符 331">
            <a:extLst>
              <a:ext uri="{FF2B5EF4-FFF2-40B4-BE49-F238E27FC236}">
                <a16:creationId xmlns:a16="http://schemas.microsoft.com/office/drawing/2014/main" id="{9EA099A7-A2B5-4575-9A63-7B09121B3E5D}"/>
              </a:ext>
            </a:extLst>
          </p:cNvPr>
          <p:cNvCxnSpPr>
            <a:endCxn id="301" idx="0"/>
          </p:cNvCxnSpPr>
          <p:nvPr/>
        </p:nvCxnSpPr>
        <p:spPr bwMode="gray">
          <a:xfrm>
            <a:off x="2351354" y="2536358"/>
            <a:ext cx="375870" cy="743950"/>
          </a:xfrm>
          <a:prstGeom prst="line">
            <a:avLst/>
          </a:prstGeom>
          <a:ln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直接连接符 332">
            <a:extLst>
              <a:ext uri="{FF2B5EF4-FFF2-40B4-BE49-F238E27FC236}">
                <a16:creationId xmlns:a16="http://schemas.microsoft.com/office/drawing/2014/main" id="{289CAFA0-36F1-4934-9B0D-478DF15D0D6D}"/>
              </a:ext>
            </a:extLst>
          </p:cNvPr>
          <p:cNvCxnSpPr>
            <a:endCxn id="301" idx="0"/>
          </p:cNvCxnSpPr>
          <p:nvPr/>
        </p:nvCxnSpPr>
        <p:spPr bwMode="gray">
          <a:xfrm flipH="1">
            <a:off x="2727224" y="2513886"/>
            <a:ext cx="811972" cy="766422"/>
          </a:xfrm>
          <a:prstGeom prst="line">
            <a:avLst/>
          </a:prstGeom>
          <a:ln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直接连接符 333">
            <a:extLst>
              <a:ext uri="{FF2B5EF4-FFF2-40B4-BE49-F238E27FC236}">
                <a16:creationId xmlns:a16="http://schemas.microsoft.com/office/drawing/2014/main" id="{652A5AAF-F288-4445-BB6B-2D40D986687F}"/>
              </a:ext>
            </a:extLst>
          </p:cNvPr>
          <p:cNvCxnSpPr>
            <a:endCxn id="301" idx="0"/>
          </p:cNvCxnSpPr>
          <p:nvPr/>
        </p:nvCxnSpPr>
        <p:spPr bwMode="gray">
          <a:xfrm flipH="1">
            <a:off x="2727224" y="2515356"/>
            <a:ext cx="1894508" cy="764952"/>
          </a:xfrm>
          <a:prstGeom prst="line">
            <a:avLst/>
          </a:prstGeom>
          <a:ln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直接连接符 334">
            <a:extLst>
              <a:ext uri="{FF2B5EF4-FFF2-40B4-BE49-F238E27FC236}">
                <a16:creationId xmlns:a16="http://schemas.microsoft.com/office/drawing/2014/main" id="{EF7FE75C-6FD6-41D8-BA4C-1457C658878F}"/>
              </a:ext>
            </a:extLst>
          </p:cNvPr>
          <p:cNvCxnSpPr>
            <a:endCxn id="302" idx="0"/>
          </p:cNvCxnSpPr>
          <p:nvPr/>
        </p:nvCxnSpPr>
        <p:spPr bwMode="gray">
          <a:xfrm flipH="1">
            <a:off x="3251835" y="2515356"/>
            <a:ext cx="1369897" cy="764952"/>
          </a:xfrm>
          <a:prstGeom prst="line">
            <a:avLst/>
          </a:prstGeom>
          <a:ln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直接连接符 335">
            <a:extLst>
              <a:ext uri="{FF2B5EF4-FFF2-40B4-BE49-F238E27FC236}">
                <a16:creationId xmlns:a16="http://schemas.microsoft.com/office/drawing/2014/main" id="{6D730245-AC2C-499D-8BF0-7A56033E285F}"/>
              </a:ext>
            </a:extLst>
          </p:cNvPr>
          <p:cNvCxnSpPr>
            <a:endCxn id="303" idx="0"/>
          </p:cNvCxnSpPr>
          <p:nvPr/>
        </p:nvCxnSpPr>
        <p:spPr bwMode="gray">
          <a:xfrm flipH="1">
            <a:off x="3783731" y="2515356"/>
            <a:ext cx="838001" cy="764952"/>
          </a:xfrm>
          <a:prstGeom prst="line">
            <a:avLst/>
          </a:prstGeom>
          <a:ln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直接连接符 336">
            <a:extLst>
              <a:ext uri="{FF2B5EF4-FFF2-40B4-BE49-F238E27FC236}">
                <a16:creationId xmlns:a16="http://schemas.microsoft.com/office/drawing/2014/main" id="{B4AEC519-9B9C-4DE7-9038-31D823A12F2B}"/>
              </a:ext>
            </a:extLst>
          </p:cNvPr>
          <p:cNvCxnSpPr>
            <a:endCxn id="304" idx="0"/>
          </p:cNvCxnSpPr>
          <p:nvPr/>
        </p:nvCxnSpPr>
        <p:spPr bwMode="gray">
          <a:xfrm flipH="1">
            <a:off x="4352059" y="2515356"/>
            <a:ext cx="269673" cy="764952"/>
          </a:xfrm>
          <a:prstGeom prst="line">
            <a:avLst/>
          </a:prstGeom>
          <a:ln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直接连接符 337">
            <a:extLst>
              <a:ext uri="{FF2B5EF4-FFF2-40B4-BE49-F238E27FC236}">
                <a16:creationId xmlns:a16="http://schemas.microsoft.com/office/drawing/2014/main" id="{B5B39C10-A5AF-4A5C-875E-C3E94F9F0345}"/>
              </a:ext>
            </a:extLst>
          </p:cNvPr>
          <p:cNvCxnSpPr>
            <a:endCxn id="302" idx="0"/>
          </p:cNvCxnSpPr>
          <p:nvPr/>
        </p:nvCxnSpPr>
        <p:spPr bwMode="gray">
          <a:xfrm flipH="1">
            <a:off x="3251835" y="2513886"/>
            <a:ext cx="287361" cy="766422"/>
          </a:xfrm>
          <a:prstGeom prst="line">
            <a:avLst/>
          </a:prstGeom>
          <a:ln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直接连接符 338">
            <a:extLst>
              <a:ext uri="{FF2B5EF4-FFF2-40B4-BE49-F238E27FC236}">
                <a16:creationId xmlns:a16="http://schemas.microsoft.com/office/drawing/2014/main" id="{C9F30CDF-D753-49F7-BD8E-CC5B6BB84466}"/>
              </a:ext>
            </a:extLst>
          </p:cNvPr>
          <p:cNvCxnSpPr>
            <a:endCxn id="303" idx="0"/>
          </p:cNvCxnSpPr>
          <p:nvPr/>
        </p:nvCxnSpPr>
        <p:spPr bwMode="gray">
          <a:xfrm>
            <a:off x="3539196" y="2513886"/>
            <a:ext cx="244535" cy="766422"/>
          </a:xfrm>
          <a:prstGeom prst="line">
            <a:avLst/>
          </a:prstGeom>
          <a:ln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直接连接符 339">
            <a:extLst>
              <a:ext uri="{FF2B5EF4-FFF2-40B4-BE49-F238E27FC236}">
                <a16:creationId xmlns:a16="http://schemas.microsoft.com/office/drawing/2014/main" id="{60B9E7EB-4222-4FAC-A539-C52D7395F826}"/>
              </a:ext>
            </a:extLst>
          </p:cNvPr>
          <p:cNvCxnSpPr>
            <a:endCxn id="304" idx="0"/>
          </p:cNvCxnSpPr>
          <p:nvPr/>
        </p:nvCxnSpPr>
        <p:spPr bwMode="gray">
          <a:xfrm>
            <a:off x="3539196" y="2513886"/>
            <a:ext cx="812863" cy="766422"/>
          </a:xfrm>
          <a:prstGeom prst="line">
            <a:avLst/>
          </a:prstGeom>
          <a:ln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直接连接符 340">
            <a:extLst>
              <a:ext uri="{FF2B5EF4-FFF2-40B4-BE49-F238E27FC236}">
                <a16:creationId xmlns:a16="http://schemas.microsoft.com/office/drawing/2014/main" id="{429FB0E9-7A59-483E-B8ED-9BD2146FA476}"/>
              </a:ext>
            </a:extLst>
          </p:cNvPr>
          <p:cNvCxnSpPr>
            <a:endCxn id="302" idx="0"/>
          </p:cNvCxnSpPr>
          <p:nvPr/>
        </p:nvCxnSpPr>
        <p:spPr bwMode="gray">
          <a:xfrm>
            <a:off x="2351354" y="2536358"/>
            <a:ext cx="900481" cy="743950"/>
          </a:xfrm>
          <a:prstGeom prst="line">
            <a:avLst/>
          </a:prstGeom>
          <a:ln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直接连接符 341">
            <a:extLst>
              <a:ext uri="{FF2B5EF4-FFF2-40B4-BE49-F238E27FC236}">
                <a16:creationId xmlns:a16="http://schemas.microsoft.com/office/drawing/2014/main" id="{9881C761-CF33-4738-860B-49447D115F56}"/>
              </a:ext>
            </a:extLst>
          </p:cNvPr>
          <p:cNvCxnSpPr>
            <a:stCxn id="303" idx="0"/>
          </p:cNvCxnSpPr>
          <p:nvPr/>
        </p:nvCxnSpPr>
        <p:spPr bwMode="gray">
          <a:xfrm flipH="1" flipV="1">
            <a:off x="2351354" y="2536358"/>
            <a:ext cx="1432377" cy="7439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直接连接符 342">
            <a:extLst>
              <a:ext uri="{FF2B5EF4-FFF2-40B4-BE49-F238E27FC236}">
                <a16:creationId xmlns:a16="http://schemas.microsoft.com/office/drawing/2014/main" id="{BEFDE807-9DB7-49B5-A854-1DB664DC7C27}"/>
              </a:ext>
            </a:extLst>
          </p:cNvPr>
          <p:cNvCxnSpPr>
            <a:stCxn id="304" idx="0"/>
          </p:cNvCxnSpPr>
          <p:nvPr/>
        </p:nvCxnSpPr>
        <p:spPr bwMode="gray">
          <a:xfrm flipH="1" flipV="1">
            <a:off x="2351354" y="2536358"/>
            <a:ext cx="2000705" cy="743950"/>
          </a:xfrm>
          <a:prstGeom prst="line">
            <a:avLst/>
          </a:prstGeom>
          <a:ln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7" name="矩形 366"/>
          <p:cNvSpPr/>
          <p:nvPr/>
        </p:nvSpPr>
        <p:spPr bwMode="gray">
          <a:xfrm>
            <a:off x="454113" y="3868085"/>
            <a:ext cx="3379607" cy="205507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369" name="图片 368" descr="汇聚交换机.png">
            <a:extLst>
              <a:ext uri="{FF2B5EF4-FFF2-40B4-BE49-F238E27FC236}">
                <a16:creationId xmlns:a16="http://schemas.microsoft.com/office/drawing/2014/main" id="{17D74F21-5514-45FB-BDE0-5D4DE9C5814B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4702606" y="4167477"/>
            <a:ext cx="277519" cy="247923"/>
          </a:xfrm>
          <a:prstGeom prst="rect">
            <a:avLst/>
          </a:prstGeom>
        </p:spPr>
      </p:pic>
      <p:pic>
        <p:nvPicPr>
          <p:cNvPr id="370" name="图片 369" descr="汇聚交换机.png">
            <a:extLst>
              <a:ext uri="{FF2B5EF4-FFF2-40B4-BE49-F238E27FC236}">
                <a16:creationId xmlns:a16="http://schemas.microsoft.com/office/drawing/2014/main" id="{0CF63601-D04E-4424-B412-1625BA920631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5223255" y="4167477"/>
            <a:ext cx="277519" cy="247923"/>
          </a:xfrm>
          <a:prstGeom prst="rect">
            <a:avLst/>
          </a:prstGeom>
        </p:spPr>
      </p:pic>
      <p:grpSp>
        <p:nvGrpSpPr>
          <p:cNvPr id="372" name="组合 371">
            <a:extLst>
              <a:ext uri="{FF2B5EF4-FFF2-40B4-BE49-F238E27FC236}">
                <a16:creationId xmlns:a16="http://schemas.microsoft.com/office/drawing/2014/main" id="{F415305D-F8E3-4ACA-AC91-5ECD790BDEDD}"/>
              </a:ext>
            </a:extLst>
          </p:cNvPr>
          <p:cNvGrpSpPr/>
          <p:nvPr/>
        </p:nvGrpSpPr>
        <p:grpSpPr bwMode="gray">
          <a:xfrm>
            <a:off x="4230027" y="4722453"/>
            <a:ext cx="669128" cy="247924"/>
            <a:chOff x="2029143" y="4964428"/>
            <a:chExt cx="937440" cy="360001"/>
          </a:xfrm>
        </p:grpSpPr>
        <p:pic>
          <p:nvPicPr>
            <p:cNvPr id="395" name="图片 394" descr="接入交换机.png">
              <a:extLst>
                <a:ext uri="{FF2B5EF4-FFF2-40B4-BE49-F238E27FC236}">
                  <a16:creationId xmlns:a16="http://schemas.microsoft.com/office/drawing/2014/main" id="{D365B8FD-5390-44C3-95AA-6A1F7B56F4BF}"/>
                </a:ext>
              </a:extLst>
            </p:cNvPr>
            <p:cNvPicPr>
              <a:picLocks/>
            </p:cNvPicPr>
            <p:nvPr/>
          </p:nvPicPr>
          <p:blipFill>
            <a:blip r:embed="rId4" cstate="print"/>
            <a:stretch>
              <a:fillRect/>
            </a:stretch>
          </p:blipFill>
          <p:spPr bwMode="gray">
            <a:xfrm>
              <a:off x="2029143" y="4964428"/>
              <a:ext cx="388801" cy="359999"/>
            </a:xfrm>
            <a:prstGeom prst="rect">
              <a:avLst/>
            </a:prstGeom>
          </p:spPr>
        </p:pic>
        <p:pic>
          <p:nvPicPr>
            <p:cNvPr id="396" name="图片 395" descr="接入交换机.png">
              <a:extLst>
                <a:ext uri="{FF2B5EF4-FFF2-40B4-BE49-F238E27FC236}">
                  <a16:creationId xmlns:a16="http://schemas.microsoft.com/office/drawing/2014/main" id="{6B902D5F-2B13-4F56-A40A-839DABA6ADBC}"/>
                </a:ext>
              </a:extLst>
            </p:cNvPr>
            <p:cNvPicPr>
              <a:picLocks/>
            </p:cNvPicPr>
            <p:nvPr/>
          </p:nvPicPr>
          <p:blipFill>
            <a:blip r:embed="rId4" cstate="print"/>
            <a:stretch>
              <a:fillRect/>
            </a:stretch>
          </p:blipFill>
          <p:spPr bwMode="gray">
            <a:xfrm>
              <a:off x="2577783" y="4964429"/>
              <a:ext cx="388800" cy="360000"/>
            </a:xfrm>
            <a:prstGeom prst="rect">
              <a:avLst/>
            </a:prstGeom>
          </p:spPr>
        </p:pic>
        <p:cxnSp>
          <p:nvCxnSpPr>
            <p:cNvPr id="397" name="直接连接符 396">
              <a:extLst>
                <a:ext uri="{FF2B5EF4-FFF2-40B4-BE49-F238E27FC236}">
                  <a16:creationId xmlns:a16="http://schemas.microsoft.com/office/drawing/2014/main" id="{085D30AE-E6A9-4B51-B7E6-797FF33DE9C6}"/>
                </a:ext>
              </a:extLst>
            </p:cNvPr>
            <p:cNvCxnSpPr>
              <a:stCxn id="395" idx="3"/>
              <a:endCxn id="396" idx="1"/>
            </p:cNvCxnSpPr>
            <p:nvPr/>
          </p:nvCxnSpPr>
          <p:spPr bwMode="gray">
            <a:xfrm>
              <a:off x="2417943" y="5144429"/>
              <a:ext cx="159840" cy="0"/>
            </a:xfrm>
            <a:prstGeom prst="line">
              <a:avLst/>
            </a:prstGeom>
            <a:ln w="12700">
              <a:solidFill>
                <a:srgbClr val="56C4D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4" name="组合 373">
            <a:extLst>
              <a:ext uri="{FF2B5EF4-FFF2-40B4-BE49-F238E27FC236}">
                <a16:creationId xmlns:a16="http://schemas.microsoft.com/office/drawing/2014/main" id="{3E99703C-8F95-41B2-B8CD-1E58D271384D}"/>
              </a:ext>
            </a:extLst>
          </p:cNvPr>
          <p:cNvGrpSpPr/>
          <p:nvPr/>
        </p:nvGrpSpPr>
        <p:grpSpPr bwMode="gray">
          <a:xfrm>
            <a:off x="5200928" y="4722454"/>
            <a:ext cx="669128" cy="247923"/>
            <a:chOff x="2029143" y="4964429"/>
            <a:chExt cx="937440" cy="360000"/>
          </a:xfrm>
        </p:grpSpPr>
        <p:pic>
          <p:nvPicPr>
            <p:cNvPr id="389" name="图片 388" descr="接入交换机.png">
              <a:extLst>
                <a:ext uri="{FF2B5EF4-FFF2-40B4-BE49-F238E27FC236}">
                  <a16:creationId xmlns:a16="http://schemas.microsoft.com/office/drawing/2014/main" id="{642728A2-9A79-4DB6-BF1B-B0E408A914FD}"/>
                </a:ext>
              </a:extLst>
            </p:cNvPr>
            <p:cNvPicPr>
              <a:picLocks/>
            </p:cNvPicPr>
            <p:nvPr/>
          </p:nvPicPr>
          <p:blipFill>
            <a:blip r:embed="rId4" cstate="print"/>
            <a:stretch>
              <a:fillRect/>
            </a:stretch>
          </p:blipFill>
          <p:spPr bwMode="gray">
            <a:xfrm>
              <a:off x="2029143" y="4964429"/>
              <a:ext cx="388800" cy="360000"/>
            </a:xfrm>
            <a:prstGeom prst="rect">
              <a:avLst/>
            </a:prstGeom>
          </p:spPr>
        </p:pic>
        <p:pic>
          <p:nvPicPr>
            <p:cNvPr id="390" name="图片 389" descr="接入交换机.png">
              <a:extLst>
                <a:ext uri="{FF2B5EF4-FFF2-40B4-BE49-F238E27FC236}">
                  <a16:creationId xmlns:a16="http://schemas.microsoft.com/office/drawing/2014/main" id="{E0CA7E98-4472-4B40-B5DE-22A2FE55EB26}"/>
                </a:ext>
              </a:extLst>
            </p:cNvPr>
            <p:cNvPicPr>
              <a:picLocks/>
            </p:cNvPicPr>
            <p:nvPr/>
          </p:nvPicPr>
          <p:blipFill>
            <a:blip r:embed="rId4" cstate="print"/>
            <a:stretch>
              <a:fillRect/>
            </a:stretch>
          </p:blipFill>
          <p:spPr bwMode="gray">
            <a:xfrm>
              <a:off x="2577783" y="4964429"/>
              <a:ext cx="388800" cy="360000"/>
            </a:xfrm>
            <a:prstGeom prst="rect">
              <a:avLst/>
            </a:prstGeom>
          </p:spPr>
        </p:pic>
        <p:cxnSp>
          <p:nvCxnSpPr>
            <p:cNvPr id="391" name="直接连接符 390">
              <a:extLst>
                <a:ext uri="{FF2B5EF4-FFF2-40B4-BE49-F238E27FC236}">
                  <a16:creationId xmlns:a16="http://schemas.microsoft.com/office/drawing/2014/main" id="{B7FAF445-F314-4AA0-B6CE-E2911473FA7A}"/>
                </a:ext>
              </a:extLst>
            </p:cNvPr>
            <p:cNvCxnSpPr>
              <a:stCxn id="389" idx="3"/>
              <a:endCxn id="390" idx="1"/>
            </p:cNvCxnSpPr>
            <p:nvPr/>
          </p:nvCxnSpPr>
          <p:spPr bwMode="gray">
            <a:xfrm>
              <a:off x="2417943" y="5144429"/>
              <a:ext cx="159840" cy="0"/>
            </a:xfrm>
            <a:prstGeom prst="line">
              <a:avLst/>
            </a:prstGeom>
            <a:ln w="12700">
              <a:solidFill>
                <a:srgbClr val="56C4D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76" name="直接连接符 375">
            <a:extLst>
              <a:ext uri="{FF2B5EF4-FFF2-40B4-BE49-F238E27FC236}">
                <a16:creationId xmlns:a16="http://schemas.microsoft.com/office/drawing/2014/main" id="{E0852491-F40D-414D-B460-66E1BF694D1F}"/>
              </a:ext>
            </a:extLst>
          </p:cNvPr>
          <p:cNvCxnSpPr>
            <a:stCxn id="395" idx="0"/>
            <a:endCxn id="369" idx="2"/>
          </p:cNvCxnSpPr>
          <p:nvPr/>
        </p:nvCxnSpPr>
        <p:spPr bwMode="gray">
          <a:xfrm flipV="1">
            <a:off x="4368787" y="4415400"/>
            <a:ext cx="472579" cy="307053"/>
          </a:xfrm>
          <a:prstGeom prst="line">
            <a:avLst/>
          </a:prstGeom>
          <a:ln w="12700"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直接连接符 376">
            <a:extLst>
              <a:ext uri="{FF2B5EF4-FFF2-40B4-BE49-F238E27FC236}">
                <a16:creationId xmlns:a16="http://schemas.microsoft.com/office/drawing/2014/main" id="{ABDAA599-2E86-4DBE-B5FA-EC792543A9A4}"/>
              </a:ext>
            </a:extLst>
          </p:cNvPr>
          <p:cNvCxnSpPr>
            <a:stCxn id="370" idx="2"/>
            <a:endCxn id="395" idx="0"/>
          </p:cNvCxnSpPr>
          <p:nvPr/>
        </p:nvCxnSpPr>
        <p:spPr bwMode="gray">
          <a:xfrm flipH="1">
            <a:off x="4368787" y="4415400"/>
            <a:ext cx="993228" cy="307053"/>
          </a:xfrm>
          <a:prstGeom prst="line">
            <a:avLst/>
          </a:prstGeom>
          <a:ln w="12700"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直接连接符 377">
            <a:extLst>
              <a:ext uri="{FF2B5EF4-FFF2-40B4-BE49-F238E27FC236}">
                <a16:creationId xmlns:a16="http://schemas.microsoft.com/office/drawing/2014/main" id="{B3111ECF-97AF-45C2-988F-951C1617DA80}"/>
              </a:ext>
            </a:extLst>
          </p:cNvPr>
          <p:cNvCxnSpPr>
            <a:stCxn id="396" idx="0"/>
            <a:endCxn id="369" idx="2"/>
          </p:cNvCxnSpPr>
          <p:nvPr/>
        </p:nvCxnSpPr>
        <p:spPr bwMode="gray">
          <a:xfrm flipV="1">
            <a:off x="4760396" y="4415400"/>
            <a:ext cx="80970" cy="307054"/>
          </a:xfrm>
          <a:prstGeom prst="line">
            <a:avLst/>
          </a:prstGeom>
          <a:ln w="12700"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直接连接符 378">
            <a:extLst>
              <a:ext uri="{FF2B5EF4-FFF2-40B4-BE49-F238E27FC236}">
                <a16:creationId xmlns:a16="http://schemas.microsoft.com/office/drawing/2014/main" id="{8AC54C96-1C21-476C-8AA6-1A2D7C638D44}"/>
              </a:ext>
            </a:extLst>
          </p:cNvPr>
          <p:cNvCxnSpPr>
            <a:stCxn id="370" idx="2"/>
            <a:endCxn id="396" idx="0"/>
          </p:cNvCxnSpPr>
          <p:nvPr/>
        </p:nvCxnSpPr>
        <p:spPr bwMode="gray">
          <a:xfrm flipH="1">
            <a:off x="4760396" y="4415400"/>
            <a:ext cx="601619" cy="307054"/>
          </a:xfrm>
          <a:prstGeom prst="line">
            <a:avLst/>
          </a:prstGeom>
          <a:ln w="12700"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直接连接符 383">
            <a:extLst>
              <a:ext uri="{FF2B5EF4-FFF2-40B4-BE49-F238E27FC236}">
                <a16:creationId xmlns:a16="http://schemas.microsoft.com/office/drawing/2014/main" id="{81EE25C9-501C-410B-9394-26925A5F2EC5}"/>
              </a:ext>
            </a:extLst>
          </p:cNvPr>
          <p:cNvCxnSpPr/>
          <p:nvPr/>
        </p:nvCxnSpPr>
        <p:spPr bwMode="gray">
          <a:xfrm>
            <a:off x="4978056" y="4846416"/>
            <a:ext cx="179873" cy="0"/>
          </a:xfrm>
          <a:prstGeom prst="line">
            <a:avLst/>
          </a:prstGeom>
          <a:ln w="12700">
            <a:solidFill>
              <a:srgbClr val="56C4D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直接连接符 384">
            <a:extLst>
              <a:ext uri="{FF2B5EF4-FFF2-40B4-BE49-F238E27FC236}">
                <a16:creationId xmlns:a16="http://schemas.microsoft.com/office/drawing/2014/main" id="{E416A723-3CBC-497D-82BA-2032DB704305}"/>
              </a:ext>
            </a:extLst>
          </p:cNvPr>
          <p:cNvCxnSpPr>
            <a:stCxn id="389" idx="0"/>
            <a:endCxn id="369" idx="2"/>
          </p:cNvCxnSpPr>
          <p:nvPr/>
        </p:nvCxnSpPr>
        <p:spPr bwMode="gray">
          <a:xfrm flipH="1" flipV="1">
            <a:off x="4841366" y="4415400"/>
            <a:ext cx="498322" cy="307054"/>
          </a:xfrm>
          <a:prstGeom prst="line">
            <a:avLst/>
          </a:prstGeom>
          <a:ln w="12700"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直接连接符 385">
            <a:extLst>
              <a:ext uri="{FF2B5EF4-FFF2-40B4-BE49-F238E27FC236}">
                <a16:creationId xmlns:a16="http://schemas.microsoft.com/office/drawing/2014/main" id="{D992094A-7078-476B-9C83-2B16206BCB2F}"/>
              </a:ext>
            </a:extLst>
          </p:cNvPr>
          <p:cNvCxnSpPr>
            <a:stCxn id="370" idx="2"/>
            <a:endCxn id="389" idx="0"/>
          </p:cNvCxnSpPr>
          <p:nvPr/>
        </p:nvCxnSpPr>
        <p:spPr bwMode="gray">
          <a:xfrm flipH="1">
            <a:off x="5339688" y="4415400"/>
            <a:ext cx="22327" cy="307054"/>
          </a:xfrm>
          <a:prstGeom prst="line">
            <a:avLst/>
          </a:prstGeom>
          <a:ln w="12700"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直接连接符 386">
            <a:extLst>
              <a:ext uri="{FF2B5EF4-FFF2-40B4-BE49-F238E27FC236}">
                <a16:creationId xmlns:a16="http://schemas.microsoft.com/office/drawing/2014/main" id="{20362D25-849F-4880-90ED-FC002749B490}"/>
              </a:ext>
            </a:extLst>
          </p:cNvPr>
          <p:cNvCxnSpPr>
            <a:stCxn id="390" idx="0"/>
            <a:endCxn id="370" idx="2"/>
          </p:cNvCxnSpPr>
          <p:nvPr/>
        </p:nvCxnSpPr>
        <p:spPr bwMode="gray">
          <a:xfrm flipH="1" flipV="1">
            <a:off x="5362015" y="4415400"/>
            <a:ext cx="369282" cy="307054"/>
          </a:xfrm>
          <a:prstGeom prst="line">
            <a:avLst/>
          </a:prstGeom>
          <a:ln w="12700"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直接连接符 398">
            <a:extLst>
              <a:ext uri="{FF2B5EF4-FFF2-40B4-BE49-F238E27FC236}">
                <a16:creationId xmlns:a16="http://schemas.microsoft.com/office/drawing/2014/main" id="{B3111ECF-97AF-45C2-988F-951C1617DA80}"/>
              </a:ext>
            </a:extLst>
          </p:cNvPr>
          <p:cNvCxnSpPr>
            <a:stCxn id="398" idx="0"/>
            <a:endCxn id="395" idx="2"/>
          </p:cNvCxnSpPr>
          <p:nvPr/>
        </p:nvCxnSpPr>
        <p:spPr bwMode="gray">
          <a:xfrm flipH="1" flipV="1">
            <a:off x="4368787" y="4970377"/>
            <a:ext cx="1559" cy="243329"/>
          </a:xfrm>
          <a:prstGeom prst="line">
            <a:avLst/>
          </a:prstGeom>
          <a:ln w="12700"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0" name="图片 399"/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621636" y="5208489"/>
            <a:ext cx="299649" cy="245712"/>
          </a:xfrm>
          <a:prstGeom prst="rect">
            <a:avLst/>
          </a:prstGeom>
        </p:spPr>
      </p:pic>
      <p:cxnSp>
        <p:nvCxnSpPr>
          <p:cNvPr id="401" name="直接连接符 400">
            <a:extLst>
              <a:ext uri="{FF2B5EF4-FFF2-40B4-BE49-F238E27FC236}">
                <a16:creationId xmlns:a16="http://schemas.microsoft.com/office/drawing/2014/main" id="{B3111ECF-97AF-45C2-988F-951C1617DA80}"/>
              </a:ext>
            </a:extLst>
          </p:cNvPr>
          <p:cNvCxnSpPr/>
          <p:nvPr/>
        </p:nvCxnSpPr>
        <p:spPr bwMode="gray">
          <a:xfrm flipH="1" flipV="1">
            <a:off x="4758836" y="4965482"/>
            <a:ext cx="1559" cy="243329"/>
          </a:xfrm>
          <a:prstGeom prst="line">
            <a:avLst/>
          </a:prstGeom>
          <a:ln w="12700"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直接连接符 402">
            <a:extLst>
              <a:ext uri="{FF2B5EF4-FFF2-40B4-BE49-F238E27FC236}">
                <a16:creationId xmlns:a16="http://schemas.microsoft.com/office/drawing/2014/main" id="{B3111ECF-97AF-45C2-988F-951C1617DA80}"/>
              </a:ext>
            </a:extLst>
          </p:cNvPr>
          <p:cNvCxnSpPr/>
          <p:nvPr/>
        </p:nvCxnSpPr>
        <p:spPr bwMode="gray">
          <a:xfrm flipV="1">
            <a:off x="4356026" y="4970381"/>
            <a:ext cx="402810" cy="266650"/>
          </a:xfrm>
          <a:prstGeom prst="line">
            <a:avLst/>
          </a:prstGeom>
          <a:ln w="12700"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4" name="直接连接符 403">
            <a:extLst>
              <a:ext uri="{FF2B5EF4-FFF2-40B4-BE49-F238E27FC236}">
                <a16:creationId xmlns:a16="http://schemas.microsoft.com/office/drawing/2014/main" id="{B3111ECF-97AF-45C2-988F-951C1617DA80}"/>
              </a:ext>
            </a:extLst>
          </p:cNvPr>
          <p:cNvCxnSpPr>
            <a:stCxn id="400" idx="0"/>
          </p:cNvCxnSpPr>
          <p:nvPr/>
        </p:nvCxnSpPr>
        <p:spPr bwMode="gray">
          <a:xfrm flipH="1" flipV="1">
            <a:off x="4360691" y="4970377"/>
            <a:ext cx="410770" cy="238112"/>
          </a:xfrm>
          <a:prstGeom prst="line">
            <a:avLst/>
          </a:prstGeom>
          <a:ln w="12700"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6" name="图片 405"/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184500" y="5217778"/>
            <a:ext cx="299649" cy="245712"/>
          </a:xfrm>
          <a:prstGeom prst="rect">
            <a:avLst/>
          </a:prstGeom>
        </p:spPr>
      </p:pic>
      <p:cxnSp>
        <p:nvCxnSpPr>
          <p:cNvPr id="407" name="直接连接符 406">
            <a:extLst>
              <a:ext uri="{FF2B5EF4-FFF2-40B4-BE49-F238E27FC236}">
                <a16:creationId xmlns:a16="http://schemas.microsoft.com/office/drawing/2014/main" id="{81EE25C9-501C-410B-9394-26925A5F2EC5}"/>
              </a:ext>
            </a:extLst>
          </p:cNvPr>
          <p:cNvCxnSpPr/>
          <p:nvPr/>
        </p:nvCxnSpPr>
        <p:spPr bwMode="gray">
          <a:xfrm>
            <a:off x="4969225" y="5328442"/>
            <a:ext cx="179873" cy="0"/>
          </a:xfrm>
          <a:prstGeom prst="line">
            <a:avLst/>
          </a:prstGeom>
          <a:ln w="12700">
            <a:solidFill>
              <a:srgbClr val="56C4D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8" name="图片 407"/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595060" y="5217778"/>
            <a:ext cx="299649" cy="245712"/>
          </a:xfrm>
          <a:prstGeom prst="rect">
            <a:avLst/>
          </a:prstGeom>
        </p:spPr>
      </p:pic>
      <p:cxnSp>
        <p:nvCxnSpPr>
          <p:cNvPr id="413" name="直接连接符 412">
            <a:extLst>
              <a:ext uri="{FF2B5EF4-FFF2-40B4-BE49-F238E27FC236}">
                <a16:creationId xmlns:a16="http://schemas.microsoft.com/office/drawing/2014/main" id="{B3111ECF-97AF-45C2-988F-951C1617DA80}"/>
              </a:ext>
            </a:extLst>
          </p:cNvPr>
          <p:cNvCxnSpPr>
            <a:stCxn id="406" idx="0"/>
          </p:cNvCxnSpPr>
          <p:nvPr/>
        </p:nvCxnSpPr>
        <p:spPr bwMode="gray">
          <a:xfrm flipV="1">
            <a:off x="5334325" y="4970381"/>
            <a:ext cx="0" cy="247397"/>
          </a:xfrm>
          <a:prstGeom prst="line">
            <a:avLst/>
          </a:prstGeom>
          <a:ln w="12700"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直接连接符 413">
            <a:extLst>
              <a:ext uri="{FF2B5EF4-FFF2-40B4-BE49-F238E27FC236}">
                <a16:creationId xmlns:a16="http://schemas.microsoft.com/office/drawing/2014/main" id="{B3111ECF-97AF-45C2-988F-951C1617DA80}"/>
              </a:ext>
            </a:extLst>
          </p:cNvPr>
          <p:cNvCxnSpPr/>
          <p:nvPr/>
        </p:nvCxnSpPr>
        <p:spPr bwMode="gray">
          <a:xfrm flipV="1">
            <a:off x="5744884" y="4970381"/>
            <a:ext cx="0" cy="247397"/>
          </a:xfrm>
          <a:prstGeom prst="line">
            <a:avLst/>
          </a:prstGeom>
          <a:ln w="12700"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5" name="直接连接符 414">
            <a:extLst>
              <a:ext uri="{FF2B5EF4-FFF2-40B4-BE49-F238E27FC236}">
                <a16:creationId xmlns:a16="http://schemas.microsoft.com/office/drawing/2014/main" id="{B3111ECF-97AF-45C2-988F-951C1617DA80}"/>
              </a:ext>
            </a:extLst>
          </p:cNvPr>
          <p:cNvCxnSpPr/>
          <p:nvPr/>
        </p:nvCxnSpPr>
        <p:spPr bwMode="gray">
          <a:xfrm flipV="1">
            <a:off x="5345918" y="4970377"/>
            <a:ext cx="386931" cy="243330"/>
          </a:xfrm>
          <a:prstGeom prst="line">
            <a:avLst/>
          </a:prstGeom>
          <a:ln w="12700"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6" name="直接连接符 415">
            <a:extLst>
              <a:ext uri="{FF2B5EF4-FFF2-40B4-BE49-F238E27FC236}">
                <a16:creationId xmlns:a16="http://schemas.microsoft.com/office/drawing/2014/main" id="{B3111ECF-97AF-45C2-988F-951C1617DA80}"/>
              </a:ext>
            </a:extLst>
          </p:cNvPr>
          <p:cNvCxnSpPr/>
          <p:nvPr/>
        </p:nvCxnSpPr>
        <p:spPr bwMode="gray">
          <a:xfrm flipH="1" flipV="1">
            <a:off x="5338981" y="4968005"/>
            <a:ext cx="404382" cy="242520"/>
          </a:xfrm>
          <a:prstGeom prst="line">
            <a:avLst/>
          </a:prstGeom>
          <a:ln w="12700"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直接连接符 416">
            <a:extLst>
              <a:ext uri="{FF2B5EF4-FFF2-40B4-BE49-F238E27FC236}">
                <a16:creationId xmlns:a16="http://schemas.microsoft.com/office/drawing/2014/main" id="{20362D25-849F-4880-90ED-FC002749B490}"/>
              </a:ext>
            </a:extLst>
          </p:cNvPr>
          <p:cNvCxnSpPr>
            <a:stCxn id="390" idx="0"/>
            <a:endCxn id="369" idx="2"/>
          </p:cNvCxnSpPr>
          <p:nvPr/>
        </p:nvCxnSpPr>
        <p:spPr bwMode="gray">
          <a:xfrm flipH="1" flipV="1">
            <a:off x="4841366" y="4415400"/>
            <a:ext cx="889931" cy="307054"/>
          </a:xfrm>
          <a:prstGeom prst="line">
            <a:avLst/>
          </a:prstGeom>
          <a:ln w="12700"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8" name="TextBox 149">
            <a:extLst>
              <a:ext uri="{FF2B5EF4-FFF2-40B4-BE49-F238E27FC236}">
                <a16:creationId xmlns:a16="http://schemas.microsoft.com/office/drawing/2014/main" id="{ABA568AA-20E3-4E97-9F18-79B26E97B46E}"/>
              </a:ext>
            </a:extLst>
          </p:cNvPr>
          <p:cNvSpPr txBox="1"/>
          <p:nvPr/>
        </p:nvSpPr>
        <p:spPr bwMode="gray">
          <a:xfrm>
            <a:off x="385917" y="5169602"/>
            <a:ext cx="6928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Server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36" name="组合 35"/>
          <p:cNvGrpSpPr/>
          <p:nvPr/>
        </p:nvGrpSpPr>
        <p:grpSpPr bwMode="gray">
          <a:xfrm>
            <a:off x="1082060" y="4955839"/>
            <a:ext cx="2457136" cy="502739"/>
            <a:chOff x="868700" y="5398598"/>
            <a:chExt cx="2457136" cy="502739"/>
          </a:xfrm>
        </p:grpSpPr>
        <p:pic>
          <p:nvPicPr>
            <p:cNvPr id="348" name="图片 347"/>
            <p:cNvPicPr>
              <a:picLocks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868700" y="5651553"/>
              <a:ext cx="304615" cy="249784"/>
            </a:xfrm>
            <a:prstGeom prst="rect">
              <a:avLst/>
            </a:prstGeom>
          </p:spPr>
        </p:pic>
        <p:cxnSp>
          <p:nvCxnSpPr>
            <p:cNvPr id="349" name="直接连接符 348">
              <a:extLst>
                <a:ext uri="{FF2B5EF4-FFF2-40B4-BE49-F238E27FC236}">
                  <a16:creationId xmlns:a16="http://schemas.microsoft.com/office/drawing/2014/main" id="{B3111ECF-97AF-45C2-988F-951C1617DA80}"/>
                </a:ext>
              </a:extLst>
            </p:cNvPr>
            <p:cNvCxnSpPr>
              <a:stCxn id="348" idx="0"/>
              <a:endCxn id="237" idx="2"/>
            </p:cNvCxnSpPr>
            <p:nvPr/>
          </p:nvCxnSpPr>
          <p:spPr bwMode="gray">
            <a:xfrm flipH="1" flipV="1">
              <a:off x="1019449" y="5398598"/>
              <a:ext cx="1559" cy="252955"/>
            </a:xfrm>
            <a:prstGeom prst="line">
              <a:avLst/>
            </a:prstGeom>
            <a:ln w="12700">
              <a:solidFill>
                <a:srgbClr val="56C4D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50" name="图片 349"/>
            <p:cNvPicPr>
              <a:picLocks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1272298" y="5646336"/>
              <a:ext cx="299649" cy="245712"/>
            </a:xfrm>
            <a:prstGeom prst="rect">
              <a:avLst/>
            </a:prstGeom>
          </p:spPr>
        </p:pic>
        <p:cxnSp>
          <p:nvCxnSpPr>
            <p:cNvPr id="351" name="直接连接符 350">
              <a:extLst>
                <a:ext uri="{FF2B5EF4-FFF2-40B4-BE49-F238E27FC236}">
                  <a16:creationId xmlns:a16="http://schemas.microsoft.com/office/drawing/2014/main" id="{B3111ECF-97AF-45C2-988F-951C1617DA80}"/>
                </a:ext>
              </a:extLst>
            </p:cNvPr>
            <p:cNvCxnSpPr/>
            <p:nvPr/>
          </p:nvCxnSpPr>
          <p:spPr bwMode="gray">
            <a:xfrm flipH="1" flipV="1">
              <a:off x="1409498" y="5403329"/>
              <a:ext cx="1559" cy="243329"/>
            </a:xfrm>
            <a:prstGeom prst="line">
              <a:avLst/>
            </a:prstGeom>
            <a:ln w="12700">
              <a:solidFill>
                <a:srgbClr val="56C4D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52" name="图片 351"/>
            <p:cNvPicPr>
              <a:picLocks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1697778" y="5653589"/>
              <a:ext cx="299649" cy="245712"/>
            </a:xfrm>
            <a:prstGeom prst="rect">
              <a:avLst/>
            </a:prstGeom>
          </p:spPr>
        </p:pic>
        <p:cxnSp>
          <p:nvCxnSpPr>
            <p:cNvPr id="353" name="直接连接符 352">
              <a:extLst>
                <a:ext uri="{FF2B5EF4-FFF2-40B4-BE49-F238E27FC236}">
                  <a16:creationId xmlns:a16="http://schemas.microsoft.com/office/drawing/2014/main" id="{B3111ECF-97AF-45C2-988F-951C1617DA80}"/>
                </a:ext>
              </a:extLst>
            </p:cNvPr>
            <p:cNvCxnSpPr/>
            <p:nvPr/>
          </p:nvCxnSpPr>
          <p:spPr bwMode="gray">
            <a:xfrm flipV="1">
              <a:off x="1006688" y="5408228"/>
              <a:ext cx="402810" cy="266650"/>
            </a:xfrm>
            <a:prstGeom prst="line">
              <a:avLst/>
            </a:prstGeom>
            <a:ln w="12700">
              <a:solidFill>
                <a:srgbClr val="56C4D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直接连接符 353">
              <a:extLst>
                <a:ext uri="{FF2B5EF4-FFF2-40B4-BE49-F238E27FC236}">
                  <a16:creationId xmlns:a16="http://schemas.microsoft.com/office/drawing/2014/main" id="{B3111ECF-97AF-45C2-988F-951C1617DA80}"/>
                </a:ext>
              </a:extLst>
            </p:cNvPr>
            <p:cNvCxnSpPr>
              <a:stCxn id="350" idx="0"/>
            </p:cNvCxnSpPr>
            <p:nvPr/>
          </p:nvCxnSpPr>
          <p:spPr bwMode="gray">
            <a:xfrm flipH="1" flipV="1">
              <a:off x="1011353" y="5408224"/>
              <a:ext cx="410770" cy="238112"/>
            </a:xfrm>
            <a:prstGeom prst="line">
              <a:avLst/>
            </a:prstGeom>
            <a:ln w="12700">
              <a:solidFill>
                <a:srgbClr val="56C4D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55" name="图片 354"/>
            <p:cNvPicPr>
              <a:picLocks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2098866" y="5648372"/>
              <a:ext cx="299649" cy="245712"/>
            </a:xfrm>
            <a:prstGeom prst="rect">
              <a:avLst/>
            </a:prstGeom>
          </p:spPr>
        </p:pic>
        <p:pic>
          <p:nvPicPr>
            <p:cNvPr id="356" name="图片 355"/>
            <p:cNvPicPr>
              <a:picLocks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2615627" y="5655625"/>
              <a:ext cx="299649" cy="245712"/>
            </a:xfrm>
            <a:prstGeom prst="rect">
              <a:avLst/>
            </a:prstGeom>
          </p:spPr>
        </p:pic>
        <p:cxnSp>
          <p:nvCxnSpPr>
            <p:cNvPr id="357" name="直接连接符 356">
              <a:extLst>
                <a:ext uri="{FF2B5EF4-FFF2-40B4-BE49-F238E27FC236}">
                  <a16:creationId xmlns:a16="http://schemas.microsoft.com/office/drawing/2014/main" id="{81EE25C9-501C-410B-9394-26925A5F2EC5}"/>
                </a:ext>
              </a:extLst>
            </p:cNvPr>
            <p:cNvCxnSpPr/>
            <p:nvPr/>
          </p:nvCxnSpPr>
          <p:spPr bwMode="gray">
            <a:xfrm>
              <a:off x="2422827" y="5776445"/>
              <a:ext cx="179873" cy="0"/>
            </a:xfrm>
            <a:prstGeom prst="line">
              <a:avLst/>
            </a:prstGeom>
            <a:ln w="12700">
              <a:solidFill>
                <a:srgbClr val="56C4D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58" name="图片 357"/>
            <p:cNvPicPr>
              <a:picLocks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3026187" y="5655625"/>
              <a:ext cx="299649" cy="245712"/>
            </a:xfrm>
            <a:prstGeom prst="rect">
              <a:avLst/>
            </a:prstGeom>
          </p:spPr>
        </p:pic>
        <p:cxnSp>
          <p:nvCxnSpPr>
            <p:cNvPr id="359" name="直接连接符 358">
              <a:extLst>
                <a:ext uri="{FF2B5EF4-FFF2-40B4-BE49-F238E27FC236}">
                  <a16:creationId xmlns:a16="http://schemas.microsoft.com/office/drawing/2014/main" id="{B3111ECF-97AF-45C2-988F-951C1617DA80}"/>
                </a:ext>
              </a:extLst>
            </p:cNvPr>
            <p:cNvCxnSpPr/>
            <p:nvPr/>
          </p:nvCxnSpPr>
          <p:spPr bwMode="gray">
            <a:xfrm flipH="1" flipV="1">
              <a:off x="1844538" y="5408224"/>
              <a:ext cx="8166" cy="244836"/>
            </a:xfrm>
            <a:prstGeom prst="line">
              <a:avLst/>
            </a:prstGeom>
            <a:ln w="12700">
              <a:solidFill>
                <a:srgbClr val="56C4D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直接连接符 359">
              <a:extLst>
                <a:ext uri="{FF2B5EF4-FFF2-40B4-BE49-F238E27FC236}">
                  <a16:creationId xmlns:a16="http://schemas.microsoft.com/office/drawing/2014/main" id="{B3111ECF-97AF-45C2-988F-951C1617DA80}"/>
                </a:ext>
              </a:extLst>
            </p:cNvPr>
            <p:cNvCxnSpPr>
              <a:stCxn id="355" idx="0"/>
            </p:cNvCxnSpPr>
            <p:nvPr/>
          </p:nvCxnSpPr>
          <p:spPr bwMode="gray">
            <a:xfrm flipH="1" flipV="1">
              <a:off x="2245113" y="5401513"/>
              <a:ext cx="3578" cy="246859"/>
            </a:xfrm>
            <a:prstGeom prst="line">
              <a:avLst/>
            </a:prstGeom>
            <a:ln w="12700">
              <a:solidFill>
                <a:srgbClr val="56C4D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直接连接符 360">
              <a:extLst>
                <a:ext uri="{FF2B5EF4-FFF2-40B4-BE49-F238E27FC236}">
                  <a16:creationId xmlns:a16="http://schemas.microsoft.com/office/drawing/2014/main" id="{B3111ECF-97AF-45C2-988F-951C1617DA80}"/>
                </a:ext>
              </a:extLst>
            </p:cNvPr>
            <p:cNvCxnSpPr/>
            <p:nvPr/>
          </p:nvCxnSpPr>
          <p:spPr bwMode="gray">
            <a:xfrm flipV="1">
              <a:off x="1851246" y="5408224"/>
              <a:ext cx="386931" cy="243330"/>
            </a:xfrm>
            <a:prstGeom prst="line">
              <a:avLst/>
            </a:prstGeom>
            <a:ln w="12700">
              <a:solidFill>
                <a:srgbClr val="56C4D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直接连接符 361">
              <a:extLst>
                <a:ext uri="{FF2B5EF4-FFF2-40B4-BE49-F238E27FC236}">
                  <a16:creationId xmlns:a16="http://schemas.microsoft.com/office/drawing/2014/main" id="{B3111ECF-97AF-45C2-988F-951C1617DA80}"/>
                </a:ext>
              </a:extLst>
            </p:cNvPr>
            <p:cNvCxnSpPr>
              <a:stCxn id="355" idx="0"/>
            </p:cNvCxnSpPr>
            <p:nvPr/>
          </p:nvCxnSpPr>
          <p:spPr bwMode="gray">
            <a:xfrm flipH="1" flipV="1">
              <a:off x="1844309" y="5405852"/>
              <a:ext cx="404382" cy="242520"/>
            </a:xfrm>
            <a:prstGeom prst="line">
              <a:avLst/>
            </a:prstGeom>
            <a:ln w="12700">
              <a:solidFill>
                <a:srgbClr val="56C4D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直接连接符 362">
              <a:extLst>
                <a:ext uri="{FF2B5EF4-FFF2-40B4-BE49-F238E27FC236}">
                  <a16:creationId xmlns:a16="http://schemas.microsoft.com/office/drawing/2014/main" id="{B3111ECF-97AF-45C2-988F-951C1617DA80}"/>
                </a:ext>
              </a:extLst>
            </p:cNvPr>
            <p:cNvCxnSpPr>
              <a:stCxn id="356" idx="0"/>
            </p:cNvCxnSpPr>
            <p:nvPr/>
          </p:nvCxnSpPr>
          <p:spPr bwMode="gray">
            <a:xfrm flipV="1">
              <a:off x="2765452" y="5408228"/>
              <a:ext cx="0" cy="247397"/>
            </a:xfrm>
            <a:prstGeom prst="line">
              <a:avLst/>
            </a:prstGeom>
            <a:ln w="12700">
              <a:solidFill>
                <a:srgbClr val="56C4D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直接连接符 364">
              <a:extLst>
                <a:ext uri="{FF2B5EF4-FFF2-40B4-BE49-F238E27FC236}">
                  <a16:creationId xmlns:a16="http://schemas.microsoft.com/office/drawing/2014/main" id="{B3111ECF-97AF-45C2-988F-951C1617DA80}"/>
                </a:ext>
              </a:extLst>
            </p:cNvPr>
            <p:cNvCxnSpPr/>
            <p:nvPr/>
          </p:nvCxnSpPr>
          <p:spPr bwMode="gray">
            <a:xfrm flipV="1">
              <a:off x="2777045" y="5408224"/>
              <a:ext cx="386931" cy="243330"/>
            </a:xfrm>
            <a:prstGeom prst="line">
              <a:avLst/>
            </a:prstGeom>
            <a:ln w="12700">
              <a:solidFill>
                <a:srgbClr val="56C4D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直接连接符 365">
              <a:extLst>
                <a:ext uri="{FF2B5EF4-FFF2-40B4-BE49-F238E27FC236}">
                  <a16:creationId xmlns:a16="http://schemas.microsoft.com/office/drawing/2014/main" id="{B3111ECF-97AF-45C2-988F-951C1617DA80}"/>
                </a:ext>
              </a:extLst>
            </p:cNvPr>
            <p:cNvCxnSpPr/>
            <p:nvPr/>
          </p:nvCxnSpPr>
          <p:spPr bwMode="gray">
            <a:xfrm flipH="1" flipV="1">
              <a:off x="2770108" y="5405852"/>
              <a:ext cx="404382" cy="242520"/>
            </a:xfrm>
            <a:prstGeom prst="line">
              <a:avLst/>
            </a:prstGeom>
            <a:ln w="12700">
              <a:solidFill>
                <a:srgbClr val="56C4D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直接连接符 418">
              <a:extLst>
                <a:ext uri="{FF2B5EF4-FFF2-40B4-BE49-F238E27FC236}">
                  <a16:creationId xmlns:a16="http://schemas.microsoft.com/office/drawing/2014/main" id="{B3111ECF-97AF-45C2-988F-951C1617DA80}"/>
                </a:ext>
              </a:extLst>
            </p:cNvPr>
            <p:cNvCxnSpPr/>
            <p:nvPr/>
          </p:nvCxnSpPr>
          <p:spPr bwMode="gray">
            <a:xfrm flipV="1">
              <a:off x="3171342" y="5398939"/>
              <a:ext cx="0" cy="247397"/>
            </a:xfrm>
            <a:prstGeom prst="line">
              <a:avLst/>
            </a:prstGeom>
            <a:ln w="12700">
              <a:solidFill>
                <a:srgbClr val="56C4D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1" name="直接连接符 420">
            <a:extLst>
              <a:ext uri="{FF2B5EF4-FFF2-40B4-BE49-F238E27FC236}">
                <a16:creationId xmlns:a16="http://schemas.microsoft.com/office/drawing/2014/main" id="{5272A3C4-B36A-4BDE-A531-0B55FEB97330}"/>
              </a:ext>
            </a:extLst>
          </p:cNvPr>
          <p:cNvCxnSpPr>
            <a:stCxn id="302" idx="2"/>
            <a:endCxn id="369" idx="0"/>
          </p:cNvCxnSpPr>
          <p:nvPr/>
        </p:nvCxnSpPr>
        <p:spPr bwMode="gray">
          <a:xfrm>
            <a:off x="3251835" y="3601468"/>
            <a:ext cx="1589531" cy="566009"/>
          </a:xfrm>
          <a:prstGeom prst="line">
            <a:avLst/>
          </a:prstGeom>
          <a:ln>
            <a:solidFill>
              <a:srgbClr val="56C4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2" name="TextBox 91"/>
          <p:cNvSpPr txBox="1"/>
          <p:nvPr/>
        </p:nvSpPr>
        <p:spPr bwMode="gray">
          <a:xfrm>
            <a:off x="1706226" y="5562476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生产环境区</a:t>
            </a:r>
          </a:p>
        </p:txBody>
      </p:sp>
      <p:sp>
        <p:nvSpPr>
          <p:cNvPr id="423" name="矩形 422"/>
          <p:cNvSpPr/>
          <p:nvPr/>
        </p:nvSpPr>
        <p:spPr bwMode="gray">
          <a:xfrm>
            <a:off x="3928307" y="3874528"/>
            <a:ext cx="2167694" cy="205507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24" name="TextBox 91"/>
          <p:cNvSpPr txBox="1"/>
          <p:nvPr/>
        </p:nvSpPr>
        <p:spPr bwMode="gray">
          <a:xfrm>
            <a:off x="4621637" y="5541943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测试环境区</a:t>
            </a:r>
          </a:p>
        </p:txBody>
      </p:sp>
      <p:sp>
        <p:nvSpPr>
          <p:cNvPr id="425" name="Freeform 159"/>
          <p:cNvSpPr/>
          <p:nvPr/>
        </p:nvSpPr>
        <p:spPr bwMode="gray">
          <a:xfrm flipH="1">
            <a:off x="4151264" y="1997436"/>
            <a:ext cx="976311" cy="510346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4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广域网</a:t>
            </a:r>
            <a:endParaRPr lang="zh-CN" altLang="en-US" sz="14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26" name="Freeform 159"/>
          <p:cNvSpPr/>
          <p:nvPr/>
        </p:nvSpPr>
        <p:spPr bwMode="gray">
          <a:xfrm flipH="1">
            <a:off x="3008886" y="2003532"/>
            <a:ext cx="976311" cy="510346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4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园区网</a:t>
            </a:r>
            <a:endParaRPr lang="zh-CN" altLang="en-US" sz="14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27" name="Freeform 159"/>
          <p:cNvSpPr/>
          <p:nvPr/>
        </p:nvSpPr>
        <p:spPr bwMode="gray">
          <a:xfrm flipH="1">
            <a:off x="1781944" y="2028005"/>
            <a:ext cx="976311" cy="510346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4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互联网</a:t>
            </a:r>
            <a:endParaRPr lang="zh-CN" altLang="en-US" sz="14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35" name="Oval 59"/>
          <p:cNvSpPr/>
          <p:nvPr/>
        </p:nvSpPr>
        <p:spPr bwMode="gray">
          <a:xfrm rot="1782887">
            <a:off x="1316643" y="4639867"/>
            <a:ext cx="189980" cy="55365"/>
          </a:xfrm>
          <a:prstGeom prst="ellipse">
            <a:avLst/>
          </a:prstGeom>
          <a:noFill/>
          <a:ln w="19050" cap="flat" cmpd="sng" algn="ctr">
            <a:solidFill>
              <a:srgbClr val="EC706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37" name="Oval 59"/>
          <p:cNvSpPr/>
          <p:nvPr/>
        </p:nvSpPr>
        <p:spPr bwMode="gray">
          <a:xfrm rot="1782887">
            <a:off x="1650157" y="4648411"/>
            <a:ext cx="189980" cy="55365"/>
          </a:xfrm>
          <a:prstGeom prst="ellipse">
            <a:avLst/>
          </a:prstGeom>
          <a:noFill/>
          <a:ln w="19050" cap="flat" cmpd="sng" algn="ctr">
            <a:solidFill>
              <a:srgbClr val="EC706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38" name="Oval 59"/>
          <p:cNvSpPr/>
          <p:nvPr/>
        </p:nvSpPr>
        <p:spPr bwMode="gray">
          <a:xfrm rot="954746">
            <a:off x="1999115" y="4641443"/>
            <a:ext cx="169365" cy="68460"/>
          </a:xfrm>
          <a:prstGeom prst="ellipse">
            <a:avLst/>
          </a:prstGeom>
          <a:noFill/>
          <a:ln w="19050" cap="flat" cmpd="sng" algn="ctr">
            <a:solidFill>
              <a:srgbClr val="EC706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39" name="Oval 59"/>
          <p:cNvSpPr/>
          <p:nvPr/>
        </p:nvSpPr>
        <p:spPr bwMode="gray">
          <a:xfrm rot="20640670">
            <a:off x="2361029" y="4641348"/>
            <a:ext cx="169365" cy="68460"/>
          </a:xfrm>
          <a:prstGeom prst="ellipse">
            <a:avLst/>
          </a:prstGeom>
          <a:noFill/>
          <a:ln w="19050" cap="flat" cmpd="sng" algn="ctr">
            <a:solidFill>
              <a:srgbClr val="EC706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0" name="Oval 59"/>
          <p:cNvSpPr/>
          <p:nvPr/>
        </p:nvSpPr>
        <p:spPr bwMode="gray">
          <a:xfrm rot="20067540">
            <a:off x="2834850" y="4643216"/>
            <a:ext cx="189980" cy="55365"/>
          </a:xfrm>
          <a:prstGeom prst="ellipse">
            <a:avLst/>
          </a:prstGeom>
          <a:noFill/>
          <a:ln w="19050" cap="flat" cmpd="sng" algn="ctr">
            <a:solidFill>
              <a:srgbClr val="EC706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1" name="Oval 59"/>
          <p:cNvSpPr/>
          <p:nvPr/>
        </p:nvSpPr>
        <p:spPr bwMode="gray">
          <a:xfrm rot="20067540">
            <a:off x="3235810" y="4643217"/>
            <a:ext cx="189980" cy="55365"/>
          </a:xfrm>
          <a:prstGeom prst="ellipse">
            <a:avLst/>
          </a:prstGeom>
          <a:noFill/>
          <a:ln w="19050" cap="flat" cmpd="sng" algn="ctr">
            <a:solidFill>
              <a:srgbClr val="EC706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3" name="Oval 59"/>
          <p:cNvSpPr/>
          <p:nvPr/>
        </p:nvSpPr>
        <p:spPr bwMode="gray">
          <a:xfrm rot="1782887">
            <a:off x="4314921" y="4639867"/>
            <a:ext cx="189980" cy="55365"/>
          </a:xfrm>
          <a:prstGeom prst="ellipse">
            <a:avLst/>
          </a:prstGeom>
          <a:noFill/>
          <a:ln w="19050" cap="flat" cmpd="sng" algn="ctr">
            <a:solidFill>
              <a:srgbClr val="EC706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4" name="Oval 59"/>
          <p:cNvSpPr/>
          <p:nvPr/>
        </p:nvSpPr>
        <p:spPr bwMode="gray">
          <a:xfrm rot="1782887">
            <a:off x="4712091" y="4639867"/>
            <a:ext cx="189980" cy="55365"/>
          </a:xfrm>
          <a:prstGeom prst="ellipse">
            <a:avLst/>
          </a:prstGeom>
          <a:noFill/>
          <a:ln w="19050" cap="flat" cmpd="sng" algn="ctr">
            <a:solidFill>
              <a:srgbClr val="EC706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5" name="Oval 59"/>
          <p:cNvSpPr/>
          <p:nvPr/>
        </p:nvSpPr>
        <p:spPr bwMode="gray">
          <a:xfrm rot="20067540">
            <a:off x="5222843" y="4653605"/>
            <a:ext cx="189980" cy="55365"/>
          </a:xfrm>
          <a:prstGeom prst="ellipse">
            <a:avLst/>
          </a:prstGeom>
          <a:noFill/>
          <a:ln w="19050" cap="flat" cmpd="sng" algn="ctr">
            <a:solidFill>
              <a:srgbClr val="EC706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6" name="Oval 59"/>
          <p:cNvSpPr/>
          <p:nvPr/>
        </p:nvSpPr>
        <p:spPr bwMode="gray">
          <a:xfrm rot="20067540">
            <a:off x="5624574" y="4643217"/>
            <a:ext cx="189980" cy="55365"/>
          </a:xfrm>
          <a:prstGeom prst="ellipse">
            <a:avLst/>
          </a:prstGeom>
          <a:noFill/>
          <a:ln w="19050" cap="flat" cmpd="sng" algn="ctr">
            <a:solidFill>
              <a:srgbClr val="EC706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7" name="六边形 446"/>
          <p:cNvSpPr/>
          <p:nvPr/>
        </p:nvSpPr>
        <p:spPr bwMode="gray">
          <a:xfrm>
            <a:off x="2012107" y="4060774"/>
            <a:ext cx="116156" cy="96797"/>
          </a:xfrm>
          <a:prstGeom prst="hexagon">
            <a:avLst/>
          </a:prstGeom>
          <a:solidFill>
            <a:srgbClr val="EC7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8" name="六边形 447"/>
          <p:cNvSpPr/>
          <p:nvPr/>
        </p:nvSpPr>
        <p:spPr bwMode="gray">
          <a:xfrm>
            <a:off x="2642099" y="4062579"/>
            <a:ext cx="116156" cy="96797"/>
          </a:xfrm>
          <a:prstGeom prst="hexagon">
            <a:avLst/>
          </a:prstGeom>
          <a:solidFill>
            <a:srgbClr val="EC7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9" name="六边形 448"/>
          <p:cNvSpPr/>
          <p:nvPr/>
        </p:nvSpPr>
        <p:spPr bwMode="gray">
          <a:xfrm>
            <a:off x="4670278" y="4068107"/>
            <a:ext cx="116156" cy="96797"/>
          </a:xfrm>
          <a:prstGeom prst="hexagon">
            <a:avLst/>
          </a:prstGeom>
          <a:solidFill>
            <a:srgbClr val="EC7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50" name="六边形 449"/>
          <p:cNvSpPr/>
          <p:nvPr/>
        </p:nvSpPr>
        <p:spPr bwMode="gray">
          <a:xfrm>
            <a:off x="5210820" y="4068107"/>
            <a:ext cx="116156" cy="96797"/>
          </a:xfrm>
          <a:prstGeom prst="hexagon">
            <a:avLst/>
          </a:prstGeom>
          <a:solidFill>
            <a:srgbClr val="EC7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456" name="Straight Connector 79"/>
          <p:cNvCxnSpPr>
            <a:cxnSpLocks/>
            <a:stCxn id="459" idx="1"/>
            <a:endCxn id="304" idx="0"/>
          </p:cNvCxnSpPr>
          <p:nvPr/>
        </p:nvCxnSpPr>
        <p:spPr bwMode="gray">
          <a:xfrm flipH="1">
            <a:off x="4352059" y="2882501"/>
            <a:ext cx="513040" cy="397807"/>
          </a:xfrm>
          <a:prstGeom prst="line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458" name="Straight Connector 79"/>
          <p:cNvCxnSpPr>
            <a:cxnSpLocks/>
            <a:stCxn id="459" idx="1"/>
            <a:endCxn id="302" idx="0"/>
          </p:cNvCxnSpPr>
          <p:nvPr/>
        </p:nvCxnSpPr>
        <p:spPr bwMode="gray">
          <a:xfrm flipH="1">
            <a:off x="3251835" y="2882501"/>
            <a:ext cx="1613264" cy="397807"/>
          </a:xfrm>
          <a:prstGeom prst="line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459" name="圆角矩形 458"/>
          <p:cNvSpPr/>
          <p:nvPr/>
        </p:nvSpPr>
        <p:spPr bwMode="gray">
          <a:xfrm>
            <a:off x="4865099" y="2747477"/>
            <a:ext cx="1682248" cy="270047"/>
          </a:xfrm>
          <a:prstGeom prst="roundRect">
            <a:avLst>
              <a:gd name="adj" fmla="val 2563"/>
            </a:avLst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ysDot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60" name="TextBox 20"/>
          <p:cNvSpPr txBox="1"/>
          <p:nvPr/>
        </p:nvSpPr>
        <p:spPr bwMode="gray">
          <a:xfrm>
            <a:off x="4877009" y="2734302"/>
            <a:ext cx="16754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网管运维区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/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分析器</a:t>
            </a:r>
          </a:p>
        </p:txBody>
      </p:sp>
      <p:cxnSp>
        <p:nvCxnSpPr>
          <p:cNvPr id="461" name="Straight Connector 79"/>
          <p:cNvCxnSpPr>
            <a:endCxn id="303" idx="0"/>
          </p:cNvCxnSpPr>
          <p:nvPr/>
        </p:nvCxnSpPr>
        <p:spPr bwMode="gray">
          <a:xfrm flipH="1">
            <a:off x="3783731" y="2879586"/>
            <a:ext cx="1084641" cy="400722"/>
          </a:xfrm>
          <a:prstGeom prst="line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462" name="Straight Connector 79"/>
          <p:cNvCxnSpPr>
            <a:cxnSpLocks/>
            <a:stCxn id="459" idx="1"/>
          </p:cNvCxnSpPr>
          <p:nvPr/>
        </p:nvCxnSpPr>
        <p:spPr bwMode="gray">
          <a:xfrm flipH="1">
            <a:off x="2706937" y="2882501"/>
            <a:ext cx="2158162" cy="394892"/>
          </a:xfrm>
          <a:prstGeom prst="line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graphicFrame>
        <p:nvGraphicFramePr>
          <p:cNvPr id="463" name="表格 4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9567717"/>
              </p:ext>
            </p:extLst>
          </p:nvPr>
        </p:nvGraphicFramePr>
        <p:xfrm>
          <a:off x="6628173" y="1899690"/>
          <a:ext cx="4810480" cy="2525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1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9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147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测量对象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测量指标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32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kern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设备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kern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CPU</a:t>
                      </a:r>
                      <a:r>
                        <a:rPr lang="zh-CN" altLang="en-US" sz="1200" kern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利用率</a:t>
                      </a:r>
                      <a:r>
                        <a:rPr lang="en-US" altLang="zh-CN" sz="1200" kern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/</a:t>
                      </a:r>
                      <a:r>
                        <a:rPr lang="zh-CN" altLang="en-US" sz="1200" kern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内存利用率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21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kern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单板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kern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CPU</a:t>
                      </a:r>
                      <a:r>
                        <a:rPr lang="zh-CN" altLang="en-US" sz="1200" kern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利用率</a:t>
                      </a:r>
                      <a:r>
                        <a:rPr lang="en-US" altLang="zh-CN" sz="1200" kern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/</a:t>
                      </a:r>
                      <a:r>
                        <a:rPr lang="zh-CN" altLang="en-US" sz="1200" kern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内存利用率</a:t>
                      </a:r>
                      <a:r>
                        <a:rPr lang="en-US" altLang="zh-CN" sz="1200" kern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/FIB/MAC</a:t>
                      </a:r>
                      <a:r>
                        <a:rPr lang="zh-CN" altLang="en-US" sz="1200" kern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表项利用率</a:t>
                      </a:r>
                      <a:endParaRPr lang="en-US" altLang="zh-CN" sz="1200" kern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32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kern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芯片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kern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TCAM </a:t>
                      </a:r>
                      <a:r>
                        <a:rPr lang="zh-CN" altLang="en-US" sz="1200" kern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利用率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21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kern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端口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kern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收</a:t>
                      </a:r>
                      <a:r>
                        <a:rPr lang="en-US" altLang="zh-CN" sz="1200" kern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/</a:t>
                      </a:r>
                      <a:r>
                        <a:rPr lang="zh-CN" altLang="en-US" sz="1200" kern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发包数</a:t>
                      </a:r>
                      <a:r>
                        <a:rPr lang="en-US" altLang="zh-CN" sz="1200" kern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/</a:t>
                      </a:r>
                      <a:r>
                        <a:rPr lang="zh-CN" altLang="en-US" sz="1200" kern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字节数</a:t>
                      </a:r>
                      <a:r>
                        <a:rPr lang="en-US" altLang="zh-CN" sz="1200" kern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/</a:t>
                      </a:r>
                      <a:r>
                        <a:rPr lang="zh-CN" altLang="en-US" sz="1200" kern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丢包数</a:t>
                      </a:r>
                      <a:r>
                        <a:rPr lang="en-US" altLang="zh-CN" sz="1200" kern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/</a:t>
                      </a:r>
                      <a:r>
                        <a:rPr lang="zh-CN" altLang="en-US" sz="1200" kern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错包数</a:t>
                      </a:r>
                      <a:r>
                        <a:rPr lang="en-US" altLang="zh-CN" sz="1200" kern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/</a:t>
                      </a:r>
                      <a:r>
                        <a:rPr lang="zh-CN" altLang="en-US" sz="1200" kern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广播包数</a:t>
                      </a:r>
                      <a:r>
                        <a:rPr lang="en-US" altLang="zh-CN" sz="1200" kern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/</a:t>
                      </a:r>
                      <a:r>
                        <a:rPr lang="zh-CN" altLang="en-US" sz="1200" kern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组播包数</a:t>
                      </a:r>
                      <a:r>
                        <a:rPr lang="en-US" altLang="zh-CN" sz="1200" kern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/</a:t>
                      </a:r>
                      <a:r>
                        <a:rPr lang="zh-CN" altLang="en-US" sz="1200" kern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单播包数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32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kern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队列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kern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Buffer Size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32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kern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光模块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kern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收</a:t>
                      </a:r>
                      <a:r>
                        <a:rPr lang="en-US" altLang="zh-CN" sz="1200" kern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/</a:t>
                      </a:r>
                      <a:r>
                        <a:rPr lang="zh-CN" altLang="en-US" sz="1200" kern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发光功率，电流</a:t>
                      </a:r>
                      <a:r>
                        <a:rPr lang="en-US" altLang="zh-CN" sz="1200" kern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,</a:t>
                      </a:r>
                      <a:r>
                        <a:rPr lang="en-US" altLang="zh-CN" sz="1200" kern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</a:t>
                      </a:r>
                      <a:r>
                        <a:rPr lang="zh-CN" altLang="en-US" sz="1200" kern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电压</a:t>
                      </a:r>
                      <a:r>
                        <a:rPr lang="en-US" altLang="zh-CN" sz="1200" kern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,</a:t>
                      </a:r>
                      <a:r>
                        <a:rPr lang="en-US" altLang="zh-CN" sz="1200" kern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</a:t>
                      </a:r>
                      <a:r>
                        <a:rPr lang="zh-CN" altLang="en-US" sz="1200" kern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温度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532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kern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丢包行为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kern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拥塞丢包感知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9" name="TextBox 132">
            <a:extLst>
              <a:ext uri="{FF2B5EF4-FFF2-40B4-BE49-F238E27FC236}">
                <a16:creationId xmlns:a16="http://schemas.microsoft.com/office/drawing/2014/main" id="{4D847A78-9641-4DBE-BACB-477F9CD15DEF}"/>
              </a:ext>
            </a:extLst>
          </p:cNvPr>
          <p:cNvSpPr txBox="1"/>
          <p:nvPr/>
        </p:nvSpPr>
        <p:spPr bwMode="gray">
          <a:xfrm>
            <a:off x="4621732" y="3281849"/>
            <a:ext cx="1636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Telemtry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/ERSAPN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0" name="矩形 159"/>
          <p:cNvSpPr/>
          <p:nvPr/>
        </p:nvSpPr>
        <p:spPr bwMode="gray">
          <a:xfrm>
            <a:off x="7393579" y="5398125"/>
            <a:ext cx="3602182" cy="72000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</a:t>
            </a:r>
            <a:r>
              <a:rPr kumimoji="1"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搜集</a:t>
            </a:r>
            <a:endParaRPr kumimoji="1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1" name="矩形 160"/>
          <p:cNvSpPr/>
          <p:nvPr/>
        </p:nvSpPr>
        <p:spPr bwMode="gray">
          <a:xfrm>
            <a:off x="7393579" y="4674299"/>
            <a:ext cx="3602182" cy="72000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数据分析</a:t>
            </a:r>
          </a:p>
        </p:txBody>
      </p:sp>
      <p:sp>
        <p:nvSpPr>
          <p:cNvPr id="163" name="上箭头 162"/>
          <p:cNvSpPr/>
          <p:nvPr/>
        </p:nvSpPr>
        <p:spPr bwMode="gray">
          <a:xfrm>
            <a:off x="9026103" y="4442084"/>
            <a:ext cx="360000" cy="360000"/>
          </a:xfrm>
          <a:prstGeom prst="up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4" name="六边形 163"/>
          <p:cNvSpPr/>
          <p:nvPr/>
        </p:nvSpPr>
        <p:spPr bwMode="gray">
          <a:xfrm>
            <a:off x="7567477" y="5906813"/>
            <a:ext cx="216000" cy="180000"/>
          </a:xfrm>
          <a:prstGeom prst="hexagon">
            <a:avLst/>
          </a:prstGeom>
          <a:solidFill>
            <a:srgbClr val="EC7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5" name="六边形 164"/>
          <p:cNvSpPr/>
          <p:nvPr/>
        </p:nvSpPr>
        <p:spPr bwMode="gray">
          <a:xfrm>
            <a:off x="7825035" y="5897185"/>
            <a:ext cx="216000" cy="180000"/>
          </a:xfrm>
          <a:prstGeom prst="hexagon">
            <a:avLst/>
          </a:prstGeom>
          <a:solidFill>
            <a:srgbClr val="EC7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6" name="六边形 165"/>
          <p:cNvSpPr/>
          <p:nvPr/>
        </p:nvSpPr>
        <p:spPr bwMode="gray">
          <a:xfrm>
            <a:off x="8091919" y="5897185"/>
            <a:ext cx="216000" cy="180000"/>
          </a:xfrm>
          <a:prstGeom prst="hexagon">
            <a:avLst/>
          </a:prstGeom>
          <a:solidFill>
            <a:srgbClr val="EC7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7" name="六边形 166"/>
          <p:cNvSpPr/>
          <p:nvPr/>
        </p:nvSpPr>
        <p:spPr bwMode="gray">
          <a:xfrm>
            <a:off x="7696438" y="5682411"/>
            <a:ext cx="216000" cy="180000"/>
          </a:xfrm>
          <a:prstGeom prst="hexagon">
            <a:avLst/>
          </a:prstGeom>
          <a:solidFill>
            <a:srgbClr val="EC7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8" name="六边形 167"/>
          <p:cNvSpPr/>
          <p:nvPr/>
        </p:nvSpPr>
        <p:spPr bwMode="gray">
          <a:xfrm>
            <a:off x="7963322" y="5682411"/>
            <a:ext cx="216000" cy="180000"/>
          </a:xfrm>
          <a:prstGeom prst="hexagon">
            <a:avLst/>
          </a:prstGeom>
          <a:solidFill>
            <a:srgbClr val="EC7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9" name="六边形 168"/>
          <p:cNvSpPr/>
          <p:nvPr/>
        </p:nvSpPr>
        <p:spPr bwMode="gray">
          <a:xfrm>
            <a:off x="7830126" y="5467637"/>
            <a:ext cx="216000" cy="180000"/>
          </a:xfrm>
          <a:prstGeom prst="hexagon">
            <a:avLst/>
          </a:prstGeom>
          <a:solidFill>
            <a:srgbClr val="EC7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398" name="图片 397"/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218038" y="5213706"/>
            <a:ext cx="304615" cy="249784"/>
          </a:xfrm>
          <a:prstGeom prst="rect">
            <a:avLst/>
          </a:prstGeom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529F17F8-D250-6BA7-943D-8AE709B0CA63}"/>
              </a:ext>
            </a:extLst>
          </p:cNvPr>
          <p:cNvGrpSpPr/>
          <p:nvPr/>
        </p:nvGrpSpPr>
        <p:grpSpPr>
          <a:xfrm>
            <a:off x="6983569" y="2143039"/>
            <a:ext cx="572400" cy="682920"/>
            <a:chOff x="6983569" y="2143039"/>
            <a:chExt cx="572400" cy="68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" name="墨迹 1">
                  <a:extLst>
                    <a:ext uri="{FF2B5EF4-FFF2-40B4-BE49-F238E27FC236}">
                      <a16:creationId xmlns:a16="http://schemas.microsoft.com/office/drawing/2014/main" id="{83CA7D30-9B12-598F-3CE4-BB38C1EA0999}"/>
                    </a:ext>
                  </a:extLst>
                </p14:cNvPr>
                <p14:cNvContentPartPr/>
                <p14:nvPr/>
              </p14:nvContentPartPr>
              <p14:xfrm>
                <a:off x="7052689" y="2443279"/>
                <a:ext cx="434520" cy="51840"/>
              </p14:xfrm>
            </p:contentPart>
          </mc:Choice>
          <mc:Fallback>
            <p:pic>
              <p:nvPicPr>
                <p:cNvPr id="2" name="墨迹 1">
                  <a:extLst>
                    <a:ext uri="{FF2B5EF4-FFF2-40B4-BE49-F238E27FC236}">
                      <a16:creationId xmlns:a16="http://schemas.microsoft.com/office/drawing/2014/main" id="{83CA7D30-9B12-598F-3CE4-BB38C1EA099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043689" y="2434279"/>
                  <a:ext cx="4521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4" name="墨迹 3">
                  <a:extLst>
                    <a:ext uri="{FF2B5EF4-FFF2-40B4-BE49-F238E27FC236}">
                      <a16:creationId xmlns:a16="http://schemas.microsoft.com/office/drawing/2014/main" id="{3ACF010B-F561-5C37-CED8-C224F3ACEF84}"/>
                    </a:ext>
                  </a:extLst>
                </p14:cNvPr>
                <p14:cNvContentPartPr/>
                <p14:nvPr/>
              </p14:nvContentPartPr>
              <p14:xfrm>
                <a:off x="6983569" y="2143039"/>
                <a:ext cx="572400" cy="316080"/>
              </p14:xfrm>
            </p:contentPart>
          </mc:Choice>
          <mc:Fallback>
            <p:pic>
              <p:nvPicPr>
                <p:cNvPr id="4" name="墨迹 3">
                  <a:extLst>
                    <a:ext uri="{FF2B5EF4-FFF2-40B4-BE49-F238E27FC236}">
                      <a16:creationId xmlns:a16="http://schemas.microsoft.com/office/drawing/2014/main" id="{3ACF010B-F561-5C37-CED8-C224F3ACEF8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974569" y="2134039"/>
                  <a:ext cx="59004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9C0B405C-A2D4-DA9D-E401-0E7CC341563C}"/>
                    </a:ext>
                  </a:extLst>
                </p14:cNvPr>
                <p14:cNvContentPartPr/>
                <p14:nvPr/>
              </p14:nvContentPartPr>
              <p14:xfrm>
                <a:off x="6983929" y="2473519"/>
                <a:ext cx="572040" cy="352440"/>
              </p14:xfrm>
            </p:contentPart>
          </mc:Choice>
          <mc:Fallback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9C0B405C-A2D4-DA9D-E401-0E7CC341563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975289" y="2464519"/>
                  <a:ext cx="589680" cy="370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1ED3772A-FE34-17C2-D025-0DBE0B157071}"/>
                  </a:ext>
                </a:extLst>
              </p14:cNvPr>
              <p14:cNvContentPartPr/>
              <p14:nvPr/>
            </p14:nvContentPartPr>
            <p14:xfrm>
              <a:off x="8821729" y="3425359"/>
              <a:ext cx="2325960" cy="8280"/>
            </p14:xfrm>
          </p:contentPart>
        </mc:Choice>
        <mc:Fallback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1ED3772A-FE34-17C2-D025-0DBE0B15707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812729" y="3416359"/>
                <a:ext cx="2343600" cy="2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359789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Telemetry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概述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b="1" dirty="0">
                <a:sym typeface="Huawei Sans" panose="020C0503030203020204" pitchFamily="34" charset="0"/>
              </a:rPr>
              <a:t>Telemetry</a:t>
            </a:r>
            <a:r>
              <a:rPr lang="zh-CN" altLang="en-US" b="1" dirty="0">
                <a:sym typeface="Huawei Sans" panose="020C0503030203020204" pitchFamily="34" charset="0"/>
              </a:rPr>
              <a:t>技术原理</a:t>
            </a:r>
            <a:endParaRPr lang="en-US" altLang="zh-CN" b="1" dirty="0">
              <a:sym typeface="Huawei Sans" panose="020C0503030203020204" pitchFamily="34" charset="0"/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Telemetry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配置与实践</a:t>
            </a:r>
          </a:p>
        </p:txBody>
      </p:sp>
    </p:spTree>
    <p:extLst>
      <p:ext uri="{BB962C8B-B14F-4D97-AF65-F5344CB8AC3E}">
        <p14:creationId xmlns:p14="http://schemas.microsoft.com/office/powerpoint/2010/main" val="26659402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44CABF-53F5-406B-9CE5-DCCF29C6B1AC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>
                <a:sym typeface="Huawei Sans" panose="020C0503030203020204" pitchFamily="34" charset="0"/>
              </a:rPr>
              <a:t>Telemetry</a:t>
            </a:r>
            <a:r>
              <a:rPr lang="zh-CN" altLang="en-US">
                <a:sym typeface="Huawei Sans" panose="020C0503030203020204" pitchFamily="34" charset="0"/>
              </a:rPr>
              <a:t>框架解读</a:t>
            </a:r>
          </a:p>
        </p:txBody>
      </p:sp>
      <p:sp>
        <p:nvSpPr>
          <p:cNvPr id="137" name="文本占位符 136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>
                <a:sym typeface="Huawei Sans" panose="020C0503030203020204" pitchFamily="34" charset="0"/>
              </a:rPr>
              <a:t>狭义的</a:t>
            </a:r>
            <a:r>
              <a:rPr lang="en-US" altLang="zh-CN" sz="1800" dirty="0">
                <a:sym typeface="Huawei Sans" panose="020C0503030203020204" pitchFamily="34" charset="0"/>
              </a:rPr>
              <a:t>Telemetry</a:t>
            </a:r>
            <a:r>
              <a:rPr lang="zh-CN" altLang="en-US" sz="1800" dirty="0">
                <a:sym typeface="Huawei Sans" panose="020C0503030203020204" pitchFamily="34" charset="0"/>
              </a:rPr>
              <a:t>框架可以分为四个模块：数据源、数据生成、数据订阅和数据推送。</a:t>
            </a: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0676221F-B438-45DC-A994-70E56635D2B2}"/>
              </a:ext>
            </a:extLst>
          </p:cNvPr>
          <p:cNvCxnSpPr>
            <a:stCxn id="29" idx="0"/>
            <a:endCxn id="24" idx="4"/>
          </p:cNvCxnSpPr>
          <p:nvPr/>
        </p:nvCxnSpPr>
        <p:spPr bwMode="gray">
          <a:xfrm flipH="1" flipV="1">
            <a:off x="7601565" y="5369972"/>
            <a:ext cx="242234" cy="417563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259AAA17-8693-4D90-B919-3D4BF87AA029}"/>
              </a:ext>
            </a:extLst>
          </p:cNvPr>
          <p:cNvCxnSpPr>
            <a:stCxn id="24" idx="4"/>
            <a:endCxn id="26" idx="0"/>
          </p:cNvCxnSpPr>
          <p:nvPr/>
        </p:nvCxnSpPr>
        <p:spPr bwMode="gray">
          <a:xfrm flipH="1">
            <a:off x="7339743" y="5369972"/>
            <a:ext cx="261822" cy="417563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9077AE88-6F0C-41DD-9D20-B3FB6CF5E48A}"/>
              </a:ext>
            </a:extLst>
          </p:cNvPr>
          <p:cNvSpPr/>
          <p:nvPr/>
        </p:nvSpPr>
        <p:spPr bwMode="gray">
          <a:xfrm>
            <a:off x="1664595" y="2228622"/>
            <a:ext cx="3600000" cy="50625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Data Analysis</a:t>
            </a:r>
            <a:endParaRPr kumimoji="1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862E8F-184E-45AE-A888-4936F2AED886}"/>
              </a:ext>
            </a:extLst>
          </p:cNvPr>
          <p:cNvSpPr/>
          <p:nvPr/>
        </p:nvSpPr>
        <p:spPr bwMode="gray">
          <a:xfrm>
            <a:off x="1664595" y="3380750"/>
            <a:ext cx="1800000" cy="7593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Data Subscription</a:t>
            </a:r>
            <a:endParaRPr kumimoji="1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D3BD708-C07C-482E-9DD1-24A22E5B76D4}"/>
              </a:ext>
            </a:extLst>
          </p:cNvPr>
          <p:cNvSpPr/>
          <p:nvPr/>
        </p:nvSpPr>
        <p:spPr bwMode="gray">
          <a:xfrm>
            <a:off x="3464595" y="3380750"/>
            <a:ext cx="1800000" cy="7593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Data Export</a:t>
            </a:r>
            <a:endParaRPr kumimoji="1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229BF85-650F-4244-BEBD-E870F3F788AA}"/>
              </a:ext>
            </a:extLst>
          </p:cNvPr>
          <p:cNvSpPr/>
          <p:nvPr/>
        </p:nvSpPr>
        <p:spPr bwMode="gray">
          <a:xfrm>
            <a:off x="1664595" y="4140235"/>
            <a:ext cx="3600000" cy="7593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Data Generation</a:t>
            </a:r>
            <a:endParaRPr kumimoji="1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" name="上箭头 23">
            <a:extLst>
              <a:ext uri="{FF2B5EF4-FFF2-40B4-BE49-F238E27FC236}">
                <a16:creationId xmlns:a16="http://schemas.microsoft.com/office/drawing/2014/main" id="{EE1F047C-03B7-4029-8B40-19395F63682C}"/>
              </a:ext>
            </a:extLst>
          </p:cNvPr>
          <p:cNvSpPr/>
          <p:nvPr/>
        </p:nvSpPr>
        <p:spPr bwMode="gray">
          <a:xfrm>
            <a:off x="4184875" y="2948622"/>
            <a:ext cx="288000" cy="303840"/>
          </a:xfrm>
          <a:prstGeom prst="upArrow">
            <a:avLst/>
          </a:prstGeom>
          <a:solidFill>
            <a:srgbClr val="00206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" name="下箭头 24">
            <a:extLst>
              <a:ext uri="{FF2B5EF4-FFF2-40B4-BE49-F238E27FC236}">
                <a16:creationId xmlns:a16="http://schemas.microsoft.com/office/drawing/2014/main" id="{EAFE5FA0-17EA-40A6-99EB-B1A9432D7E8D}"/>
              </a:ext>
            </a:extLst>
          </p:cNvPr>
          <p:cNvSpPr/>
          <p:nvPr/>
        </p:nvSpPr>
        <p:spPr bwMode="gray">
          <a:xfrm>
            <a:off x="2456715" y="2948622"/>
            <a:ext cx="288000" cy="303840"/>
          </a:xfrm>
          <a:prstGeom prst="downArrow">
            <a:avLst/>
          </a:prstGeom>
          <a:solidFill>
            <a:srgbClr val="00206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5B1A38C-E05F-4CB0-B390-23A6A22D0B2F}"/>
              </a:ext>
            </a:extLst>
          </p:cNvPr>
          <p:cNvSpPr/>
          <p:nvPr/>
        </p:nvSpPr>
        <p:spPr bwMode="gray">
          <a:xfrm>
            <a:off x="1664595" y="4899605"/>
            <a:ext cx="3600000" cy="7593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Data Source</a:t>
            </a:r>
            <a:endParaRPr kumimoji="1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10215FE-C623-4F0A-B37D-DA48B3B33DC5}"/>
              </a:ext>
            </a:extLst>
          </p:cNvPr>
          <p:cNvSpPr/>
          <p:nvPr/>
        </p:nvSpPr>
        <p:spPr bwMode="gray">
          <a:xfrm>
            <a:off x="6744072" y="2635679"/>
            <a:ext cx="3600000" cy="595271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数据</a:t>
            </a:r>
            <a:r>
              <a:rPr kumimoji="1"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搜集</a:t>
            </a:r>
            <a:endParaRPr kumimoji="1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FC892B7-9D2B-4A12-939B-F1224E9A6624}"/>
              </a:ext>
            </a:extLst>
          </p:cNvPr>
          <p:cNvSpPr/>
          <p:nvPr/>
        </p:nvSpPr>
        <p:spPr bwMode="gray">
          <a:xfrm>
            <a:off x="6744072" y="3663079"/>
            <a:ext cx="1800000" cy="82423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</a:t>
            </a:r>
            <a:r>
              <a:rPr kumimoji="1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订阅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25D9C9C-719D-4E23-A85E-F0073EC754F7}"/>
              </a:ext>
            </a:extLst>
          </p:cNvPr>
          <p:cNvSpPr/>
          <p:nvPr/>
        </p:nvSpPr>
        <p:spPr bwMode="gray">
          <a:xfrm>
            <a:off x="8544072" y="3663079"/>
            <a:ext cx="1800000" cy="82423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</a:t>
            </a:r>
            <a:r>
              <a:rPr kumimoji="1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推送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4AEBBE6-AD0B-475A-8A15-2AAD17300598}"/>
              </a:ext>
            </a:extLst>
          </p:cNvPr>
          <p:cNvSpPr/>
          <p:nvPr/>
        </p:nvSpPr>
        <p:spPr bwMode="gray">
          <a:xfrm>
            <a:off x="6744072" y="4493819"/>
            <a:ext cx="3600000" cy="69999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数据生成</a:t>
            </a:r>
          </a:p>
        </p:txBody>
      </p:sp>
      <p:sp>
        <p:nvSpPr>
          <p:cNvPr id="16" name="上箭头 36">
            <a:extLst>
              <a:ext uri="{FF2B5EF4-FFF2-40B4-BE49-F238E27FC236}">
                <a16:creationId xmlns:a16="http://schemas.microsoft.com/office/drawing/2014/main" id="{708FF781-25CE-4F45-B700-F2D982206070}"/>
              </a:ext>
            </a:extLst>
          </p:cNvPr>
          <p:cNvSpPr/>
          <p:nvPr/>
        </p:nvSpPr>
        <p:spPr bwMode="gray">
          <a:xfrm>
            <a:off x="9264352" y="3230951"/>
            <a:ext cx="288000" cy="432128"/>
          </a:xfrm>
          <a:prstGeom prst="upArrow">
            <a:avLst/>
          </a:prstGeom>
          <a:solidFill>
            <a:srgbClr val="00206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下箭头 37">
            <a:extLst>
              <a:ext uri="{FF2B5EF4-FFF2-40B4-BE49-F238E27FC236}">
                <a16:creationId xmlns:a16="http://schemas.microsoft.com/office/drawing/2014/main" id="{DD43717A-ED12-46A3-88B5-35E98D96E04F}"/>
              </a:ext>
            </a:extLst>
          </p:cNvPr>
          <p:cNvSpPr/>
          <p:nvPr/>
        </p:nvSpPr>
        <p:spPr bwMode="gray">
          <a:xfrm>
            <a:off x="7536192" y="3230951"/>
            <a:ext cx="288000" cy="432128"/>
          </a:xfrm>
          <a:prstGeom prst="downArrow">
            <a:avLst/>
          </a:prstGeom>
          <a:solidFill>
            <a:srgbClr val="00206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7D99D38-263D-48B2-A13F-A11E2D238F43}"/>
              </a:ext>
            </a:extLst>
          </p:cNvPr>
          <p:cNvSpPr/>
          <p:nvPr/>
        </p:nvSpPr>
        <p:spPr bwMode="gray">
          <a:xfrm>
            <a:off x="6744072" y="5194879"/>
            <a:ext cx="3600000" cy="75619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</a:t>
            </a:r>
            <a:r>
              <a:rPr kumimoji="1"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源</a:t>
            </a:r>
            <a:endParaRPr kumimoji="1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47FB0C8-2D41-4700-9156-14492BCAF189}"/>
              </a:ext>
            </a:extLst>
          </p:cNvPr>
          <p:cNvSpPr txBox="1"/>
          <p:nvPr/>
        </p:nvSpPr>
        <p:spPr bwMode="gray">
          <a:xfrm>
            <a:off x="9491024" y="3698618"/>
            <a:ext cx="763200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UDP</a:t>
            </a:r>
            <a:endParaRPr lang="zh-CN" altLang="en-US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1FB4B6F3-34FB-456E-9DBB-CF5959F03771}"/>
              </a:ext>
            </a:extLst>
          </p:cNvPr>
          <p:cNvSpPr>
            <a:spLocks noChangeAspect="1"/>
          </p:cNvSpPr>
          <p:nvPr/>
        </p:nvSpPr>
        <p:spPr bwMode="gray">
          <a:xfrm>
            <a:off x="7547565" y="5261972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9341B8D6-27C3-497F-A9A3-C5339D599BDB}"/>
              </a:ext>
            </a:extLst>
          </p:cNvPr>
          <p:cNvSpPr>
            <a:spLocks noChangeAspect="1"/>
          </p:cNvSpPr>
          <p:nvPr/>
        </p:nvSpPr>
        <p:spPr bwMode="gray">
          <a:xfrm>
            <a:off x="7393743" y="5550980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66D60ADB-D45B-417C-9F11-D4C719E8F6C8}"/>
              </a:ext>
            </a:extLst>
          </p:cNvPr>
          <p:cNvSpPr>
            <a:spLocks noChangeAspect="1"/>
          </p:cNvSpPr>
          <p:nvPr/>
        </p:nvSpPr>
        <p:spPr bwMode="gray">
          <a:xfrm>
            <a:off x="7285743" y="5787535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B4323A62-6CB3-455E-829A-0CE17A7BFF06}"/>
              </a:ext>
            </a:extLst>
          </p:cNvPr>
          <p:cNvSpPr>
            <a:spLocks noChangeAspect="1"/>
          </p:cNvSpPr>
          <p:nvPr/>
        </p:nvSpPr>
        <p:spPr bwMode="gray">
          <a:xfrm>
            <a:off x="7681775" y="5550980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0B30B409-97C2-4393-B291-FB114221E5A7}"/>
              </a:ext>
            </a:extLst>
          </p:cNvPr>
          <p:cNvSpPr>
            <a:spLocks noChangeAspect="1"/>
          </p:cNvSpPr>
          <p:nvPr/>
        </p:nvSpPr>
        <p:spPr bwMode="gray">
          <a:xfrm>
            <a:off x="7547565" y="5787535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BF9C1601-8882-4585-A312-559B698F9BAA}"/>
              </a:ext>
            </a:extLst>
          </p:cNvPr>
          <p:cNvSpPr>
            <a:spLocks noChangeAspect="1"/>
          </p:cNvSpPr>
          <p:nvPr/>
        </p:nvSpPr>
        <p:spPr bwMode="gray">
          <a:xfrm>
            <a:off x="7789799" y="5787535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A1DF4C5E-D580-4151-8868-48BCD6AF6D86}"/>
              </a:ext>
            </a:extLst>
          </p:cNvPr>
          <p:cNvCxnSpPr>
            <a:stCxn id="27" idx="4"/>
            <a:endCxn id="28" idx="0"/>
          </p:cNvCxnSpPr>
          <p:nvPr/>
        </p:nvCxnSpPr>
        <p:spPr bwMode="gray">
          <a:xfrm flipH="1">
            <a:off x="7601565" y="5658980"/>
            <a:ext cx="134210" cy="128555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200DF4B5-CD22-45E4-8F34-6B6FF7DA0B6E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9336360" y="5231071"/>
            <a:ext cx="726306" cy="720000"/>
            <a:chOff x="7668754" y="1425755"/>
            <a:chExt cx="2832865" cy="2808272"/>
          </a:xfrm>
        </p:grpSpPr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2D91241B-454F-4C15-835F-510434F6F1BD}"/>
                </a:ext>
              </a:extLst>
            </p:cNvPr>
            <p:cNvCxnSpPr/>
            <p:nvPr/>
          </p:nvCxnSpPr>
          <p:spPr bwMode="gray">
            <a:xfrm>
              <a:off x="8111944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9A9590CE-FAC0-4CE1-B72F-95AA851BBC56}"/>
                </a:ext>
              </a:extLst>
            </p:cNvPr>
            <p:cNvCxnSpPr/>
            <p:nvPr/>
          </p:nvCxnSpPr>
          <p:spPr bwMode="gray">
            <a:xfrm>
              <a:off x="8192953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3AF468B2-0C7B-4F3E-8DFC-E464F0A10F65}"/>
                </a:ext>
              </a:extLst>
            </p:cNvPr>
            <p:cNvCxnSpPr/>
            <p:nvPr/>
          </p:nvCxnSpPr>
          <p:spPr bwMode="gray">
            <a:xfrm>
              <a:off x="8273962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D59A120E-3CB1-4383-A308-00A543B8A938}"/>
                </a:ext>
              </a:extLst>
            </p:cNvPr>
            <p:cNvCxnSpPr/>
            <p:nvPr/>
          </p:nvCxnSpPr>
          <p:spPr bwMode="gray">
            <a:xfrm>
              <a:off x="8354971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18D5510D-84AB-421F-8756-1A40FF53C263}"/>
                </a:ext>
              </a:extLst>
            </p:cNvPr>
            <p:cNvCxnSpPr/>
            <p:nvPr/>
          </p:nvCxnSpPr>
          <p:spPr bwMode="gray">
            <a:xfrm>
              <a:off x="8435980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1612010A-43AE-4816-BA8E-1F52AF6F7958}"/>
                </a:ext>
              </a:extLst>
            </p:cNvPr>
            <p:cNvCxnSpPr/>
            <p:nvPr/>
          </p:nvCxnSpPr>
          <p:spPr bwMode="gray">
            <a:xfrm>
              <a:off x="8516989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B7DB17DE-F3AA-4E7A-9660-5D146EBECEA9}"/>
                </a:ext>
              </a:extLst>
            </p:cNvPr>
            <p:cNvCxnSpPr/>
            <p:nvPr/>
          </p:nvCxnSpPr>
          <p:spPr bwMode="gray">
            <a:xfrm>
              <a:off x="8597998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F6BC6280-2E63-47D7-874E-5A60270A0F79}"/>
                </a:ext>
              </a:extLst>
            </p:cNvPr>
            <p:cNvCxnSpPr/>
            <p:nvPr/>
          </p:nvCxnSpPr>
          <p:spPr bwMode="gray">
            <a:xfrm>
              <a:off x="8679007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092F718B-F5DA-4259-93C6-87C3FCAF28A8}"/>
                </a:ext>
              </a:extLst>
            </p:cNvPr>
            <p:cNvCxnSpPr/>
            <p:nvPr/>
          </p:nvCxnSpPr>
          <p:spPr bwMode="gray">
            <a:xfrm>
              <a:off x="8760016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2F4F523C-324D-4144-B390-23B843B3FC84}"/>
                </a:ext>
              </a:extLst>
            </p:cNvPr>
            <p:cNvCxnSpPr/>
            <p:nvPr/>
          </p:nvCxnSpPr>
          <p:spPr bwMode="gray">
            <a:xfrm>
              <a:off x="8841025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B21DDF58-D7A9-4F91-8C9A-6919874A2CCB}"/>
                </a:ext>
              </a:extLst>
            </p:cNvPr>
            <p:cNvCxnSpPr/>
            <p:nvPr/>
          </p:nvCxnSpPr>
          <p:spPr bwMode="gray">
            <a:xfrm>
              <a:off x="8922034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24359226-A670-41EA-9F4A-1BF0B7F895C5}"/>
                </a:ext>
              </a:extLst>
            </p:cNvPr>
            <p:cNvCxnSpPr/>
            <p:nvPr/>
          </p:nvCxnSpPr>
          <p:spPr bwMode="gray">
            <a:xfrm>
              <a:off x="9003043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6B6BACA-C1A4-4A89-8BD6-8C83D3089C88}"/>
                </a:ext>
              </a:extLst>
            </p:cNvPr>
            <p:cNvCxnSpPr/>
            <p:nvPr/>
          </p:nvCxnSpPr>
          <p:spPr bwMode="gray">
            <a:xfrm>
              <a:off x="9084052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1770DF74-EB59-4168-A979-3550DB06BBDA}"/>
                </a:ext>
              </a:extLst>
            </p:cNvPr>
            <p:cNvCxnSpPr/>
            <p:nvPr/>
          </p:nvCxnSpPr>
          <p:spPr bwMode="gray">
            <a:xfrm>
              <a:off x="9165061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A8E5DD61-FEA2-43B6-B9A8-18A0F9C51ACF}"/>
                </a:ext>
              </a:extLst>
            </p:cNvPr>
            <p:cNvCxnSpPr/>
            <p:nvPr/>
          </p:nvCxnSpPr>
          <p:spPr bwMode="gray">
            <a:xfrm>
              <a:off x="9246070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F739AB7E-EFD6-4F2B-8C2F-941C2E76E69E}"/>
                </a:ext>
              </a:extLst>
            </p:cNvPr>
            <p:cNvCxnSpPr/>
            <p:nvPr/>
          </p:nvCxnSpPr>
          <p:spPr bwMode="gray">
            <a:xfrm>
              <a:off x="9327079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B6EEB81B-C186-4D34-BDF1-B7236B566AE8}"/>
                </a:ext>
              </a:extLst>
            </p:cNvPr>
            <p:cNvCxnSpPr/>
            <p:nvPr/>
          </p:nvCxnSpPr>
          <p:spPr bwMode="gray">
            <a:xfrm>
              <a:off x="9408088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B84F94C7-7523-4DC6-8AEE-EBA50ECCBCAD}"/>
                </a:ext>
              </a:extLst>
            </p:cNvPr>
            <p:cNvCxnSpPr/>
            <p:nvPr/>
          </p:nvCxnSpPr>
          <p:spPr bwMode="gray">
            <a:xfrm>
              <a:off x="9489097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F55DB9A4-4D63-40F9-9ACC-69A91EEDADF1}"/>
                </a:ext>
              </a:extLst>
            </p:cNvPr>
            <p:cNvCxnSpPr/>
            <p:nvPr/>
          </p:nvCxnSpPr>
          <p:spPr bwMode="gray">
            <a:xfrm>
              <a:off x="9570106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63E1FF16-F03D-4D4A-9E82-B4D2F851DA6A}"/>
                </a:ext>
              </a:extLst>
            </p:cNvPr>
            <p:cNvCxnSpPr/>
            <p:nvPr/>
          </p:nvCxnSpPr>
          <p:spPr bwMode="gray">
            <a:xfrm>
              <a:off x="9651115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74DAA3C6-194F-4CC9-A1BF-85A925319BC3}"/>
                </a:ext>
              </a:extLst>
            </p:cNvPr>
            <p:cNvCxnSpPr/>
            <p:nvPr/>
          </p:nvCxnSpPr>
          <p:spPr bwMode="gray">
            <a:xfrm>
              <a:off x="9732124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B8558E23-8B91-4554-9736-9D721C097208}"/>
                </a:ext>
              </a:extLst>
            </p:cNvPr>
            <p:cNvCxnSpPr/>
            <p:nvPr/>
          </p:nvCxnSpPr>
          <p:spPr bwMode="gray">
            <a:xfrm>
              <a:off x="9813133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0E583B2A-0F5D-4A3D-9E96-EEE4FB5A385C}"/>
                </a:ext>
              </a:extLst>
            </p:cNvPr>
            <p:cNvCxnSpPr/>
            <p:nvPr/>
          </p:nvCxnSpPr>
          <p:spPr bwMode="gray">
            <a:xfrm>
              <a:off x="9894142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1E6FB129-9F2B-4907-A966-4C4FE9603131}"/>
                </a:ext>
              </a:extLst>
            </p:cNvPr>
            <p:cNvCxnSpPr/>
            <p:nvPr/>
          </p:nvCxnSpPr>
          <p:spPr bwMode="gray">
            <a:xfrm>
              <a:off x="9975151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9CD4222B-FFC5-4356-99A1-41404E5BD270}"/>
                </a:ext>
              </a:extLst>
            </p:cNvPr>
            <p:cNvCxnSpPr/>
            <p:nvPr/>
          </p:nvCxnSpPr>
          <p:spPr bwMode="gray">
            <a:xfrm>
              <a:off x="10056160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F4154E48-9B6C-432B-B05F-D7A4054C7EF8}"/>
                </a:ext>
              </a:extLst>
            </p:cNvPr>
            <p:cNvCxnSpPr/>
            <p:nvPr/>
          </p:nvCxnSpPr>
          <p:spPr bwMode="gray">
            <a:xfrm>
              <a:off x="8111944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164FC12D-C882-4B15-B0AB-31B181E07803}"/>
                </a:ext>
              </a:extLst>
            </p:cNvPr>
            <p:cNvCxnSpPr/>
            <p:nvPr/>
          </p:nvCxnSpPr>
          <p:spPr bwMode="gray">
            <a:xfrm>
              <a:off x="8192953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AD6918DC-7078-48F4-A9F7-C69299A8A90A}"/>
                </a:ext>
              </a:extLst>
            </p:cNvPr>
            <p:cNvCxnSpPr/>
            <p:nvPr/>
          </p:nvCxnSpPr>
          <p:spPr bwMode="gray">
            <a:xfrm>
              <a:off x="8273962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5DC22E81-FC19-4201-9050-6FDB6DF2CD17}"/>
                </a:ext>
              </a:extLst>
            </p:cNvPr>
            <p:cNvCxnSpPr/>
            <p:nvPr/>
          </p:nvCxnSpPr>
          <p:spPr bwMode="gray">
            <a:xfrm>
              <a:off x="8354971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752E25BC-C024-49F0-A384-8B86930DAB9F}"/>
                </a:ext>
              </a:extLst>
            </p:cNvPr>
            <p:cNvCxnSpPr/>
            <p:nvPr/>
          </p:nvCxnSpPr>
          <p:spPr bwMode="gray">
            <a:xfrm>
              <a:off x="8435980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7047FE2C-0AB7-4E38-9932-9B553ECBD447}"/>
                </a:ext>
              </a:extLst>
            </p:cNvPr>
            <p:cNvCxnSpPr/>
            <p:nvPr/>
          </p:nvCxnSpPr>
          <p:spPr bwMode="gray">
            <a:xfrm>
              <a:off x="8516989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59331398-E1E2-482B-B88F-5744156B1675}"/>
                </a:ext>
              </a:extLst>
            </p:cNvPr>
            <p:cNvCxnSpPr/>
            <p:nvPr/>
          </p:nvCxnSpPr>
          <p:spPr bwMode="gray">
            <a:xfrm>
              <a:off x="8597998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E7543FB2-40E1-4CCF-9BAF-5BFB14AB26A4}"/>
                </a:ext>
              </a:extLst>
            </p:cNvPr>
            <p:cNvCxnSpPr/>
            <p:nvPr/>
          </p:nvCxnSpPr>
          <p:spPr bwMode="gray">
            <a:xfrm>
              <a:off x="8679007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EE5DE8CF-ABFF-4ADC-8D2C-57ED2DA959AD}"/>
                </a:ext>
              </a:extLst>
            </p:cNvPr>
            <p:cNvCxnSpPr/>
            <p:nvPr/>
          </p:nvCxnSpPr>
          <p:spPr bwMode="gray">
            <a:xfrm>
              <a:off x="8760016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DD404339-ED9A-4E5D-8AF6-0632436D3B94}"/>
                </a:ext>
              </a:extLst>
            </p:cNvPr>
            <p:cNvCxnSpPr/>
            <p:nvPr/>
          </p:nvCxnSpPr>
          <p:spPr bwMode="gray">
            <a:xfrm>
              <a:off x="8841025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81399817-623A-472F-90AB-A99AB078D10A}"/>
                </a:ext>
              </a:extLst>
            </p:cNvPr>
            <p:cNvCxnSpPr/>
            <p:nvPr/>
          </p:nvCxnSpPr>
          <p:spPr bwMode="gray">
            <a:xfrm>
              <a:off x="8922034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9FA464AA-67CE-4B68-90EB-337020BF9431}"/>
                </a:ext>
              </a:extLst>
            </p:cNvPr>
            <p:cNvCxnSpPr/>
            <p:nvPr/>
          </p:nvCxnSpPr>
          <p:spPr bwMode="gray">
            <a:xfrm>
              <a:off x="9003043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D0EEA827-416F-4891-A01E-6EED628E14C2}"/>
                </a:ext>
              </a:extLst>
            </p:cNvPr>
            <p:cNvCxnSpPr/>
            <p:nvPr/>
          </p:nvCxnSpPr>
          <p:spPr bwMode="gray">
            <a:xfrm>
              <a:off x="9084052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17F0DFCE-648C-46F7-860C-99E561B47764}"/>
                </a:ext>
              </a:extLst>
            </p:cNvPr>
            <p:cNvCxnSpPr/>
            <p:nvPr/>
          </p:nvCxnSpPr>
          <p:spPr bwMode="gray">
            <a:xfrm>
              <a:off x="9165061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4412ABEB-8BD5-4986-BFFB-E92CDE29435D}"/>
                </a:ext>
              </a:extLst>
            </p:cNvPr>
            <p:cNvCxnSpPr/>
            <p:nvPr/>
          </p:nvCxnSpPr>
          <p:spPr bwMode="gray">
            <a:xfrm>
              <a:off x="9246070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F85A99F8-0E82-4037-9DBA-16A91CBFB4D1}"/>
                </a:ext>
              </a:extLst>
            </p:cNvPr>
            <p:cNvCxnSpPr/>
            <p:nvPr/>
          </p:nvCxnSpPr>
          <p:spPr bwMode="gray">
            <a:xfrm>
              <a:off x="9327079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8A3A7417-BEE9-4BDB-8C85-5E1C08B49028}"/>
                </a:ext>
              </a:extLst>
            </p:cNvPr>
            <p:cNvCxnSpPr/>
            <p:nvPr/>
          </p:nvCxnSpPr>
          <p:spPr bwMode="gray">
            <a:xfrm>
              <a:off x="9408088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718BAE3-B330-4D31-BB01-F138F6783F12}"/>
                </a:ext>
              </a:extLst>
            </p:cNvPr>
            <p:cNvCxnSpPr/>
            <p:nvPr/>
          </p:nvCxnSpPr>
          <p:spPr bwMode="gray">
            <a:xfrm>
              <a:off x="9489097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D3774035-429B-4006-AB7E-B0A89AF67DF2}"/>
                </a:ext>
              </a:extLst>
            </p:cNvPr>
            <p:cNvCxnSpPr/>
            <p:nvPr/>
          </p:nvCxnSpPr>
          <p:spPr bwMode="gray">
            <a:xfrm>
              <a:off x="9570106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88B7C0AA-EE0C-4545-B5A9-2B9E9F478EA3}"/>
                </a:ext>
              </a:extLst>
            </p:cNvPr>
            <p:cNvCxnSpPr/>
            <p:nvPr/>
          </p:nvCxnSpPr>
          <p:spPr bwMode="gray">
            <a:xfrm>
              <a:off x="9651115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D0046485-1ED3-4DA5-9787-4E60BE1C7AB1}"/>
                </a:ext>
              </a:extLst>
            </p:cNvPr>
            <p:cNvCxnSpPr/>
            <p:nvPr/>
          </p:nvCxnSpPr>
          <p:spPr bwMode="gray">
            <a:xfrm>
              <a:off x="9732124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507603F6-845B-4C24-B202-CAA8ABD5877A}"/>
                </a:ext>
              </a:extLst>
            </p:cNvPr>
            <p:cNvCxnSpPr/>
            <p:nvPr/>
          </p:nvCxnSpPr>
          <p:spPr bwMode="gray">
            <a:xfrm>
              <a:off x="9813133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7320D229-AFF6-4DE4-9083-EC8927A938EF}"/>
                </a:ext>
              </a:extLst>
            </p:cNvPr>
            <p:cNvCxnSpPr/>
            <p:nvPr/>
          </p:nvCxnSpPr>
          <p:spPr bwMode="gray">
            <a:xfrm>
              <a:off x="9894142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D73F669D-4FC9-4288-8570-9637ED3DD783}"/>
                </a:ext>
              </a:extLst>
            </p:cNvPr>
            <p:cNvCxnSpPr/>
            <p:nvPr/>
          </p:nvCxnSpPr>
          <p:spPr bwMode="gray">
            <a:xfrm>
              <a:off x="9975151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34F376C5-3915-4BCA-93EF-B66BB98FEE09}"/>
                </a:ext>
              </a:extLst>
            </p:cNvPr>
            <p:cNvCxnSpPr/>
            <p:nvPr/>
          </p:nvCxnSpPr>
          <p:spPr bwMode="gray">
            <a:xfrm>
              <a:off x="10056160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80458274-4013-40B2-9E0A-4816F1E2D5A7}"/>
                </a:ext>
              </a:extLst>
            </p:cNvPr>
            <p:cNvGrpSpPr/>
            <p:nvPr/>
          </p:nvGrpSpPr>
          <p:grpSpPr bwMode="gray">
            <a:xfrm rot="5400000">
              <a:off x="6768702" y="2757831"/>
              <a:ext cx="1944216" cy="144112"/>
              <a:chOff x="6798078" y="2996952"/>
              <a:chExt cx="1944216" cy="144112"/>
            </a:xfrm>
          </p:grpSpPr>
          <p:cxnSp>
            <p:nvCxnSpPr>
              <p:cNvPr id="110" name="直接连接符 109">
                <a:extLst>
                  <a:ext uri="{FF2B5EF4-FFF2-40B4-BE49-F238E27FC236}">
                    <a16:creationId xmlns:a16="http://schemas.microsoft.com/office/drawing/2014/main" id="{BD35CC54-1578-49F0-8CD9-F00CC357E941}"/>
                  </a:ext>
                </a:extLst>
              </p:cNvPr>
              <p:cNvCxnSpPr/>
              <p:nvPr/>
            </p:nvCxnSpPr>
            <p:spPr bwMode="gray">
              <a:xfrm>
                <a:off x="6798078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直接连接符 110">
                <a:extLst>
                  <a:ext uri="{FF2B5EF4-FFF2-40B4-BE49-F238E27FC236}">
                    <a16:creationId xmlns:a16="http://schemas.microsoft.com/office/drawing/2014/main" id="{236DC243-DD4A-4FE2-87ED-A9732F1268C2}"/>
                  </a:ext>
                </a:extLst>
              </p:cNvPr>
              <p:cNvCxnSpPr/>
              <p:nvPr/>
            </p:nvCxnSpPr>
            <p:spPr bwMode="gray">
              <a:xfrm>
                <a:off x="6879087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直接连接符 111">
                <a:extLst>
                  <a:ext uri="{FF2B5EF4-FFF2-40B4-BE49-F238E27FC236}">
                    <a16:creationId xmlns:a16="http://schemas.microsoft.com/office/drawing/2014/main" id="{631CE545-6865-45D9-9F98-8329F5C9A55D}"/>
                  </a:ext>
                </a:extLst>
              </p:cNvPr>
              <p:cNvCxnSpPr/>
              <p:nvPr/>
            </p:nvCxnSpPr>
            <p:spPr bwMode="gray">
              <a:xfrm>
                <a:off x="6960096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直接连接符 112">
                <a:extLst>
                  <a:ext uri="{FF2B5EF4-FFF2-40B4-BE49-F238E27FC236}">
                    <a16:creationId xmlns:a16="http://schemas.microsoft.com/office/drawing/2014/main" id="{EBABE17A-E8EA-4C5E-8E56-1976E9DD774D}"/>
                  </a:ext>
                </a:extLst>
              </p:cNvPr>
              <p:cNvCxnSpPr/>
              <p:nvPr/>
            </p:nvCxnSpPr>
            <p:spPr bwMode="gray">
              <a:xfrm>
                <a:off x="7041105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直接连接符 113">
                <a:extLst>
                  <a:ext uri="{FF2B5EF4-FFF2-40B4-BE49-F238E27FC236}">
                    <a16:creationId xmlns:a16="http://schemas.microsoft.com/office/drawing/2014/main" id="{C204202D-49FA-4611-A991-F254311A5908}"/>
                  </a:ext>
                </a:extLst>
              </p:cNvPr>
              <p:cNvCxnSpPr/>
              <p:nvPr/>
            </p:nvCxnSpPr>
            <p:spPr bwMode="gray">
              <a:xfrm>
                <a:off x="7122114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直接连接符 114">
                <a:extLst>
                  <a:ext uri="{FF2B5EF4-FFF2-40B4-BE49-F238E27FC236}">
                    <a16:creationId xmlns:a16="http://schemas.microsoft.com/office/drawing/2014/main" id="{6AAE199A-9E62-47DD-9E37-0C4317077A79}"/>
                  </a:ext>
                </a:extLst>
              </p:cNvPr>
              <p:cNvCxnSpPr/>
              <p:nvPr/>
            </p:nvCxnSpPr>
            <p:spPr bwMode="gray">
              <a:xfrm>
                <a:off x="7203123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直接连接符 115">
                <a:extLst>
                  <a:ext uri="{FF2B5EF4-FFF2-40B4-BE49-F238E27FC236}">
                    <a16:creationId xmlns:a16="http://schemas.microsoft.com/office/drawing/2014/main" id="{3D54DF0E-6B1C-491E-AF50-367B8D44C3AD}"/>
                  </a:ext>
                </a:extLst>
              </p:cNvPr>
              <p:cNvCxnSpPr/>
              <p:nvPr/>
            </p:nvCxnSpPr>
            <p:spPr bwMode="gray">
              <a:xfrm>
                <a:off x="7284132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直接连接符 116">
                <a:extLst>
                  <a:ext uri="{FF2B5EF4-FFF2-40B4-BE49-F238E27FC236}">
                    <a16:creationId xmlns:a16="http://schemas.microsoft.com/office/drawing/2014/main" id="{547CC9C6-8A0B-4294-9975-E9A7CF188A3F}"/>
                  </a:ext>
                </a:extLst>
              </p:cNvPr>
              <p:cNvCxnSpPr/>
              <p:nvPr/>
            </p:nvCxnSpPr>
            <p:spPr bwMode="gray">
              <a:xfrm>
                <a:off x="7365141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直接连接符 117">
                <a:extLst>
                  <a:ext uri="{FF2B5EF4-FFF2-40B4-BE49-F238E27FC236}">
                    <a16:creationId xmlns:a16="http://schemas.microsoft.com/office/drawing/2014/main" id="{D308E954-11CC-4E0F-A682-F557794620F0}"/>
                  </a:ext>
                </a:extLst>
              </p:cNvPr>
              <p:cNvCxnSpPr/>
              <p:nvPr/>
            </p:nvCxnSpPr>
            <p:spPr bwMode="gray">
              <a:xfrm>
                <a:off x="7446150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直接连接符 118">
                <a:extLst>
                  <a:ext uri="{FF2B5EF4-FFF2-40B4-BE49-F238E27FC236}">
                    <a16:creationId xmlns:a16="http://schemas.microsoft.com/office/drawing/2014/main" id="{19AF44A9-0E81-4917-9C24-7CA62359796C}"/>
                  </a:ext>
                </a:extLst>
              </p:cNvPr>
              <p:cNvCxnSpPr/>
              <p:nvPr/>
            </p:nvCxnSpPr>
            <p:spPr bwMode="gray">
              <a:xfrm>
                <a:off x="7527159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直接连接符 119">
                <a:extLst>
                  <a:ext uri="{FF2B5EF4-FFF2-40B4-BE49-F238E27FC236}">
                    <a16:creationId xmlns:a16="http://schemas.microsoft.com/office/drawing/2014/main" id="{62D17C2C-B9EA-408D-8796-CF4A094B8419}"/>
                  </a:ext>
                </a:extLst>
              </p:cNvPr>
              <p:cNvCxnSpPr/>
              <p:nvPr/>
            </p:nvCxnSpPr>
            <p:spPr bwMode="gray">
              <a:xfrm>
                <a:off x="7608168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直接连接符 120">
                <a:extLst>
                  <a:ext uri="{FF2B5EF4-FFF2-40B4-BE49-F238E27FC236}">
                    <a16:creationId xmlns:a16="http://schemas.microsoft.com/office/drawing/2014/main" id="{285EFC6C-3A8F-4C34-A257-6C9E76BD4D98}"/>
                  </a:ext>
                </a:extLst>
              </p:cNvPr>
              <p:cNvCxnSpPr/>
              <p:nvPr/>
            </p:nvCxnSpPr>
            <p:spPr bwMode="gray">
              <a:xfrm>
                <a:off x="7689177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直接连接符 121">
                <a:extLst>
                  <a:ext uri="{FF2B5EF4-FFF2-40B4-BE49-F238E27FC236}">
                    <a16:creationId xmlns:a16="http://schemas.microsoft.com/office/drawing/2014/main" id="{572DB6F9-509A-4A34-AB04-CB7558C4891C}"/>
                  </a:ext>
                </a:extLst>
              </p:cNvPr>
              <p:cNvCxnSpPr/>
              <p:nvPr/>
            </p:nvCxnSpPr>
            <p:spPr bwMode="gray">
              <a:xfrm>
                <a:off x="7770186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接连接符 122">
                <a:extLst>
                  <a:ext uri="{FF2B5EF4-FFF2-40B4-BE49-F238E27FC236}">
                    <a16:creationId xmlns:a16="http://schemas.microsoft.com/office/drawing/2014/main" id="{DDAFF740-1988-4CFD-B8E5-54F2E508B58A}"/>
                  </a:ext>
                </a:extLst>
              </p:cNvPr>
              <p:cNvCxnSpPr/>
              <p:nvPr/>
            </p:nvCxnSpPr>
            <p:spPr bwMode="gray">
              <a:xfrm>
                <a:off x="7851195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直接连接符 123">
                <a:extLst>
                  <a:ext uri="{FF2B5EF4-FFF2-40B4-BE49-F238E27FC236}">
                    <a16:creationId xmlns:a16="http://schemas.microsoft.com/office/drawing/2014/main" id="{3E1AF1A4-FA1C-4AFE-BA96-A13D5DB0A3AD}"/>
                  </a:ext>
                </a:extLst>
              </p:cNvPr>
              <p:cNvCxnSpPr/>
              <p:nvPr/>
            </p:nvCxnSpPr>
            <p:spPr bwMode="gray">
              <a:xfrm>
                <a:off x="7932204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直接连接符 124">
                <a:extLst>
                  <a:ext uri="{FF2B5EF4-FFF2-40B4-BE49-F238E27FC236}">
                    <a16:creationId xmlns:a16="http://schemas.microsoft.com/office/drawing/2014/main" id="{1D5548E7-2656-4AEA-9EAC-CD24048551D7}"/>
                  </a:ext>
                </a:extLst>
              </p:cNvPr>
              <p:cNvCxnSpPr/>
              <p:nvPr/>
            </p:nvCxnSpPr>
            <p:spPr bwMode="gray">
              <a:xfrm>
                <a:off x="8013213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直接连接符 125">
                <a:extLst>
                  <a:ext uri="{FF2B5EF4-FFF2-40B4-BE49-F238E27FC236}">
                    <a16:creationId xmlns:a16="http://schemas.microsoft.com/office/drawing/2014/main" id="{01E0CE2E-4F71-46C3-B56F-9FF7DA46ECDE}"/>
                  </a:ext>
                </a:extLst>
              </p:cNvPr>
              <p:cNvCxnSpPr/>
              <p:nvPr/>
            </p:nvCxnSpPr>
            <p:spPr bwMode="gray">
              <a:xfrm>
                <a:off x="8094222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直接连接符 126">
                <a:extLst>
                  <a:ext uri="{FF2B5EF4-FFF2-40B4-BE49-F238E27FC236}">
                    <a16:creationId xmlns:a16="http://schemas.microsoft.com/office/drawing/2014/main" id="{277A465F-218B-4B2E-A9C3-D7B737D0AC8D}"/>
                  </a:ext>
                </a:extLst>
              </p:cNvPr>
              <p:cNvCxnSpPr/>
              <p:nvPr/>
            </p:nvCxnSpPr>
            <p:spPr bwMode="gray">
              <a:xfrm>
                <a:off x="8175231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直接连接符 127">
                <a:extLst>
                  <a:ext uri="{FF2B5EF4-FFF2-40B4-BE49-F238E27FC236}">
                    <a16:creationId xmlns:a16="http://schemas.microsoft.com/office/drawing/2014/main" id="{9701A858-4318-4DB4-B802-C498CE462FF3}"/>
                  </a:ext>
                </a:extLst>
              </p:cNvPr>
              <p:cNvCxnSpPr/>
              <p:nvPr/>
            </p:nvCxnSpPr>
            <p:spPr bwMode="gray">
              <a:xfrm>
                <a:off x="8256240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直接连接符 128">
                <a:extLst>
                  <a:ext uri="{FF2B5EF4-FFF2-40B4-BE49-F238E27FC236}">
                    <a16:creationId xmlns:a16="http://schemas.microsoft.com/office/drawing/2014/main" id="{CBEFFAB3-8256-487F-B5D8-A142B226B41B}"/>
                  </a:ext>
                </a:extLst>
              </p:cNvPr>
              <p:cNvCxnSpPr/>
              <p:nvPr/>
            </p:nvCxnSpPr>
            <p:spPr bwMode="gray">
              <a:xfrm>
                <a:off x="8337249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直接连接符 129">
                <a:extLst>
                  <a:ext uri="{FF2B5EF4-FFF2-40B4-BE49-F238E27FC236}">
                    <a16:creationId xmlns:a16="http://schemas.microsoft.com/office/drawing/2014/main" id="{304E4B29-2789-4986-89E7-4E1FC1B8E38D}"/>
                  </a:ext>
                </a:extLst>
              </p:cNvPr>
              <p:cNvCxnSpPr/>
              <p:nvPr/>
            </p:nvCxnSpPr>
            <p:spPr bwMode="gray">
              <a:xfrm>
                <a:off x="8418258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直接连接符 130">
                <a:extLst>
                  <a:ext uri="{FF2B5EF4-FFF2-40B4-BE49-F238E27FC236}">
                    <a16:creationId xmlns:a16="http://schemas.microsoft.com/office/drawing/2014/main" id="{8EAAF83E-E238-4778-AE45-10D08DD82763}"/>
                  </a:ext>
                </a:extLst>
              </p:cNvPr>
              <p:cNvCxnSpPr/>
              <p:nvPr/>
            </p:nvCxnSpPr>
            <p:spPr bwMode="gray">
              <a:xfrm>
                <a:off x="8499267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直接连接符 131">
                <a:extLst>
                  <a:ext uri="{FF2B5EF4-FFF2-40B4-BE49-F238E27FC236}">
                    <a16:creationId xmlns:a16="http://schemas.microsoft.com/office/drawing/2014/main" id="{7E55AC72-AD84-49F0-ACCD-F7D3782F3946}"/>
                  </a:ext>
                </a:extLst>
              </p:cNvPr>
              <p:cNvCxnSpPr/>
              <p:nvPr/>
            </p:nvCxnSpPr>
            <p:spPr bwMode="gray">
              <a:xfrm>
                <a:off x="8580276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直接连接符 132">
                <a:extLst>
                  <a:ext uri="{FF2B5EF4-FFF2-40B4-BE49-F238E27FC236}">
                    <a16:creationId xmlns:a16="http://schemas.microsoft.com/office/drawing/2014/main" id="{9EA59839-64DE-47D1-87F7-FD1A8A469A46}"/>
                  </a:ext>
                </a:extLst>
              </p:cNvPr>
              <p:cNvCxnSpPr/>
              <p:nvPr/>
            </p:nvCxnSpPr>
            <p:spPr bwMode="gray">
              <a:xfrm>
                <a:off x="8661285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直接连接符 133">
                <a:extLst>
                  <a:ext uri="{FF2B5EF4-FFF2-40B4-BE49-F238E27FC236}">
                    <a16:creationId xmlns:a16="http://schemas.microsoft.com/office/drawing/2014/main" id="{CC9146E0-1BFB-4385-B083-78E9A60DBE37}"/>
                  </a:ext>
                </a:extLst>
              </p:cNvPr>
              <p:cNvCxnSpPr/>
              <p:nvPr/>
            </p:nvCxnSpPr>
            <p:spPr bwMode="gray">
              <a:xfrm>
                <a:off x="8742294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4F5F1068-FEE0-4579-AC37-7347982598BB}"/>
                </a:ext>
              </a:extLst>
            </p:cNvPr>
            <p:cNvGrpSpPr/>
            <p:nvPr/>
          </p:nvGrpSpPr>
          <p:grpSpPr bwMode="gray">
            <a:xfrm rot="5400000">
              <a:off x="9457455" y="2757238"/>
              <a:ext cx="1944216" cy="144112"/>
              <a:chOff x="6798078" y="2996952"/>
              <a:chExt cx="1944216" cy="144112"/>
            </a:xfrm>
          </p:grpSpPr>
          <p:cxnSp>
            <p:nvCxnSpPr>
              <p:cNvPr id="85" name="直接连接符 84">
                <a:extLst>
                  <a:ext uri="{FF2B5EF4-FFF2-40B4-BE49-F238E27FC236}">
                    <a16:creationId xmlns:a16="http://schemas.microsoft.com/office/drawing/2014/main" id="{E47BAA56-365B-43BF-AB94-EC1D52EC8F53}"/>
                  </a:ext>
                </a:extLst>
              </p:cNvPr>
              <p:cNvCxnSpPr/>
              <p:nvPr/>
            </p:nvCxnSpPr>
            <p:spPr bwMode="gray">
              <a:xfrm>
                <a:off x="6798078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接连接符 85">
                <a:extLst>
                  <a:ext uri="{FF2B5EF4-FFF2-40B4-BE49-F238E27FC236}">
                    <a16:creationId xmlns:a16="http://schemas.microsoft.com/office/drawing/2014/main" id="{836ABBEA-F168-4B41-800C-7613987E4209}"/>
                  </a:ext>
                </a:extLst>
              </p:cNvPr>
              <p:cNvCxnSpPr/>
              <p:nvPr/>
            </p:nvCxnSpPr>
            <p:spPr bwMode="gray">
              <a:xfrm>
                <a:off x="6879087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>
                <a:extLst>
                  <a:ext uri="{FF2B5EF4-FFF2-40B4-BE49-F238E27FC236}">
                    <a16:creationId xmlns:a16="http://schemas.microsoft.com/office/drawing/2014/main" id="{19551D84-7087-4CA3-9AE2-71B84D4670F7}"/>
                  </a:ext>
                </a:extLst>
              </p:cNvPr>
              <p:cNvCxnSpPr/>
              <p:nvPr/>
            </p:nvCxnSpPr>
            <p:spPr bwMode="gray">
              <a:xfrm>
                <a:off x="6960096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直接连接符 87">
                <a:extLst>
                  <a:ext uri="{FF2B5EF4-FFF2-40B4-BE49-F238E27FC236}">
                    <a16:creationId xmlns:a16="http://schemas.microsoft.com/office/drawing/2014/main" id="{D0BC191B-73ED-4E53-B756-ED1D1671FCCB}"/>
                  </a:ext>
                </a:extLst>
              </p:cNvPr>
              <p:cNvCxnSpPr/>
              <p:nvPr/>
            </p:nvCxnSpPr>
            <p:spPr bwMode="gray">
              <a:xfrm>
                <a:off x="7041105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接连接符 88">
                <a:extLst>
                  <a:ext uri="{FF2B5EF4-FFF2-40B4-BE49-F238E27FC236}">
                    <a16:creationId xmlns:a16="http://schemas.microsoft.com/office/drawing/2014/main" id="{0F1C8C17-9C1D-4F22-B3FD-1522956BB7F0}"/>
                  </a:ext>
                </a:extLst>
              </p:cNvPr>
              <p:cNvCxnSpPr/>
              <p:nvPr/>
            </p:nvCxnSpPr>
            <p:spPr bwMode="gray">
              <a:xfrm>
                <a:off x="7122114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接连接符 89">
                <a:extLst>
                  <a:ext uri="{FF2B5EF4-FFF2-40B4-BE49-F238E27FC236}">
                    <a16:creationId xmlns:a16="http://schemas.microsoft.com/office/drawing/2014/main" id="{1AE70F16-B364-47A2-804D-49BCFAD7D4B5}"/>
                  </a:ext>
                </a:extLst>
              </p:cNvPr>
              <p:cNvCxnSpPr/>
              <p:nvPr/>
            </p:nvCxnSpPr>
            <p:spPr bwMode="gray">
              <a:xfrm>
                <a:off x="7203123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直接连接符 90">
                <a:extLst>
                  <a:ext uri="{FF2B5EF4-FFF2-40B4-BE49-F238E27FC236}">
                    <a16:creationId xmlns:a16="http://schemas.microsoft.com/office/drawing/2014/main" id="{F4597BF8-2D1D-4303-BD79-1F294A6DBCDA}"/>
                  </a:ext>
                </a:extLst>
              </p:cNvPr>
              <p:cNvCxnSpPr/>
              <p:nvPr/>
            </p:nvCxnSpPr>
            <p:spPr bwMode="gray">
              <a:xfrm>
                <a:off x="7284132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直接连接符 91">
                <a:extLst>
                  <a:ext uri="{FF2B5EF4-FFF2-40B4-BE49-F238E27FC236}">
                    <a16:creationId xmlns:a16="http://schemas.microsoft.com/office/drawing/2014/main" id="{8B7A71AD-492C-4ECF-B3C6-E6DDDE4183F9}"/>
                  </a:ext>
                </a:extLst>
              </p:cNvPr>
              <p:cNvCxnSpPr/>
              <p:nvPr/>
            </p:nvCxnSpPr>
            <p:spPr bwMode="gray">
              <a:xfrm>
                <a:off x="7365141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接连接符 92">
                <a:extLst>
                  <a:ext uri="{FF2B5EF4-FFF2-40B4-BE49-F238E27FC236}">
                    <a16:creationId xmlns:a16="http://schemas.microsoft.com/office/drawing/2014/main" id="{C469DB58-65B8-46A3-B64C-3D1060E3C65A}"/>
                  </a:ext>
                </a:extLst>
              </p:cNvPr>
              <p:cNvCxnSpPr/>
              <p:nvPr/>
            </p:nvCxnSpPr>
            <p:spPr bwMode="gray">
              <a:xfrm>
                <a:off x="7446150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接连接符 93">
                <a:extLst>
                  <a:ext uri="{FF2B5EF4-FFF2-40B4-BE49-F238E27FC236}">
                    <a16:creationId xmlns:a16="http://schemas.microsoft.com/office/drawing/2014/main" id="{49E08CB2-5ADD-4213-AF79-512436888F49}"/>
                  </a:ext>
                </a:extLst>
              </p:cNvPr>
              <p:cNvCxnSpPr/>
              <p:nvPr/>
            </p:nvCxnSpPr>
            <p:spPr bwMode="gray">
              <a:xfrm>
                <a:off x="7527159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直接连接符 94">
                <a:extLst>
                  <a:ext uri="{FF2B5EF4-FFF2-40B4-BE49-F238E27FC236}">
                    <a16:creationId xmlns:a16="http://schemas.microsoft.com/office/drawing/2014/main" id="{E3297084-25BC-4371-A13C-3C262CAB1CEC}"/>
                  </a:ext>
                </a:extLst>
              </p:cNvPr>
              <p:cNvCxnSpPr/>
              <p:nvPr/>
            </p:nvCxnSpPr>
            <p:spPr bwMode="gray">
              <a:xfrm>
                <a:off x="7608168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直接连接符 95">
                <a:extLst>
                  <a:ext uri="{FF2B5EF4-FFF2-40B4-BE49-F238E27FC236}">
                    <a16:creationId xmlns:a16="http://schemas.microsoft.com/office/drawing/2014/main" id="{81709043-AB11-4FBB-8807-4C6A7CA426D1}"/>
                  </a:ext>
                </a:extLst>
              </p:cNvPr>
              <p:cNvCxnSpPr/>
              <p:nvPr/>
            </p:nvCxnSpPr>
            <p:spPr bwMode="gray">
              <a:xfrm>
                <a:off x="7689177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直接连接符 96">
                <a:extLst>
                  <a:ext uri="{FF2B5EF4-FFF2-40B4-BE49-F238E27FC236}">
                    <a16:creationId xmlns:a16="http://schemas.microsoft.com/office/drawing/2014/main" id="{74514C96-5E6E-4D0F-9731-C242A3694D86}"/>
                  </a:ext>
                </a:extLst>
              </p:cNvPr>
              <p:cNvCxnSpPr/>
              <p:nvPr/>
            </p:nvCxnSpPr>
            <p:spPr bwMode="gray">
              <a:xfrm>
                <a:off x="7770186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直接连接符 97">
                <a:extLst>
                  <a:ext uri="{FF2B5EF4-FFF2-40B4-BE49-F238E27FC236}">
                    <a16:creationId xmlns:a16="http://schemas.microsoft.com/office/drawing/2014/main" id="{BF12C0ED-AB5A-4CA1-82F3-B6C7AED62134}"/>
                  </a:ext>
                </a:extLst>
              </p:cNvPr>
              <p:cNvCxnSpPr/>
              <p:nvPr/>
            </p:nvCxnSpPr>
            <p:spPr bwMode="gray">
              <a:xfrm>
                <a:off x="7851195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接连接符 98">
                <a:extLst>
                  <a:ext uri="{FF2B5EF4-FFF2-40B4-BE49-F238E27FC236}">
                    <a16:creationId xmlns:a16="http://schemas.microsoft.com/office/drawing/2014/main" id="{76E7DB4D-2040-46C1-A3DE-351D9FEC2808}"/>
                  </a:ext>
                </a:extLst>
              </p:cNvPr>
              <p:cNvCxnSpPr/>
              <p:nvPr/>
            </p:nvCxnSpPr>
            <p:spPr bwMode="gray">
              <a:xfrm>
                <a:off x="7932204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直接连接符 99">
                <a:extLst>
                  <a:ext uri="{FF2B5EF4-FFF2-40B4-BE49-F238E27FC236}">
                    <a16:creationId xmlns:a16="http://schemas.microsoft.com/office/drawing/2014/main" id="{123B39B2-EF7F-4CE3-BFF9-D58B22BCFF13}"/>
                  </a:ext>
                </a:extLst>
              </p:cNvPr>
              <p:cNvCxnSpPr/>
              <p:nvPr/>
            </p:nvCxnSpPr>
            <p:spPr bwMode="gray">
              <a:xfrm>
                <a:off x="8013213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直接连接符 100">
                <a:extLst>
                  <a:ext uri="{FF2B5EF4-FFF2-40B4-BE49-F238E27FC236}">
                    <a16:creationId xmlns:a16="http://schemas.microsoft.com/office/drawing/2014/main" id="{F0F92E12-4821-46AE-B725-716B01544D3F}"/>
                  </a:ext>
                </a:extLst>
              </p:cNvPr>
              <p:cNvCxnSpPr/>
              <p:nvPr/>
            </p:nvCxnSpPr>
            <p:spPr bwMode="gray">
              <a:xfrm>
                <a:off x="8094222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直接连接符 101">
                <a:extLst>
                  <a:ext uri="{FF2B5EF4-FFF2-40B4-BE49-F238E27FC236}">
                    <a16:creationId xmlns:a16="http://schemas.microsoft.com/office/drawing/2014/main" id="{C37E87EA-AFDF-4F5E-B7FF-2B7F375DEE76}"/>
                  </a:ext>
                </a:extLst>
              </p:cNvPr>
              <p:cNvCxnSpPr/>
              <p:nvPr/>
            </p:nvCxnSpPr>
            <p:spPr bwMode="gray">
              <a:xfrm>
                <a:off x="8175231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直接连接符 102">
                <a:extLst>
                  <a:ext uri="{FF2B5EF4-FFF2-40B4-BE49-F238E27FC236}">
                    <a16:creationId xmlns:a16="http://schemas.microsoft.com/office/drawing/2014/main" id="{950B6E5C-3E08-4430-AEFF-7225B8A1A349}"/>
                  </a:ext>
                </a:extLst>
              </p:cNvPr>
              <p:cNvCxnSpPr/>
              <p:nvPr/>
            </p:nvCxnSpPr>
            <p:spPr bwMode="gray">
              <a:xfrm>
                <a:off x="8256240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直接连接符 103">
                <a:extLst>
                  <a:ext uri="{FF2B5EF4-FFF2-40B4-BE49-F238E27FC236}">
                    <a16:creationId xmlns:a16="http://schemas.microsoft.com/office/drawing/2014/main" id="{A9EEE8E6-27FA-4469-A95B-D7AB423D8D8C}"/>
                  </a:ext>
                </a:extLst>
              </p:cNvPr>
              <p:cNvCxnSpPr/>
              <p:nvPr/>
            </p:nvCxnSpPr>
            <p:spPr bwMode="gray">
              <a:xfrm>
                <a:off x="8337249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直接连接符 104">
                <a:extLst>
                  <a:ext uri="{FF2B5EF4-FFF2-40B4-BE49-F238E27FC236}">
                    <a16:creationId xmlns:a16="http://schemas.microsoft.com/office/drawing/2014/main" id="{7020F33D-9740-4F3D-8B24-3D106F38AAB5}"/>
                  </a:ext>
                </a:extLst>
              </p:cNvPr>
              <p:cNvCxnSpPr/>
              <p:nvPr/>
            </p:nvCxnSpPr>
            <p:spPr bwMode="gray">
              <a:xfrm>
                <a:off x="8418258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直接连接符 105">
                <a:extLst>
                  <a:ext uri="{FF2B5EF4-FFF2-40B4-BE49-F238E27FC236}">
                    <a16:creationId xmlns:a16="http://schemas.microsoft.com/office/drawing/2014/main" id="{0205A24C-B2E0-40CE-9381-E02CECB8803D}"/>
                  </a:ext>
                </a:extLst>
              </p:cNvPr>
              <p:cNvCxnSpPr/>
              <p:nvPr/>
            </p:nvCxnSpPr>
            <p:spPr bwMode="gray">
              <a:xfrm>
                <a:off x="8499267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直接连接符 106">
                <a:extLst>
                  <a:ext uri="{FF2B5EF4-FFF2-40B4-BE49-F238E27FC236}">
                    <a16:creationId xmlns:a16="http://schemas.microsoft.com/office/drawing/2014/main" id="{5A64BEB2-FED5-4492-8BBA-A7372EC998AF}"/>
                  </a:ext>
                </a:extLst>
              </p:cNvPr>
              <p:cNvCxnSpPr/>
              <p:nvPr/>
            </p:nvCxnSpPr>
            <p:spPr bwMode="gray">
              <a:xfrm>
                <a:off x="8580276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直接连接符 107">
                <a:extLst>
                  <a:ext uri="{FF2B5EF4-FFF2-40B4-BE49-F238E27FC236}">
                    <a16:creationId xmlns:a16="http://schemas.microsoft.com/office/drawing/2014/main" id="{907B9599-0DC0-4693-A9DF-03F58E569155}"/>
                  </a:ext>
                </a:extLst>
              </p:cNvPr>
              <p:cNvCxnSpPr/>
              <p:nvPr/>
            </p:nvCxnSpPr>
            <p:spPr bwMode="gray">
              <a:xfrm>
                <a:off x="8661285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接连接符 108">
                <a:extLst>
                  <a:ext uri="{FF2B5EF4-FFF2-40B4-BE49-F238E27FC236}">
                    <a16:creationId xmlns:a16="http://schemas.microsoft.com/office/drawing/2014/main" id="{6D635CC9-A4A8-42FA-B696-7BF5D432E56A}"/>
                  </a:ext>
                </a:extLst>
              </p:cNvPr>
              <p:cNvCxnSpPr/>
              <p:nvPr/>
            </p:nvCxnSpPr>
            <p:spPr bwMode="gray">
              <a:xfrm>
                <a:off x="8742294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" name="圆角矩形 128">
              <a:extLst>
                <a:ext uri="{FF2B5EF4-FFF2-40B4-BE49-F238E27FC236}">
                  <a16:creationId xmlns:a16="http://schemas.microsoft.com/office/drawing/2014/main" id="{54D0A3B6-2ED9-4CC4-B494-E2108EE8932B}"/>
                </a:ext>
              </a:extLst>
            </p:cNvPr>
            <p:cNvSpPr/>
            <p:nvPr/>
          </p:nvSpPr>
          <p:spPr bwMode="gray">
            <a:xfrm>
              <a:off x="7824192" y="1569747"/>
              <a:ext cx="2520000" cy="2520280"/>
            </a:xfrm>
            <a:prstGeom prst="roundRect">
              <a:avLst>
                <a:gd name="adj" fmla="val 896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rgbClr val="56C4D2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NP</a:t>
              </a:r>
            </a:p>
          </p:txBody>
        </p:sp>
      </p:grpSp>
      <p:sp>
        <p:nvSpPr>
          <p:cNvPr id="138" name="矩形 137">
            <a:extLst>
              <a:ext uri="{FF2B5EF4-FFF2-40B4-BE49-F238E27FC236}">
                <a16:creationId xmlns:a16="http://schemas.microsoft.com/office/drawing/2014/main" id="{48CD44E6-C57F-4AAA-B293-DC732B519DAC}"/>
              </a:ext>
            </a:extLst>
          </p:cNvPr>
          <p:cNvSpPr/>
          <p:nvPr/>
        </p:nvSpPr>
        <p:spPr bwMode="gray">
          <a:xfrm>
            <a:off x="6743795" y="2009889"/>
            <a:ext cx="3600000" cy="615804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</a:t>
            </a:r>
            <a:r>
              <a:rPr kumimoji="1"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分析</a:t>
            </a:r>
            <a:endParaRPr kumimoji="1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1" name="Right Arrow 157">
            <a:extLst>
              <a:ext uri="{FF2B5EF4-FFF2-40B4-BE49-F238E27FC236}">
                <a16:creationId xmlns:a16="http://schemas.microsoft.com/office/drawing/2014/main" id="{7C9C4087-A742-4AA7-9FA1-F0C208F9C2E6}"/>
              </a:ext>
            </a:extLst>
          </p:cNvPr>
          <p:cNvSpPr/>
          <p:nvPr/>
        </p:nvSpPr>
        <p:spPr bwMode="gray">
          <a:xfrm>
            <a:off x="5478310" y="3698618"/>
            <a:ext cx="1028860" cy="494305"/>
          </a:xfrm>
          <a:prstGeom prst="rightArrow">
            <a:avLst>
              <a:gd name="adj1" fmla="val 79333"/>
              <a:gd name="adj2" fmla="val 50000"/>
            </a:avLst>
          </a:prstGeom>
          <a:gradFill flip="none" rotWithShape="1">
            <a:gsLst>
              <a:gs pos="15000">
                <a:schemeClr val="accent1">
                  <a:lumMod val="5000"/>
                  <a:lumOff val="95000"/>
                  <a:alpha val="0"/>
                </a:schemeClr>
              </a:gs>
              <a:gs pos="81000">
                <a:schemeClr val="bg1">
                  <a:lumMod val="65000"/>
                  <a:alpha val="75000"/>
                </a:schemeClr>
              </a:gs>
            </a:gsLst>
            <a:lin ang="0" scaled="1"/>
            <a:tileRect/>
          </a:gradFill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tx1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3" name="文本占位符 3"/>
          <p:cNvSpPr txBox="1">
            <a:spLocks/>
          </p:cNvSpPr>
          <p:nvPr/>
        </p:nvSpPr>
        <p:spPr bwMode="gray">
          <a:xfrm>
            <a:off x="468317" y="1245063"/>
            <a:ext cx="11276183" cy="4680000"/>
          </a:xfrm>
          <a:prstGeom prst="rect">
            <a:avLst/>
          </a:prstGeom>
        </p:spPr>
        <p:txBody>
          <a:bodyPr/>
          <a:lstStyle>
            <a:lvl1pPr marL="302279" indent="-302279" algn="l" defTabSz="914034" rtl="0" eaLnBrk="1" latinLnBrk="0" hangingPunct="1">
              <a:lnSpc>
                <a:spcPct val="140000"/>
              </a:lnSpc>
              <a:spcBef>
                <a:spcPts val="792"/>
              </a:spcBef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8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C47FB0C8-2D41-4700-9156-14492BCAF189}"/>
              </a:ext>
            </a:extLst>
          </p:cNvPr>
          <p:cNvSpPr txBox="1"/>
          <p:nvPr/>
        </p:nvSpPr>
        <p:spPr bwMode="gray">
          <a:xfrm>
            <a:off x="8578821" y="3727718"/>
            <a:ext cx="797391" cy="369332"/>
          </a:xfrm>
          <a:prstGeom prst="rect">
            <a:avLst/>
          </a:prstGeom>
          <a:solidFill>
            <a:srgbClr val="2DA6A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gRPC</a:t>
            </a:r>
            <a:endParaRPr lang="zh-CN" altLang="en-US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C47FB0C8-2D41-4700-9156-14492BCAF189}"/>
              </a:ext>
            </a:extLst>
          </p:cNvPr>
          <p:cNvSpPr txBox="1"/>
          <p:nvPr/>
        </p:nvSpPr>
        <p:spPr bwMode="gray">
          <a:xfrm>
            <a:off x="7269974" y="3727718"/>
            <a:ext cx="797391" cy="369332"/>
          </a:xfrm>
          <a:prstGeom prst="rect">
            <a:avLst/>
          </a:prstGeom>
          <a:solidFill>
            <a:srgbClr val="2DA6A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gRPC</a:t>
            </a:r>
            <a:endParaRPr lang="zh-CN" altLang="en-US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C47FB0C8-2D41-4700-9156-14492BCAF189}"/>
              </a:ext>
            </a:extLst>
          </p:cNvPr>
          <p:cNvSpPr txBox="1"/>
          <p:nvPr/>
        </p:nvSpPr>
        <p:spPr bwMode="gray">
          <a:xfrm>
            <a:off x="7269974" y="2764609"/>
            <a:ext cx="797391" cy="369332"/>
          </a:xfrm>
          <a:prstGeom prst="rect">
            <a:avLst/>
          </a:prstGeom>
          <a:solidFill>
            <a:srgbClr val="2DA6A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gRPC</a:t>
            </a:r>
            <a:endParaRPr lang="zh-CN" altLang="en-US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C47FB0C8-2D41-4700-9156-14492BCAF189}"/>
              </a:ext>
            </a:extLst>
          </p:cNvPr>
          <p:cNvSpPr txBox="1"/>
          <p:nvPr/>
        </p:nvSpPr>
        <p:spPr bwMode="gray">
          <a:xfrm>
            <a:off x="9061180" y="4651959"/>
            <a:ext cx="1234545" cy="369332"/>
          </a:xfrm>
          <a:prstGeom prst="rect">
            <a:avLst/>
          </a:prstGeom>
          <a:solidFill>
            <a:srgbClr val="2DA6A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Protobuf</a:t>
            </a:r>
            <a:endParaRPr lang="zh-CN" altLang="en-US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9" name="墨迹 18">
                <a:extLst>
                  <a:ext uri="{FF2B5EF4-FFF2-40B4-BE49-F238E27FC236}">
                    <a16:creationId xmlns:a16="http://schemas.microsoft.com/office/drawing/2014/main" id="{C51B95A7-2488-403B-2988-D1222BC53146}"/>
                  </a:ext>
                </a:extLst>
              </p14:cNvPr>
              <p14:cNvContentPartPr/>
              <p14:nvPr/>
            </p14:nvContentPartPr>
            <p14:xfrm>
              <a:off x="6510529" y="4458919"/>
              <a:ext cx="4455720" cy="1913040"/>
            </p14:xfrm>
          </p:contentPart>
        </mc:Choice>
        <mc:Fallback>
          <p:pic>
            <p:nvPicPr>
              <p:cNvPr id="19" name="墨迹 18">
                <a:extLst>
                  <a:ext uri="{FF2B5EF4-FFF2-40B4-BE49-F238E27FC236}">
                    <a16:creationId xmlns:a16="http://schemas.microsoft.com/office/drawing/2014/main" id="{C51B95A7-2488-403B-2988-D1222BC5314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01889" y="4449919"/>
                <a:ext cx="4473360" cy="193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0" name="组合 149">
            <a:extLst>
              <a:ext uri="{FF2B5EF4-FFF2-40B4-BE49-F238E27FC236}">
                <a16:creationId xmlns:a16="http://schemas.microsoft.com/office/drawing/2014/main" id="{3956C4D7-1F44-A7BF-F015-CAF6D06CE978}"/>
              </a:ext>
            </a:extLst>
          </p:cNvPr>
          <p:cNvGrpSpPr/>
          <p:nvPr/>
        </p:nvGrpSpPr>
        <p:grpSpPr>
          <a:xfrm>
            <a:off x="6857569" y="3780679"/>
            <a:ext cx="900000" cy="1106280"/>
            <a:chOff x="6857569" y="3780679"/>
            <a:chExt cx="900000" cy="110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B41FEB70-1EFC-0258-36CD-66FD5944BB9F}"/>
                    </a:ext>
                  </a:extLst>
                </p14:cNvPr>
                <p14:cNvContentPartPr/>
                <p14:nvPr/>
              </p14:nvContentPartPr>
              <p14:xfrm>
                <a:off x="7006969" y="3973279"/>
                <a:ext cx="750600" cy="913680"/>
              </p14:xfrm>
            </p:contentPart>
          </mc:Choice>
          <mc:Fallback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B41FEB70-1EFC-0258-36CD-66FD5944BB9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998329" y="3964639"/>
                  <a:ext cx="768240" cy="9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13DDFD89-252F-3D81-6A02-166381EF5081}"/>
                    </a:ext>
                  </a:extLst>
                </p14:cNvPr>
                <p14:cNvContentPartPr/>
                <p14:nvPr/>
              </p14:nvContentPartPr>
              <p14:xfrm>
                <a:off x="6857569" y="3867079"/>
                <a:ext cx="197280" cy="155880"/>
              </p14:xfrm>
            </p:contentPart>
          </mc:Choice>
          <mc:Fallback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13DDFD89-252F-3D81-6A02-166381EF508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848929" y="3858079"/>
                  <a:ext cx="2149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35" name="墨迹 134">
                  <a:extLst>
                    <a:ext uri="{FF2B5EF4-FFF2-40B4-BE49-F238E27FC236}">
                      <a16:creationId xmlns:a16="http://schemas.microsoft.com/office/drawing/2014/main" id="{69D61C33-F98E-65AD-CD38-7030A38AA4B9}"/>
                    </a:ext>
                  </a:extLst>
                </p14:cNvPr>
                <p14:cNvContentPartPr/>
                <p14:nvPr/>
              </p14:nvContentPartPr>
              <p14:xfrm>
                <a:off x="7067449" y="4006759"/>
                <a:ext cx="360" cy="33480"/>
              </p14:xfrm>
            </p:contentPart>
          </mc:Choice>
          <mc:Fallback>
            <p:pic>
              <p:nvPicPr>
                <p:cNvPr id="135" name="墨迹 134">
                  <a:extLst>
                    <a:ext uri="{FF2B5EF4-FFF2-40B4-BE49-F238E27FC236}">
                      <a16:creationId xmlns:a16="http://schemas.microsoft.com/office/drawing/2014/main" id="{69D61C33-F98E-65AD-CD38-7030A38AA4B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058809" y="3997759"/>
                  <a:ext cx="180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36" name="墨迹 135">
                  <a:extLst>
                    <a:ext uri="{FF2B5EF4-FFF2-40B4-BE49-F238E27FC236}">
                      <a16:creationId xmlns:a16="http://schemas.microsoft.com/office/drawing/2014/main" id="{555520AA-DD88-8BBE-1438-C73FE5F4E891}"/>
                    </a:ext>
                  </a:extLst>
                </p14:cNvPr>
                <p14:cNvContentPartPr/>
                <p14:nvPr/>
              </p14:nvContentPartPr>
              <p14:xfrm>
                <a:off x="7060249" y="3780679"/>
                <a:ext cx="12600" cy="139680"/>
              </p14:xfrm>
            </p:contentPart>
          </mc:Choice>
          <mc:Fallback>
            <p:pic>
              <p:nvPicPr>
                <p:cNvPr id="136" name="墨迹 135">
                  <a:extLst>
                    <a:ext uri="{FF2B5EF4-FFF2-40B4-BE49-F238E27FC236}">
                      <a16:creationId xmlns:a16="http://schemas.microsoft.com/office/drawing/2014/main" id="{555520AA-DD88-8BBE-1438-C73FE5F4E89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051609" y="3771679"/>
                  <a:ext cx="30240" cy="157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39" name="墨迹 138">
                <a:extLst>
                  <a:ext uri="{FF2B5EF4-FFF2-40B4-BE49-F238E27FC236}">
                    <a16:creationId xmlns:a16="http://schemas.microsoft.com/office/drawing/2014/main" id="{A21B1E7E-4F18-2A70-9A73-B077C3EDB2FB}"/>
                  </a:ext>
                </a:extLst>
              </p14:cNvPr>
              <p14:cNvContentPartPr/>
              <p14:nvPr/>
            </p14:nvContentPartPr>
            <p14:xfrm>
              <a:off x="7090129" y="3387919"/>
              <a:ext cx="37800" cy="239760"/>
            </p14:xfrm>
          </p:contentPart>
        </mc:Choice>
        <mc:Fallback>
          <p:pic>
            <p:nvPicPr>
              <p:cNvPr id="139" name="墨迹 138">
                <a:extLst>
                  <a:ext uri="{FF2B5EF4-FFF2-40B4-BE49-F238E27FC236}">
                    <a16:creationId xmlns:a16="http://schemas.microsoft.com/office/drawing/2014/main" id="{A21B1E7E-4F18-2A70-9A73-B077C3EDB2F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081129" y="3379279"/>
                <a:ext cx="55440" cy="257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750C4A16-B585-77FE-8B87-7469662FA9F5}"/>
              </a:ext>
            </a:extLst>
          </p:cNvPr>
          <p:cNvGrpSpPr/>
          <p:nvPr/>
        </p:nvGrpSpPr>
        <p:grpSpPr>
          <a:xfrm>
            <a:off x="7110289" y="3020359"/>
            <a:ext cx="206280" cy="164880"/>
            <a:chOff x="7110289" y="3020359"/>
            <a:chExt cx="206280" cy="16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40" name="墨迹 139">
                  <a:extLst>
                    <a:ext uri="{FF2B5EF4-FFF2-40B4-BE49-F238E27FC236}">
                      <a16:creationId xmlns:a16="http://schemas.microsoft.com/office/drawing/2014/main" id="{90AF4EA4-4270-6391-47F1-DB03BAD3DAD2}"/>
                    </a:ext>
                  </a:extLst>
                </p14:cNvPr>
                <p14:cNvContentPartPr/>
                <p14:nvPr/>
              </p14:nvContentPartPr>
              <p14:xfrm>
                <a:off x="7142689" y="3179119"/>
                <a:ext cx="1440" cy="6120"/>
              </p14:xfrm>
            </p:contentPart>
          </mc:Choice>
          <mc:Fallback>
            <p:pic>
              <p:nvPicPr>
                <p:cNvPr id="140" name="墨迹 139">
                  <a:extLst>
                    <a:ext uri="{FF2B5EF4-FFF2-40B4-BE49-F238E27FC236}">
                      <a16:creationId xmlns:a16="http://schemas.microsoft.com/office/drawing/2014/main" id="{90AF4EA4-4270-6391-47F1-DB03BAD3DAD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134049" y="3170479"/>
                  <a:ext cx="190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42" name="墨迹 141">
                  <a:extLst>
                    <a:ext uri="{FF2B5EF4-FFF2-40B4-BE49-F238E27FC236}">
                      <a16:creationId xmlns:a16="http://schemas.microsoft.com/office/drawing/2014/main" id="{C58FE79A-EAA3-B0B3-6219-3A9BA73BBCB6}"/>
                    </a:ext>
                  </a:extLst>
                </p14:cNvPr>
                <p14:cNvContentPartPr/>
                <p14:nvPr/>
              </p14:nvContentPartPr>
              <p14:xfrm>
                <a:off x="7110289" y="3020359"/>
                <a:ext cx="70200" cy="105480"/>
              </p14:xfrm>
            </p:contentPart>
          </mc:Choice>
          <mc:Fallback>
            <p:pic>
              <p:nvPicPr>
                <p:cNvPr id="142" name="墨迹 141">
                  <a:extLst>
                    <a:ext uri="{FF2B5EF4-FFF2-40B4-BE49-F238E27FC236}">
                      <a16:creationId xmlns:a16="http://schemas.microsoft.com/office/drawing/2014/main" id="{C58FE79A-EAA3-B0B3-6219-3A9BA73BBCB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101649" y="3011359"/>
                  <a:ext cx="878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48" name="墨迹 147">
                  <a:extLst>
                    <a:ext uri="{FF2B5EF4-FFF2-40B4-BE49-F238E27FC236}">
                      <a16:creationId xmlns:a16="http://schemas.microsoft.com/office/drawing/2014/main" id="{70378645-98E8-73B4-5247-E932FE16F889}"/>
                    </a:ext>
                  </a:extLst>
                </p14:cNvPr>
                <p14:cNvContentPartPr/>
                <p14:nvPr/>
              </p14:nvContentPartPr>
              <p14:xfrm>
                <a:off x="7255009" y="3042679"/>
                <a:ext cx="61560" cy="109800"/>
              </p14:xfrm>
            </p:contentPart>
          </mc:Choice>
          <mc:Fallback>
            <p:pic>
              <p:nvPicPr>
                <p:cNvPr id="148" name="墨迹 147">
                  <a:extLst>
                    <a:ext uri="{FF2B5EF4-FFF2-40B4-BE49-F238E27FC236}">
                      <a16:creationId xmlns:a16="http://schemas.microsoft.com/office/drawing/2014/main" id="{70378645-98E8-73B4-5247-E932FE16F88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246009" y="3034039"/>
                  <a:ext cx="79200" cy="127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794510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9E3F7F-2258-462F-BEE2-6327C12D5597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>
                <a:sym typeface="Huawei Sans" panose="020C0503030203020204" pitchFamily="34" charset="0"/>
              </a:rPr>
              <a:t>Telemetry</a:t>
            </a:r>
            <a:r>
              <a:rPr lang="zh-CN" altLang="en-US">
                <a:sym typeface="Huawei Sans" panose="020C0503030203020204" pitchFamily="34" charset="0"/>
              </a:rPr>
              <a:t>协议栈</a:t>
            </a:r>
          </a:p>
        </p:txBody>
      </p:sp>
      <p:sp>
        <p:nvSpPr>
          <p:cNvPr id="43" name="文本占位符 4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Telemetry</a:t>
            </a:r>
            <a:r>
              <a:rPr lang="zh-CN" altLang="en-US" sz="1800" dirty="0">
                <a:sym typeface="Huawei Sans" panose="020C0503030203020204" pitchFamily="34" charset="0"/>
              </a:rPr>
              <a:t>协议栈具有分层结构：传输层、通信层、数据编码层和数据模型层。</a:t>
            </a: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BDC8D23-0693-44AD-9B77-59523D602BF5}"/>
              </a:ext>
            </a:extLst>
          </p:cNvPr>
          <p:cNvSpPr/>
          <p:nvPr/>
        </p:nvSpPr>
        <p:spPr bwMode="gray">
          <a:xfrm>
            <a:off x="2524296" y="3600458"/>
            <a:ext cx="2816618" cy="4897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YANG Models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62088A7-4029-4D72-B7D1-FF9493359989}"/>
              </a:ext>
            </a:extLst>
          </p:cNvPr>
          <p:cNvSpPr/>
          <p:nvPr/>
        </p:nvSpPr>
        <p:spPr bwMode="gray">
          <a:xfrm>
            <a:off x="2524296" y="5305326"/>
            <a:ext cx="811637" cy="4897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SSH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00C3F17-C97E-4550-9445-0CFD52F0910A}"/>
              </a:ext>
            </a:extLst>
          </p:cNvPr>
          <p:cNvSpPr/>
          <p:nvPr/>
        </p:nvSpPr>
        <p:spPr bwMode="gray">
          <a:xfrm>
            <a:off x="2524296" y="4155350"/>
            <a:ext cx="811637" cy="4897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XML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CF85074-CCE8-4A30-8FF1-9EB03CC1F83B}"/>
              </a:ext>
            </a:extLst>
          </p:cNvPr>
          <p:cNvSpPr/>
          <p:nvPr/>
        </p:nvSpPr>
        <p:spPr bwMode="gray">
          <a:xfrm>
            <a:off x="2524296" y="4730139"/>
            <a:ext cx="811637" cy="4897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NETCONF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6E0A20C-7331-439B-A63A-6F6DFCAE09FD}"/>
              </a:ext>
            </a:extLst>
          </p:cNvPr>
          <p:cNvSpPr/>
          <p:nvPr/>
        </p:nvSpPr>
        <p:spPr bwMode="gray">
          <a:xfrm>
            <a:off x="6771968" y="3024491"/>
            <a:ext cx="3790269" cy="4897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API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426F7E9-B6BD-4731-B2CE-C50EC6ED67EA}"/>
              </a:ext>
            </a:extLst>
          </p:cNvPr>
          <p:cNvSpPr/>
          <p:nvPr/>
        </p:nvSpPr>
        <p:spPr bwMode="gray">
          <a:xfrm>
            <a:off x="6768090" y="2458512"/>
            <a:ext cx="1014547" cy="4897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App 1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60F13CD-3598-4467-974F-19AA736BD48E}"/>
              </a:ext>
            </a:extLst>
          </p:cNvPr>
          <p:cNvSpPr/>
          <p:nvPr/>
        </p:nvSpPr>
        <p:spPr bwMode="gray">
          <a:xfrm>
            <a:off x="3517737" y="5305326"/>
            <a:ext cx="1830317" cy="4897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HTTP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3F3BE6B-AD99-4720-8DF0-99B5F8086432}"/>
              </a:ext>
            </a:extLst>
          </p:cNvPr>
          <p:cNvSpPr/>
          <p:nvPr/>
        </p:nvSpPr>
        <p:spPr bwMode="gray">
          <a:xfrm>
            <a:off x="3517737" y="4155350"/>
            <a:ext cx="811637" cy="4897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JSON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2CFCE80-5733-43A3-852E-7EB96E31B34B}"/>
              </a:ext>
            </a:extLst>
          </p:cNvPr>
          <p:cNvSpPr/>
          <p:nvPr/>
        </p:nvSpPr>
        <p:spPr bwMode="gray">
          <a:xfrm>
            <a:off x="4595607" y="4155350"/>
            <a:ext cx="750169" cy="4897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GPB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BC3B2C7-8A92-415A-B89B-03CABD80DD53}"/>
              </a:ext>
            </a:extLst>
          </p:cNvPr>
          <p:cNvSpPr/>
          <p:nvPr/>
        </p:nvSpPr>
        <p:spPr bwMode="gray">
          <a:xfrm>
            <a:off x="3517737" y="4730139"/>
            <a:ext cx="811637" cy="4897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RESTCONF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E16C4EF-35F3-49EB-B4AD-BD9F23F960D5}"/>
              </a:ext>
            </a:extLst>
          </p:cNvPr>
          <p:cNvSpPr/>
          <p:nvPr/>
        </p:nvSpPr>
        <p:spPr bwMode="gray">
          <a:xfrm>
            <a:off x="4593711" y="4730139"/>
            <a:ext cx="752065" cy="4897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gRPC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902F008-4CF6-4583-9652-D8F382D65C02}"/>
              </a:ext>
            </a:extLst>
          </p:cNvPr>
          <p:cNvSpPr/>
          <p:nvPr/>
        </p:nvSpPr>
        <p:spPr bwMode="gray">
          <a:xfrm>
            <a:off x="9528687" y="2458512"/>
            <a:ext cx="1014547" cy="4897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App 3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843664A-89A3-4E89-AA0E-6002F3E71009}"/>
              </a:ext>
            </a:extLst>
          </p:cNvPr>
          <p:cNvSpPr/>
          <p:nvPr/>
        </p:nvSpPr>
        <p:spPr bwMode="gray">
          <a:xfrm>
            <a:off x="8150328" y="2458512"/>
            <a:ext cx="1014547" cy="4897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App 2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B50B9AD-577D-4B8A-A60D-7B8DB0E63436}"/>
              </a:ext>
            </a:extLst>
          </p:cNvPr>
          <p:cNvSpPr/>
          <p:nvPr/>
        </p:nvSpPr>
        <p:spPr bwMode="gray">
          <a:xfrm>
            <a:off x="1536365" y="3024491"/>
            <a:ext cx="3809411" cy="4897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VRP 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中央处理模块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7E4C149-89E2-4D7E-812A-2589BA281041}"/>
              </a:ext>
            </a:extLst>
          </p:cNvPr>
          <p:cNvSpPr/>
          <p:nvPr/>
        </p:nvSpPr>
        <p:spPr bwMode="gray">
          <a:xfrm>
            <a:off x="1536365" y="2458512"/>
            <a:ext cx="3804550" cy="4897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CPU/NP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0C699EE-9E7C-431F-B170-927B56648E8C}"/>
              </a:ext>
            </a:extLst>
          </p:cNvPr>
          <p:cNvSpPr/>
          <p:nvPr/>
        </p:nvSpPr>
        <p:spPr bwMode="gray">
          <a:xfrm>
            <a:off x="7762260" y="5305326"/>
            <a:ext cx="811637" cy="4897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SSH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F9F8F62-57C3-4530-9717-58B28D7EE1A2}"/>
              </a:ext>
            </a:extLst>
          </p:cNvPr>
          <p:cNvSpPr/>
          <p:nvPr/>
        </p:nvSpPr>
        <p:spPr bwMode="gray">
          <a:xfrm>
            <a:off x="7762260" y="4730139"/>
            <a:ext cx="811637" cy="4897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NETCONF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640F01C-A4A1-4845-BD68-DA14265012B1}"/>
              </a:ext>
            </a:extLst>
          </p:cNvPr>
          <p:cNvSpPr/>
          <p:nvPr/>
        </p:nvSpPr>
        <p:spPr bwMode="gray">
          <a:xfrm>
            <a:off x="8755701" y="5305326"/>
            <a:ext cx="1820817" cy="4897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HTTP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56A6325-E9D7-4268-8487-71E336B76AAC}"/>
              </a:ext>
            </a:extLst>
          </p:cNvPr>
          <p:cNvSpPr/>
          <p:nvPr/>
        </p:nvSpPr>
        <p:spPr bwMode="gray">
          <a:xfrm>
            <a:off x="8750364" y="4155350"/>
            <a:ext cx="817703" cy="4897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JSON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8C1F109-D053-4B6F-8B5F-87EFB5359C7F}"/>
              </a:ext>
            </a:extLst>
          </p:cNvPr>
          <p:cNvSpPr/>
          <p:nvPr/>
        </p:nvSpPr>
        <p:spPr bwMode="gray">
          <a:xfrm>
            <a:off x="9774885" y="4155350"/>
            <a:ext cx="787353" cy="4897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GPB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110F5E5-B7DA-47D6-961A-2F8B8555A08B}"/>
              </a:ext>
            </a:extLst>
          </p:cNvPr>
          <p:cNvSpPr/>
          <p:nvPr/>
        </p:nvSpPr>
        <p:spPr bwMode="gray">
          <a:xfrm>
            <a:off x="8756430" y="4730139"/>
            <a:ext cx="811637" cy="4897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RESTCONF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8070CF0-B4FA-4ED8-8617-EE09C3610C86}"/>
              </a:ext>
            </a:extLst>
          </p:cNvPr>
          <p:cNvSpPr/>
          <p:nvPr/>
        </p:nvSpPr>
        <p:spPr bwMode="gray">
          <a:xfrm>
            <a:off x="9774884" y="4730139"/>
            <a:ext cx="787352" cy="4897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gRPC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D1DC0FA-334B-4038-86C1-BE56BE29CE07}"/>
              </a:ext>
            </a:extLst>
          </p:cNvPr>
          <p:cNvSpPr/>
          <p:nvPr/>
        </p:nvSpPr>
        <p:spPr bwMode="gray">
          <a:xfrm>
            <a:off x="7762260" y="4155350"/>
            <a:ext cx="811637" cy="4897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XML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143B514-8945-4B5D-9664-AE002DD71FE7}"/>
              </a:ext>
            </a:extLst>
          </p:cNvPr>
          <p:cNvSpPr/>
          <p:nvPr/>
        </p:nvSpPr>
        <p:spPr bwMode="gray">
          <a:xfrm>
            <a:off x="7762260" y="3600458"/>
            <a:ext cx="2803239" cy="4897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YANG Models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619E0F2-4A1C-4B87-95B2-FC7F3E06AF3D}"/>
              </a:ext>
            </a:extLst>
          </p:cNvPr>
          <p:cNvSpPr/>
          <p:nvPr/>
        </p:nvSpPr>
        <p:spPr bwMode="gray">
          <a:xfrm>
            <a:off x="1536365" y="3600458"/>
            <a:ext cx="806128" cy="4897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MIB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48FCA24-FB6F-4727-AC10-7C716D2D9154}"/>
              </a:ext>
            </a:extLst>
          </p:cNvPr>
          <p:cNvSpPr/>
          <p:nvPr/>
        </p:nvSpPr>
        <p:spPr bwMode="gray">
          <a:xfrm>
            <a:off x="6768090" y="3600458"/>
            <a:ext cx="811637" cy="4897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MIB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32BBF14-683D-4C30-85FB-B1C4FD882735}"/>
              </a:ext>
            </a:extLst>
          </p:cNvPr>
          <p:cNvSpPr/>
          <p:nvPr/>
        </p:nvSpPr>
        <p:spPr bwMode="gray">
          <a:xfrm>
            <a:off x="1530856" y="4730139"/>
            <a:ext cx="811637" cy="4897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SNMP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AD196E5-7E6E-405D-85C2-A2C905581DF7}"/>
              </a:ext>
            </a:extLst>
          </p:cNvPr>
          <p:cNvSpPr/>
          <p:nvPr/>
        </p:nvSpPr>
        <p:spPr bwMode="gray">
          <a:xfrm>
            <a:off x="6768090" y="4730139"/>
            <a:ext cx="811637" cy="4897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SNMP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3C4AA08-FAAC-4FDA-AF6A-69A14F80CBE5}"/>
              </a:ext>
            </a:extLst>
          </p:cNvPr>
          <p:cNvSpPr/>
          <p:nvPr/>
        </p:nvSpPr>
        <p:spPr bwMode="gray">
          <a:xfrm>
            <a:off x="1536364" y="5305326"/>
            <a:ext cx="806128" cy="4897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UDP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27FBAE9-3BC1-400B-BDBF-2933ED57CB02}"/>
              </a:ext>
            </a:extLst>
          </p:cNvPr>
          <p:cNvSpPr/>
          <p:nvPr/>
        </p:nvSpPr>
        <p:spPr bwMode="gray">
          <a:xfrm>
            <a:off x="6773599" y="5305326"/>
            <a:ext cx="806128" cy="4897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UDP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0A82F65-F449-4562-AAD2-DCEA4B67DC5F}"/>
              </a:ext>
            </a:extLst>
          </p:cNvPr>
          <p:cNvSpPr/>
          <p:nvPr/>
        </p:nvSpPr>
        <p:spPr bwMode="gray">
          <a:xfrm>
            <a:off x="1530855" y="4155350"/>
            <a:ext cx="811637" cy="4897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BER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43CE50E-F0AD-4D28-8AFE-206DA0DB0C7A}"/>
              </a:ext>
            </a:extLst>
          </p:cNvPr>
          <p:cNvSpPr/>
          <p:nvPr/>
        </p:nvSpPr>
        <p:spPr bwMode="gray">
          <a:xfrm>
            <a:off x="6768090" y="4155350"/>
            <a:ext cx="811637" cy="4897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BER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640738C-E522-4980-A1AF-7D8AEB440F70}"/>
              </a:ext>
            </a:extLst>
          </p:cNvPr>
          <p:cNvSpPr/>
          <p:nvPr/>
        </p:nvSpPr>
        <p:spPr bwMode="gray">
          <a:xfrm>
            <a:off x="1416377" y="3586558"/>
            <a:ext cx="9298401" cy="501437"/>
          </a:xfrm>
          <a:prstGeom prst="rect">
            <a:avLst/>
          </a:prstGeom>
          <a:noFill/>
          <a:ln w="50800">
            <a:solidFill>
              <a:srgbClr val="81C1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n>
                <a:solidFill>
                  <a:schemeClr val="accent1">
                    <a:lumMod val="75000"/>
                  </a:schemeClr>
                </a:solidFill>
              </a:ln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CEF8F104-163A-433A-B9FA-7AB3C041B20F}"/>
              </a:ext>
            </a:extLst>
          </p:cNvPr>
          <p:cNvSpPr txBox="1">
            <a:spLocks/>
          </p:cNvSpPr>
          <p:nvPr/>
        </p:nvSpPr>
        <p:spPr bwMode="gray">
          <a:xfrm>
            <a:off x="5522717" y="3637380"/>
            <a:ext cx="1395364" cy="355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8355" tIns="39177" rIns="78355" bIns="39177" numCol="1" anchor="t" anchorCtr="0" compatLnSpc="1">
            <a:prstTxWarp prst="textNoShape">
              <a:avLst/>
            </a:prstTxWarp>
            <a:spAutoFit/>
          </a:bodyPr>
          <a:lstStyle>
            <a:lvl1pPr marL="293688" indent="-293688" algn="l" defTabSz="784225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6588" indent="-244475" algn="l" defTabSz="784225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5F5F5F"/>
              </a:buClr>
              <a:buFont typeface="Wingdings 3" panose="05040102010807070707" pitchFamily="18" charset="2"/>
              <a:buChar char="["/>
              <a:defRPr>
                <a:solidFill>
                  <a:schemeClr val="tx1"/>
                </a:solidFill>
                <a:latin typeface="+mn-lt"/>
                <a:ea typeface="+mn-ea"/>
              </a:defRPr>
            </a:lvl2pPr>
            <a:lvl3pPr marL="979488" indent="-195263" algn="l" defTabSz="784225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-196850" algn="l" defTabSz="784225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Font typeface="Arial" panose="020B0604020202020204" pitchFamily="34" charset="0"/>
              <a:buChar char="▪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1763713" indent="-196850" algn="l" defTabSz="784225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+mn-lt"/>
                <a:ea typeface="宋体" pitchFamily="2" charset="-122"/>
              </a:defRPr>
            </a:lvl5pPr>
            <a:lvl6pPr marL="2220913" indent="-196850" algn="l" defTabSz="784225" rtl="0" fontAlgn="base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+mn-lt"/>
                <a:ea typeface="宋体" pitchFamily="2" charset="-122"/>
              </a:defRPr>
            </a:lvl6pPr>
            <a:lvl7pPr marL="2678113" indent="-196850" algn="l" defTabSz="784225" rtl="0" fontAlgn="base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+mn-lt"/>
                <a:ea typeface="宋体" pitchFamily="2" charset="-122"/>
              </a:defRPr>
            </a:lvl7pPr>
            <a:lvl8pPr marL="3135313" indent="-196850" algn="l" defTabSz="784225" rtl="0" fontAlgn="base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+mn-lt"/>
                <a:ea typeface="宋体" pitchFamily="2" charset="-122"/>
              </a:defRPr>
            </a:lvl8pPr>
            <a:lvl9pPr marL="3592513" indent="-196850" algn="l" defTabSz="784225" rtl="0" fontAlgn="base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+mn-lt"/>
                <a:ea typeface="宋体" pitchFamily="2" charset="-122"/>
              </a:defRPr>
            </a:lvl9pPr>
          </a:lstStyle>
          <a:p>
            <a:pPr marL="0" indent="0" algn="just">
              <a:buClr>
                <a:schemeClr val="bg2"/>
              </a:buClr>
              <a:buSzPct val="100000"/>
              <a:buNone/>
            </a:pPr>
            <a:r>
              <a:rPr lang="zh-CN" altLang="en-US" sz="16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数据模型</a:t>
            </a:r>
            <a:endParaRPr kumimoji="0" lang="en-US" altLang="zh-CN" sz="16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B8033043-F65C-4F9A-A1D4-22CC2AFEB46A}"/>
              </a:ext>
            </a:extLst>
          </p:cNvPr>
          <p:cNvSpPr/>
          <p:nvPr/>
        </p:nvSpPr>
        <p:spPr bwMode="gray">
          <a:xfrm>
            <a:off x="1416377" y="4158217"/>
            <a:ext cx="9298401" cy="501437"/>
          </a:xfrm>
          <a:prstGeom prst="rect">
            <a:avLst/>
          </a:prstGeom>
          <a:noFill/>
          <a:ln w="50800">
            <a:solidFill>
              <a:srgbClr val="81C1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n>
                <a:solidFill>
                  <a:schemeClr val="accent1">
                    <a:lumMod val="75000"/>
                  </a:schemeClr>
                </a:solidFill>
              </a:ln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E1BE66AF-585C-4F78-A6F4-839DE28393DB}"/>
              </a:ext>
            </a:extLst>
          </p:cNvPr>
          <p:cNvSpPr txBox="1">
            <a:spLocks/>
          </p:cNvSpPr>
          <p:nvPr/>
        </p:nvSpPr>
        <p:spPr bwMode="gray">
          <a:xfrm>
            <a:off x="5522717" y="4209039"/>
            <a:ext cx="1395364" cy="355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8355" tIns="39177" rIns="78355" bIns="39177" numCol="1" anchor="t" anchorCtr="0" compatLnSpc="1">
            <a:prstTxWarp prst="textNoShape">
              <a:avLst/>
            </a:prstTxWarp>
            <a:spAutoFit/>
          </a:bodyPr>
          <a:lstStyle>
            <a:lvl1pPr marL="293688" indent="-293688" algn="l" defTabSz="784225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6588" indent="-244475" algn="l" defTabSz="784225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5F5F5F"/>
              </a:buClr>
              <a:buFont typeface="Wingdings 3" panose="05040102010807070707" pitchFamily="18" charset="2"/>
              <a:buChar char="["/>
              <a:defRPr>
                <a:solidFill>
                  <a:schemeClr val="tx1"/>
                </a:solidFill>
                <a:latin typeface="+mn-lt"/>
                <a:ea typeface="+mn-ea"/>
              </a:defRPr>
            </a:lvl2pPr>
            <a:lvl3pPr marL="979488" indent="-195263" algn="l" defTabSz="784225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-196850" algn="l" defTabSz="784225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Font typeface="Arial" panose="020B0604020202020204" pitchFamily="34" charset="0"/>
              <a:buChar char="▪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1763713" indent="-196850" algn="l" defTabSz="784225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+mn-lt"/>
                <a:ea typeface="宋体" pitchFamily="2" charset="-122"/>
              </a:defRPr>
            </a:lvl5pPr>
            <a:lvl6pPr marL="2220913" indent="-196850" algn="l" defTabSz="784225" rtl="0" fontAlgn="base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+mn-lt"/>
                <a:ea typeface="宋体" pitchFamily="2" charset="-122"/>
              </a:defRPr>
            </a:lvl6pPr>
            <a:lvl7pPr marL="2678113" indent="-196850" algn="l" defTabSz="784225" rtl="0" fontAlgn="base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+mn-lt"/>
                <a:ea typeface="宋体" pitchFamily="2" charset="-122"/>
              </a:defRPr>
            </a:lvl7pPr>
            <a:lvl8pPr marL="3135313" indent="-196850" algn="l" defTabSz="784225" rtl="0" fontAlgn="base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+mn-lt"/>
                <a:ea typeface="宋体" pitchFamily="2" charset="-122"/>
              </a:defRPr>
            </a:lvl8pPr>
            <a:lvl9pPr marL="3592513" indent="-196850" algn="l" defTabSz="784225" rtl="0" fontAlgn="base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+mn-lt"/>
                <a:ea typeface="宋体" pitchFamily="2" charset="-122"/>
              </a:defRPr>
            </a:lvl9pPr>
          </a:lstStyle>
          <a:p>
            <a:pPr marL="0" indent="0" algn="just">
              <a:buClr>
                <a:schemeClr val="bg2"/>
              </a:buClr>
              <a:buSzPct val="100000"/>
              <a:buNone/>
            </a:pPr>
            <a:r>
              <a:rPr lang="zh-CN" altLang="en-US" sz="16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数据编码</a:t>
            </a:r>
            <a:endParaRPr lang="en-US" altLang="zh-CN" sz="16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110B3FC-71D4-4BE8-BF1A-30AAEAB2CE55}"/>
              </a:ext>
            </a:extLst>
          </p:cNvPr>
          <p:cNvSpPr/>
          <p:nvPr/>
        </p:nvSpPr>
        <p:spPr bwMode="gray">
          <a:xfrm>
            <a:off x="1416377" y="4743119"/>
            <a:ext cx="9298401" cy="501437"/>
          </a:xfrm>
          <a:prstGeom prst="rect">
            <a:avLst/>
          </a:prstGeom>
          <a:noFill/>
          <a:ln w="50800">
            <a:solidFill>
              <a:srgbClr val="81C1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n>
                <a:solidFill>
                  <a:schemeClr val="accent1">
                    <a:lumMod val="75000"/>
                  </a:schemeClr>
                </a:solidFill>
              </a:ln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ACBAA200-9AF4-4046-BAE5-EE95C06F0270}"/>
              </a:ext>
            </a:extLst>
          </p:cNvPr>
          <p:cNvSpPr txBox="1">
            <a:spLocks/>
          </p:cNvSpPr>
          <p:nvPr/>
        </p:nvSpPr>
        <p:spPr bwMode="gray">
          <a:xfrm>
            <a:off x="5586217" y="4793941"/>
            <a:ext cx="1395364" cy="355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8355" tIns="39177" rIns="78355" bIns="39177" numCol="1" anchor="t" anchorCtr="0" compatLnSpc="1">
            <a:prstTxWarp prst="textNoShape">
              <a:avLst/>
            </a:prstTxWarp>
            <a:spAutoFit/>
          </a:bodyPr>
          <a:lstStyle>
            <a:lvl1pPr marL="293688" indent="-293688" algn="l" defTabSz="784225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6588" indent="-244475" algn="l" defTabSz="784225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5F5F5F"/>
              </a:buClr>
              <a:buFont typeface="Wingdings 3" panose="05040102010807070707" pitchFamily="18" charset="2"/>
              <a:buChar char="["/>
              <a:defRPr>
                <a:solidFill>
                  <a:schemeClr val="tx1"/>
                </a:solidFill>
                <a:latin typeface="+mn-lt"/>
                <a:ea typeface="+mn-ea"/>
              </a:defRPr>
            </a:lvl2pPr>
            <a:lvl3pPr marL="979488" indent="-195263" algn="l" defTabSz="784225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-196850" algn="l" defTabSz="784225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Font typeface="Arial" panose="020B0604020202020204" pitchFamily="34" charset="0"/>
              <a:buChar char="▪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1763713" indent="-196850" algn="l" defTabSz="784225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+mn-lt"/>
                <a:ea typeface="宋体" pitchFamily="2" charset="-122"/>
              </a:defRPr>
            </a:lvl5pPr>
            <a:lvl6pPr marL="2220913" indent="-196850" algn="l" defTabSz="784225" rtl="0" fontAlgn="base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+mn-lt"/>
                <a:ea typeface="宋体" pitchFamily="2" charset="-122"/>
              </a:defRPr>
            </a:lvl6pPr>
            <a:lvl7pPr marL="2678113" indent="-196850" algn="l" defTabSz="784225" rtl="0" fontAlgn="base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+mn-lt"/>
                <a:ea typeface="宋体" pitchFamily="2" charset="-122"/>
              </a:defRPr>
            </a:lvl7pPr>
            <a:lvl8pPr marL="3135313" indent="-196850" algn="l" defTabSz="784225" rtl="0" fontAlgn="base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+mn-lt"/>
                <a:ea typeface="宋体" pitchFamily="2" charset="-122"/>
              </a:defRPr>
            </a:lvl8pPr>
            <a:lvl9pPr marL="3592513" indent="-196850" algn="l" defTabSz="784225" rtl="0" fontAlgn="base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+mn-lt"/>
                <a:ea typeface="宋体" pitchFamily="2" charset="-122"/>
              </a:defRPr>
            </a:lvl9pPr>
          </a:lstStyle>
          <a:p>
            <a:pPr marL="0" indent="0" algn="just">
              <a:buClr>
                <a:schemeClr val="bg2"/>
              </a:buClr>
              <a:buSzPct val="100000"/>
              <a:buNone/>
            </a:pPr>
            <a:r>
              <a:rPr lang="zh-CN" altLang="en-US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通信层</a:t>
            </a:r>
            <a:endParaRPr lang="en-US" altLang="zh-CN" sz="16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F6B5457-26A5-4364-9A7C-1A0C2ACCA0DF}"/>
              </a:ext>
            </a:extLst>
          </p:cNvPr>
          <p:cNvSpPr/>
          <p:nvPr/>
        </p:nvSpPr>
        <p:spPr bwMode="gray">
          <a:xfrm>
            <a:off x="1416377" y="5316351"/>
            <a:ext cx="9298401" cy="501437"/>
          </a:xfrm>
          <a:prstGeom prst="rect">
            <a:avLst/>
          </a:prstGeom>
          <a:noFill/>
          <a:ln w="50800">
            <a:solidFill>
              <a:srgbClr val="81C1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n>
                <a:solidFill>
                  <a:schemeClr val="accent1">
                    <a:lumMod val="75000"/>
                  </a:schemeClr>
                </a:solidFill>
              </a:ln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F71A451A-912A-485B-9ABF-33F24B72ABAA}"/>
              </a:ext>
            </a:extLst>
          </p:cNvPr>
          <p:cNvSpPr txBox="1">
            <a:spLocks/>
          </p:cNvSpPr>
          <p:nvPr/>
        </p:nvSpPr>
        <p:spPr bwMode="gray">
          <a:xfrm>
            <a:off x="5586217" y="5367173"/>
            <a:ext cx="1395364" cy="355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8355" tIns="39177" rIns="78355" bIns="39177" numCol="1" anchor="t" anchorCtr="0" compatLnSpc="1">
            <a:prstTxWarp prst="textNoShape">
              <a:avLst/>
            </a:prstTxWarp>
            <a:spAutoFit/>
          </a:bodyPr>
          <a:lstStyle>
            <a:lvl1pPr marL="293688" indent="-293688" algn="l" defTabSz="784225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6588" indent="-244475" algn="l" defTabSz="784225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5F5F5F"/>
              </a:buClr>
              <a:buFont typeface="Wingdings 3" panose="05040102010807070707" pitchFamily="18" charset="2"/>
              <a:buChar char="["/>
              <a:defRPr>
                <a:solidFill>
                  <a:schemeClr val="tx1"/>
                </a:solidFill>
                <a:latin typeface="+mn-lt"/>
                <a:ea typeface="+mn-ea"/>
              </a:defRPr>
            </a:lvl2pPr>
            <a:lvl3pPr marL="979488" indent="-195263" algn="l" defTabSz="784225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-196850" algn="l" defTabSz="784225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Font typeface="Arial" panose="020B0604020202020204" pitchFamily="34" charset="0"/>
              <a:buChar char="▪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1763713" indent="-196850" algn="l" defTabSz="784225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+mn-lt"/>
                <a:ea typeface="宋体" pitchFamily="2" charset="-122"/>
              </a:defRPr>
            </a:lvl5pPr>
            <a:lvl6pPr marL="2220913" indent="-196850" algn="l" defTabSz="784225" rtl="0" fontAlgn="base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+mn-lt"/>
                <a:ea typeface="宋体" pitchFamily="2" charset="-122"/>
              </a:defRPr>
            </a:lvl6pPr>
            <a:lvl7pPr marL="2678113" indent="-196850" algn="l" defTabSz="784225" rtl="0" fontAlgn="base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+mn-lt"/>
                <a:ea typeface="宋体" pitchFamily="2" charset="-122"/>
              </a:defRPr>
            </a:lvl7pPr>
            <a:lvl8pPr marL="3135313" indent="-196850" algn="l" defTabSz="784225" rtl="0" fontAlgn="base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+mn-lt"/>
                <a:ea typeface="宋体" pitchFamily="2" charset="-122"/>
              </a:defRPr>
            </a:lvl8pPr>
            <a:lvl9pPr marL="3592513" indent="-196850" algn="l" defTabSz="784225" rtl="0" fontAlgn="base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+mn-lt"/>
                <a:ea typeface="宋体" pitchFamily="2" charset="-122"/>
              </a:defRPr>
            </a:lvl9pPr>
          </a:lstStyle>
          <a:p>
            <a:pPr marL="0" indent="0" algn="just">
              <a:buClr>
                <a:schemeClr val="bg2"/>
              </a:buClr>
              <a:buSzPct val="100000"/>
              <a:buNone/>
            </a:pPr>
            <a:r>
              <a:rPr lang="zh-CN" altLang="en-US" sz="16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传输层</a:t>
            </a:r>
            <a:endParaRPr lang="en-US" altLang="zh-CN" sz="16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6" name="Rounded Rectangle 32">
            <a:extLst>
              <a:ext uri="{FF2B5EF4-FFF2-40B4-BE49-F238E27FC236}">
                <a16:creationId xmlns:a16="http://schemas.microsoft.com/office/drawing/2014/main" id="{A86B4264-9EDD-4F8E-A5BC-1F62F0314F9A}"/>
              </a:ext>
            </a:extLst>
          </p:cNvPr>
          <p:cNvSpPr/>
          <p:nvPr/>
        </p:nvSpPr>
        <p:spPr bwMode="gray">
          <a:xfrm>
            <a:off x="1873249" y="1911019"/>
            <a:ext cx="2449513" cy="360362"/>
          </a:xfrm>
          <a:prstGeom prst="roundRect">
            <a:avLst/>
          </a:prstGeom>
          <a:solidFill>
            <a:srgbClr val="30B5C5"/>
          </a:solidFill>
          <a:ln w="19050">
            <a:noFill/>
          </a:ln>
          <a:extLst>
            <a:ext uri="{909E8E84-426E-40dd-AFC4-6F175D3DCCD1}"/>
            <a:ext uri="{AF507438-7753-43e0-B8FC-AC1667EBCBE1}"/>
          </a:ex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36000" rIns="36000"/>
          <a:lstStyle/>
          <a:p>
            <a:pPr algn="ctr">
              <a:buClr>
                <a:srgbClr val="CC9900"/>
              </a:buClr>
              <a:defRPr/>
            </a:pPr>
            <a:r>
              <a:rPr lang="zh-CN" altLang="en-US" sz="15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网络设备</a:t>
            </a:r>
            <a:endParaRPr lang="zh-CN" altLang="en-US" sz="15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7" name="Rounded Rectangle 32">
            <a:extLst>
              <a:ext uri="{FF2B5EF4-FFF2-40B4-BE49-F238E27FC236}">
                <a16:creationId xmlns:a16="http://schemas.microsoft.com/office/drawing/2014/main" id="{4C56BAC3-5BAF-430C-A3F8-C98245654228}"/>
              </a:ext>
            </a:extLst>
          </p:cNvPr>
          <p:cNvSpPr/>
          <p:nvPr/>
        </p:nvSpPr>
        <p:spPr bwMode="gray">
          <a:xfrm>
            <a:off x="7334875" y="1911019"/>
            <a:ext cx="2449513" cy="360362"/>
          </a:xfrm>
          <a:prstGeom prst="roundRect">
            <a:avLst/>
          </a:prstGeom>
          <a:solidFill>
            <a:srgbClr val="30B5C5"/>
          </a:solidFill>
          <a:ln w="19050">
            <a:noFill/>
          </a:ln>
          <a:extLst>
            <a:ext uri="{909E8E84-426E-40dd-AFC4-6F175D3DCCD1}"/>
            <a:ext uri="{AF507438-7753-43e0-B8FC-AC1667EBCBE1}"/>
          </a:ex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36000" rIns="36000"/>
          <a:lstStyle/>
          <a:p>
            <a:pPr algn="ctr">
              <a:buClr>
                <a:srgbClr val="CC9900"/>
              </a:buClr>
              <a:defRPr/>
            </a:pPr>
            <a:r>
              <a:rPr lang="en-US" altLang="zh-CN" sz="15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Telemetry</a:t>
            </a:r>
            <a:r>
              <a:rPr lang="zh-CN" altLang="en-US" sz="15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数据使用端</a:t>
            </a:r>
            <a:endParaRPr lang="zh-CN" altLang="en-US" sz="15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37987C52-84A8-4CF0-BD14-16E6EBBEC5ED}"/>
              </a:ext>
            </a:extLst>
          </p:cNvPr>
          <p:cNvCxnSpPr>
            <a:cxnSpLocks/>
          </p:cNvCxnSpPr>
          <p:nvPr/>
        </p:nvCxnSpPr>
        <p:spPr bwMode="gray">
          <a:xfrm>
            <a:off x="1578056" y="6057569"/>
            <a:ext cx="9003278" cy="0"/>
          </a:xfrm>
          <a:prstGeom prst="straightConnector1">
            <a:avLst/>
          </a:prstGeom>
          <a:ln w="76200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占位符 3"/>
          <p:cNvSpPr txBox="1">
            <a:spLocks/>
          </p:cNvSpPr>
          <p:nvPr/>
        </p:nvSpPr>
        <p:spPr bwMode="gray">
          <a:xfrm>
            <a:off x="468317" y="1245063"/>
            <a:ext cx="11276183" cy="4680000"/>
          </a:xfrm>
          <a:prstGeom prst="rect">
            <a:avLst/>
          </a:prstGeom>
        </p:spPr>
        <p:txBody>
          <a:bodyPr/>
          <a:lstStyle>
            <a:lvl1pPr marL="302279" indent="-302279" algn="l" defTabSz="914034" rtl="0" eaLnBrk="1" latinLnBrk="0" hangingPunct="1">
              <a:lnSpc>
                <a:spcPct val="140000"/>
              </a:lnSpc>
              <a:spcBef>
                <a:spcPts val="792"/>
              </a:spcBef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8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51008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梯形 171">
            <a:extLst>
              <a:ext uri="{FF2B5EF4-FFF2-40B4-BE49-F238E27FC236}">
                <a16:creationId xmlns:a16="http://schemas.microsoft.com/office/drawing/2014/main" id="{D85F3B29-05A2-4930-B2A4-F365AA63E5EB}"/>
              </a:ext>
            </a:extLst>
          </p:cNvPr>
          <p:cNvSpPr/>
          <p:nvPr/>
        </p:nvSpPr>
        <p:spPr bwMode="gray">
          <a:xfrm>
            <a:off x="5008588" y="3666165"/>
            <a:ext cx="1711506" cy="2168784"/>
          </a:xfrm>
          <a:custGeom>
            <a:avLst/>
            <a:gdLst>
              <a:gd name="connsiteX0" fmla="*/ 0 w 2756437"/>
              <a:gd name="connsiteY0" fmla="*/ 635526 h 635526"/>
              <a:gd name="connsiteX1" fmla="*/ 481341 w 2756437"/>
              <a:gd name="connsiteY1" fmla="*/ 0 h 635526"/>
              <a:gd name="connsiteX2" fmla="*/ 2275096 w 2756437"/>
              <a:gd name="connsiteY2" fmla="*/ 0 h 635526"/>
              <a:gd name="connsiteX3" fmla="*/ 2756437 w 2756437"/>
              <a:gd name="connsiteY3" fmla="*/ 635526 h 635526"/>
              <a:gd name="connsiteX4" fmla="*/ 0 w 2756437"/>
              <a:gd name="connsiteY4" fmla="*/ 635526 h 635526"/>
              <a:gd name="connsiteX0" fmla="*/ 0 w 2705637"/>
              <a:gd name="connsiteY0" fmla="*/ 330726 h 635526"/>
              <a:gd name="connsiteX1" fmla="*/ 430541 w 2705637"/>
              <a:gd name="connsiteY1" fmla="*/ 0 h 635526"/>
              <a:gd name="connsiteX2" fmla="*/ 2224296 w 2705637"/>
              <a:gd name="connsiteY2" fmla="*/ 0 h 635526"/>
              <a:gd name="connsiteX3" fmla="*/ 2705637 w 2705637"/>
              <a:gd name="connsiteY3" fmla="*/ 635526 h 635526"/>
              <a:gd name="connsiteX4" fmla="*/ 0 w 2705637"/>
              <a:gd name="connsiteY4" fmla="*/ 330726 h 635526"/>
              <a:gd name="connsiteX0" fmla="*/ 0 w 2224296"/>
              <a:gd name="connsiteY0" fmla="*/ 330726 h 965726"/>
              <a:gd name="connsiteX1" fmla="*/ 430541 w 2224296"/>
              <a:gd name="connsiteY1" fmla="*/ 0 h 965726"/>
              <a:gd name="connsiteX2" fmla="*/ 2224296 w 2224296"/>
              <a:gd name="connsiteY2" fmla="*/ 0 h 965726"/>
              <a:gd name="connsiteX3" fmla="*/ 537 w 2224296"/>
              <a:gd name="connsiteY3" fmla="*/ 965726 h 965726"/>
              <a:gd name="connsiteX4" fmla="*/ 0 w 2224296"/>
              <a:gd name="connsiteY4" fmla="*/ 330726 h 965726"/>
              <a:gd name="connsiteX0" fmla="*/ 0 w 2224296"/>
              <a:gd name="connsiteY0" fmla="*/ 1562626 h 2197626"/>
              <a:gd name="connsiteX1" fmla="*/ 1840241 w 2224296"/>
              <a:gd name="connsiteY1" fmla="*/ 0 h 2197626"/>
              <a:gd name="connsiteX2" fmla="*/ 2224296 w 2224296"/>
              <a:gd name="connsiteY2" fmla="*/ 1231900 h 2197626"/>
              <a:gd name="connsiteX3" fmla="*/ 537 w 2224296"/>
              <a:gd name="connsiteY3" fmla="*/ 2197626 h 2197626"/>
              <a:gd name="connsiteX4" fmla="*/ 0 w 2224296"/>
              <a:gd name="connsiteY4" fmla="*/ 1562626 h 2197626"/>
              <a:gd name="connsiteX0" fmla="*/ 0 w 1919496"/>
              <a:gd name="connsiteY0" fmla="*/ 1562626 h 2197626"/>
              <a:gd name="connsiteX1" fmla="*/ 1840241 w 1919496"/>
              <a:gd name="connsiteY1" fmla="*/ 0 h 2197626"/>
              <a:gd name="connsiteX2" fmla="*/ 1919496 w 1919496"/>
              <a:gd name="connsiteY2" fmla="*/ 520700 h 2197626"/>
              <a:gd name="connsiteX3" fmla="*/ 537 w 1919496"/>
              <a:gd name="connsiteY3" fmla="*/ 2197626 h 2197626"/>
              <a:gd name="connsiteX4" fmla="*/ 0 w 1919496"/>
              <a:gd name="connsiteY4" fmla="*/ 1562626 h 2197626"/>
              <a:gd name="connsiteX0" fmla="*/ 75663 w 1995159"/>
              <a:gd name="connsiteY0" fmla="*/ 1562626 h 2261126"/>
              <a:gd name="connsiteX1" fmla="*/ 1915904 w 1995159"/>
              <a:gd name="connsiteY1" fmla="*/ 0 h 2261126"/>
              <a:gd name="connsiteX2" fmla="*/ 1995159 w 1995159"/>
              <a:gd name="connsiteY2" fmla="*/ 520700 h 2261126"/>
              <a:gd name="connsiteX3" fmla="*/ 0 w 1995159"/>
              <a:gd name="connsiteY3" fmla="*/ 2261126 h 2261126"/>
              <a:gd name="connsiteX4" fmla="*/ 75663 w 1995159"/>
              <a:gd name="connsiteY4" fmla="*/ 1562626 h 2261126"/>
              <a:gd name="connsiteX0" fmla="*/ 12163 w 1995159"/>
              <a:gd name="connsiteY0" fmla="*/ 1511826 h 2261126"/>
              <a:gd name="connsiteX1" fmla="*/ 1915904 w 1995159"/>
              <a:gd name="connsiteY1" fmla="*/ 0 h 2261126"/>
              <a:gd name="connsiteX2" fmla="*/ 1995159 w 1995159"/>
              <a:gd name="connsiteY2" fmla="*/ 520700 h 2261126"/>
              <a:gd name="connsiteX3" fmla="*/ 0 w 1995159"/>
              <a:gd name="connsiteY3" fmla="*/ 2261126 h 2261126"/>
              <a:gd name="connsiteX4" fmla="*/ 12163 w 1995159"/>
              <a:gd name="connsiteY4" fmla="*/ 1511826 h 2261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95159" h="2261126">
                <a:moveTo>
                  <a:pt x="12163" y="1511826"/>
                </a:moveTo>
                <a:lnTo>
                  <a:pt x="1915904" y="0"/>
                </a:lnTo>
                <a:lnTo>
                  <a:pt x="1995159" y="520700"/>
                </a:lnTo>
                <a:lnTo>
                  <a:pt x="0" y="2261126"/>
                </a:lnTo>
                <a:lnTo>
                  <a:pt x="12163" y="1511826"/>
                </a:ln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100000">
                <a:srgbClr val="30B5C5"/>
              </a:gs>
            </a:gsLst>
            <a:lin ang="5400000" scaled="1"/>
            <a:tileRect/>
          </a:gradFill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00B0F0"/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7E05F50-F8E5-4F4D-AF16-B9F9150C329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>
                <a:sym typeface="Huawei Sans" panose="020C0503030203020204" pitchFamily="34" charset="0"/>
              </a:rPr>
              <a:t>Telemetry</a:t>
            </a:r>
            <a:r>
              <a:rPr lang="zh-CN" altLang="en-US">
                <a:sym typeface="Huawei Sans" panose="020C0503030203020204" pitchFamily="34" charset="0"/>
              </a:rPr>
              <a:t>数据源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Telemetry</a:t>
            </a:r>
            <a:r>
              <a:rPr lang="zh-CN" altLang="en-US" sz="1800" dirty="0">
                <a:sym typeface="Huawei Sans" panose="020C0503030203020204" pitchFamily="34" charset="0"/>
              </a:rPr>
              <a:t>数据源定义了可被获取的数据。</a:t>
            </a:r>
            <a:r>
              <a:rPr lang="en-US" altLang="zh-CN" sz="1800" dirty="0">
                <a:sym typeface="Huawei Sans" panose="020C0503030203020204" pitchFamily="34" charset="0"/>
              </a:rPr>
              <a:t>Telemetry</a:t>
            </a:r>
            <a:r>
              <a:rPr lang="zh-CN" altLang="en-US" sz="1800" dirty="0">
                <a:sym typeface="Huawei Sans" panose="020C0503030203020204" pitchFamily="34" charset="0"/>
              </a:rPr>
              <a:t>采用</a:t>
            </a:r>
            <a:r>
              <a:rPr lang="en-US" altLang="zh-CN" sz="1800" dirty="0">
                <a:sym typeface="Huawei Sans" panose="020C0503030203020204" pitchFamily="34" charset="0"/>
              </a:rPr>
              <a:t>YANG</a:t>
            </a:r>
            <a:r>
              <a:rPr lang="zh-CN" altLang="en-US" sz="1800" dirty="0">
                <a:sym typeface="Huawei Sans" panose="020C0503030203020204" pitchFamily="34" charset="0"/>
              </a:rPr>
              <a:t>模型定义设备可获取数据源。支持各类</a:t>
            </a:r>
            <a:r>
              <a:rPr lang="en-US" altLang="zh-CN" sz="1800" dirty="0">
                <a:sym typeface="Huawei Sans" panose="020C0503030203020204" pitchFamily="34" charset="0"/>
              </a:rPr>
              <a:t>YANG</a:t>
            </a:r>
            <a:r>
              <a:rPr lang="zh-CN" altLang="en-US" sz="1800" dirty="0">
                <a:sym typeface="Huawei Sans" panose="020C0503030203020204" pitchFamily="34" charset="0"/>
              </a:rPr>
              <a:t>模型，包括</a:t>
            </a:r>
            <a:r>
              <a:rPr lang="en-US" altLang="zh-CN" sz="1800" dirty="0">
                <a:sym typeface="Huawei Sans" panose="020C0503030203020204" pitchFamily="34" charset="0"/>
              </a:rPr>
              <a:t>Huawei-YANG</a:t>
            </a:r>
            <a:r>
              <a:rPr lang="zh-CN" altLang="en-US" sz="1800" dirty="0">
                <a:sym typeface="Huawei Sans" panose="020C0503030203020204" pitchFamily="34" charset="0"/>
              </a:rPr>
              <a:t>、</a:t>
            </a:r>
            <a:r>
              <a:rPr lang="en-US" altLang="zh-CN" sz="1800" dirty="0">
                <a:sym typeface="Huawei Sans" panose="020C0503030203020204" pitchFamily="34" charset="0"/>
              </a:rPr>
              <a:t>IETF-YANG</a:t>
            </a:r>
            <a:r>
              <a:rPr lang="zh-CN" altLang="en-US" sz="1800" dirty="0">
                <a:sym typeface="Huawei Sans" panose="020C0503030203020204" pitchFamily="34" charset="0"/>
              </a:rPr>
              <a:t>和</a:t>
            </a:r>
            <a:r>
              <a:rPr lang="en-US" altLang="zh-CN" sz="1800" dirty="0" err="1">
                <a:sym typeface="Huawei Sans" panose="020C0503030203020204" pitchFamily="34" charset="0"/>
              </a:rPr>
              <a:t>OpenConfig</a:t>
            </a:r>
            <a:r>
              <a:rPr lang="en-US" altLang="zh-CN" sz="1800" dirty="0">
                <a:sym typeface="Huawei Sans" panose="020C0503030203020204" pitchFamily="34" charset="0"/>
              </a:rPr>
              <a:t>-YANG</a:t>
            </a:r>
            <a:r>
              <a:rPr lang="zh-CN" altLang="en-US" sz="1800" dirty="0">
                <a:sym typeface="Huawei Sans" panose="020C0503030203020204" pitchFamily="34" charset="0"/>
              </a:rPr>
              <a:t>。</a:t>
            </a: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6" name="燕尾形 27">
            <a:extLst>
              <a:ext uri="{FF2B5EF4-FFF2-40B4-BE49-F238E27FC236}">
                <a16:creationId xmlns:a16="http://schemas.microsoft.com/office/drawing/2014/main" id="{178DA290-551B-48C7-AD29-D92C57541F4D}"/>
              </a:ext>
            </a:extLst>
          </p:cNvPr>
          <p:cNvSpPr/>
          <p:nvPr/>
        </p:nvSpPr>
        <p:spPr bwMode="gray">
          <a:xfrm>
            <a:off x="10835310" y="124239"/>
            <a:ext cx="91219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数据推送</a:t>
            </a:r>
            <a:endParaRPr lang="en-US" altLang="zh-CN" sz="12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燕尾形 27">
            <a:extLst>
              <a:ext uri="{FF2B5EF4-FFF2-40B4-BE49-F238E27FC236}">
                <a16:creationId xmlns:a16="http://schemas.microsoft.com/office/drawing/2014/main" id="{59E12A5D-2A60-4046-84E2-6E08AB5684E2}"/>
              </a:ext>
            </a:extLst>
          </p:cNvPr>
          <p:cNvSpPr/>
          <p:nvPr/>
        </p:nvSpPr>
        <p:spPr bwMode="gray">
          <a:xfrm>
            <a:off x="9992932" y="124239"/>
            <a:ext cx="91219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数据生成</a:t>
            </a:r>
            <a:endParaRPr lang="en-US" altLang="zh-CN" sz="12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" name="燕尾形 27">
            <a:extLst>
              <a:ext uri="{FF2B5EF4-FFF2-40B4-BE49-F238E27FC236}">
                <a16:creationId xmlns:a16="http://schemas.microsoft.com/office/drawing/2014/main" id="{C05201DC-B48F-4CCE-B9CF-C5B5668A42D5}"/>
              </a:ext>
            </a:extLst>
          </p:cNvPr>
          <p:cNvSpPr/>
          <p:nvPr/>
        </p:nvSpPr>
        <p:spPr bwMode="gray">
          <a:xfrm>
            <a:off x="9150553" y="124239"/>
            <a:ext cx="91219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数据订阅</a:t>
            </a:r>
            <a:endParaRPr lang="en-US" altLang="zh-CN" sz="12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29A6720-BC42-46DE-9BCC-851D4626832C}"/>
              </a:ext>
            </a:extLst>
          </p:cNvPr>
          <p:cNvGrpSpPr/>
          <p:nvPr/>
        </p:nvGrpSpPr>
        <p:grpSpPr bwMode="gray">
          <a:xfrm>
            <a:off x="6726702" y="2565107"/>
            <a:ext cx="4018852" cy="3336581"/>
            <a:chOff x="1085815" y="2762345"/>
            <a:chExt cx="4018852" cy="3336581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176C0449-3853-4D8B-8EE1-527DD0A6F5FC}"/>
                </a:ext>
              </a:extLst>
            </p:cNvPr>
            <p:cNvSpPr/>
            <p:nvPr/>
          </p:nvSpPr>
          <p:spPr bwMode="gray">
            <a:xfrm>
              <a:off x="2155633" y="3904291"/>
              <a:ext cx="2816618" cy="48976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YANG Models</a:t>
              </a:r>
              <a:endPara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4139C349-9805-4373-8991-4C24E53DDE18}"/>
                </a:ext>
              </a:extLst>
            </p:cNvPr>
            <p:cNvSpPr/>
            <p:nvPr/>
          </p:nvSpPr>
          <p:spPr bwMode="gray">
            <a:xfrm>
              <a:off x="2155633" y="5609159"/>
              <a:ext cx="811637" cy="48976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SSH</a:t>
              </a:r>
              <a:endPara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D4F4C152-FC43-4E2B-92E3-264F0EAFC751}"/>
                </a:ext>
              </a:extLst>
            </p:cNvPr>
            <p:cNvSpPr/>
            <p:nvPr/>
          </p:nvSpPr>
          <p:spPr bwMode="gray">
            <a:xfrm>
              <a:off x="2155633" y="4459183"/>
              <a:ext cx="811637" cy="48976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XML</a:t>
              </a:r>
              <a:endPara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78C1E6E0-9B10-4D34-8CA3-32B4DAF35802}"/>
                </a:ext>
              </a:extLst>
            </p:cNvPr>
            <p:cNvSpPr/>
            <p:nvPr/>
          </p:nvSpPr>
          <p:spPr bwMode="gray">
            <a:xfrm>
              <a:off x="2155633" y="5033972"/>
              <a:ext cx="811637" cy="48976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NETCONF</a:t>
              </a:r>
              <a:endPara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92515789-1561-439F-BD74-2D82DC371935}"/>
                </a:ext>
              </a:extLst>
            </p:cNvPr>
            <p:cNvSpPr/>
            <p:nvPr/>
          </p:nvSpPr>
          <p:spPr bwMode="gray">
            <a:xfrm>
              <a:off x="3149074" y="5609159"/>
              <a:ext cx="1830317" cy="48976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HTTP</a:t>
              </a:r>
              <a:endPara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5C302F55-F87D-43B5-AF20-483DAE0E3205}"/>
                </a:ext>
              </a:extLst>
            </p:cNvPr>
            <p:cNvSpPr/>
            <p:nvPr/>
          </p:nvSpPr>
          <p:spPr bwMode="gray">
            <a:xfrm>
              <a:off x="3149074" y="4459183"/>
              <a:ext cx="811637" cy="48976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JSON</a:t>
              </a:r>
              <a:endPara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EF96E568-3550-478B-8DD5-2F699B4A6F08}"/>
                </a:ext>
              </a:extLst>
            </p:cNvPr>
            <p:cNvSpPr/>
            <p:nvPr/>
          </p:nvSpPr>
          <p:spPr bwMode="gray">
            <a:xfrm>
              <a:off x="4226944" y="4459183"/>
              <a:ext cx="750169" cy="48976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GPB</a:t>
              </a:r>
              <a:endPara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1813EBD9-01C3-470E-AD6D-0F00AEFC4B18}"/>
                </a:ext>
              </a:extLst>
            </p:cNvPr>
            <p:cNvSpPr/>
            <p:nvPr/>
          </p:nvSpPr>
          <p:spPr bwMode="gray">
            <a:xfrm>
              <a:off x="3149074" y="5033972"/>
              <a:ext cx="811637" cy="48976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RESTCONF</a:t>
              </a:r>
              <a:endPara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76F6D7BC-0BE4-49EF-81CF-889DFEB7EFA5}"/>
                </a:ext>
              </a:extLst>
            </p:cNvPr>
            <p:cNvSpPr/>
            <p:nvPr/>
          </p:nvSpPr>
          <p:spPr bwMode="gray">
            <a:xfrm>
              <a:off x="4225048" y="5033972"/>
              <a:ext cx="752065" cy="48976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gRPC</a:t>
              </a:r>
              <a:endPara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7C8BC3C0-CD13-4ACF-B9E0-6AB5F51FCED9}"/>
                </a:ext>
              </a:extLst>
            </p:cNvPr>
            <p:cNvSpPr/>
            <p:nvPr/>
          </p:nvSpPr>
          <p:spPr bwMode="gray">
            <a:xfrm>
              <a:off x="1167702" y="3328324"/>
              <a:ext cx="3809411" cy="48976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VRP </a:t>
              </a:r>
              <a:r>
                <a:rPr lang="zh-CN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中央处理模块</a:t>
              </a: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E53A8513-17CF-4737-BB9A-803CB4363099}"/>
                </a:ext>
              </a:extLst>
            </p:cNvPr>
            <p:cNvSpPr/>
            <p:nvPr/>
          </p:nvSpPr>
          <p:spPr bwMode="gray">
            <a:xfrm>
              <a:off x="1167702" y="2762345"/>
              <a:ext cx="3804550" cy="48976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CPU/NP</a:t>
              </a:r>
              <a:endPara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67A6D38E-BD93-41FC-A6B9-B0184C9CCC41}"/>
                </a:ext>
              </a:extLst>
            </p:cNvPr>
            <p:cNvSpPr/>
            <p:nvPr/>
          </p:nvSpPr>
          <p:spPr bwMode="gray">
            <a:xfrm>
              <a:off x="1167702" y="3904291"/>
              <a:ext cx="806128" cy="48976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MIB</a:t>
              </a:r>
              <a:endPara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2D7E49F4-EC37-4DF2-B368-50FF842F3EA7}"/>
                </a:ext>
              </a:extLst>
            </p:cNvPr>
            <p:cNvSpPr/>
            <p:nvPr/>
          </p:nvSpPr>
          <p:spPr bwMode="gray">
            <a:xfrm>
              <a:off x="1162193" y="5033972"/>
              <a:ext cx="811637" cy="48976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SNMP</a:t>
              </a:r>
              <a:endPara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8A636F93-C749-479F-8796-E24BED6E88B2}"/>
                </a:ext>
              </a:extLst>
            </p:cNvPr>
            <p:cNvSpPr/>
            <p:nvPr/>
          </p:nvSpPr>
          <p:spPr bwMode="gray">
            <a:xfrm>
              <a:off x="1167701" y="5609159"/>
              <a:ext cx="806128" cy="48976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UDP</a:t>
              </a:r>
              <a:endPara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1461EACB-1338-41F3-9D28-D4A8704E3269}"/>
                </a:ext>
              </a:extLst>
            </p:cNvPr>
            <p:cNvSpPr/>
            <p:nvPr/>
          </p:nvSpPr>
          <p:spPr bwMode="gray">
            <a:xfrm>
              <a:off x="1162192" y="4459183"/>
              <a:ext cx="811637" cy="48976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BER</a:t>
              </a:r>
              <a:endPara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981207F7-F831-4056-83BF-FB6C47F73A54}"/>
                </a:ext>
              </a:extLst>
            </p:cNvPr>
            <p:cNvSpPr/>
            <p:nvPr/>
          </p:nvSpPr>
          <p:spPr bwMode="gray">
            <a:xfrm>
              <a:off x="1085815" y="3890391"/>
              <a:ext cx="4018852" cy="501437"/>
            </a:xfrm>
            <a:prstGeom prst="rect">
              <a:avLst/>
            </a:prstGeom>
            <a:noFill/>
            <a:ln w="50800">
              <a:solidFill>
                <a:srgbClr val="EC706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171" name="Content Placeholder 2">
            <a:extLst>
              <a:ext uri="{FF2B5EF4-FFF2-40B4-BE49-F238E27FC236}">
                <a16:creationId xmlns:a16="http://schemas.microsoft.com/office/drawing/2014/main" id="{882A8738-3C86-48D6-8513-B369297EB618}"/>
              </a:ext>
            </a:extLst>
          </p:cNvPr>
          <p:cNvSpPr txBox="1">
            <a:spLocks/>
          </p:cNvSpPr>
          <p:nvPr/>
        </p:nvSpPr>
        <p:spPr bwMode="gray">
          <a:xfrm>
            <a:off x="7411814" y="2018478"/>
            <a:ext cx="2598100" cy="389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8355" tIns="39177" rIns="78355" bIns="39177" numCol="1" anchor="t" anchorCtr="0" compatLnSpc="1">
            <a:prstTxWarp prst="textNoShape">
              <a:avLst/>
            </a:prstTxWarp>
            <a:spAutoFit/>
          </a:bodyPr>
          <a:lstStyle>
            <a:lvl1pPr marL="293688" indent="-293688" algn="l" defTabSz="784225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6588" indent="-244475" algn="l" defTabSz="784225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5F5F5F"/>
              </a:buClr>
              <a:buFont typeface="Wingdings 3" panose="05040102010807070707" pitchFamily="18" charset="2"/>
              <a:buChar char="["/>
              <a:defRPr>
                <a:solidFill>
                  <a:schemeClr val="tx1"/>
                </a:solidFill>
                <a:latin typeface="+mn-lt"/>
                <a:ea typeface="+mn-ea"/>
              </a:defRPr>
            </a:lvl2pPr>
            <a:lvl3pPr marL="979488" indent="-195263" algn="l" defTabSz="784225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-196850" algn="l" defTabSz="784225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Font typeface="Arial" panose="020B0604020202020204" pitchFamily="34" charset="0"/>
              <a:buChar char="▪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1763713" indent="-196850" algn="l" defTabSz="784225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+mn-lt"/>
                <a:ea typeface="宋体" pitchFamily="2" charset="-122"/>
              </a:defRPr>
            </a:lvl5pPr>
            <a:lvl6pPr marL="2220913" indent="-196850" algn="l" defTabSz="784225" rtl="0" fontAlgn="base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+mn-lt"/>
                <a:ea typeface="宋体" pitchFamily="2" charset="-122"/>
              </a:defRPr>
            </a:lvl6pPr>
            <a:lvl7pPr marL="2678113" indent="-196850" algn="l" defTabSz="784225" rtl="0" fontAlgn="base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+mn-lt"/>
                <a:ea typeface="宋体" pitchFamily="2" charset="-122"/>
              </a:defRPr>
            </a:lvl7pPr>
            <a:lvl8pPr marL="3135313" indent="-196850" algn="l" defTabSz="784225" rtl="0" fontAlgn="base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+mn-lt"/>
                <a:ea typeface="宋体" pitchFamily="2" charset="-122"/>
              </a:defRPr>
            </a:lvl8pPr>
            <a:lvl9pPr marL="3592513" indent="-196850" algn="l" defTabSz="784225" rtl="0" fontAlgn="base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+mn-lt"/>
                <a:ea typeface="宋体" pitchFamily="2" charset="-122"/>
              </a:defRPr>
            </a:lvl9pPr>
          </a:lstStyle>
          <a:p>
            <a:pPr marL="0" indent="0" algn="just">
              <a:buClr>
                <a:schemeClr val="bg2"/>
              </a:buClr>
              <a:buSzPct val="100000"/>
              <a:buNone/>
            </a:pPr>
            <a:r>
              <a:rPr lang="zh-CN" altLang="en-US" b="1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数据源在协议栈的位置</a:t>
            </a:r>
            <a:endParaRPr kumimoji="0" lang="en-US" altLang="zh-CN" b="1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3" name="矩形 172">
            <a:extLst>
              <a:ext uri="{FF2B5EF4-FFF2-40B4-BE49-F238E27FC236}">
                <a16:creationId xmlns:a16="http://schemas.microsoft.com/office/drawing/2014/main" id="{D23BADF0-79C6-48E7-B673-7362E8CCC11F}"/>
              </a:ext>
            </a:extLst>
          </p:cNvPr>
          <p:cNvSpPr/>
          <p:nvPr/>
        </p:nvSpPr>
        <p:spPr bwMode="gray">
          <a:xfrm>
            <a:off x="1000125" y="5129021"/>
            <a:ext cx="3975402" cy="819565"/>
          </a:xfrm>
          <a:prstGeom prst="rect">
            <a:avLst/>
          </a:prstGeom>
          <a:noFill/>
          <a:ln w="50800">
            <a:solidFill>
              <a:srgbClr val="EC70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5" name="文本占位符 3"/>
          <p:cNvSpPr txBox="1">
            <a:spLocks/>
          </p:cNvSpPr>
          <p:nvPr/>
        </p:nvSpPr>
        <p:spPr bwMode="gray">
          <a:xfrm>
            <a:off x="468317" y="1245063"/>
            <a:ext cx="11276183" cy="4680000"/>
          </a:xfrm>
          <a:prstGeom prst="rect">
            <a:avLst/>
          </a:prstGeom>
        </p:spPr>
        <p:txBody>
          <a:bodyPr/>
          <a:lstStyle>
            <a:lvl1pPr marL="302279" indent="-302279" algn="l" defTabSz="914034" rtl="0" eaLnBrk="1" latinLnBrk="0" hangingPunct="1">
              <a:lnSpc>
                <a:spcPct val="140000"/>
              </a:lnSpc>
              <a:spcBef>
                <a:spcPts val="792"/>
              </a:spcBef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8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74" name="直接连接符 173">
            <a:extLst>
              <a:ext uri="{FF2B5EF4-FFF2-40B4-BE49-F238E27FC236}">
                <a16:creationId xmlns:a16="http://schemas.microsoft.com/office/drawing/2014/main" id="{0676221F-B438-45DC-A994-70E56635D2B2}"/>
              </a:ext>
            </a:extLst>
          </p:cNvPr>
          <p:cNvCxnSpPr>
            <a:stCxn id="190" idx="0"/>
            <a:endCxn id="185" idx="4"/>
          </p:cNvCxnSpPr>
          <p:nvPr/>
        </p:nvCxnSpPr>
        <p:spPr bwMode="gray">
          <a:xfrm flipH="1" flipV="1">
            <a:off x="2051217" y="5309386"/>
            <a:ext cx="242234" cy="417563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接连接符 175">
            <a:extLst>
              <a:ext uri="{FF2B5EF4-FFF2-40B4-BE49-F238E27FC236}">
                <a16:creationId xmlns:a16="http://schemas.microsoft.com/office/drawing/2014/main" id="{259AAA17-8693-4D90-B919-3D4BF87AA029}"/>
              </a:ext>
            </a:extLst>
          </p:cNvPr>
          <p:cNvCxnSpPr>
            <a:stCxn id="185" idx="4"/>
            <a:endCxn id="187" idx="0"/>
          </p:cNvCxnSpPr>
          <p:nvPr/>
        </p:nvCxnSpPr>
        <p:spPr bwMode="gray">
          <a:xfrm flipH="1">
            <a:off x="1789395" y="5309386"/>
            <a:ext cx="261822" cy="417563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矩形 176">
            <a:extLst>
              <a:ext uri="{FF2B5EF4-FFF2-40B4-BE49-F238E27FC236}">
                <a16:creationId xmlns:a16="http://schemas.microsoft.com/office/drawing/2014/main" id="{B10215FE-C623-4F0A-B37D-DA48B3B33DC5}"/>
              </a:ext>
            </a:extLst>
          </p:cNvPr>
          <p:cNvSpPr/>
          <p:nvPr/>
        </p:nvSpPr>
        <p:spPr bwMode="gray">
          <a:xfrm>
            <a:off x="1193724" y="2575093"/>
            <a:ext cx="3600000" cy="595271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数据</a:t>
            </a:r>
            <a:r>
              <a:rPr kumimoji="1"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搜集</a:t>
            </a:r>
            <a:endParaRPr kumimoji="1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5FC892B7-9D2B-4A12-939B-F1224E9A6624}"/>
              </a:ext>
            </a:extLst>
          </p:cNvPr>
          <p:cNvSpPr/>
          <p:nvPr/>
        </p:nvSpPr>
        <p:spPr bwMode="gray">
          <a:xfrm>
            <a:off x="1193724" y="3602493"/>
            <a:ext cx="1800000" cy="82423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</a:t>
            </a:r>
            <a:r>
              <a:rPr kumimoji="1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订阅</a:t>
            </a:r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225D9C9C-719D-4E23-A85E-F0073EC754F7}"/>
              </a:ext>
            </a:extLst>
          </p:cNvPr>
          <p:cNvSpPr/>
          <p:nvPr/>
        </p:nvSpPr>
        <p:spPr bwMode="gray">
          <a:xfrm>
            <a:off x="2993724" y="3602493"/>
            <a:ext cx="1800000" cy="82423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</a:t>
            </a:r>
            <a:r>
              <a:rPr kumimoji="1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推送</a:t>
            </a:r>
          </a:p>
        </p:txBody>
      </p:sp>
      <p:sp>
        <p:nvSpPr>
          <p:cNvPr id="180" name="矩形 179">
            <a:extLst>
              <a:ext uri="{FF2B5EF4-FFF2-40B4-BE49-F238E27FC236}">
                <a16:creationId xmlns:a16="http://schemas.microsoft.com/office/drawing/2014/main" id="{54AEBBE6-AD0B-475A-8A15-2AAD17300598}"/>
              </a:ext>
            </a:extLst>
          </p:cNvPr>
          <p:cNvSpPr/>
          <p:nvPr/>
        </p:nvSpPr>
        <p:spPr bwMode="gray">
          <a:xfrm>
            <a:off x="1193724" y="4433233"/>
            <a:ext cx="3600000" cy="69999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数据生成</a:t>
            </a:r>
          </a:p>
        </p:txBody>
      </p:sp>
      <p:sp>
        <p:nvSpPr>
          <p:cNvPr id="181" name="上箭头 36">
            <a:extLst>
              <a:ext uri="{FF2B5EF4-FFF2-40B4-BE49-F238E27FC236}">
                <a16:creationId xmlns:a16="http://schemas.microsoft.com/office/drawing/2014/main" id="{708FF781-25CE-4F45-B700-F2D982206070}"/>
              </a:ext>
            </a:extLst>
          </p:cNvPr>
          <p:cNvSpPr/>
          <p:nvPr/>
        </p:nvSpPr>
        <p:spPr bwMode="gray">
          <a:xfrm>
            <a:off x="3714004" y="3170365"/>
            <a:ext cx="288000" cy="432128"/>
          </a:xfrm>
          <a:prstGeom prst="upArrow">
            <a:avLst/>
          </a:prstGeom>
          <a:solidFill>
            <a:srgbClr val="00206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2" name="下箭头 37">
            <a:extLst>
              <a:ext uri="{FF2B5EF4-FFF2-40B4-BE49-F238E27FC236}">
                <a16:creationId xmlns:a16="http://schemas.microsoft.com/office/drawing/2014/main" id="{DD43717A-ED12-46A3-88B5-35E98D96E04F}"/>
              </a:ext>
            </a:extLst>
          </p:cNvPr>
          <p:cNvSpPr/>
          <p:nvPr/>
        </p:nvSpPr>
        <p:spPr bwMode="gray">
          <a:xfrm>
            <a:off x="1985844" y="3170365"/>
            <a:ext cx="288000" cy="432128"/>
          </a:xfrm>
          <a:prstGeom prst="downArrow">
            <a:avLst/>
          </a:prstGeom>
          <a:solidFill>
            <a:srgbClr val="00206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id="{77D99D38-263D-48B2-A13F-A11E2D238F43}"/>
              </a:ext>
            </a:extLst>
          </p:cNvPr>
          <p:cNvSpPr/>
          <p:nvPr/>
        </p:nvSpPr>
        <p:spPr bwMode="gray">
          <a:xfrm>
            <a:off x="1193724" y="5134293"/>
            <a:ext cx="3600000" cy="75619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</a:t>
            </a:r>
            <a:r>
              <a:rPr kumimoji="1"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源</a:t>
            </a:r>
            <a:endParaRPr kumimoji="1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4" name="文本框 183">
            <a:extLst>
              <a:ext uri="{FF2B5EF4-FFF2-40B4-BE49-F238E27FC236}">
                <a16:creationId xmlns:a16="http://schemas.microsoft.com/office/drawing/2014/main" id="{C47FB0C8-2D41-4700-9156-14492BCAF189}"/>
              </a:ext>
            </a:extLst>
          </p:cNvPr>
          <p:cNvSpPr txBox="1"/>
          <p:nvPr/>
        </p:nvSpPr>
        <p:spPr bwMode="gray">
          <a:xfrm>
            <a:off x="3940676" y="3638032"/>
            <a:ext cx="763200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UDP</a:t>
            </a:r>
            <a:endParaRPr lang="zh-CN" altLang="en-US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5" name="椭圆 184">
            <a:extLst>
              <a:ext uri="{FF2B5EF4-FFF2-40B4-BE49-F238E27FC236}">
                <a16:creationId xmlns:a16="http://schemas.microsoft.com/office/drawing/2014/main" id="{1FB4B6F3-34FB-456E-9DBB-CF5959F03771}"/>
              </a:ext>
            </a:extLst>
          </p:cNvPr>
          <p:cNvSpPr>
            <a:spLocks noChangeAspect="1"/>
          </p:cNvSpPr>
          <p:nvPr/>
        </p:nvSpPr>
        <p:spPr bwMode="gray">
          <a:xfrm>
            <a:off x="1997217" y="5201386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6" name="椭圆 185">
            <a:extLst>
              <a:ext uri="{FF2B5EF4-FFF2-40B4-BE49-F238E27FC236}">
                <a16:creationId xmlns:a16="http://schemas.microsoft.com/office/drawing/2014/main" id="{9341B8D6-27C3-497F-A9A3-C5339D599BDB}"/>
              </a:ext>
            </a:extLst>
          </p:cNvPr>
          <p:cNvSpPr>
            <a:spLocks noChangeAspect="1"/>
          </p:cNvSpPr>
          <p:nvPr/>
        </p:nvSpPr>
        <p:spPr bwMode="gray">
          <a:xfrm>
            <a:off x="1843395" y="5490394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7" name="椭圆 186">
            <a:extLst>
              <a:ext uri="{FF2B5EF4-FFF2-40B4-BE49-F238E27FC236}">
                <a16:creationId xmlns:a16="http://schemas.microsoft.com/office/drawing/2014/main" id="{66D60ADB-D45B-417C-9F11-D4C719E8F6C8}"/>
              </a:ext>
            </a:extLst>
          </p:cNvPr>
          <p:cNvSpPr>
            <a:spLocks noChangeAspect="1"/>
          </p:cNvSpPr>
          <p:nvPr/>
        </p:nvSpPr>
        <p:spPr bwMode="gray">
          <a:xfrm>
            <a:off x="1735395" y="5726949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8" name="椭圆 187">
            <a:extLst>
              <a:ext uri="{FF2B5EF4-FFF2-40B4-BE49-F238E27FC236}">
                <a16:creationId xmlns:a16="http://schemas.microsoft.com/office/drawing/2014/main" id="{B4323A62-6CB3-455E-829A-0CE17A7BFF06}"/>
              </a:ext>
            </a:extLst>
          </p:cNvPr>
          <p:cNvSpPr>
            <a:spLocks noChangeAspect="1"/>
          </p:cNvSpPr>
          <p:nvPr/>
        </p:nvSpPr>
        <p:spPr bwMode="gray">
          <a:xfrm>
            <a:off x="2131427" y="5490394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9" name="椭圆 188">
            <a:extLst>
              <a:ext uri="{FF2B5EF4-FFF2-40B4-BE49-F238E27FC236}">
                <a16:creationId xmlns:a16="http://schemas.microsoft.com/office/drawing/2014/main" id="{0B30B409-97C2-4393-B291-FB114221E5A7}"/>
              </a:ext>
            </a:extLst>
          </p:cNvPr>
          <p:cNvSpPr>
            <a:spLocks noChangeAspect="1"/>
          </p:cNvSpPr>
          <p:nvPr/>
        </p:nvSpPr>
        <p:spPr bwMode="gray">
          <a:xfrm>
            <a:off x="1997217" y="5726949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0" name="椭圆 189">
            <a:extLst>
              <a:ext uri="{FF2B5EF4-FFF2-40B4-BE49-F238E27FC236}">
                <a16:creationId xmlns:a16="http://schemas.microsoft.com/office/drawing/2014/main" id="{BF9C1601-8882-4585-A312-559B698F9BAA}"/>
              </a:ext>
            </a:extLst>
          </p:cNvPr>
          <p:cNvSpPr>
            <a:spLocks noChangeAspect="1"/>
          </p:cNvSpPr>
          <p:nvPr/>
        </p:nvSpPr>
        <p:spPr bwMode="gray">
          <a:xfrm>
            <a:off x="2239451" y="5726949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91" name="直接连接符 190">
            <a:extLst>
              <a:ext uri="{FF2B5EF4-FFF2-40B4-BE49-F238E27FC236}">
                <a16:creationId xmlns:a16="http://schemas.microsoft.com/office/drawing/2014/main" id="{A1DF4C5E-D580-4151-8868-48BCD6AF6D86}"/>
              </a:ext>
            </a:extLst>
          </p:cNvPr>
          <p:cNvCxnSpPr>
            <a:stCxn id="188" idx="4"/>
            <a:endCxn id="189" idx="0"/>
          </p:cNvCxnSpPr>
          <p:nvPr/>
        </p:nvCxnSpPr>
        <p:spPr bwMode="gray">
          <a:xfrm flipH="1">
            <a:off x="2051217" y="5598394"/>
            <a:ext cx="134210" cy="128555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2" name="组合 191">
            <a:extLst>
              <a:ext uri="{FF2B5EF4-FFF2-40B4-BE49-F238E27FC236}">
                <a16:creationId xmlns:a16="http://schemas.microsoft.com/office/drawing/2014/main" id="{200DF4B5-CD22-45E4-8F34-6B6FF7DA0B6E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3786012" y="5170485"/>
            <a:ext cx="726306" cy="720000"/>
            <a:chOff x="7668754" y="1425755"/>
            <a:chExt cx="2832865" cy="2808272"/>
          </a:xfrm>
        </p:grpSpPr>
        <p:cxnSp>
          <p:nvCxnSpPr>
            <p:cNvPr id="193" name="直接连接符 192">
              <a:extLst>
                <a:ext uri="{FF2B5EF4-FFF2-40B4-BE49-F238E27FC236}">
                  <a16:creationId xmlns:a16="http://schemas.microsoft.com/office/drawing/2014/main" id="{2D91241B-454F-4C15-835F-510434F6F1BD}"/>
                </a:ext>
              </a:extLst>
            </p:cNvPr>
            <p:cNvCxnSpPr/>
            <p:nvPr/>
          </p:nvCxnSpPr>
          <p:spPr bwMode="gray">
            <a:xfrm>
              <a:off x="8111944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直接连接符 193">
              <a:extLst>
                <a:ext uri="{FF2B5EF4-FFF2-40B4-BE49-F238E27FC236}">
                  <a16:creationId xmlns:a16="http://schemas.microsoft.com/office/drawing/2014/main" id="{9A9590CE-FAC0-4CE1-B72F-95AA851BBC56}"/>
                </a:ext>
              </a:extLst>
            </p:cNvPr>
            <p:cNvCxnSpPr/>
            <p:nvPr/>
          </p:nvCxnSpPr>
          <p:spPr bwMode="gray">
            <a:xfrm>
              <a:off x="8192953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接连接符 194">
              <a:extLst>
                <a:ext uri="{FF2B5EF4-FFF2-40B4-BE49-F238E27FC236}">
                  <a16:creationId xmlns:a16="http://schemas.microsoft.com/office/drawing/2014/main" id="{3AF468B2-0C7B-4F3E-8DFC-E464F0A10F65}"/>
                </a:ext>
              </a:extLst>
            </p:cNvPr>
            <p:cNvCxnSpPr/>
            <p:nvPr/>
          </p:nvCxnSpPr>
          <p:spPr bwMode="gray">
            <a:xfrm>
              <a:off x="8273962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直接连接符 195">
              <a:extLst>
                <a:ext uri="{FF2B5EF4-FFF2-40B4-BE49-F238E27FC236}">
                  <a16:creationId xmlns:a16="http://schemas.microsoft.com/office/drawing/2014/main" id="{D59A120E-3CB1-4383-A308-00A543B8A938}"/>
                </a:ext>
              </a:extLst>
            </p:cNvPr>
            <p:cNvCxnSpPr/>
            <p:nvPr/>
          </p:nvCxnSpPr>
          <p:spPr bwMode="gray">
            <a:xfrm>
              <a:off x="8354971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直接连接符 196">
              <a:extLst>
                <a:ext uri="{FF2B5EF4-FFF2-40B4-BE49-F238E27FC236}">
                  <a16:creationId xmlns:a16="http://schemas.microsoft.com/office/drawing/2014/main" id="{18D5510D-84AB-421F-8756-1A40FF53C263}"/>
                </a:ext>
              </a:extLst>
            </p:cNvPr>
            <p:cNvCxnSpPr/>
            <p:nvPr/>
          </p:nvCxnSpPr>
          <p:spPr bwMode="gray">
            <a:xfrm>
              <a:off x="8435980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直接连接符 197">
              <a:extLst>
                <a:ext uri="{FF2B5EF4-FFF2-40B4-BE49-F238E27FC236}">
                  <a16:creationId xmlns:a16="http://schemas.microsoft.com/office/drawing/2014/main" id="{1612010A-43AE-4816-BA8E-1F52AF6F7958}"/>
                </a:ext>
              </a:extLst>
            </p:cNvPr>
            <p:cNvCxnSpPr/>
            <p:nvPr/>
          </p:nvCxnSpPr>
          <p:spPr bwMode="gray">
            <a:xfrm>
              <a:off x="8516989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接连接符 198">
              <a:extLst>
                <a:ext uri="{FF2B5EF4-FFF2-40B4-BE49-F238E27FC236}">
                  <a16:creationId xmlns:a16="http://schemas.microsoft.com/office/drawing/2014/main" id="{B7DB17DE-F3AA-4E7A-9660-5D146EBECEA9}"/>
                </a:ext>
              </a:extLst>
            </p:cNvPr>
            <p:cNvCxnSpPr/>
            <p:nvPr/>
          </p:nvCxnSpPr>
          <p:spPr bwMode="gray">
            <a:xfrm>
              <a:off x="8597998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直接连接符 199">
              <a:extLst>
                <a:ext uri="{FF2B5EF4-FFF2-40B4-BE49-F238E27FC236}">
                  <a16:creationId xmlns:a16="http://schemas.microsoft.com/office/drawing/2014/main" id="{F6BC6280-2E63-47D7-874E-5A60270A0F79}"/>
                </a:ext>
              </a:extLst>
            </p:cNvPr>
            <p:cNvCxnSpPr/>
            <p:nvPr/>
          </p:nvCxnSpPr>
          <p:spPr bwMode="gray">
            <a:xfrm>
              <a:off x="8679007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直接连接符 200">
              <a:extLst>
                <a:ext uri="{FF2B5EF4-FFF2-40B4-BE49-F238E27FC236}">
                  <a16:creationId xmlns:a16="http://schemas.microsoft.com/office/drawing/2014/main" id="{092F718B-F5DA-4259-93C6-87C3FCAF28A8}"/>
                </a:ext>
              </a:extLst>
            </p:cNvPr>
            <p:cNvCxnSpPr/>
            <p:nvPr/>
          </p:nvCxnSpPr>
          <p:spPr bwMode="gray">
            <a:xfrm>
              <a:off x="8760016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接连接符 201">
              <a:extLst>
                <a:ext uri="{FF2B5EF4-FFF2-40B4-BE49-F238E27FC236}">
                  <a16:creationId xmlns:a16="http://schemas.microsoft.com/office/drawing/2014/main" id="{2F4F523C-324D-4144-B390-23B843B3FC84}"/>
                </a:ext>
              </a:extLst>
            </p:cNvPr>
            <p:cNvCxnSpPr/>
            <p:nvPr/>
          </p:nvCxnSpPr>
          <p:spPr bwMode="gray">
            <a:xfrm>
              <a:off x="8841025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接连接符 202">
              <a:extLst>
                <a:ext uri="{FF2B5EF4-FFF2-40B4-BE49-F238E27FC236}">
                  <a16:creationId xmlns:a16="http://schemas.microsoft.com/office/drawing/2014/main" id="{B21DDF58-D7A9-4F91-8C9A-6919874A2CCB}"/>
                </a:ext>
              </a:extLst>
            </p:cNvPr>
            <p:cNvCxnSpPr/>
            <p:nvPr/>
          </p:nvCxnSpPr>
          <p:spPr bwMode="gray">
            <a:xfrm>
              <a:off x="8922034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直接连接符 203">
              <a:extLst>
                <a:ext uri="{FF2B5EF4-FFF2-40B4-BE49-F238E27FC236}">
                  <a16:creationId xmlns:a16="http://schemas.microsoft.com/office/drawing/2014/main" id="{24359226-A670-41EA-9F4A-1BF0B7F895C5}"/>
                </a:ext>
              </a:extLst>
            </p:cNvPr>
            <p:cNvCxnSpPr/>
            <p:nvPr/>
          </p:nvCxnSpPr>
          <p:spPr bwMode="gray">
            <a:xfrm>
              <a:off x="9003043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直接连接符 204">
              <a:extLst>
                <a:ext uri="{FF2B5EF4-FFF2-40B4-BE49-F238E27FC236}">
                  <a16:creationId xmlns:a16="http://schemas.microsoft.com/office/drawing/2014/main" id="{16B6BACA-C1A4-4A89-8BD6-8C83D3089C88}"/>
                </a:ext>
              </a:extLst>
            </p:cNvPr>
            <p:cNvCxnSpPr/>
            <p:nvPr/>
          </p:nvCxnSpPr>
          <p:spPr bwMode="gray">
            <a:xfrm>
              <a:off x="9084052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接连接符 205">
              <a:extLst>
                <a:ext uri="{FF2B5EF4-FFF2-40B4-BE49-F238E27FC236}">
                  <a16:creationId xmlns:a16="http://schemas.microsoft.com/office/drawing/2014/main" id="{1770DF74-EB59-4168-A979-3550DB06BBDA}"/>
                </a:ext>
              </a:extLst>
            </p:cNvPr>
            <p:cNvCxnSpPr/>
            <p:nvPr/>
          </p:nvCxnSpPr>
          <p:spPr bwMode="gray">
            <a:xfrm>
              <a:off x="9165061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连接符 206">
              <a:extLst>
                <a:ext uri="{FF2B5EF4-FFF2-40B4-BE49-F238E27FC236}">
                  <a16:creationId xmlns:a16="http://schemas.microsoft.com/office/drawing/2014/main" id="{A8E5DD61-FEA2-43B6-B9A8-18A0F9C51ACF}"/>
                </a:ext>
              </a:extLst>
            </p:cNvPr>
            <p:cNvCxnSpPr/>
            <p:nvPr/>
          </p:nvCxnSpPr>
          <p:spPr bwMode="gray">
            <a:xfrm>
              <a:off x="9246070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接连接符 207">
              <a:extLst>
                <a:ext uri="{FF2B5EF4-FFF2-40B4-BE49-F238E27FC236}">
                  <a16:creationId xmlns:a16="http://schemas.microsoft.com/office/drawing/2014/main" id="{F739AB7E-EFD6-4F2B-8C2F-941C2E76E69E}"/>
                </a:ext>
              </a:extLst>
            </p:cNvPr>
            <p:cNvCxnSpPr/>
            <p:nvPr/>
          </p:nvCxnSpPr>
          <p:spPr bwMode="gray">
            <a:xfrm>
              <a:off x="9327079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接连接符 208">
              <a:extLst>
                <a:ext uri="{FF2B5EF4-FFF2-40B4-BE49-F238E27FC236}">
                  <a16:creationId xmlns:a16="http://schemas.microsoft.com/office/drawing/2014/main" id="{B6EEB81B-C186-4D34-BDF1-B7236B566AE8}"/>
                </a:ext>
              </a:extLst>
            </p:cNvPr>
            <p:cNvCxnSpPr/>
            <p:nvPr/>
          </p:nvCxnSpPr>
          <p:spPr bwMode="gray">
            <a:xfrm>
              <a:off x="9408088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接连接符 209">
              <a:extLst>
                <a:ext uri="{FF2B5EF4-FFF2-40B4-BE49-F238E27FC236}">
                  <a16:creationId xmlns:a16="http://schemas.microsoft.com/office/drawing/2014/main" id="{B84F94C7-7523-4DC6-8AEE-EBA50ECCBCAD}"/>
                </a:ext>
              </a:extLst>
            </p:cNvPr>
            <p:cNvCxnSpPr/>
            <p:nvPr/>
          </p:nvCxnSpPr>
          <p:spPr bwMode="gray">
            <a:xfrm>
              <a:off x="9489097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>
              <a:extLst>
                <a:ext uri="{FF2B5EF4-FFF2-40B4-BE49-F238E27FC236}">
                  <a16:creationId xmlns:a16="http://schemas.microsoft.com/office/drawing/2014/main" id="{F55DB9A4-4D63-40F9-9ACC-69A91EEDADF1}"/>
                </a:ext>
              </a:extLst>
            </p:cNvPr>
            <p:cNvCxnSpPr/>
            <p:nvPr/>
          </p:nvCxnSpPr>
          <p:spPr bwMode="gray">
            <a:xfrm>
              <a:off x="9570106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接连接符 211">
              <a:extLst>
                <a:ext uri="{FF2B5EF4-FFF2-40B4-BE49-F238E27FC236}">
                  <a16:creationId xmlns:a16="http://schemas.microsoft.com/office/drawing/2014/main" id="{63E1FF16-F03D-4D4A-9E82-B4D2F851DA6A}"/>
                </a:ext>
              </a:extLst>
            </p:cNvPr>
            <p:cNvCxnSpPr/>
            <p:nvPr/>
          </p:nvCxnSpPr>
          <p:spPr bwMode="gray">
            <a:xfrm>
              <a:off x="9651115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接连接符 212">
              <a:extLst>
                <a:ext uri="{FF2B5EF4-FFF2-40B4-BE49-F238E27FC236}">
                  <a16:creationId xmlns:a16="http://schemas.microsoft.com/office/drawing/2014/main" id="{74DAA3C6-194F-4CC9-A1BF-85A925319BC3}"/>
                </a:ext>
              </a:extLst>
            </p:cNvPr>
            <p:cNvCxnSpPr/>
            <p:nvPr/>
          </p:nvCxnSpPr>
          <p:spPr bwMode="gray">
            <a:xfrm>
              <a:off x="9732124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直接连接符 213">
              <a:extLst>
                <a:ext uri="{FF2B5EF4-FFF2-40B4-BE49-F238E27FC236}">
                  <a16:creationId xmlns:a16="http://schemas.microsoft.com/office/drawing/2014/main" id="{B8558E23-8B91-4554-9736-9D721C097208}"/>
                </a:ext>
              </a:extLst>
            </p:cNvPr>
            <p:cNvCxnSpPr/>
            <p:nvPr/>
          </p:nvCxnSpPr>
          <p:spPr bwMode="gray">
            <a:xfrm>
              <a:off x="9813133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直接连接符 214">
              <a:extLst>
                <a:ext uri="{FF2B5EF4-FFF2-40B4-BE49-F238E27FC236}">
                  <a16:creationId xmlns:a16="http://schemas.microsoft.com/office/drawing/2014/main" id="{0E583B2A-0F5D-4A3D-9E96-EEE4FB5A385C}"/>
                </a:ext>
              </a:extLst>
            </p:cNvPr>
            <p:cNvCxnSpPr/>
            <p:nvPr/>
          </p:nvCxnSpPr>
          <p:spPr bwMode="gray">
            <a:xfrm>
              <a:off x="9894142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接连接符 215">
              <a:extLst>
                <a:ext uri="{FF2B5EF4-FFF2-40B4-BE49-F238E27FC236}">
                  <a16:creationId xmlns:a16="http://schemas.microsoft.com/office/drawing/2014/main" id="{1E6FB129-9F2B-4907-A966-4C4FE9603131}"/>
                </a:ext>
              </a:extLst>
            </p:cNvPr>
            <p:cNvCxnSpPr/>
            <p:nvPr/>
          </p:nvCxnSpPr>
          <p:spPr bwMode="gray">
            <a:xfrm>
              <a:off x="9975151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直接连接符 216">
              <a:extLst>
                <a:ext uri="{FF2B5EF4-FFF2-40B4-BE49-F238E27FC236}">
                  <a16:creationId xmlns:a16="http://schemas.microsoft.com/office/drawing/2014/main" id="{9CD4222B-FFC5-4356-99A1-41404E5BD270}"/>
                </a:ext>
              </a:extLst>
            </p:cNvPr>
            <p:cNvCxnSpPr/>
            <p:nvPr/>
          </p:nvCxnSpPr>
          <p:spPr bwMode="gray">
            <a:xfrm>
              <a:off x="10056160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直接连接符 217">
              <a:extLst>
                <a:ext uri="{FF2B5EF4-FFF2-40B4-BE49-F238E27FC236}">
                  <a16:creationId xmlns:a16="http://schemas.microsoft.com/office/drawing/2014/main" id="{F4154E48-9B6C-432B-B05F-D7A4054C7EF8}"/>
                </a:ext>
              </a:extLst>
            </p:cNvPr>
            <p:cNvCxnSpPr/>
            <p:nvPr/>
          </p:nvCxnSpPr>
          <p:spPr bwMode="gray">
            <a:xfrm>
              <a:off x="8111944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直接连接符 218">
              <a:extLst>
                <a:ext uri="{FF2B5EF4-FFF2-40B4-BE49-F238E27FC236}">
                  <a16:creationId xmlns:a16="http://schemas.microsoft.com/office/drawing/2014/main" id="{164FC12D-C882-4B15-B0AB-31B181E07803}"/>
                </a:ext>
              </a:extLst>
            </p:cNvPr>
            <p:cNvCxnSpPr/>
            <p:nvPr/>
          </p:nvCxnSpPr>
          <p:spPr bwMode="gray">
            <a:xfrm>
              <a:off x="8192953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接连接符 219">
              <a:extLst>
                <a:ext uri="{FF2B5EF4-FFF2-40B4-BE49-F238E27FC236}">
                  <a16:creationId xmlns:a16="http://schemas.microsoft.com/office/drawing/2014/main" id="{AD6918DC-7078-48F4-A9F7-C69299A8A90A}"/>
                </a:ext>
              </a:extLst>
            </p:cNvPr>
            <p:cNvCxnSpPr/>
            <p:nvPr/>
          </p:nvCxnSpPr>
          <p:spPr bwMode="gray">
            <a:xfrm>
              <a:off x="8273962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直接连接符 220">
              <a:extLst>
                <a:ext uri="{FF2B5EF4-FFF2-40B4-BE49-F238E27FC236}">
                  <a16:creationId xmlns:a16="http://schemas.microsoft.com/office/drawing/2014/main" id="{5DC22E81-FC19-4201-9050-6FDB6DF2CD17}"/>
                </a:ext>
              </a:extLst>
            </p:cNvPr>
            <p:cNvCxnSpPr/>
            <p:nvPr/>
          </p:nvCxnSpPr>
          <p:spPr bwMode="gray">
            <a:xfrm>
              <a:off x="8354971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直接连接符 221">
              <a:extLst>
                <a:ext uri="{FF2B5EF4-FFF2-40B4-BE49-F238E27FC236}">
                  <a16:creationId xmlns:a16="http://schemas.microsoft.com/office/drawing/2014/main" id="{752E25BC-C024-49F0-A384-8B86930DAB9F}"/>
                </a:ext>
              </a:extLst>
            </p:cNvPr>
            <p:cNvCxnSpPr/>
            <p:nvPr/>
          </p:nvCxnSpPr>
          <p:spPr bwMode="gray">
            <a:xfrm>
              <a:off x="8435980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直接连接符 222">
              <a:extLst>
                <a:ext uri="{FF2B5EF4-FFF2-40B4-BE49-F238E27FC236}">
                  <a16:creationId xmlns:a16="http://schemas.microsoft.com/office/drawing/2014/main" id="{7047FE2C-0AB7-4E38-9932-9B553ECBD447}"/>
                </a:ext>
              </a:extLst>
            </p:cNvPr>
            <p:cNvCxnSpPr/>
            <p:nvPr/>
          </p:nvCxnSpPr>
          <p:spPr bwMode="gray">
            <a:xfrm>
              <a:off x="8516989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直接连接符 223">
              <a:extLst>
                <a:ext uri="{FF2B5EF4-FFF2-40B4-BE49-F238E27FC236}">
                  <a16:creationId xmlns:a16="http://schemas.microsoft.com/office/drawing/2014/main" id="{59331398-E1E2-482B-B88F-5744156B1675}"/>
                </a:ext>
              </a:extLst>
            </p:cNvPr>
            <p:cNvCxnSpPr/>
            <p:nvPr/>
          </p:nvCxnSpPr>
          <p:spPr bwMode="gray">
            <a:xfrm>
              <a:off x="8597998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直接连接符 224">
              <a:extLst>
                <a:ext uri="{FF2B5EF4-FFF2-40B4-BE49-F238E27FC236}">
                  <a16:creationId xmlns:a16="http://schemas.microsoft.com/office/drawing/2014/main" id="{E7543FB2-40E1-4CCF-9BAF-5BFB14AB26A4}"/>
                </a:ext>
              </a:extLst>
            </p:cNvPr>
            <p:cNvCxnSpPr/>
            <p:nvPr/>
          </p:nvCxnSpPr>
          <p:spPr bwMode="gray">
            <a:xfrm>
              <a:off x="8679007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直接连接符 225">
              <a:extLst>
                <a:ext uri="{FF2B5EF4-FFF2-40B4-BE49-F238E27FC236}">
                  <a16:creationId xmlns:a16="http://schemas.microsoft.com/office/drawing/2014/main" id="{EE5DE8CF-ABFF-4ADC-8D2C-57ED2DA959AD}"/>
                </a:ext>
              </a:extLst>
            </p:cNvPr>
            <p:cNvCxnSpPr/>
            <p:nvPr/>
          </p:nvCxnSpPr>
          <p:spPr bwMode="gray">
            <a:xfrm>
              <a:off x="8760016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直接连接符 226">
              <a:extLst>
                <a:ext uri="{FF2B5EF4-FFF2-40B4-BE49-F238E27FC236}">
                  <a16:creationId xmlns:a16="http://schemas.microsoft.com/office/drawing/2014/main" id="{DD404339-ED9A-4E5D-8AF6-0632436D3B94}"/>
                </a:ext>
              </a:extLst>
            </p:cNvPr>
            <p:cNvCxnSpPr/>
            <p:nvPr/>
          </p:nvCxnSpPr>
          <p:spPr bwMode="gray">
            <a:xfrm>
              <a:off x="8841025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直接连接符 227">
              <a:extLst>
                <a:ext uri="{FF2B5EF4-FFF2-40B4-BE49-F238E27FC236}">
                  <a16:creationId xmlns:a16="http://schemas.microsoft.com/office/drawing/2014/main" id="{81399817-623A-472F-90AB-A99AB078D10A}"/>
                </a:ext>
              </a:extLst>
            </p:cNvPr>
            <p:cNvCxnSpPr/>
            <p:nvPr/>
          </p:nvCxnSpPr>
          <p:spPr bwMode="gray">
            <a:xfrm>
              <a:off x="8922034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直接连接符 228">
              <a:extLst>
                <a:ext uri="{FF2B5EF4-FFF2-40B4-BE49-F238E27FC236}">
                  <a16:creationId xmlns:a16="http://schemas.microsoft.com/office/drawing/2014/main" id="{9FA464AA-67CE-4B68-90EB-337020BF9431}"/>
                </a:ext>
              </a:extLst>
            </p:cNvPr>
            <p:cNvCxnSpPr/>
            <p:nvPr/>
          </p:nvCxnSpPr>
          <p:spPr bwMode="gray">
            <a:xfrm>
              <a:off x="9003043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直接连接符 229">
              <a:extLst>
                <a:ext uri="{FF2B5EF4-FFF2-40B4-BE49-F238E27FC236}">
                  <a16:creationId xmlns:a16="http://schemas.microsoft.com/office/drawing/2014/main" id="{D0EEA827-416F-4891-A01E-6EED628E14C2}"/>
                </a:ext>
              </a:extLst>
            </p:cNvPr>
            <p:cNvCxnSpPr/>
            <p:nvPr/>
          </p:nvCxnSpPr>
          <p:spPr bwMode="gray">
            <a:xfrm>
              <a:off x="9084052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直接连接符 230">
              <a:extLst>
                <a:ext uri="{FF2B5EF4-FFF2-40B4-BE49-F238E27FC236}">
                  <a16:creationId xmlns:a16="http://schemas.microsoft.com/office/drawing/2014/main" id="{17F0DFCE-648C-46F7-860C-99E561B47764}"/>
                </a:ext>
              </a:extLst>
            </p:cNvPr>
            <p:cNvCxnSpPr/>
            <p:nvPr/>
          </p:nvCxnSpPr>
          <p:spPr bwMode="gray">
            <a:xfrm>
              <a:off x="9165061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直接连接符 231">
              <a:extLst>
                <a:ext uri="{FF2B5EF4-FFF2-40B4-BE49-F238E27FC236}">
                  <a16:creationId xmlns:a16="http://schemas.microsoft.com/office/drawing/2014/main" id="{4412ABEB-8BD5-4986-BFFB-E92CDE29435D}"/>
                </a:ext>
              </a:extLst>
            </p:cNvPr>
            <p:cNvCxnSpPr/>
            <p:nvPr/>
          </p:nvCxnSpPr>
          <p:spPr bwMode="gray">
            <a:xfrm>
              <a:off x="9246070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直接连接符 232">
              <a:extLst>
                <a:ext uri="{FF2B5EF4-FFF2-40B4-BE49-F238E27FC236}">
                  <a16:creationId xmlns:a16="http://schemas.microsoft.com/office/drawing/2014/main" id="{F85A99F8-0E82-4037-9DBA-16A91CBFB4D1}"/>
                </a:ext>
              </a:extLst>
            </p:cNvPr>
            <p:cNvCxnSpPr/>
            <p:nvPr/>
          </p:nvCxnSpPr>
          <p:spPr bwMode="gray">
            <a:xfrm>
              <a:off x="9327079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直接连接符 233">
              <a:extLst>
                <a:ext uri="{FF2B5EF4-FFF2-40B4-BE49-F238E27FC236}">
                  <a16:creationId xmlns:a16="http://schemas.microsoft.com/office/drawing/2014/main" id="{8A3A7417-BEE9-4BDB-8C85-5E1C08B49028}"/>
                </a:ext>
              </a:extLst>
            </p:cNvPr>
            <p:cNvCxnSpPr/>
            <p:nvPr/>
          </p:nvCxnSpPr>
          <p:spPr bwMode="gray">
            <a:xfrm>
              <a:off x="9408088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直接连接符 234">
              <a:extLst>
                <a:ext uri="{FF2B5EF4-FFF2-40B4-BE49-F238E27FC236}">
                  <a16:creationId xmlns:a16="http://schemas.microsoft.com/office/drawing/2014/main" id="{6718BAE3-B330-4D31-BB01-F138F6783F12}"/>
                </a:ext>
              </a:extLst>
            </p:cNvPr>
            <p:cNvCxnSpPr/>
            <p:nvPr/>
          </p:nvCxnSpPr>
          <p:spPr bwMode="gray">
            <a:xfrm>
              <a:off x="9489097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直接连接符 235">
              <a:extLst>
                <a:ext uri="{FF2B5EF4-FFF2-40B4-BE49-F238E27FC236}">
                  <a16:creationId xmlns:a16="http://schemas.microsoft.com/office/drawing/2014/main" id="{D3774035-429B-4006-AB7E-B0A89AF67DF2}"/>
                </a:ext>
              </a:extLst>
            </p:cNvPr>
            <p:cNvCxnSpPr/>
            <p:nvPr/>
          </p:nvCxnSpPr>
          <p:spPr bwMode="gray">
            <a:xfrm>
              <a:off x="9570106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直接连接符 236">
              <a:extLst>
                <a:ext uri="{FF2B5EF4-FFF2-40B4-BE49-F238E27FC236}">
                  <a16:creationId xmlns:a16="http://schemas.microsoft.com/office/drawing/2014/main" id="{88B7C0AA-EE0C-4545-B5A9-2B9E9F478EA3}"/>
                </a:ext>
              </a:extLst>
            </p:cNvPr>
            <p:cNvCxnSpPr/>
            <p:nvPr/>
          </p:nvCxnSpPr>
          <p:spPr bwMode="gray">
            <a:xfrm>
              <a:off x="9651115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直接连接符 237">
              <a:extLst>
                <a:ext uri="{FF2B5EF4-FFF2-40B4-BE49-F238E27FC236}">
                  <a16:creationId xmlns:a16="http://schemas.microsoft.com/office/drawing/2014/main" id="{D0046485-1ED3-4DA5-9787-4E60BE1C7AB1}"/>
                </a:ext>
              </a:extLst>
            </p:cNvPr>
            <p:cNvCxnSpPr/>
            <p:nvPr/>
          </p:nvCxnSpPr>
          <p:spPr bwMode="gray">
            <a:xfrm>
              <a:off x="9732124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直接连接符 238">
              <a:extLst>
                <a:ext uri="{FF2B5EF4-FFF2-40B4-BE49-F238E27FC236}">
                  <a16:creationId xmlns:a16="http://schemas.microsoft.com/office/drawing/2014/main" id="{507603F6-845B-4C24-B202-CAA8ABD5877A}"/>
                </a:ext>
              </a:extLst>
            </p:cNvPr>
            <p:cNvCxnSpPr/>
            <p:nvPr/>
          </p:nvCxnSpPr>
          <p:spPr bwMode="gray">
            <a:xfrm>
              <a:off x="9813133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直接连接符 239">
              <a:extLst>
                <a:ext uri="{FF2B5EF4-FFF2-40B4-BE49-F238E27FC236}">
                  <a16:creationId xmlns:a16="http://schemas.microsoft.com/office/drawing/2014/main" id="{7320D229-AFF6-4DE4-9083-EC8927A938EF}"/>
                </a:ext>
              </a:extLst>
            </p:cNvPr>
            <p:cNvCxnSpPr/>
            <p:nvPr/>
          </p:nvCxnSpPr>
          <p:spPr bwMode="gray">
            <a:xfrm>
              <a:off x="9894142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直接连接符 240">
              <a:extLst>
                <a:ext uri="{FF2B5EF4-FFF2-40B4-BE49-F238E27FC236}">
                  <a16:creationId xmlns:a16="http://schemas.microsoft.com/office/drawing/2014/main" id="{D73F669D-4FC9-4288-8570-9637ED3DD783}"/>
                </a:ext>
              </a:extLst>
            </p:cNvPr>
            <p:cNvCxnSpPr/>
            <p:nvPr/>
          </p:nvCxnSpPr>
          <p:spPr bwMode="gray">
            <a:xfrm>
              <a:off x="9975151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直接连接符 241">
              <a:extLst>
                <a:ext uri="{FF2B5EF4-FFF2-40B4-BE49-F238E27FC236}">
                  <a16:creationId xmlns:a16="http://schemas.microsoft.com/office/drawing/2014/main" id="{34F376C5-3915-4BCA-93EF-B66BB98FEE09}"/>
                </a:ext>
              </a:extLst>
            </p:cNvPr>
            <p:cNvCxnSpPr/>
            <p:nvPr/>
          </p:nvCxnSpPr>
          <p:spPr bwMode="gray">
            <a:xfrm>
              <a:off x="10056160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3" name="组合 242">
              <a:extLst>
                <a:ext uri="{FF2B5EF4-FFF2-40B4-BE49-F238E27FC236}">
                  <a16:creationId xmlns:a16="http://schemas.microsoft.com/office/drawing/2014/main" id="{80458274-4013-40B2-9E0A-4816F1E2D5A7}"/>
                </a:ext>
              </a:extLst>
            </p:cNvPr>
            <p:cNvGrpSpPr/>
            <p:nvPr/>
          </p:nvGrpSpPr>
          <p:grpSpPr bwMode="gray">
            <a:xfrm rot="5400000">
              <a:off x="6768702" y="2757831"/>
              <a:ext cx="1944216" cy="144112"/>
              <a:chOff x="6798078" y="2996952"/>
              <a:chExt cx="1944216" cy="144112"/>
            </a:xfrm>
          </p:grpSpPr>
          <p:cxnSp>
            <p:nvCxnSpPr>
              <p:cNvPr id="271" name="直接连接符 270">
                <a:extLst>
                  <a:ext uri="{FF2B5EF4-FFF2-40B4-BE49-F238E27FC236}">
                    <a16:creationId xmlns:a16="http://schemas.microsoft.com/office/drawing/2014/main" id="{BD35CC54-1578-49F0-8CD9-F00CC357E941}"/>
                  </a:ext>
                </a:extLst>
              </p:cNvPr>
              <p:cNvCxnSpPr/>
              <p:nvPr/>
            </p:nvCxnSpPr>
            <p:spPr bwMode="gray">
              <a:xfrm>
                <a:off x="6798078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2" name="直接连接符 271">
                <a:extLst>
                  <a:ext uri="{FF2B5EF4-FFF2-40B4-BE49-F238E27FC236}">
                    <a16:creationId xmlns:a16="http://schemas.microsoft.com/office/drawing/2014/main" id="{236DC243-DD4A-4FE2-87ED-A9732F1268C2}"/>
                  </a:ext>
                </a:extLst>
              </p:cNvPr>
              <p:cNvCxnSpPr/>
              <p:nvPr/>
            </p:nvCxnSpPr>
            <p:spPr bwMode="gray">
              <a:xfrm>
                <a:off x="6879087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3" name="直接连接符 272">
                <a:extLst>
                  <a:ext uri="{FF2B5EF4-FFF2-40B4-BE49-F238E27FC236}">
                    <a16:creationId xmlns:a16="http://schemas.microsoft.com/office/drawing/2014/main" id="{631CE545-6865-45D9-9F98-8329F5C9A55D}"/>
                  </a:ext>
                </a:extLst>
              </p:cNvPr>
              <p:cNvCxnSpPr/>
              <p:nvPr/>
            </p:nvCxnSpPr>
            <p:spPr bwMode="gray">
              <a:xfrm>
                <a:off x="6960096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4" name="直接连接符 273">
                <a:extLst>
                  <a:ext uri="{FF2B5EF4-FFF2-40B4-BE49-F238E27FC236}">
                    <a16:creationId xmlns:a16="http://schemas.microsoft.com/office/drawing/2014/main" id="{EBABE17A-E8EA-4C5E-8E56-1976E9DD774D}"/>
                  </a:ext>
                </a:extLst>
              </p:cNvPr>
              <p:cNvCxnSpPr/>
              <p:nvPr/>
            </p:nvCxnSpPr>
            <p:spPr bwMode="gray">
              <a:xfrm>
                <a:off x="7041105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5" name="直接连接符 274">
                <a:extLst>
                  <a:ext uri="{FF2B5EF4-FFF2-40B4-BE49-F238E27FC236}">
                    <a16:creationId xmlns:a16="http://schemas.microsoft.com/office/drawing/2014/main" id="{C204202D-49FA-4611-A991-F254311A5908}"/>
                  </a:ext>
                </a:extLst>
              </p:cNvPr>
              <p:cNvCxnSpPr/>
              <p:nvPr/>
            </p:nvCxnSpPr>
            <p:spPr bwMode="gray">
              <a:xfrm>
                <a:off x="7122114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" name="直接连接符 275">
                <a:extLst>
                  <a:ext uri="{FF2B5EF4-FFF2-40B4-BE49-F238E27FC236}">
                    <a16:creationId xmlns:a16="http://schemas.microsoft.com/office/drawing/2014/main" id="{6AAE199A-9E62-47DD-9E37-0C4317077A79}"/>
                  </a:ext>
                </a:extLst>
              </p:cNvPr>
              <p:cNvCxnSpPr/>
              <p:nvPr/>
            </p:nvCxnSpPr>
            <p:spPr bwMode="gray">
              <a:xfrm>
                <a:off x="7203123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7" name="直接连接符 276">
                <a:extLst>
                  <a:ext uri="{FF2B5EF4-FFF2-40B4-BE49-F238E27FC236}">
                    <a16:creationId xmlns:a16="http://schemas.microsoft.com/office/drawing/2014/main" id="{3D54DF0E-6B1C-491E-AF50-367B8D44C3AD}"/>
                  </a:ext>
                </a:extLst>
              </p:cNvPr>
              <p:cNvCxnSpPr/>
              <p:nvPr/>
            </p:nvCxnSpPr>
            <p:spPr bwMode="gray">
              <a:xfrm>
                <a:off x="7284132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8" name="直接连接符 277">
                <a:extLst>
                  <a:ext uri="{FF2B5EF4-FFF2-40B4-BE49-F238E27FC236}">
                    <a16:creationId xmlns:a16="http://schemas.microsoft.com/office/drawing/2014/main" id="{547CC9C6-8A0B-4294-9975-E9A7CF188A3F}"/>
                  </a:ext>
                </a:extLst>
              </p:cNvPr>
              <p:cNvCxnSpPr/>
              <p:nvPr/>
            </p:nvCxnSpPr>
            <p:spPr bwMode="gray">
              <a:xfrm>
                <a:off x="7365141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9" name="直接连接符 278">
                <a:extLst>
                  <a:ext uri="{FF2B5EF4-FFF2-40B4-BE49-F238E27FC236}">
                    <a16:creationId xmlns:a16="http://schemas.microsoft.com/office/drawing/2014/main" id="{D308E954-11CC-4E0F-A682-F557794620F0}"/>
                  </a:ext>
                </a:extLst>
              </p:cNvPr>
              <p:cNvCxnSpPr/>
              <p:nvPr/>
            </p:nvCxnSpPr>
            <p:spPr bwMode="gray">
              <a:xfrm>
                <a:off x="7446150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直接连接符 279">
                <a:extLst>
                  <a:ext uri="{FF2B5EF4-FFF2-40B4-BE49-F238E27FC236}">
                    <a16:creationId xmlns:a16="http://schemas.microsoft.com/office/drawing/2014/main" id="{19AF44A9-0E81-4917-9C24-7CA62359796C}"/>
                  </a:ext>
                </a:extLst>
              </p:cNvPr>
              <p:cNvCxnSpPr/>
              <p:nvPr/>
            </p:nvCxnSpPr>
            <p:spPr bwMode="gray">
              <a:xfrm>
                <a:off x="7527159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1" name="直接连接符 280">
                <a:extLst>
                  <a:ext uri="{FF2B5EF4-FFF2-40B4-BE49-F238E27FC236}">
                    <a16:creationId xmlns:a16="http://schemas.microsoft.com/office/drawing/2014/main" id="{62D17C2C-B9EA-408D-8796-CF4A094B8419}"/>
                  </a:ext>
                </a:extLst>
              </p:cNvPr>
              <p:cNvCxnSpPr/>
              <p:nvPr/>
            </p:nvCxnSpPr>
            <p:spPr bwMode="gray">
              <a:xfrm>
                <a:off x="7608168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2" name="直接连接符 281">
                <a:extLst>
                  <a:ext uri="{FF2B5EF4-FFF2-40B4-BE49-F238E27FC236}">
                    <a16:creationId xmlns:a16="http://schemas.microsoft.com/office/drawing/2014/main" id="{285EFC6C-3A8F-4C34-A257-6C9E76BD4D98}"/>
                  </a:ext>
                </a:extLst>
              </p:cNvPr>
              <p:cNvCxnSpPr/>
              <p:nvPr/>
            </p:nvCxnSpPr>
            <p:spPr bwMode="gray">
              <a:xfrm>
                <a:off x="7689177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3" name="直接连接符 282">
                <a:extLst>
                  <a:ext uri="{FF2B5EF4-FFF2-40B4-BE49-F238E27FC236}">
                    <a16:creationId xmlns:a16="http://schemas.microsoft.com/office/drawing/2014/main" id="{572DB6F9-509A-4A34-AB04-CB7558C4891C}"/>
                  </a:ext>
                </a:extLst>
              </p:cNvPr>
              <p:cNvCxnSpPr/>
              <p:nvPr/>
            </p:nvCxnSpPr>
            <p:spPr bwMode="gray">
              <a:xfrm>
                <a:off x="7770186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4" name="直接连接符 283">
                <a:extLst>
                  <a:ext uri="{FF2B5EF4-FFF2-40B4-BE49-F238E27FC236}">
                    <a16:creationId xmlns:a16="http://schemas.microsoft.com/office/drawing/2014/main" id="{DDAFF740-1988-4CFD-B8E5-54F2E508B58A}"/>
                  </a:ext>
                </a:extLst>
              </p:cNvPr>
              <p:cNvCxnSpPr/>
              <p:nvPr/>
            </p:nvCxnSpPr>
            <p:spPr bwMode="gray">
              <a:xfrm>
                <a:off x="7851195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5" name="直接连接符 284">
                <a:extLst>
                  <a:ext uri="{FF2B5EF4-FFF2-40B4-BE49-F238E27FC236}">
                    <a16:creationId xmlns:a16="http://schemas.microsoft.com/office/drawing/2014/main" id="{3E1AF1A4-FA1C-4AFE-BA96-A13D5DB0A3AD}"/>
                  </a:ext>
                </a:extLst>
              </p:cNvPr>
              <p:cNvCxnSpPr/>
              <p:nvPr/>
            </p:nvCxnSpPr>
            <p:spPr bwMode="gray">
              <a:xfrm>
                <a:off x="7932204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" name="直接连接符 285">
                <a:extLst>
                  <a:ext uri="{FF2B5EF4-FFF2-40B4-BE49-F238E27FC236}">
                    <a16:creationId xmlns:a16="http://schemas.microsoft.com/office/drawing/2014/main" id="{1D5548E7-2656-4AEA-9EAC-CD24048551D7}"/>
                  </a:ext>
                </a:extLst>
              </p:cNvPr>
              <p:cNvCxnSpPr/>
              <p:nvPr/>
            </p:nvCxnSpPr>
            <p:spPr bwMode="gray">
              <a:xfrm>
                <a:off x="8013213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" name="直接连接符 286">
                <a:extLst>
                  <a:ext uri="{FF2B5EF4-FFF2-40B4-BE49-F238E27FC236}">
                    <a16:creationId xmlns:a16="http://schemas.microsoft.com/office/drawing/2014/main" id="{01E0CE2E-4F71-46C3-B56F-9FF7DA46ECDE}"/>
                  </a:ext>
                </a:extLst>
              </p:cNvPr>
              <p:cNvCxnSpPr/>
              <p:nvPr/>
            </p:nvCxnSpPr>
            <p:spPr bwMode="gray">
              <a:xfrm>
                <a:off x="8094222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8" name="直接连接符 287">
                <a:extLst>
                  <a:ext uri="{FF2B5EF4-FFF2-40B4-BE49-F238E27FC236}">
                    <a16:creationId xmlns:a16="http://schemas.microsoft.com/office/drawing/2014/main" id="{277A465F-218B-4B2E-A9C3-D7B737D0AC8D}"/>
                  </a:ext>
                </a:extLst>
              </p:cNvPr>
              <p:cNvCxnSpPr/>
              <p:nvPr/>
            </p:nvCxnSpPr>
            <p:spPr bwMode="gray">
              <a:xfrm>
                <a:off x="8175231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9" name="直接连接符 288">
                <a:extLst>
                  <a:ext uri="{FF2B5EF4-FFF2-40B4-BE49-F238E27FC236}">
                    <a16:creationId xmlns:a16="http://schemas.microsoft.com/office/drawing/2014/main" id="{9701A858-4318-4DB4-B802-C498CE462FF3}"/>
                  </a:ext>
                </a:extLst>
              </p:cNvPr>
              <p:cNvCxnSpPr/>
              <p:nvPr/>
            </p:nvCxnSpPr>
            <p:spPr bwMode="gray">
              <a:xfrm>
                <a:off x="8256240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直接连接符 289">
                <a:extLst>
                  <a:ext uri="{FF2B5EF4-FFF2-40B4-BE49-F238E27FC236}">
                    <a16:creationId xmlns:a16="http://schemas.microsoft.com/office/drawing/2014/main" id="{CBEFFAB3-8256-487F-B5D8-A142B226B41B}"/>
                  </a:ext>
                </a:extLst>
              </p:cNvPr>
              <p:cNvCxnSpPr/>
              <p:nvPr/>
            </p:nvCxnSpPr>
            <p:spPr bwMode="gray">
              <a:xfrm>
                <a:off x="8337249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1" name="直接连接符 290">
                <a:extLst>
                  <a:ext uri="{FF2B5EF4-FFF2-40B4-BE49-F238E27FC236}">
                    <a16:creationId xmlns:a16="http://schemas.microsoft.com/office/drawing/2014/main" id="{304E4B29-2789-4986-89E7-4E1FC1B8E38D}"/>
                  </a:ext>
                </a:extLst>
              </p:cNvPr>
              <p:cNvCxnSpPr/>
              <p:nvPr/>
            </p:nvCxnSpPr>
            <p:spPr bwMode="gray">
              <a:xfrm>
                <a:off x="8418258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2" name="直接连接符 291">
                <a:extLst>
                  <a:ext uri="{FF2B5EF4-FFF2-40B4-BE49-F238E27FC236}">
                    <a16:creationId xmlns:a16="http://schemas.microsoft.com/office/drawing/2014/main" id="{8EAAF83E-E238-4778-AE45-10D08DD82763}"/>
                  </a:ext>
                </a:extLst>
              </p:cNvPr>
              <p:cNvCxnSpPr/>
              <p:nvPr/>
            </p:nvCxnSpPr>
            <p:spPr bwMode="gray">
              <a:xfrm>
                <a:off x="8499267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3" name="直接连接符 292">
                <a:extLst>
                  <a:ext uri="{FF2B5EF4-FFF2-40B4-BE49-F238E27FC236}">
                    <a16:creationId xmlns:a16="http://schemas.microsoft.com/office/drawing/2014/main" id="{7E55AC72-AD84-49F0-ACCD-F7D3782F3946}"/>
                  </a:ext>
                </a:extLst>
              </p:cNvPr>
              <p:cNvCxnSpPr/>
              <p:nvPr/>
            </p:nvCxnSpPr>
            <p:spPr bwMode="gray">
              <a:xfrm>
                <a:off x="8580276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4" name="直接连接符 293">
                <a:extLst>
                  <a:ext uri="{FF2B5EF4-FFF2-40B4-BE49-F238E27FC236}">
                    <a16:creationId xmlns:a16="http://schemas.microsoft.com/office/drawing/2014/main" id="{9EA59839-64DE-47D1-87F7-FD1A8A469A46}"/>
                  </a:ext>
                </a:extLst>
              </p:cNvPr>
              <p:cNvCxnSpPr/>
              <p:nvPr/>
            </p:nvCxnSpPr>
            <p:spPr bwMode="gray">
              <a:xfrm>
                <a:off x="8661285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5" name="直接连接符 294">
                <a:extLst>
                  <a:ext uri="{FF2B5EF4-FFF2-40B4-BE49-F238E27FC236}">
                    <a16:creationId xmlns:a16="http://schemas.microsoft.com/office/drawing/2014/main" id="{CC9146E0-1BFB-4385-B083-78E9A60DBE37}"/>
                  </a:ext>
                </a:extLst>
              </p:cNvPr>
              <p:cNvCxnSpPr/>
              <p:nvPr/>
            </p:nvCxnSpPr>
            <p:spPr bwMode="gray">
              <a:xfrm>
                <a:off x="8742294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4" name="组合 243">
              <a:extLst>
                <a:ext uri="{FF2B5EF4-FFF2-40B4-BE49-F238E27FC236}">
                  <a16:creationId xmlns:a16="http://schemas.microsoft.com/office/drawing/2014/main" id="{4F5F1068-FEE0-4579-AC37-7347982598BB}"/>
                </a:ext>
              </a:extLst>
            </p:cNvPr>
            <p:cNvGrpSpPr/>
            <p:nvPr/>
          </p:nvGrpSpPr>
          <p:grpSpPr bwMode="gray">
            <a:xfrm rot="5400000">
              <a:off x="9457455" y="2757238"/>
              <a:ext cx="1944216" cy="144112"/>
              <a:chOff x="6798078" y="2996952"/>
              <a:chExt cx="1944216" cy="144112"/>
            </a:xfrm>
          </p:grpSpPr>
          <p:cxnSp>
            <p:nvCxnSpPr>
              <p:cNvPr id="246" name="直接连接符 245">
                <a:extLst>
                  <a:ext uri="{FF2B5EF4-FFF2-40B4-BE49-F238E27FC236}">
                    <a16:creationId xmlns:a16="http://schemas.microsoft.com/office/drawing/2014/main" id="{E47BAA56-365B-43BF-AB94-EC1D52EC8F53}"/>
                  </a:ext>
                </a:extLst>
              </p:cNvPr>
              <p:cNvCxnSpPr/>
              <p:nvPr/>
            </p:nvCxnSpPr>
            <p:spPr bwMode="gray">
              <a:xfrm>
                <a:off x="6798078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直接连接符 246">
                <a:extLst>
                  <a:ext uri="{FF2B5EF4-FFF2-40B4-BE49-F238E27FC236}">
                    <a16:creationId xmlns:a16="http://schemas.microsoft.com/office/drawing/2014/main" id="{836ABBEA-F168-4B41-800C-7613987E4209}"/>
                  </a:ext>
                </a:extLst>
              </p:cNvPr>
              <p:cNvCxnSpPr/>
              <p:nvPr/>
            </p:nvCxnSpPr>
            <p:spPr bwMode="gray">
              <a:xfrm>
                <a:off x="6879087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直接连接符 247">
                <a:extLst>
                  <a:ext uri="{FF2B5EF4-FFF2-40B4-BE49-F238E27FC236}">
                    <a16:creationId xmlns:a16="http://schemas.microsoft.com/office/drawing/2014/main" id="{19551D84-7087-4CA3-9AE2-71B84D4670F7}"/>
                  </a:ext>
                </a:extLst>
              </p:cNvPr>
              <p:cNvCxnSpPr/>
              <p:nvPr/>
            </p:nvCxnSpPr>
            <p:spPr bwMode="gray">
              <a:xfrm>
                <a:off x="6960096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直接连接符 248">
                <a:extLst>
                  <a:ext uri="{FF2B5EF4-FFF2-40B4-BE49-F238E27FC236}">
                    <a16:creationId xmlns:a16="http://schemas.microsoft.com/office/drawing/2014/main" id="{D0BC191B-73ED-4E53-B756-ED1D1671FCCB}"/>
                  </a:ext>
                </a:extLst>
              </p:cNvPr>
              <p:cNvCxnSpPr/>
              <p:nvPr/>
            </p:nvCxnSpPr>
            <p:spPr bwMode="gray">
              <a:xfrm>
                <a:off x="7041105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直接连接符 249">
                <a:extLst>
                  <a:ext uri="{FF2B5EF4-FFF2-40B4-BE49-F238E27FC236}">
                    <a16:creationId xmlns:a16="http://schemas.microsoft.com/office/drawing/2014/main" id="{0F1C8C17-9C1D-4F22-B3FD-1522956BB7F0}"/>
                  </a:ext>
                </a:extLst>
              </p:cNvPr>
              <p:cNvCxnSpPr/>
              <p:nvPr/>
            </p:nvCxnSpPr>
            <p:spPr bwMode="gray">
              <a:xfrm>
                <a:off x="7122114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直接连接符 250">
                <a:extLst>
                  <a:ext uri="{FF2B5EF4-FFF2-40B4-BE49-F238E27FC236}">
                    <a16:creationId xmlns:a16="http://schemas.microsoft.com/office/drawing/2014/main" id="{1AE70F16-B364-47A2-804D-49BCFAD7D4B5}"/>
                  </a:ext>
                </a:extLst>
              </p:cNvPr>
              <p:cNvCxnSpPr/>
              <p:nvPr/>
            </p:nvCxnSpPr>
            <p:spPr bwMode="gray">
              <a:xfrm>
                <a:off x="7203123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直接连接符 251">
                <a:extLst>
                  <a:ext uri="{FF2B5EF4-FFF2-40B4-BE49-F238E27FC236}">
                    <a16:creationId xmlns:a16="http://schemas.microsoft.com/office/drawing/2014/main" id="{F4597BF8-2D1D-4303-BD79-1F294A6DBCDA}"/>
                  </a:ext>
                </a:extLst>
              </p:cNvPr>
              <p:cNvCxnSpPr/>
              <p:nvPr/>
            </p:nvCxnSpPr>
            <p:spPr bwMode="gray">
              <a:xfrm>
                <a:off x="7284132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直接连接符 252">
                <a:extLst>
                  <a:ext uri="{FF2B5EF4-FFF2-40B4-BE49-F238E27FC236}">
                    <a16:creationId xmlns:a16="http://schemas.microsoft.com/office/drawing/2014/main" id="{8B7A71AD-492C-4ECF-B3C6-E6DDDE4183F9}"/>
                  </a:ext>
                </a:extLst>
              </p:cNvPr>
              <p:cNvCxnSpPr/>
              <p:nvPr/>
            </p:nvCxnSpPr>
            <p:spPr bwMode="gray">
              <a:xfrm>
                <a:off x="7365141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直接连接符 253">
                <a:extLst>
                  <a:ext uri="{FF2B5EF4-FFF2-40B4-BE49-F238E27FC236}">
                    <a16:creationId xmlns:a16="http://schemas.microsoft.com/office/drawing/2014/main" id="{C469DB58-65B8-46A3-B64C-3D1060E3C65A}"/>
                  </a:ext>
                </a:extLst>
              </p:cNvPr>
              <p:cNvCxnSpPr/>
              <p:nvPr/>
            </p:nvCxnSpPr>
            <p:spPr bwMode="gray">
              <a:xfrm>
                <a:off x="7446150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直接连接符 254">
                <a:extLst>
                  <a:ext uri="{FF2B5EF4-FFF2-40B4-BE49-F238E27FC236}">
                    <a16:creationId xmlns:a16="http://schemas.microsoft.com/office/drawing/2014/main" id="{49E08CB2-5ADD-4213-AF79-512436888F49}"/>
                  </a:ext>
                </a:extLst>
              </p:cNvPr>
              <p:cNvCxnSpPr/>
              <p:nvPr/>
            </p:nvCxnSpPr>
            <p:spPr bwMode="gray">
              <a:xfrm>
                <a:off x="7527159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直接连接符 255">
                <a:extLst>
                  <a:ext uri="{FF2B5EF4-FFF2-40B4-BE49-F238E27FC236}">
                    <a16:creationId xmlns:a16="http://schemas.microsoft.com/office/drawing/2014/main" id="{E3297084-25BC-4371-A13C-3C262CAB1CEC}"/>
                  </a:ext>
                </a:extLst>
              </p:cNvPr>
              <p:cNvCxnSpPr/>
              <p:nvPr/>
            </p:nvCxnSpPr>
            <p:spPr bwMode="gray">
              <a:xfrm>
                <a:off x="7608168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直接连接符 256">
                <a:extLst>
                  <a:ext uri="{FF2B5EF4-FFF2-40B4-BE49-F238E27FC236}">
                    <a16:creationId xmlns:a16="http://schemas.microsoft.com/office/drawing/2014/main" id="{81709043-AB11-4FBB-8807-4C6A7CA426D1}"/>
                  </a:ext>
                </a:extLst>
              </p:cNvPr>
              <p:cNvCxnSpPr/>
              <p:nvPr/>
            </p:nvCxnSpPr>
            <p:spPr bwMode="gray">
              <a:xfrm>
                <a:off x="7689177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8" name="直接连接符 257">
                <a:extLst>
                  <a:ext uri="{FF2B5EF4-FFF2-40B4-BE49-F238E27FC236}">
                    <a16:creationId xmlns:a16="http://schemas.microsoft.com/office/drawing/2014/main" id="{74514C96-5E6E-4D0F-9731-C242A3694D86}"/>
                  </a:ext>
                </a:extLst>
              </p:cNvPr>
              <p:cNvCxnSpPr/>
              <p:nvPr/>
            </p:nvCxnSpPr>
            <p:spPr bwMode="gray">
              <a:xfrm>
                <a:off x="7770186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直接连接符 258">
                <a:extLst>
                  <a:ext uri="{FF2B5EF4-FFF2-40B4-BE49-F238E27FC236}">
                    <a16:creationId xmlns:a16="http://schemas.microsoft.com/office/drawing/2014/main" id="{BF12C0ED-AB5A-4CA1-82F3-B6C7AED62134}"/>
                  </a:ext>
                </a:extLst>
              </p:cNvPr>
              <p:cNvCxnSpPr/>
              <p:nvPr/>
            </p:nvCxnSpPr>
            <p:spPr bwMode="gray">
              <a:xfrm>
                <a:off x="7851195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0" name="直接连接符 259">
                <a:extLst>
                  <a:ext uri="{FF2B5EF4-FFF2-40B4-BE49-F238E27FC236}">
                    <a16:creationId xmlns:a16="http://schemas.microsoft.com/office/drawing/2014/main" id="{76E7DB4D-2040-46C1-A3DE-351D9FEC2808}"/>
                  </a:ext>
                </a:extLst>
              </p:cNvPr>
              <p:cNvCxnSpPr/>
              <p:nvPr/>
            </p:nvCxnSpPr>
            <p:spPr bwMode="gray">
              <a:xfrm>
                <a:off x="7932204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1" name="直接连接符 260">
                <a:extLst>
                  <a:ext uri="{FF2B5EF4-FFF2-40B4-BE49-F238E27FC236}">
                    <a16:creationId xmlns:a16="http://schemas.microsoft.com/office/drawing/2014/main" id="{123B39B2-EF7F-4CE3-BFF9-D58B22BCFF13}"/>
                  </a:ext>
                </a:extLst>
              </p:cNvPr>
              <p:cNvCxnSpPr/>
              <p:nvPr/>
            </p:nvCxnSpPr>
            <p:spPr bwMode="gray">
              <a:xfrm>
                <a:off x="8013213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2" name="直接连接符 261">
                <a:extLst>
                  <a:ext uri="{FF2B5EF4-FFF2-40B4-BE49-F238E27FC236}">
                    <a16:creationId xmlns:a16="http://schemas.microsoft.com/office/drawing/2014/main" id="{F0F92E12-4821-46AE-B725-716B01544D3F}"/>
                  </a:ext>
                </a:extLst>
              </p:cNvPr>
              <p:cNvCxnSpPr/>
              <p:nvPr/>
            </p:nvCxnSpPr>
            <p:spPr bwMode="gray">
              <a:xfrm>
                <a:off x="8094222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3" name="直接连接符 262">
                <a:extLst>
                  <a:ext uri="{FF2B5EF4-FFF2-40B4-BE49-F238E27FC236}">
                    <a16:creationId xmlns:a16="http://schemas.microsoft.com/office/drawing/2014/main" id="{C37E87EA-AFDF-4F5E-B7FF-2B7F375DEE76}"/>
                  </a:ext>
                </a:extLst>
              </p:cNvPr>
              <p:cNvCxnSpPr/>
              <p:nvPr/>
            </p:nvCxnSpPr>
            <p:spPr bwMode="gray">
              <a:xfrm>
                <a:off x="8175231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4" name="直接连接符 263">
                <a:extLst>
                  <a:ext uri="{FF2B5EF4-FFF2-40B4-BE49-F238E27FC236}">
                    <a16:creationId xmlns:a16="http://schemas.microsoft.com/office/drawing/2014/main" id="{950B6E5C-3E08-4430-AEFF-7225B8A1A349}"/>
                  </a:ext>
                </a:extLst>
              </p:cNvPr>
              <p:cNvCxnSpPr/>
              <p:nvPr/>
            </p:nvCxnSpPr>
            <p:spPr bwMode="gray">
              <a:xfrm>
                <a:off x="8256240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直接连接符 264">
                <a:extLst>
                  <a:ext uri="{FF2B5EF4-FFF2-40B4-BE49-F238E27FC236}">
                    <a16:creationId xmlns:a16="http://schemas.microsoft.com/office/drawing/2014/main" id="{A9EEE8E6-27FA-4469-A95B-D7AB423D8D8C}"/>
                  </a:ext>
                </a:extLst>
              </p:cNvPr>
              <p:cNvCxnSpPr/>
              <p:nvPr/>
            </p:nvCxnSpPr>
            <p:spPr bwMode="gray">
              <a:xfrm>
                <a:off x="8337249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6" name="直接连接符 265">
                <a:extLst>
                  <a:ext uri="{FF2B5EF4-FFF2-40B4-BE49-F238E27FC236}">
                    <a16:creationId xmlns:a16="http://schemas.microsoft.com/office/drawing/2014/main" id="{7020F33D-9740-4F3D-8B24-3D106F38AAB5}"/>
                  </a:ext>
                </a:extLst>
              </p:cNvPr>
              <p:cNvCxnSpPr/>
              <p:nvPr/>
            </p:nvCxnSpPr>
            <p:spPr bwMode="gray">
              <a:xfrm>
                <a:off x="8418258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7" name="直接连接符 266">
                <a:extLst>
                  <a:ext uri="{FF2B5EF4-FFF2-40B4-BE49-F238E27FC236}">
                    <a16:creationId xmlns:a16="http://schemas.microsoft.com/office/drawing/2014/main" id="{0205A24C-B2E0-40CE-9381-E02CECB8803D}"/>
                  </a:ext>
                </a:extLst>
              </p:cNvPr>
              <p:cNvCxnSpPr/>
              <p:nvPr/>
            </p:nvCxnSpPr>
            <p:spPr bwMode="gray">
              <a:xfrm>
                <a:off x="8499267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8" name="直接连接符 267">
                <a:extLst>
                  <a:ext uri="{FF2B5EF4-FFF2-40B4-BE49-F238E27FC236}">
                    <a16:creationId xmlns:a16="http://schemas.microsoft.com/office/drawing/2014/main" id="{5A64BEB2-FED5-4492-8BBA-A7372EC998AF}"/>
                  </a:ext>
                </a:extLst>
              </p:cNvPr>
              <p:cNvCxnSpPr/>
              <p:nvPr/>
            </p:nvCxnSpPr>
            <p:spPr bwMode="gray">
              <a:xfrm>
                <a:off x="8580276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直接连接符 268">
                <a:extLst>
                  <a:ext uri="{FF2B5EF4-FFF2-40B4-BE49-F238E27FC236}">
                    <a16:creationId xmlns:a16="http://schemas.microsoft.com/office/drawing/2014/main" id="{907B9599-0DC0-4693-A9DF-03F58E569155}"/>
                  </a:ext>
                </a:extLst>
              </p:cNvPr>
              <p:cNvCxnSpPr/>
              <p:nvPr/>
            </p:nvCxnSpPr>
            <p:spPr bwMode="gray">
              <a:xfrm>
                <a:off x="8661285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0" name="直接连接符 269">
                <a:extLst>
                  <a:ext uri="{FF2B5EF4-FFF2-40B4-BE49-F238E27FC236}">
                    <a16:creationId xmlns:a16="http://schemas.microsoft.com/office/drawing/2014/main" id="{6D635CC9-A4A8-42FA-B696-7BF5D432E56A}"/>
                  </a:ext>
                </a:extLst>
              </p:cNvPr>
              <p:cNvCxnSpPr/>
              <p:nvPr/>
            </p:nvCxnSpPr>
            <p:spPr bwMode="gray">
              <a:xfrm>
                <a:off x="8742294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5" name="圆角矩形 128">
              <a:extLst>
                <a:ext uri="{FF2B5EF4-FFF2-40B4-BE49-F238E27FC236}">
                  <a16:creationId xmlns:a16="http://schemas.microsoft.com/office/drawing/2014/main" id="{54D0A3B6-2ED9-4CC4-B494-E2108EE8932B}"/>
                </a:ext>
              </a:extLst>
            </p:cNvPr>
            <p:cNvSpPr/>
            <p:nvPr/>
          </p:nvSpPr>
          <p:spPr bwMode="gray">
            <a:xfrm>
              <a:off x="7824192" y="1569747"/>
              <a:ext cx="2520000" cy="2520280"/>
            </a:xfrm>
            <a:prstGeom prst="roundRect">
              <a:avLst>
                <a:gd name="adj" fmla="val 896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rgbClr val="56C4D2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NP</a:t>
              </a:r>
            </a:p>
          </p:txBody>
        </p:sp>
      </p:grpSp>
      <p:sp>
        <p:nvSpPr>
          <p:cNvPr id="296" name="矩形 295">
            <a:extLst>
              <a:ext uri="{FF2B5EF4-FFF2-40B4-BE49-F238E27FC236}">
                <a16:creationId xmlns:a16="http://schemas.microsoft.com/office/drawing/2014/main" id="{48CD44E6-C57F-4AAA-B293-DC732B519DAC}"/>
              </a:ext>
            </a:extLst>
          </p:cNvPr>
          <p:cNvSpPr/>
          <p:nvPr/>
        </p:nvSpPr>
        <p:spPr bwMode="gray">
          <a:xfrm>
            <a:off x="1193447" y="1949303"/>
            <a:ext cx="3600000" cy="615804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</a:t>
            </a:r>
            <a:r>
              <a:rPr kumimoji="1"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分析</a:t>
            </a:r>
            <a:endParaRPr kumimoji="1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7" name="文本框 296">
            <a:extLst>
              <a:ext uri="{FF2B5EF4-FFF2-40B4-BE49-F238E27FC236}">
                <a16:creationId xmlns:a16="http://schemas.microsoft.com/office/drawing/2014/main" id="{C47FB0C8-2D41-4700-9156-14492BCAF189}"/>
              </a:ext>
            </a:extLst>
          </p:cNvPr>
          <p:cNvSpPr txBox="1"/>
          <p:nvPr/>
        </p:nvSpPr>
        <p:spPr bwMode="gray">
          <a:xfrm>
            <a:off x="3028473" y="3667132"/>
            <a:ext cx="797391" cy="369332"/>
          </a:xfrm>
          <a:prstGeom prst="rect">
            <a:avLst/>
          </a:prstGeom>
          <a:solidFill>
            <a:srgbClr val="2DA6A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gRPC</a:t>
            </a:r>
            <a:endParaRPr lang="zh-CN" altLang="en-US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8" name="文本框 297">
            <a:extLst>
              <a:ext uri="{FF2B5EF4-FFF2-40B4-BE49-F238E27FC236}">
                <a16:creationId xmlns:a16="http://schemas.microsoft.com/office/drawing/2014/main" id="{C47FB0C8-2D41-4700-9156-14492BCAF189}"/>
              </a:ext>
            </a:extLst>
          </p:cNvPr>
          <p:cNvSpPr txBox="1"/>
          <p:nvPr/>
        </p:nvSpPr>
        <p:spPr bwMode="gray">
          <a:xfrm>
            <a:off x="1719626" y="3667132"/>
            <a:ext cx="797391" cy="369332"/>
          </a:xfrm>
          <a:prstGeom prst="rect">
            <a:avLst/>
          </a:prstGeom>
          <a:solidFill>
            <a:srgbClr val="2DA6A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gRPC</a:t>
            </a:r>
            <a:endParaRPr lang="zh-CN" altLang="en-US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9" name="文本框 298">
            <a:extLst>
              <a:ext uri="{FF2B5EF4-FFF2-40B4-BE49-F238E27FC236}">
                <a16:creationId xmlns:a16="http://schemas.microsoft.com/office/drawing/2014/main" id="{C47FB0C8-2D41-4700-9156-14492BCAF189}"/>
              </a:ext>
            </a:extLst>
          </p:cNvPr>
          <p:cNvSpPr txBox="1"/>
          <p:nvPr/>
        </p:nvSpPr>
        <p:spPr bwMode="gray">
          <a:xfrm>
            <a:off x="1719626" y="2704023"/>
            <a:ext cx="797391" cy="369332"/>
          </a:xfrm>
          <a:prstGeom prst="rect">
            <a:avLst/>
          </a:prstGeom>
          <a:solidFill>
            <a:srgbClr val="2DA6A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gRPC</a:t>
            </a:r>
            <a:endParaRPr lang="zh-CN" altLang="en-US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0" name="文本框 299">
            <a:extLst>
              <a:ext uri="{FF2B5EF4-FFF2-40B4-BE49-F238E27FC236}">
                <a16:creationId xmlns:a16="http://schemas.microsoft.com/office/drawing/2014/main" id="{C47FB0C8-2D41-4700-9156-14492BCAF189}"/>
              </a:ext>
            </a:extLst>
          </p:cNvPr>
          <p:cNvSpPr txBox="1"/>
          <p:nvPr/>
        </p:nvSpPr>
        <p:spPr bwMode="gray">
          <a:xfrm>
            <a:off x="3510832" y="4591373"/>
            <a:ext cx="1234545" cy="369332"/>
          </a:xfrm>
          <a:prstGeom prst="rect">
            <a:avLst/>
          </a:prstGeom>
          <a:solidFill>
            <a:srgbClr val="2DA6A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Protobuf</a:t>
            </a:r>
            <a:endParaRPr lang="zh-CN" altLang="en-US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1" name="五边形 300"/>
          <p:cNvSpPr/>
          <p:nvPr/>
        </p:nvSpPr>
        <p:spPr bwMode="gray">
          <a:xfrm>
            <a:off x="8407119" y="119698"/>
            <a:ext cx="813245" cy="21240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数据源</a:t>
            </a:r>
          </a:p>
        </p:txBody>
      </p:sp>
    </p:spTree>
    <p:extLst>
      <p:ext uri="{BB962C8B-B14F-4D97-AF65-F5344CB8AC3E}">
        <p14:creationId xmlns:p14="http://schemas.microsoft.com/office/powerpoint/2010/main" val="2072287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E05F50-F8E5-4F4D-AF16-B9F9150C329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>
                <a:sym typeface="Huawei Sans" panose="020C0503030203020204" pitchFamily="34" charset="0"/>
              </a:rPr>
              <a:t>YANG</a:t>
            </a:r>
            <a:r>
              <a:rPr lang="zh-CN" altLang="en-US">
                <a:sym typeface="Huawei Sans" panose="020C0503030203020204" pitchFamily="34" charset="0"/>
              </a:rPr>
              <a:t>模型文件与采样路径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B4F5BC5-EA38-4943-AA54-527BCD783EA8}"/>
              </a:ext>
            </a:extLst>
          </p:cNvPr>
          <p:cNvSpPr txBox="1">
            <a:spLocks/>
          </p:cNvSpPr>
          <p:nvPr/>
        </p:nvSpPr>
        <p:spPr bwMode="gray">
          <a:xfrm>
            <a:off x="818482" y="3981191"/>
            <a:ext cx="9097301" cy="389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8355" tIns="39177" rIns="78355" bIns="39177" numCol="1" anchor="t" anchorCtr="0" compatLnSpc="1">
            <a:prstTxWarp prst="textNoShape">
              <a:avLst/>
            </a:prstTxWarp>
            <a:spAutoFit/>
          </a:bodyPr>
          <a:lstStyle>
            <a:lvl1pPr marL="293688" indent="-293688" algn="l" defTabSz="784225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6588" indent="-244475" algn="l" defTabSz="784225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5F5F5F"/>
              </a:buClr>
              <a:buFont typeface="Wingdings 3" panose="05040102010807070707" pitchFamily="18" charset="2"/>
              <a:buChar char="["/>
              <a:defRPr>
                <a:solidFill>
                  <a:schemeClr val="tx1"/>
                </a:solidFill>
                <a:latin typeface="+mn-lt"/>
                <a:ea typeface="+mn-ea"/>
              </a:defRPr>
            </a:lvl2pPr>
            <a:lvl3pPr marL="979488" indent="-195263" algn="l" defTabSz="784225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-196850" algn="l" defTabSz="784225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Font typeface="Arial" panose="020B0604020202020204" pitchFamily="34" charset="0"/>
              <a:buChar char="▪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1763713" indent="-196850" algn="l" defTabSz="784225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+mn-lt"/>
                <a:ea typeface="宋体" pitchFamily="2" charset="-122"/>
              </a:defRPr>
            </a:lvl5pPr>
            <a:lvl6pPr marL="2220913" indent="-196850" algn="l" defTabSz="784225" rtl="0" fontAlgn="base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+mn-lt"/>
                <a:ea typeface="宋体" pitchFamily="2" charset="-122"/>
              </a:defRPr>
            </a:lvl6pPr>
            <a:lvl7pPr marL="2678113" indent="-196850" algn="l" defTabSz="784225" rtl="0" fontAlgn="base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+mn-lt"/>
                <a:ea typeface="宋体" pitchFamily="2" charset="-122"/>
              </a:defRPr>
            </a:lvl7pPr>
            <a:lvl8pPr marL="3135313" indent="-196850" algn="l" defTabSz="784225" rtl="0" fontAlgn="base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+mn-lt"/>
                <a:ea typeface="宋体" pitchFamily="2" charset="-122"/>
              </a:defRPr>
            </a:lvl8pPr>
            <a:lvl9pPr marL="3592513" indent="-196850" algn="l" defTabSz="784225" rtl="0" fontAlgn="base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+mn-lt"/>
                <a:ea typeface="宋体" pitchFamily="2" charset="-122"/>
              </a:defRPr>
            </a:lvl9pPr>
          </a:lstStyle>
          <a:p>
            <a:pPr marL="0" indent="0" algn="just">
              <a:buClr>
                <a:schemeClr val="bg2"/>
              </a:buClr>
              <a:buSzPct val="100000"/>
              <a:buNone/>
            </a:pPr>
            <a:r>
              <a:rPr lang="zh-CN" altLang="en-US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以上内容拼装在一起，形成一条</a:t>
            </a:r>
            <a:r>
              <a:rPr lang="en-US" altLang="zh-CN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path</a:t>
            </a:r>
            <a:r>
              <a:rPr lang="zh-CN" altLang="en-US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endParaRPr lang="en-US" altLang="zh-CN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6" name="TextBox 5">
            <a:extLst>
              <a:ext uri="{FF2B5EF4-FFF2-40B4-BE49-F238E27FC236}">
                <a16:creationId xmlns:a16="http://schemas.microsoft.com/office/drawing/2014/main" id="{61083FF0-88C8-42B3-B507-0743DD3FAEBB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181292" y="1422667"/>
            <a:ext cx="3525838" cy="338554"/>
          </a:xfrm>
          <a:prstGeom prst="rect">
            <a:avLst/>
          </a:prstGeom>
          <a:noFill/>
          <a:ln w="9525">
            <a:solidFill>
              <a:srgbClr val="30B5C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YANG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模块，模型的顶层节点</a:t>
            </a:r>
            <a:endParaRPr lang="en-US" altLang="zh-CN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7" name="TextBox 6">
            <a:extLst>
              <a:ext uri="{FF2B5EF4-FFF2-40B4-BE49-F238E27FC236}">
                <a16:creationId xmlns:a16="http://schemas.microsoft.com/office/drawing/2014/main" id="{1F6A4392-3D04-4558-B3B7-8BFC5F4E5C28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181292" y="2069838"/>
            <a:ext cx="3525838" cy="338554"/>
          </a:xfrm>
          <a:prstGeom prst="rect">
            <a:avLst/>
          </a:prstGeom>
          <a:noFill/>
          <a:ln w="9525">
            <a:solidFill>
              <a:srgbClr val="30B5C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模型内的顶层容器</a:t>
            </a:r>
          </a:p>
        </p:txBody>
      </p:sp>
      <p:sp>
        <p:nvSpPr>
          <p:cNvPr id="158" name="TextBox 7">
            <a:extLst>
              <a:ext uri="{FF2B5EF4-FFF2-40B4-BE49-F238E27FC236}">
                <a16:creationId xmlns:a16="http://schemas.microsoft.com/office/drawing/2014/main" id="{FA927F98-9600-428D-8EB4-C7A7215E090F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181292" y="2717009"/>
            <a:ext cx="3525838" cy="338554"/>
          </a:xfrm>
          <a:prstGeom prst="rect">
            <a:avLst/>
          </a:prstGeom>
          <a:noFill/>
          <a:ln w="9525">
            <a:solidFill>
              <a:srgbClr val="30B5C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模型内的第二层容器</a:t>
            </a:r>
          </a:p>
        </p:txBody>
      </p:sp>
      <p:sp>
        <p:nvSpPr>
          <p:cNvPr id="159" name="TextBox 13">
            <a:extLst>
              <a:ext uri="{FF2B5EF4-FFF2-40B4-BE49-F238E27FC236}">
                <a16:creationId xmlns:a16="http://schemas.microsoft.com/office/drawing/2014/main" id="{D384FAF4-A9FE-4442-9FFE-63BEE42AF44C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181292" y="3364180"/>
            <a:ext cx="3525838" cy="338554"/>
          </a:xfrm>
          <a:prstGeom prst="rect">
            <a:avLst/>
          </a:prstGeom>
          <a:noFill/>
          <a:ln w="9525">
            <a:solidFill>
              <a:srgbClr val="30B5C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需要采样的节点</a:t>
            </a:r>
          </a:p>
        </p:txBody>
      </p:sp>
      <p:cxnSp>
        <p:nvCxnSpPr>
          <p:cNvPr id="160" name="Straight Connector 11">
            <a:extLst>
              <a:ext uri="{FF2B5EF4-FFF2-40B4-BE49-F238E27FC236}">
                <a16:creationId xmlns:a16="http://schemas.microsoft.com/office/drawing/2014/main" id="{FDC31D15-5BD2-43DA-BAED-FCC1C4699B16}"/>
              </a:ext>
            </a:extLst>
          </p:cNvPr>
          <p:cNvCxnSpPr>
            <a:cxnSpLocks/>
            <a:stCxn id="156" idx="3"/>
          </p:cNvCxnSpPr>
          <p:nvPr/>
        </p:nvCxnSpPr>
        <p:spPr bwMode="gray">
          <a:xfrm flipV="1">
            <a:off x="4707130" y="1396270"/>
            <a:ext cx="1843087" cy="195674"/>
          </a:xfrm>
          <a:prstGeom prst="line">
            <a:avLst/>
          </a:prstGeom>
          <a:ln/>
          <a:extLst>
            <a:ext uri="{909E8E84-426E-40dd-AFC4-6F175D3DCCD1}"/>
            <a:ext uri="{91240B29-F687-4f45-9708-019B960494DF}"/>
            <a:ext uri="{AF507438-7753-43e0-B8FC-AC1667EBCBE1}"/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1" name="Straight Connector 17">
            <a:extLst>
              <a:ext uri="{FF2B5EF4-FFF2-40B4-BE49-F238E27FC236}">
                <a16:creationId xmlns:a16="http://schemas.microsoft.com/office/drawing/2014/main" id="{101B66A9-CDBA-40FA-B033-0EBD664C7FDD}"/>
              </a:ext>
            </a:extLst>
          </p:cNvPr>
          <p:cNvCxnSpPr>
            <a:cxnSpLocks/>
            <a:stCxn id="157" idx="3"/>
          </p:cNvCxnSpPr>
          <p:nvPr/>
        </p:nvCxnSpPr>
        <p:spPr bwMode="gray">
          <a:xfrm>
            <a:off x="4707130" y="2239115"/>
            <a:ext cx="2049805" cy="244203"/>
          </a:xfrm>
          <a:prstGeom prst="line">
            <a:avLst/>
          </a:prstGeom>
          <a:ln/>
          <a:extLst>
            <a:ext uri="{909E8E84-426E-40dd-AFC4-6F175D3DCCD1}"/>
            <a:ext uri="{91240B29-F687-4f45-9708-019B960494DF}"/>
            <a:ext uri="{AF507438-7753-43e0-B8FC-AC1667EBCBE1}"/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2" name="Straight Connector 19">
            <a:extLst>
              <a:ext uri="{FF2B5EF4-FFF2-40B4-BE49-F238E27FC236}">
                <a16:creationId xmlns:a16="http://schemas.microsoft.com/office/drawing/2014/main" id="{311DED07-7E3A-480F-AC01-8F4C7F904D71}"/>
              </a:ext>
            </a:extLst>
          </p:cNvPr>
          <p:cNvCxnSpPr>
            <a:cxnSpLocks/>
            <a:stCxn id="158" idx="3"/>
          </p:cNvCxnSpPr>
          <p:nvPr/>
        </p:nvCxnSpPr>
        <p:spPr bwMode="gray">
          <a:xfrm>
            <a:off x="4707130" y="2886286"/>
            <a:ext cx="2176270" cy="130017"/>
          </a:xfrm>
          <a:prstGeom prst="line">
            <a:avLst/>
          </a:prstGeom>
          <a:ln/>
          <a:extLst>
            <a:ext uri="{909E8E84-426E-40dd-AFC4-6F175D3DCCD1}"/>
            <a:ext uri="{91240B29-F687-4f45-9708-019B960494DF}"/>
            <a:ext uri="{AF507438-7753-43e0-B8FC-AC1667EBCBE1}"/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3" name="Straight Connector 21">
            <a:extLst>
              <a:ext uri="{FF2B5EF4-FFF2-40B4-BE49-F238E27FC236}">
                <a16:creationId xmlns:a16="http://schemas.microsoft.com/office/drawing/2014/main" id="{0B917333-E751-4E2A-8D00-21C8952951AC}"/>
              </a:ext>
            </a:extLst>
          </p:cNvPr>
          <p:cNvCxnSpPr>
            <a:cxnSpLocks/>
            <a:stCxn id="159" idx="3"/>
          </p:cNvCxnSpPr>
          <p:nvPr/>
        </p:nvCxnSpPr>
        <p:spPr bwMode="gray">
          <a:xfrm>
            <a:off x="4707130" y="3533457"/>
            <a:ext cx="2176270" cy="27036"/>
          </a:xfrm>
          <a:prstGeom prst="line">
            <a:avLst/>
          </a:prstGeom>
          <a:ln/>
          <a:extLst>
            <a:ext uri="{909E8E84-426E-40dd-AFC4-6F175D3DCCD1}"/>
            <a:ext uri="{91240B29-F687-4f45-9708-019B960494DF}"/>
            <a:ext uri="{AF507438-7753-43e0-B8FC-AC1667EBCBE1}"/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 bwMode="gray">
          <a:xfrm>
            <a:off x="865309" y="4491952"/>
            <a:ext cx="4501823" cy="326818"/>
          </a:xfrm>
          <a:prstGeom prst="rect">
            <a:avLst/>
          </a:prstGeom>
          <a:noFill/>
          <a:ln w="12700" cap="flat" cmpd="sng" algn="ctr">
            <a:solidFill>
              <a:srgbClr val="56C4D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buClr>
                <a:schemeClr val="bg2"/>
              </a:buClr>
              <a:buSzPct val="100000"/>
            </a:pPr>
            <a:r>
              <a:rPr lang="en-US" altLang="zh-CN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6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huawei-debug:debug</a:t>
            </a:r>
            <a:r>
              <a:rPr lang="en-US" altLang="zh-CN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/</a:t>
            </a:r>
            <a:r>
              <a:rPr lang="en-US" altLang="zh-CN" sz="16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cpu-infos</a:t>
            </a:r>
            <a:r>
              <a:rPr lang="en-US" altLang="zh-CN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/</a:t>
            </a:r>
            <a:r>
              <a:rPr lang="en-US" altLang="zh-CN" sz="16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cpu</a:t>
            </a:r>
            <a:r>
              <a:rPr lang="en-US" altLang="zh-CN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-info</a:t>
            </a:r>
          </a:p>
        </p:txBody>
      </p:sp>
      <p:sp>
        <p:nvSpPr>
          <p:cNvPr id="21" name="燕尾形 27">
            <a:extLst>
              <a:ext uri="{FF2B5EF4-FFF2-40B4-BE49-F238E27FC236}">
                <a16:creationId xmlns:a16="http://schemas.microsoft.com/office/drawing/2014/main" id="{178DA290-551B-48C7-AD29-D92C57541F4D}"/>
              </a:ext>
            </a:extLst>
          </p:cNvPr>
          <p:cNvSpPr/>
          <p:nvPr/>
        </p:nvSpPr>
        <p:spPr bwMode="gray">
          <a:xfrm>
            <a:off x="10835310" y="124239"/>
            <a:ext cx="91219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数据推送</a:t>
            </a:r>
            <a:endParaRPr lang="en-US" altLang="zh-CN" sz="12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" name="燕尾形 27">
            <a:extLst>
              <a:ext uri="{FF2B5EF4-FFF2-40B4-BE49-F238E27FC236}">
                <a16:creationId xmlns:a16="http://schemas.microsoft.com/office/drawing/2014/main" id="{59E12A5D-2A60-4046-84E2-6E08AB5684E2}"/>
              </a:ext>
            </a:extLst>
          </p:cNvPr>
          <p:cNvSpPr/>
          <p:nvPr/>
        </p:nvSpPr>
        <p:spPr bwMode="gray">
          <a:xfrm>
            <a:off x="9992932" y="124239"/>
            <a:ext cx="91219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数据生成</a:t>
            </a:r>
            <a:endParaRPr lang="en-US" altLang="zh-CN" sz="12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" name="燕尾形 27">
            <a:extLst>
              <a:ext uri="{FF2B5EF4-FFF2-40B4-BE49-F238E27FC236}">
                <a16:creationId xmlns:a16="http://schemas.microsoft.com/office/drawing/2014/main" id="{C05201DC-B48F-4CCE-B9CF-C5B5668A42D5}"/>
              </a:ext>
            </a:extLst>
          </p:cNvPr>
          <p:cNvSpPr/>
          <p:nvPr/>
        </p:nvSpPr>
        <p:spPr bwMode="gray">
          <a:xfrm>
            <a:off x="9150553" y="124239"/>
            <a:ext cx="91219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数据订阅</a:t>
            </a:r>
            <a:endParaRPr lang="en-US" altLang="zh-CN" sz="12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" name="五边形 23"/>
          <p:cNvSpPr/>
          <p:nvPr/>
        </p:nvSpPr>
        <p:spPr bwMode="gray">
          <a:xfrm>
            <a:off x="8407119" y="119698"/>
            <a:ext cx="813245" cy="21240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数据源</a:t>
            </a:r>
          </a:p>
        </p:txBody>
      </p:sp>
      <p:sp>
        <p:nvSpPr>
          <p:cNvPr id="25" name="文本框 24"/>
          <p:cNvSpPr txBox="1"/>
          <p:nvPr/>
        </p:nvSpPr>
        <p:spPr bwMode="gray">
          <a:xfrm>
            <a:off x="6550217" y="1259175"/>
            <a:ext cx="4248099" cy="4339650"/>
          </a:xfrm>
          <a:prstGeom prst="rect">
            <a:avLst/>
          </a:prstGeom>
          <a:noFill/>
          <a:ln>
            <a:solidFill>
              <a:srgbClr val="56C4D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Module Huawei-debug     {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namespace “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urn:Huawei:yang:Huawei-debug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”;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prefix debug;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import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huawei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-extension   {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prefix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ext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;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}</a:t>
            </a:r>
          </a:p>
          <a:p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container 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debug   {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description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“Debug information”;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</a:t>
            </a:r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container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cpu-infos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{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description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“CPU information of boards”;</a:t>
            </a:r>
          </a:p>
          <a:p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list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cpu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-info    {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ext:entry-from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“system”;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key “position”;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 description 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   “CPU information of a board”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    leaf position  {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        type string {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           length  “1..32”;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         }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…… 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B0E5CA26-AC09-8993-0AF8-B743699D4313}"/>
              </a:ext>
            </a:extLst>
          </p:cNvPr>
          <p:cNvGrpSpPr/>
          <p:nvPr/>
        </p:nvGrpSpPr>
        <p:grpSpPr>
          <a:xfrm>
            <a:off x="1404289" y="4781479"/>
            <a:ext cx="2597400" cy="271800"/>
            <a:chOff x="1404289" y="4781479"/>
            <a:chExt cx="2597400" cy="27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5" name="墨迹 4">
                  <a:extLst>
                    <a:ext uri="{FF2B5EF4-FFF2-40B4-BE49-F238E27FC236}">
                      <a16:creationId xmlns:a16="http://schemas.microsoft.com/office/drawing/2014/main" id="{683E422A-4650-CAE7-8BE3-2A4DAA224EBF}"/>
                    </a:ext>
                  </a:extLst>
                </p14:cNvPr>
                <p14:cNvContentPartPr/>
                <p14:nvPr/>
              </p14:nvContentPartPr>
              <p14:xfrm>
                <a:off x="1404289" y="4781479"/>
                <a:ext cx="2508480" cy="271800"/>
              </p14:xfrm>
            </p:contentPart>
          </mc:Choice>
          <mc:Fallback>
            <p:pic>
              <p:nvPicPr>
                <p:cNvPr id="5" name="墨迹 4">
                  <a:extLst>
                    <a:ext uri="{FF2B5EF4-FFF2-40B4-BE49-F238E27FC236}">
                      <a16:creationId xmlns:a16="http://schemas.microsoft.com/office/drawing/2014/main" id="{683E422A-4650-CAE7-8BE3-2A4DAA224EB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395649" y="4772839"/>
                  <a:ext cx="252612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4B3C0858-BB50-1D06-C805-6CB2040A19BF}"/>
                    </a:ext>
                  </a:extLst>
                </p14:cNvPr>
                <p14:cNvContentPartPr/>
                <p14:nvPr/>
              </p14:nvContentPartPr>
              <p14:xfrm>
                <a:off x="3964609" y="4781479"/>
                <a:ext cx="37080" cy="57600"/>
              </p14:xfrm>
            </p:contentPart>
          </mc:Choice>
          <mc:Fallback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4B3C0858-BB50-1D06-C805-6CB2040A19B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955969" y="4772839"/>
                  <a:ext cx="54720" cy="75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432314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B440C554-0FAA-443C-AE98-341F0B275ED1}"/>
              </a:ext>
            </a:extLst>
          </p:cNvPr>
          <p:cNvSpPr/>
          <p:nvPr/>
        </p:nvSpPr>
        <p:spPr bwMode="gray">
          <a:xfrm>
            <a:off x="4686300" y="3513725"/>
            <a:ext cx="4132577" cy="25144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7E05F50-F8E5-4F4D-AF16-B9F9150C329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>
                <a:sym typeface="Huawei Sans" panose="020C0503030203020204" pitchFamily="34" charset="0"/>
              </a:rPr>
              <a:t>Telemetry</a:t>
            </a:r>
            <a:r>
              <a:rPr lang="zh-CN" altLang="en-US">
                <a:sym typeface="Huawei Sans" panose="020C0503030203020204" pitchFamily="34" charset="0"/>
              </a:rPr>
              <a:t>数据订阅</a:t>
            </a:r>
          </a:p>
        </p:txBody>
      </p:sp>
      <p:sp>
        <p:nvSpPr>
          <p:cNvPr id="149" name="文本占位符 148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2000" dirty="0">
                <a:sym typeface="Huawei Sans" panose="020C0503030203020204" pitchFamily="34" charset="0"/>
              </a:rPr>
              <a:t>Telemetry</a:t>
            </a:r>
            <a:r>
              <a:rPr lang="zh-CN" altLang="en-US" sz="2000" dirty="0">
                <a:sym typeface="Huawei Sans" panose="020C0503030203020204" pitchFamily="34" charset="0"/>
              </a:rPr>
              <a:t>数据订阅定义了数据发送端和数据获取端交互关系。</a:t>
            </a:r>
          </a:p>
          <a:p>
            <a:endParaRPr lang="zh-CN" altLang="en-US" sz="2000" dirty="0">
              <a:sym typeface="Huawei Sans" panose="020C0503030203020204" pitchFamily="34" charset="0"/>
            </a:endParaRP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A4D781EC-3666-4DB6-8D3B-4A5C7AAAF667}"/>
              </a:ext>
            </a:extLst>
          </p:cNvPr>
          <p:cNvSpPr txBox="1"/>
          <p:nvPr/>
        </p:nvSpPr>
        <p:spPr bwMode="gray">
          <a:xfrm>
            <a:off x="4614210" y="1660866"/>
            <a:ext cx="7023678" cy="1569660"/>
          </a:xfrm>
          <a:prstGeom prst="rect">
            <a:avLst/>
          </a:prstGeom>
          <a:noFill/>
          <a:ln w="9525">
            <a:solidFill>
              <a:srgbClr val="56C4D2"/>
            </a:solidFill>
          </a:ln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sz="1600">
                <a:solidFill>
                  <a:prstClr val="black"/>
                </a:solidFill>
              </a:defRPr>
            </a:lvl1pPr>
          </a:lstStyle>
          <a:p>
            <a:pPr algn="l">
              <a:lnSpc>
                <a:spcPct val="120000"/>
              </a:lnSpc>
            </a:pPr>
            <a:r>
              <a: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华为</a:t>
            </a:r>
            <a:r>
              <a:rPr lang="en-US" altLang="zh-CN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Telemetry</a:t>
            </a:r>
            <a:r>
              <a: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订阅方式分为两种：静态订阅和动态订阅。</a:t>
            </a:r>
            <a:endParaRPr lang="en-US" altLang="zh-CN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静态订阅是指设备作为客户端，采集器作为服务端。由设备主动发起到采集器的连接，进行数据采集上送。多用于长期巡检。</a:t>
            </a:r>
            <a:endParaRPr lang="en-US" altLang="zh-CN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动态订阅是指设备作为服务端，采集器作为客户端发起到设备的连接。由设备进行数据采集上送。多用于短期监控。</a:t>
            </a: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917B2F11-6040-4430-834B-C5C8E6A0F506}"/>
              </a:ext>
            </a:extLst>
          </p:cNvPr>
          <p:cNvSpPr/>
          <p:nvPr/>
        </p:nvSpPr>
        <p:spPr bwMode="gray">
          <a:xfrm>
            <a:off x="614865" y="3630358"/>
            <a:ext cx="1765525" cy="833304"/>
          </a:xfrm>
          <a:prstGeom prst="rect">
            <a:avLst/>
          </a:prstGeom>
          <a:noFill/>
          <a:ln w="50800">
            <a:solidFill>
              <a:srgbClr val="EC70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0" name="矩形 1">
            <a:extLst>
              <a:ext uri="{FF2B5EF4-FFF2-40B4-BE49-F238E27FC236}">
                <a16:creationId xmlns:a16="http://schemas.microsoft.com/office/drawing/2014/main" id="{9D14EDCA-860D-4915-A978-85E8CA11AB1E}"/>
              </a:ext>
            </a:extLst>
          </p:cNvPr>
          <p:cNvSpPr>
            <a:spLocks noChangeArrowheads="1"/>
          </p:cNvSpPr>
          <p:nvPr/>
        </p:nvSpPr>
        <p:spPr bwMode="gray">
          <a:xfrm>
            <a:off x="6835502" y="3722940"/>
            <a:ext cx="1646237" cy="334134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56C4D2"/>
            </a:solidFill>
            <a:round/>
            <a:headEnd/>
            <a:tailEnd/>
          </a:ln>
        </p:spPr>
        <p:txBody>
          <a:bodyPr/>
          <a:lstStyle>
            <a:lvl1pPr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采集器</a:t>
            </a:r>
          </a:p>
        </p:txBody>
      </p:sp>
      <p:sp>
        <p:nvSpPr>
          <p:cNvPr id="141" name="矩形 25">
            <a:extLst>
              <a:ext uri="{FF2B5EF4-FFF2-40B4-BE49-F238E27FC236}">
                <a16:creationId xmlns:a16="http://schemas.microsoft.com/office/drawing/2014/main" id="{992FE30B-FB5D-4C44-9C31-D713784814D7}"/>
              </a:ext>
            </a:extLst>
          </p:cNvPr>
          <p:cNvSpPr>
            <a:spLocks noChangeArrowheads="1"/>
          </p:cNvSpPr>
          <p:nvPr/>
        </p:nvSpPr>
        <p:spPr bwMode="gray">
          <a:xfrm>
            <a:off x="5835377" y="5073902"/>
            <a:ext cx="1647825" cy="339288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56C4D2"/>
            </a:solidFill>
            <a:round/>
            <a:headEnd/>
            <a:tailEnd/>
          </a:ln>
        </p:spPr>
        <p:txBody>
          <a:bodyPr/>
          <a:lstStyle>
            <a:lvl1pPr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</a:t>
            </a:r>
          </a:p>
        </p:txBody>
      </p:sp>
      <p:cxnSp>
        <p:nvCxnSpPr>
          <p:cNvPr id="142" name="直接箭头连接符 3">
            <a:extLst>
              <a:ext uri="{FF2B5EF4-FFF2-40B4-BE49-F238E27FC236}">
                <a16:creationId xmlns:a16="http://schemas.microsoft.com/office/drawing/2014/main" id="{AAAAB749-FB14-4A7D-93FA-BCA6715BA2DA}"/>
              </a:ext>
            </a:extLst>
          </p:cNvPr>
          <p:cNvCxnSpPr>
            <a:cxnSpLocks noChangeShapeType="1"/>
          </p:cNvCxnSpPr>
          <p:nvPr/>
        </p:nvCxnSpPr>
        <p:spPr bwMode="gray">
          <a:xfrm>
            <a:off x="6259239" y="4111876"/>
            <a:ext cx="0" cy="93662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43" name="直接箭头连接符 5">
            <a:extLst>
              <a:ext uri="{FF2B5EF4-FFF2-40B4-BE49-F238E27FC236}">
                <a16:creationId xmlns:a16="http://schemas.microsoft.com/office/drawing/2014/main" id="{1EDC8EAE-EF38-4A6F-84C8-E0B925716E69}"/>
              </a:ext>
            </a:extLst>
          </p:cNvPr>
          <p:cNvCxnSpPr>
            <a:cxnSpLocks noChangeShapeType="1"/>
          </p:cNvCxnSpPr>
          <p:nvPr/>
        </p:nvCxnSpPr>
        <p:spPr bwMode="gray">
          <a:xfrm flipV="1">
            <a:off x="7194277" y="4099176"/>
            <a:ext cx="0" cy="93662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44" name="文本框 6">
            <a:extLst>
              <a:ext uri="{FF2B5EF4-FFF2-40B4-BE49-F238E27FC236}">
                <a16:creationId xmlns:a16="http://schemas.microsoft.com/office/drawing/2014/main" id="{AB1ECEAE-4F89-4382-855B-7ABA30135CA7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151160" y="4361823"/>
            <a:ext cx="151288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静态配置</a:t>
            </a:r>
          </a:p>
        </p:txBody>
      </p:sp>
      <p:sp>
        <p:nvSpPr>
          <p:cNvPr id="145" name="文本框 31">
            <a:extLst>
              <a:ext uri="{FF2B5EF4-FFF2-40B4-BE49-F238E27FC236}">
                <a16:creationId xmlns:a16="http://schemas.microsoft.com/office/drawing/2014/main" id="{C46F9ECC-0571-4A1B-99D0-A12EECAE366B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7265714" y="4299436"/>
            <a:ext cx="2030413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设备主动上送</a:t>
            </a:r>
            <a:endParaRPr lang="en-US" altLang="zh-CN" sz="15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</a:t>
            </a:r>
            <a:r>
              <a:rPr lang="en-US" altLang="zh-CN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dialout</a:t>
            </a:r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</a:t>
            </a:r>
          </a:p>
        </p:txBody>
      </p:sp>
      <p:sp>
        <p:nvSpPr>
          <p:cNvPr id="146" name="矩形 41">
            <a:extLst>
              <a:ext uri="{FF2B5EF4-FFF2-40B4-BE49-F238E27FC236}">
                <a16:creationId xmlns:a16="http://schemas.microsoft.com/office/drawing/2014/main" id="{F168DC76-DB06-42BC-806C-9533392466EE}"/>
              </a:ext>
            </a:extLst>
          </p:cNvPr>
          <p:cNvSpPr>
            <a:spLocks noChangeArrowheads="1"/>
          </p:cNvSpPr>
          <p:nvPr/>
        </p:nvSpPr>
        <p:spPr bwMode="gray">
          <a:xfrm>
            <a:off x="4940027" y="3722940"/>
            <a:ext cx="1646237" cy="334134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56C4D2"/>
            </a:solidFill>
            <a:round/>
            <a:headEnd/>
            <a:tailEnd/>
          </a:ln>
        </p:spPr>
        <p:txBody>
          <a:bodyPr/>
          <a:lstStyle>
            <a:lvl1pPr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CLI/</a:t>
            </a:r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网管</a:t>
            </a:r>
          </a:p>
        </p:txBody>
      </p:sp>
      <p:sp>
        <p:nvSpPr>
          <p:cNvPr id="147" name="矩形 1">
            <a:extLst>
              <a:ext uri="{FF2B5EF4-FFF2-40B4-BE49-F238E27FC236}">
                <a16:creationId xmlns:a16="http://schemas.microsoft.com/office/drawing/2014/main" id="{55A70543-0AE9-4BC0-A303-DD8FBB18DFBF}"/>
              </a:ext>
            </a:extLst>
          </p:cNvPr>
          <p:cNvSpPr>
            <a:spLocks noChangeArrowheads="1"/>
          </p:cNvSpPr>
          <p:nvPr/>
        </p:nvSpPr>
        <p:spPr bwMode="gray">
          <a:xfrm>
            <a:off x="9318352" y="3735640"/>
            <a:ext cx="1646237" cy="334134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56C4D2"/>
            </a:solidFill>
            <a:round/>
            <a:headEnd/>
            <a:tailEnd/>
          </a:ln>
        </p:spPr>
        <p:txBody>
          <a:bodyPr/>
          <a:lstStyle>
            <a:lvl1pPr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采集器</a:t>
            </a:r>
          </a:p>
        </p:txBody>
      </p:sp>
      <p:sp>
        <p:nvSpPr>
          <p:cNvPr id="148" name="矩形 25">
            <a:extLst>
              <a:ext uri="{FF2B5EF4-FFF2-40B4-BE49-F238E27FC236}">
                <a16:creationId xmlns:a16="http://schemas.microsoft.com/office/drawing/2014/main" id="{C666ED6C-5D61-488F-A914-326126C842DA}"/>
              </a:ext>
            </a:extLst>
          </p:cNvPr>
          <p:cNvSpPr>
            <a:spLocks noChangeArrowheads="1"/>
          </p:cNvSpPr>
          <p:nvPr/>
        </p:nvSpPr>
        <p:spPr bwMode="gray">
          <a:xfrm>
            <a:off x="9296127" y="5073902"/>
            <a:ext cx="1647825" cy="339288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56C4D2"/>
            </a:solidFill>
            <a:round/>
            <a:headEnd/>
            <a:tailEnd/>
          </a:ln>
        </p:spPr>
        <p:txBody>
          <a:bodyPr/>
          <a:lstStyle>
            <a:lvl1pPr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6A0EFCD-9472-4D08-8880-3AE5CCAFD58B}"/>
              </a:ext>
            </a:extLst>
          </p:cNvPr>
          <p:cNvSpPr txBox="1"/>
          <p:nvPr/>
        </p:nvSpPr>
        <p:spPr bwMode="gray">
          <a:xfrm>
            <a:off x="6067131" y="5584150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静态订阅</a:t>
            </a:r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3A325883-0AD8-4BF0-84FF-9E87BE1D643E}"/>
              </a:ext>
            </a:extLst>
          </p:cNvPr>
          <p:cNvSpPr/>
          <p:nvPr/>
        </p:nvSpPr>
        <p:spPr bwMode="gray">
          <a:xfrm>
            <a:off x="9025261" y="3494956"/>
            <a:ext cx="2485627" cy="25144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E7697235-421A-4FEE-BF3E-751DDD01BAC9}"/>
              </a:ext>
            </a:extLst>
          </p:cNvPr>
          <p:cNvSpPr txBox="1"/>
          <p:nvPr/>
        </p:nvSpPr>
        <p:spPr bwMode="gray">
          <a:xfrm>
            <a:off x="9646508" y="5584150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动态订阅</a:t>
            </a:r>
          </a:p>
        </p:txBody>
      </p:sp>
      <p:cxnSp>
        <p:nvCxnSpPr>
          <p:cNvPr id="153" name="直接箭头连接符 8">
            <a:extLst>
              <a:ext uri="{FF2B5EF4-FFF2-40B4-BE49-F238E27FC236}">
                <a16:creationId xmlns:a16="http://schemas.microsoft.com/office/drawing/2014/main" id="{E2D716D5-2775-4E93-A04C-420987259E39}"/>
              </a:ext>
            </a:extLst>
          </p:cNvPr>
          <p:cNvCxnSpPr>
            <a:cxnSpLocks noChangeShapeType="1"/>
          </p:cNvCxnSpPr>
          <p:nvPr/>
        </p:nvCxnSpPr>
        <p:spPr bwMode="gray">
          <a:xfrm>
            <a:off x="10120627" y="4067676"/>
            <a:ext cx="6350" cy="93662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154" name="文本框 39">
            <a:extLst>
              <a:ext uri="{FF2B5EF4-FFF2-40B4-BE49-F238E27FC236}">
                <a16:creationId xmlns:a16="http://schemas.microsoft.com/office/drawing/2014/main" id="{CED97860-99BE-407D-B48D-581E7C6FBC78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9296127" y="4426558"/>
            <a:ext cx="201771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动态订阅（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dialin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</a:t>
            </a:r>
          </a:p>
        </p:txBody>
      </p:sp>
      <p:sp>
        <p:nvSpPr>
          <p:cNvPr id="155" name="文本占位符 3"/>
          <p:cNvSpPr txBox="1">
            <a:spLocks/>
          </p:cNvSpPr>
          <p:nvPr/>
        </p:nvSpPr>
        <p:spPr bwMode="gray">
          <a:xfrm>
            <a:off x="468317" y="1245063"/>
            <a:ext cx="11276183" cy="4680000"/>
          </a:xfrm>
          <a:prstGeom prst="rect">
            <a:avLst/>
          </a:prstGeom>
        </p:spPr>
        <p:txBody>
          <a:bodyPr/>
          <a:lstStyle>
            <a:lvl1pPr marL="302279" indent="-302279" algn="l" defTabSz="914034" rtl="0" eaLnBrk="1" latinLnBrk="0" hangingPunct="1">
              <a:lnSpc>
                <a:spcPct val="140000"/>
              </a:lnSpc>
              <a:spcBef>
                <a:spcPts val="792"/>
              </a:spcBef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8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6" name="燕尾形 27">
            <a:extLst>
              <a:ext uri="{FF2B5EF4-FFF2-40B4-BE49-F238E27FC236}">
                <a16:creationId xmlns:a16="http://schemas.microsoft.com/office/drawing/2014/main" id="{178DA290-551B-48C7-AD29-D92C57541F4D}"/>
              </a:ext>
            </a:extLst>
          </p:cNvPr>
          <p:cNvSpPr/>
          <p:nvPr/>
        </p:nvSpPr>
        <p:spPr bwMode="gray">
          <a:xfrm>
            <a:off x="10835310" y="124239"/>
            <a:ext cx="91219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数据推送</a:t>
            </a:r>
            <a:endParaRPr lang="en-US" altLang="zh-CN" sz="12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7" name="燕尾形 27">
            <a:extLst>
              <a:ext uri="{FF2B5EF4-FFF2-40B4-BE49-F238E27FC236}">
                <a16:creationId xmlns:a16="http://schemas.microsoft.com/office/drawing/2014/main" id="{59E12A5D-2A60-4046-84E2-6E08AB5684E2}"/>
              </a:ext>
            </a:extLst>
          </p:cNvPr>
          <p:cNvSpPr/>
          <p:nvPr/>
        </p:nvSpPr>
        <p:spPr bwMode="gray">
          <a:xfrm>
            <a:off x="9992932" y="124239"/>
            <a:ext cx="91219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数据生成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8" name="燕尾形 27">
            <a:extLst>
              <a:ext uri="{FF2B5EF4-FFF2-40B4-BE49-F238E27FC236}">
                <a16:creationId xmlns:a16="http://schemas.microsoft.com/office/drawing/2014/main" id="{C05201DC-B48F-4CCE-B9CF-C5B5668A42D5}"/>
              </a:ext>
            </a:extLst>
          </p:cNvPr>
          <p:cNvSpPr/>
          <p:nvPr/>
        </p:nvSpPr>
        <p:spPr bwMode="gray">
          <a:xfrm>
            <a:off x="9150553" y="124239"/>
            <a:ext cx="912190" cy="21240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数据订阅</a:t>
            </a:r>
            <a:endParaRPr lang="en-US" altLang="zh-CN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159" name="五边形 158"/>
          <p:cNvSpPr/>
          <p:nvPr/>
        </p:nvSpPr>
        <p:spPr bwMode="gray">
          <a:xfrm>
            <a:off x="8407119" y="119698"/>
            <a:ext cx="813245" cy="21240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数据源</a:t>
            </a:r>
          </a:p>
        </p:txBody>
      </p:sp>
      <p:cxnSp>
        <p:nvCxnSpPr>
          <p:cNvPr id="160" name="直接连接符 159">
            <a:extLst>
              <a:ext uri="{FF2B5EF4-FFF2-40B4-BE49-F238E27FC236}">
                <a16:creationId xmlns:a16="http://schemas.microsoft.com/office/drawing/2014/main" id="{0676221F-B438-45DC-A994-70E56635D2B2}"/>
              </a:ext>
            </a:extLst>
          </p:cNvPr>
          <p:cNvCxnSpPr>
            <a:stCxn id="175" idx="0"/>
            <a:endCxn id="170" idx="4"/>
          </p:cNvCxnSpPr>
          <p:nvPr/>
        </p:nvCxnSpPr>
        <p:spPr bwMode="gray">
          <a:xfrm flipH="1" flipV="1">
            <a:off x="1451756" y="5339814"/>
            <a:ext cx="242234" cy="417563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接连接符 160">
            <a:extLst>
              <a:ext uri="{FF2B5EF4-FFF2-40B4-BE49-F238E27FC236}">
                <a16:creationId xmlns:a16="http://schemas.microsoft.com/office/drawing/2014/main" id="{259AAA17-8693-4D90-B919-3D4BF87AA029}"/>
              </a:ext>
            </a:extLst>
          </p:cNvPr>
          <p:cNvCxnSpPr>
            <a:stCxn id="170" idx="4"/>
            <a:endCxn id="172" idx="0"/>
          </p:cNvCxnSpPr>
          <p:nvPr/>
        </p:nvCxnSpPr>
        <p:spPr bwMode="gray">
          <a:xfrm flipH="1">
            <a:off x="1189934" y="5339814"/>
            <a:ext cx="261822" cy="417563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矩形 161">
            <a:extLst>
              <a:ext uri="{FF2B5EF4-FFF2-40B4-BE49-F238E27FC236}">
                <a16:creationId xmlns:a16="http://schemas.microsoft.com/office/drawing/2014/main" id="{B10215FE-C623-4F0A-B37D-DA48B3B33DC5}"/>
              </a:ext>
            </a:extLst>
          </p:cNvPr>
          <p:cNvSpPr/>
          <p:nvPr/>
        </p:nvSpPr>
        <p:spPr bwMode="gray">
          <a:xfrm>
            <a:off x="594263" y="2605521"/>
            <a:ext cx="3600000" cy="595271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数据</a:t>
            </a:r>
            <a:r>
              <a:rPr kumimoji="1"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搜集</a:t>
            </a:r>
            <a:endParaRPr kumimoji="1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5FC892B7-9D2B-4A12-939B-F1224E9A6624}"/>
              </a:ext>
            </a:extLst>
          </p:cNvPr>
          <p:cNvSpPr/>
          <p:nvPr/>
        </p:nvSpPr>
        <p:spPr bwMode="gray">
          <a:xfrm>
            <a:off x="594263" y="3632921"/>
            <a:ext cx="1800000" cy="82423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</a:t>
            </a:r>
            <a:r>
              <a:rPr kumimoji="1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订阅</a:t>
            </a:r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225D9C9C-719D-4E23-A85E-F0073EC754F7}"/>
              </a:ext>
            </a:extLst>
          </p:cNvPr>
          <p:cNvSpPr/>
          <p:nvPr/>
        </p:nvSpPr>
        <p:spPr bwMode="gray">
          <a:xfrm>
            <a:off x="2394263" y="3632921"/>
            <a:ext cx="1800000" cy="82423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</a:t>
            </a:r>
            <a:r>
              <a:rPr kumimoji="1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推送</a:t>
            </a:r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54AEBBE6-AD0B-475A-8A15-2AAD17300598}"/>
              </a:ext>
            </a:extLst>
          </p:cNvPr>
          <p:cNvSpPr/>
          <p:nvPr/>
        </p:nvSpPr>
        <p:spPr bwMode="gray">
          <a:xfrm>
            <a:off x="594263" y="4463661"/>
            <a:ext cx="3600000" cy="69999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数据生成</a:t>
            </a:r>
          </a:p>
        </p:txBody>
      </p:sp>
      <p:sp>
        <p:nvSpPr>
          <p:cNvPr id="166" name="上箭头 36">
            <a:extLst>
              <a:ext uri="{FF2B5EF4-FFF2-40B4-BE49-F238E27FC236}">
                <a16:creationId xmlns:a16="http://schemas.microsoft.com/office/drawing/2014/main" id="{708FF781-25CE-4F45-B700-F2D982206070}"/>
              </a:ext>
            </a:extLst>
          </p:cNvPr>
          <p:cNvSpPr/>
          <p:nvPr/>
        </p:nvSpPr>
        <p:spPr bwMode="gray">
          <a:xfrm>
            <a:off x="3114543" y="3200793"/>
            <a:ext cx="288000" cy="432128"/>
          </a:xfrm>
          <a:prstGeom prst="upArrow">
            <a:avLst/>
          </a:prstGeom>
          <a:solidFill>
            <a:srgbClr val="00206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7" name="下箭头 37">
            <a:extLst>
              <a:ext uri="{FF2B5EF4-FFF2-40B4-BE49-F238E27FC236}">
                <a16:creationId xmlns:a16="http://schemas.microsoft.com/office/drawing/2014/main" id="{DD43717A-ED12-46A3-88B5-35E98D96E04F}"/>
              </a:ext>
            </a:extLst>
          </p:cNvPr>
          <p:cNvSpPr/>
          <p:nvPr/>
        </p:nvSpPr>
        <p:spPr bwMode="gray">
          <a:xfrm>
            <a:off x="1386383" y="3200793"/>
            <a:ext cx="288000" cy="432128"/>
          </a:xfrm>
          <a:prstGeom prst="downArrow">
            <a:avLst/>
          </a:prstGeom>
          <a:solidFill>
            <a:srgbClr val="00206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77D99D38-263D-48B2-A13F-A11E2D238F43}"/>
              </a:ext>
            </a:extLst>
          </p:cNvPr>
          <p:cNvSpPr/>
          <p:nvPr/>
        </p:nvSpPr>
        <p:spPr bwMode="gray">
          <a:xfrm>
            <a:off x="594263" y="5164721"/>
            <a:ext cx="3600000" cy="75619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</a:t>
            </a:r>
            <a:r>
              <a:rPr kumimoji="1"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源</a:t>
            </a:r>
            <a:endParaRPr kumimoji="1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9" name="文本框 168">
            <a:extLst>
              <a:ext uri="{FF2B5EF4-FFF2-40B4-BE49-F238E27FC236}">
                <a16:creationId xmlns:a16="http://schemas.microsoft.com/office/drawing/2014/main" id="{C47FB0C8-2D41-4700-9156-14492BCAF189}"/>
              </a:ext>
            </a:extLst>
          </p:cNvPr>
          <p:cNvSpPr txBox="1"/>
          <p:nvPr/>
        </p:nvSpPr>
        <p:spPr bwMode="gray">
          <a:xfrm>
            <a:off x="3341215" y="3668460"/>
            <a:ext cx="763200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UDP</a:t>
            </a:r>
            <a:endParaRPr lang="zh-CN" altLang="en-US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0" name="椭圆 169">
            <a:extLst>
              <a:ext uri="{FF2B5EF4-FFF2-40B4-BE49-F238E27FC236}">
                <a16:creationId xmlns:a16="http://schemas.microsoft.com/office/drawing/2014/main" id="{1FB4B6F3-34FB-456E-9DBB-CF5959F03771}"/>
              </a:ext>
            </a:extLst>
          </p:cNvPr>
          <p:cNvSpPr>
            <a:spLocks noChangeAspect="1"/>
          </p:cNvSpPr>
          <p:nvPr/>
        </p:nvSpPr>
        <p:spPr bwMode="gray">
          <a:xfrm>
            <a:off x="1397756" y="5231814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1" name="椭圆 170">
            <a:extLst>
              <a:ext uri="{FF2B5EF4-FFF2-40B4-BE49-F238E27FC236}">
                <a16:creationId xmlns:a16="http://schemas.microsoft.com/office/drawing/2014/main" id="{9341B8D6-27C3-497F-A9A3-C5339D599BDB}"/>
              </a:ext>
            </a:extLst>
          </p:cNvPr>
          <p:cNvSpPr>
            <a:spLocks noChangeAspect="1"/>
          </p:cNvSpPr>
          <p:nvPr/>
        </p:nvSpPr>
        <p:spPr bwMode="gray">
          <a:xfrm>
            <a:off x="1243934" y="5520822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2" name="椭圆 171">
            <a:extLst>
              <a:ext uri="{FF2B5EF4-FFF2-40B4-BE49-F238E27FC236}">
                <a16:creationId xmlns:a16="http://schemas.microsoft.com/office/drawing/2014/main" id="{66D60ADB-D45B-417C-9F11-D4C719E8F6C8}"/>
              </a:ext>
            </a:extLst>
          </p:cNvPr>
          <p:cNvSpPr>
            <a:spLocks noChangeAspect="1"/>
          </p:cNvSpPr>
          <p:nvPr/>
        </p:nvSpPr>
        <p:spPr bwMode="gray">
          <a:xfrm>
            <a:off x="1135934" y="5757377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3" name="椭圆 172">
            <a:extLst>
              <a:ext uri="{FF2B5EF4-FFF2-40B4-BE49-F238E27FC236}">
                <a16:creationId xmlns:a16="http://schemas.microsoft.com/office/drawing/2014/main" id="{B4323A62-6CB3-455E-829A-0CE17A7BFF06}"/>
              </a:ext>
            </a:extLst>
          </p:cNvPr>
          <p:cNvSpPr>
            <a:spLocks noChangeAspect="1"/>
          </p:cNvSpPr>
          <p:nvPr/>
        </p:nvSpPr>
        <p:spPr bwMode="gray">
          <a:xfrm>
            <a:off x="1531966" y="5520822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4" name="椭圆 173">
            <a:extLst>
              <a:ext uri="{FF2B5EF4-FFF2-40B4-BE49-F238E27FC236}">
                <a16:creationId xmlns:a16="http://schemas.microsoft.com/office/drawing/2014/main" id="{0B30B409-97C2-4393-B291-FB114221E5A7}"/>
              </a:ext>
            </a:extLst>
          </p:cNvPr>
          <p:cNvSpPr>
            <a:spLocks noChangeAspect="1"/>
          </p:cNvSpPr>
          <p:nvPr/>
        </p:nvSpPr>
        <p:spPr bwMode="gray">
          <a:xfrm>
            <a:off x="1397756" y="5757377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5" name="椭圆 174">
            <a:extLst>
              <a:ext uri="{FF2B5EF4-FFF2-40B4-BE49-F238E27FC236}">
                <a16:creationId xmlns:a16="http://schemas.microsoft.com/office/drawing/2014/main" id="{BF9C1601-8882-4585-A312-559B698F9BAA}"/>
              </a:ext>
            </a:extLst>
          </p:cNvPr>
          <p:cNvSpPr>
            <a:spLocks noChangeAspect="1"/>
          </p:cNvSpPr>
          <p:nvPr/>
        </p:nvSpPr>
        <p:spPr bwMode="gray">
          <a:xfrm>
            <a:off x="1639990" y="5757377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76" name="直接连接符 175">
            <a:extLst>
              <a:ext uri="{FF2B5EF4-FFF2-40B4-BE49-F238E27FC236}">
                <a16:creationId xmlns:a16="http://schemas.microsoft.com/office/drawing/2014/main" id="{A1DF4C5E-D580-4151-8868-48BCD6AF6D86}"/>
              </a:ext>
            </a:extLst>
          </p:cNvPr>
          <p:cNvCxnSpPr>
            <a:stCxn id="173" idx="4"/>
            <a:endCxn id="174" idx="0"/>
          </p:cNvCxnSpPr>
          <p:nvPr/>
        </p:nvCxnSpPr>
        <p:spPr bwMode="gray">
          <a:xfrm flipH="1">
            <a:off x="1451756" y="5628822"/>
            <a:ext cx="134210" cy="128555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7" name="组合 176">
            <a:extLst>
              <a:ext uri="{FF2B5EF4-FFF2-40B4-BE49-F238E27FC236}">
                <a16:creationId xmlns:a16="http://schemas.microsoft.com/office/drawing/2014/main" id="{200DF4B5-CD22-45E4-8F34-6B6FF7DA0B6E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3186551" y="5200913"/>
            <a:ext cx="726306" cy="720000"/>
            <a:chOff x="7668754" y="1425755"/>
            <a:chExt cx="2832865" cy="2808272"/>
          </a:xfrm>
        </p:grpSpPr>
        <p:cxnSp>
          <p:nvCxnSpPr>
            <p:cNvPr id="178" name="直接连接符 177">
              <a:extLst>
                <a:ext uri="{FF2B5EF4-FFF2-40B4-BE49-F238E27FC236}">
                  <a16:creationId xmlns:a16="http://schemas.microsoft.com/office/drawing/2014/main" id="{2D91241B-454F-4C15-835F-510434F6F1BD}"/>
                </a:ext>
              </a:extLst>
            </p:cNvPr>
            <p:cNvCxnSpPr/>
            <p:nvPr/>
          </p:nvCxnSpPr>
          <p:spPr bwMode="gray">
            <a:xfrm>
              <a:off x="8111944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接连接符 178">
              <a:extLst>
                <a:ext uri="{FF2B5EF4-FFF2-40B4-BE49-F238E27FC236}">
                  <a16:creationId xmlns:a16="http://schemas.microsoft.com/office/drawing/2014/main" id="{9A9590CE-FAC0-4CE1-B72F-95AA851BBC56}"/>
                </a:ext>
              </a:extLst>
            </p:cNvPr>
            <p:cNvCxnSpPr/>
            <p:nvPr/>
          </p:nvCxnSpPr>
          <p:spPr bwMode="gray">
            <a:xfrm>
              <a:off x="8192953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直接连接符 179">
              <a:extLst>
                <a:ext uri="{FF2B5EF4-FFF2-40B4-BE49-F238E27FC236}">
                  <a16:creationId xmlns:a16="http://schemas.microsoft.com/office/drawing/2014/main" id="{3AF468B2-0C7B-4F3E-8DFC-E464F0A10F65}"/>
                </a:ext>
              </a:extLst>
            </p:cNvPr>
            <p:cNvCxnSpPr/>
            <p:nvPr/>
          </p:nvCxnSpPr>
          <p:spPr bwMode="gray">
            <a:xfrm>
              <a:off x="8273962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直接连接符 180">
              <a:extLst>
                <a:ext uri="{FF2B5EF4-FFF2-40B4-BE49-F238E27FC236}">
                  <a16:creationId xmlns:a16="http://schemas.microsoft.com/office/drawing/2014/main" id="{D59A120E-3CB1-4383-A308-00A543B8A938}"/>
                </a:ext>
              </a:extLst>
            </p:cNvPr>
            <p:cNvCxnSpPr/>
            <p:nvPr/>
          </p:nvCxnSpPr>
          <p:spPr bwMode="gray">
            <a:xfrm>
              <a:off x="8354971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连接符 181">
              <a:extLst>
                <a:ext uri="{FF2B5EF4-FFF2-40B4-BE49-F238E27FC236}">
                  <a16:creationId xmlns:a16="http://schemas.microsoft.com/office/drawing/2014/main" id="{18D5510D-84AB-421F-8756-1A40FF53C263}"/>
                </a:ext>
              </a:extLst>
            </p:cNvPr>
            <p:cNvCxnSpPr/>
            <p:nvPr/>
          </p:nvCxnSpPr>
          <p:spPr bwMode="gray">
            <a:xfrm>
              <a:off x="8435980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连接符 182">
              <a:extLst>
                <a:ext uri="{FF2B5EF4-FFF2-40B4-BE49-F238E27FC236}">
                  <a16:creationId xmlns:a16="http://schemas.microsoft.com/office/drawing/2014/main" id="{1612010A-43AE-4816-BA8E-1F52AF6F7958}"/>
                </a:ext>
              </a:extLst>
            </p:cNvPr>
            <p:cNvCxnSpPr/>
            <p:nvPr/>
          </p:nvCxnSpPr>
          <p:spPr bwMode="gray">
            <a:xfrm>
              <a:off x="8516989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直接连接符 183">
              <a:extLst>
                <a:ext uri="{FF2B5EF4-FFF2-40B4-BE49-F238E27FC236}">
                  <a16:creationId xmlns:a16="http://schemas.microsoft.com/office/drawing/2014/main" id="{B7DB17DE-F3AA-4E7A-9660-5D146EBECEA9}"/>
                </a:ext>
              </a:extLst>
            </p:cNvPr>
            <p:cNvCxnSpPr/>
            <p:nvPr/>
          </p:nvCxnSpPr>
          <p:spPr bwMode="gray">
            <a:xfrm>
              <a:off x="8597998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直接连接符 184">
              <a:extLst>
                <a:ext uri="{FF2B5EF4-FFF2-40B4-BE49-F238E27FC236}">
                  <a16:creationId xmlns:a16="http://schemas.microsoft.com/office/drawing/2014/main" id="{F6BC6280-2E63-47D7-874E-5A60270A0F79}"/>
                </a:ext>
              </a:extLst>
            </p:cNvPr>
            <p:cNvCxnSpPr/>
            <p:nvPr/>
          </p:nvCxnSpPr>
          <p:spPr bwMode="gray">
            <a:xfrm>
              <a:off x="8679007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直接连接符 185">
              <a:extLst>
                <a:ext uri="{FF2B5EF4-FFF2-40B4-BE49-F238E27FC236}">
                  <a16:creationId xmlns:a16="http://schemas.microsoft.com/office/drawing/2014/main" id="{092F718B-F5DA-4259-93C6-87C3FCAF28A8}"/>
                </a:ext>
              </a:extLst>
            </p:cNvPr>
            <p:cNvCxnSpPr/>
            <p:nvPr/>
          </p:nvCxnSpPr>
          <p:spPr bwMode="gray">
            <a:xfrm>
              <a:off x="8760016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接连接符 186">
              <a:extLst>
                <a:ext uri="{FF2B5EF4-FFF2-40B4-BE49-F238E27FC236}">
                  <a16:creationId xmlns:a16="http://schemas.microsoft.com/office/drawing/2014/main" id="{2F4F523C-324D-4144-B390-23B843B3FC84}"/>
                </a:ext>
              </a:extLst>
            </p:cNvPr>
            <p:cNvCxnSpPr/>
            <p:nvPr/>
          </p:nvCxnSpPr>
          <p:spPr bwMode="gray">
            <a:xfrm>
              <a:off x="8841025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接连接符 187">
              <a:extLst>
                <a:ext uri="{FF2B5EF4-FFF2-40B4-BE49-F238E27FC236}">
                  <a16:creationId xmlns:a16="http://schemas.microsoft.com/office/drawing/2014/main" id="{B21DDF58-D7A9-4F91-8C9A-6919874A2CCB}"/>
                </a:ext>
              </a:extLst>
            </p:cNvPr>
            <p:cNvCxnSpPr/>
            <p:nvPr/>
          </p:nvCxnSpPr>
          <p:spPr bwMode="gray">
            <a:xfrm>
              <a:off x="8922034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直接连接符 188">
              <a:extLst>
                <a:ext uri="{FF2B5EF4-FFF2-40B4-BE49-F238E27FC236}">
                  <a16:creationId xmlns:a16="http://schemas.microsoft.com/office/drawing/2014/main" id="{24359226-A670-41EA-9F4A-1BF0B7F895C5}"/>
                </a:ext>
              </a:extLst>
            </p:cNvPr>
            <p:cNvCxnSpPr/>
            <p:nvPr/>
          </p:nvCxnSpPr>
          <p:spPr bwMode="gray">
            <a:xfrm>
              <a:off x="9003043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直接连接符 189">
              <a:extLst>
                <a:ext uri="{FF2B5EF4-FFF2-40B4-BE49-F238E27FC236}">
                  <a16:creationId xmlns:a16="http://schemas.microsoft.com/office/drawing/2014/main" id="{16B6BACA-C1A4-4A89-8BD6-8C83D3089C88}"/>
                </a:ext>
              </a:extLst>
            </p:cNvPr>
            <p:cNvCxnSpPr/>
            <p:nvPr/>
          </p:nvCxnSpPr>
          <p:spPr bwMode="gray">
            <a:xfrm>
              <a:off x="9084052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直接连接符 190">
              <a:extLst>
                <a:ext uri="{FF2B5EF4-FFF2-40B4-BE49-F238E27FC236}">
                  <a16:creationId xmlns:a16="http://schemas.microsoft.com/office/drawing/2014/main" id="{1770DF74-EB59-4168-A979-3550DB06BBDA}"/>
                </a:ext>
              </a:extLst>
            </p:cNvPr>
            <p:cNvCxnSpPr/>
            <p:nvPr/>
          </p:nvCxnSpPr>
          <p:spPr bwMode="gray">
            <a:xfrm>
              <a:off x="9165061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接连接符 191">
              <a:extLst>
                <a:ext uri="{FF2B5EF4-FFF2-40B4-BE49-F238E27FC236}">
                  <a16:creationId xmlns:a16="http://schemas.microsoft.com/office/drawing/2014/main" id="{A8E5DD61-FEA2-43B6-B9A8-18A0F9C51ACF}"/>
                </a:ext>
              </a:extLst>
            </p:cNvPr>
            <p:cNvCxnSpPr/>
            <p:nvPr/>
          </p:nvCxnSpPr>
          <p:spPr bwMode="gray">
            <a:xfrm>
              <a:off x="9246070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直接连接符 192">
              <a:extLst>
                <a:ext uri="{FF2B5EF4-FFF2-40B4-BE49-F238E27FC236}">
                  <a16:creationId xmlns:a16="http://schemas.microsoft.com/office/drawing/2014/main" id="{F739AB7E-EFD6-4F2B-8C2F-941C2E76E69E}"/>
                </a:ext>
              </a:extLst>
            </p:cNvPr>
            <p:cNvCxnSpPr/>
            <p:nvPr/>
          </p:nvCxnSpPr>
          <p:spPr bwMode="gray">
            <a:xfrm>
              <a:off x="9327079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直接连接符 193">
              <a:extLst>
                <a:ext uri="{FF2B5EF4-FFF2-40B4-BE49-F238E27FC236}">
                  <a16:creationId xmlns:a16="http://schemas.microsoft.com/office/drawing/2014/main" id="{B6EEB81B-C186-4D34-BDF1-B7236B566AE8}"/>
                </a:ext>
              </a:extLst>
            </p:cNvPr>
            <p:cNvCxnSpPr/>
            <p:nvPr/>
          </p:nvCxnSpPr>
          <p:spPr bwMode="gray">
            <a:xfrm>
              <a:off x="9408088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接连接符 194">
              <a:extLst>
                <a:ext uri="{FF2B5EF4-FFF2-40B4-BE49-F238E27FC236}">
                  <a16:creationId xmlns:a16="http://schemas.microsoft.com/office/drawing/2014/main" id="{B84F94C7-7523-4DC6-8AEE-EBA50ECCBCAD}"/>
                </a:ext>
              </a:extLst>
            </p:cNvPr>
            <p:cNvCxnSpPr/>
            <p:nvPr/>
          </p:nvCxnSpPr>
          <p:spPr bwMode="gray">
            <a:xfrm>
              <a:off x="9489097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直接连接符 195">
              <a:extLst>
                <a:ext uri="{FF2B5EF4-FFF2-40B4-BE49-F238E27FC236}">
                  <a16:creationId xmlns:a16="http://schemas.microsoft.com/office/drawing/2014/main" id="{F55DB9A4-4D63-40F9-9ACC-69A91EEDADF1}"/>
                </a:ext>
              </a:extLst>
            </p:cNvPr>
            <p:cNvCxnSpPr/>
            <p:nvPr/>
          </p:nvCxnSpPr>
          <p:spPr bwMode="gray">
            <a:xfrm>
              <a:off x="9570106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直接连接符 196">
              <a:extLst>
                <a:ext uri="{FF2B5EF4-FFF2-40B4-BE49-F238E27FC236}">
                  <a16:creationId xmlns:a16="http://schemas.microsoft.com/office/drawing/2014/main" id="{63E1FF16-F03D-4D4A-9E82-B4D2F851DA6A}"/>
                </a:ext>
              </a:extLst>
            </p:cNvPr>
            <p:cNvCxnSpPr/>
            <p:nvPr/>
          </p:nvCxnSpPr>
          <p:spPr bwMode="gray">
            <a:xfrm>
              <a:off x="9651115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直接连接符 197">
              <a:extLst>
                <a:ext uri="{FF2B5EF4-FFF2-40B4-BE49-F238E27FC236}">
                  <a16:creationId xmlns:a16="http://schemas.microsoft.com/office/drawing/2014/main" id="{74DAA3C6-194F-4CC9-A1BF-85A925319BC3}"/>
                </a:ext>
              </a:extLst>
            </p:cNvPr>
            <p:cNvCxnSpPr/>
            <p:nvPr/>
          </p:nvCxnSpPr>
          <p:spPr bwMode="gray">
            <a:xfrm>
              <a:off x="9732124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接连接符 198">
              <a:extLst>
                <a:ext uri="{FF2B5EF4-FFF2-40B4-BE49-F238E27FC236}">
                  <a16:creationId xmlns:a16="http://schemas.microsoft.com/office/drawing/2014/main" id="{B8558E23-8B91-4554-9736-9D721C097208}"/>
                </a:ext>
              </a:extLst>
            </p:cNvPr>
            <p:cNvCxnSpPr/>
            <p:nvPr/>
          </p:nvCxnSpPr>
          <p:spPr bwMode="gray">
            <a:xfrm>
              <a:off x="9813133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直接连接符 199">
              <a:extLst>
                <a:ext uri="{FF2B5EF4-FFF2-40B4-BE49-F238E27FC236}">
                  <a16:creationId xmlns:a16="http://schemas.microsoft.com/office/drawing/2014/main" id="{0E583B2A-0F5D-4A3D-9E96-EEE4FB5A385C}"/>
                </a:ext>
              </a:extLst>
            </p:cNvPr>
            <p:cNvCxnSpPr/>
            <p:nvPr/>
          </p:nvCxnSpPr>
          <p:spPr bwMode="gray">
            <a:xfrm>
              <a:off x="9894142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直接连接符 200">
              <a:extLst>
                <a:ext uri="{FF2B5EF4-FFF2-40B4-BE49-F238E27FC236}">
                  <a16:creationId xmlns:a16="http://schemas.microsoft.com/office/drawing/2014/main" id="{1E6FB129-9F2B-4907-A966-4C4FE9603131}"/>
                </a:ext>
              </a:extLst>
            </p:cNvPr>
            <p:cNvCxnSpPr/>
            <p:nvPr/>
          </p:nvCxnSpPr>
          <p:spPr bwMode="gray">
            <a:xfrm>
              <a:off x="9975151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接连接符 201">
              <a:extLst>
                <a:ext uri="{FF2B5EF4-FFF2-40B4-BE49-F238E27FC236}">
                  <a16:creationId xmlns:a16="http://schemas.microsoft.com/office/drawing/2014/main" id="{9CD4222B-FFC5-4356-99A1-41404E5BD270}"/>
                </a:ext>
              </a:extLst>
            </p:cNvPr>
            <p:cNvCxnSpPr/>
            <p:nvPr/>
          </p:nvCxnSpPr>
          <p:spPr bwMode="gray">
            <a:xfrm>
              <a:off x="10056160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接连接符 202">
              <a:extLst>
                <a:ext uri="{FF2B5EF4-FFF2-40B4-BE49-F238E27FC236}">
                  <a16:creationId xmlns:a16="http://schemas.microsoft.com/office/drawing/2014/main" id="{F4154E48-9B6C-432B-B05F-D7A4054C7EF8}"/>
                </a:ext>
              </a:extLst>
            </p:cNvPr>
            <p:cNvCxnSpPr/>
            <p:nvPr/>
          </p:nvCxnSpPr>
          <p:spPr bwMode="gray">
            <a:xfrm>
              <a:off x="8111944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直接连接符 203">
              <a:extLst>
                <a:ext uri="{FF2B5EF4-FFF2-40B4-BE49-F238E27FC236}">
                  <a16:creationId xmlns:a16="http://schemas.microsoft.com/office/drawing/2014/main" id="{164FC12D-C882-4B15-B0AB-31B181E07803}"/>
                </a:ext>
              </a:extLst>
            </p:cNvPr>
            <p:cNvCxnSpPr/>
            <p:nvPr/>
          </p:nvCxnSpPr>
          <p:spPr bwMode="gray">
            <a:xfrm>
              <a:off x="8192953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直接连接符 204">
              <a:extLst>
                <a:ext uri="{FF2B5EF4-FFF2-40B4-BE49-F238E27FC236}">
                  <a16:creationId xmlns:a16="http://schemas.microsoft.com/office/drawing/2014/main" id="{AD6918DC-7078-48F4-A9F7-C69299A8A90A}"/>
                </a:ext>
              </a:extLst>
            </p:cNvPr>
            <p:cNvCxnSpPr/>
            <p:nvPr/>
          </p:nvCxnSpPr>
          <p:spPr bwMode="gray">
            <a:xfrm>
              <a:off x="8273962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接连接符 205">
              <a:extLst>
                <a:ext uri="{FF2B5EF4-FFF2-40B4-BE49-F238E27FC236}">
                  <a16:creationId xmlns:a16="http://schemas.microsoft.com/office/drawing/2014/main" id="{5DC22E81-FC19-4201-9050-6FDB6DF2CD17}"/>
                </a:ext>
              </a:extLst>
            </p:cNvPr>
            <p:cNvCxnSpPr/>
            <p:nvPr/>
          </p:nvCxnSpPr>
          <p:spPr bwMode="gray">
            <a:xfrm>
              <a:off x="8354971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连接符 206">
              <a:extLst>
                <a:ext uri="{FF2B5EF4-FFF2-40B4-BE49-F238E27FC236}">
                  <a16:creationId xmlns:a16="http://schemas.microsoft.com/office/drawing/2014/main" id="{752E25BC-C024-49F0-A384-8B86930DAB9F}"/>
                </a:ext>
              </a:extLst>
            </p:cNvPr>
            <p:cNvCxnSpPr/>
            <p:nvPr/>
          </p:nvCxnSpPr>
          <p:spPr bwMode="gray">
            <a:xfrm>
              <a:off x="8435980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接连接符 207">
              <a:extLst>
                <a:ext uri="{FF2B5EF4-FFF2-40B4-BE49-F238E27FC236}">
                  <a16:creationId xmlns:a16="http://schemas.microsoft.com/office/drawing/2014/main" id="{7047FE2C-0AB7-4E38-9932-9B553ECBD447}"/>
                </a:ext>
              </a:extLst>
            </p:cNvPr>
            <p:cNvCxnSpPr/>
            <p:nvPr/>
          </p:nvCxnSpPr>
          <p:spPr bwMode="gray">
            <a:xfrm>
              <a:off x="8516989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接连接符 208">
              <a:extLst>
                <a:ext uri="{FF2B5EF4-FFF2-40B4-BE49-F238E27FC236}">
                  <a16:creationId xmlns:a16="http://schemas.microsoft.com/office/drawing/2014/main" id="{59331398-E1E2-482B-B88F-5744156B1675}"/>
                </a:ext>
              </a:extLst>
            </p:cNvPr>
            <p:cNvCxnSpPr/>
            <p:nvPr/>
          </p:nvCxnSpPr>
          <p:spPr bwMode="gray">
            <a:xfrm>
              <a:off x="8597998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接连接符 209">
              <a:extLst>
                <a:ext uri="{FF2B5EF4-FFF2-40B4-BE49-F238E27FC236}">
                  <a16:creationId xmlns:a16="http://schemas.microsoft.com/office/drawing/2014/main" id="{E7543FB2-40E1-4CCF-9BAF-5BFB14AB26A4}"/>
                </a:ext>
              </a:extLst>
            </p:cNvPr>
            <p:cNvCxnSpPr/>
            <p:nvPr/>
          </p:nvCxnSpPr>
          <p:spPr bwMode="gray">
            <a:xfrm>
              <a:off x="8679007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>
              <a:extLst>
                <a:ext uri="{FF2B5EF4-FFF2-40B4-BE49-F238E27FC236}">
                  <a16:creationId xmlns:a16="http://schemas.microsoft.com/office/drawing/2014/main" id="{EE5DE8CF-ABFF-4ADC-8D2C-57ED2DA959AD}"/>
                </a:ext>
              </a:extLst>
            </p:cNvPr>
            <p:cNvCxnSpPr/>
            <p:nvPr/>
          </p:nvCxnSpPr>
          <p:spPr bwMode="gray">
            <a:xfrm>
              <a:off x="8760016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接连接符 211">
              <a:extLst>
                <a:ext uri="{FF2B5EF4-FFF2-40B4-BE49-F238E27FC236}">
                  <a16:creationId xmlns:a16="http://schemas.microsoft.com/office/drawing/2014/main" id="{DD404339-ED9A-4E5D-8AF6-0632436D3B94}"/>
                </a:ext>
              </a:extLst>
            </p:cNvPr>
            <p:cNvCxnSpPr/>
            <p:nvPr/>
          </p:nvCxnSpPr>
          <p:spPr bwMode="gray">
            <a:xfrm>
              <a:off x="8841025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接连接符 212">
              <a:extLst>
                <a:ext uri="{FF2B5EF4-FFF2-40B4-BE49-F238E27FC236}">
                  <a16:creationId xmlns:a16="http://schemas.microsoft.com/office/drawing/2014/main" id="{81399817-623A-472F-90AB-A99AB078D10A}"/>
                </a:ext>
              </a:extLst>
            </p:cNvPr>
            <p:cNvCxnSpPr/>
            <p:nvPr/>
          </p:nvCxnSpPr>
          <p:spPr bwMode="gray">
            <a:xfrm>
              <a:off x="8922034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直接连接符 213">
              <a:extLst>
                <a:ext uri="{FF2B5EF4-FFF2-40B4-BE49-F238E27FC236}">
                  <a16:creationId xmlns:a16="http://schemas.microsoft.com/office/drawing/2014/main" id="{9FA464AA-67CE-4B68-90EB-337020BF9431}"/>
                </a:ext>
              </a:extLst>
            </p:cNvPr>
            <p:cNvCxnSpPr/>
            <p:nvPr/>
          </p:nvCxnSpPr>
          <p:spPr bwMode="gray">
            <a:xfrm>
              <a:off x="9003043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直接连接符 214">
              <a:extLst>
                <a:ext uri="{FF2B5EF4-FFF2-40B4-BE49-F238E27FC236}">
                  <a16:creationId xmlns:a16="http://schemas.microsoft.com/office/drawing/2014/main" id="{D0EEA827-416F-4891-A01E-6EED628E14C2}"/>
                </a:ext>
              </a:extLst>
            </p:cNvPr>
            <p:cNvCxnSpPr/>
            <p:nvPr/>
          </p:nvCxnSpPr>
          <p:spPr bwMode="gray">
            <a:xfrm>
              <a:off x="9084052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接连接符 215">
              <a:extLst>
                <a:ext uri="{FF2B5EF4-FFF2-40B4-BE49-F238E27FC236}">
                  <a16:creationId xmlns:a16="http://schemas.microsoft.com/office/drawing/2014/main" id="{17F0DFCE-648C-46F7-860C-99E561B47764}"/>
                </a:ext>
              </a:extLst>
            </p:cNvPr>
            <p:cNvCxnSpPr/>
            <p:nvPr/>
          </p:nvCxnSpPr>
          <p:spPr bwMode="gray">
            <a:xfrm>
              <a:off x="9165061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直接连接符 216">
              <a:extLst>
                <a:ext uri="{FF2B5EF4-FFF2-40B4-BE49-F238E27FC236}">
                  <a16:creationId xmlns:a16="http://schemas.microsoft.com/office/drawing/2014/main" id="{4412ABEB-8BD5-4986-BFFB-E92CDE29435D}"/>
                </a:ext>
              </a:extLst>
            </p:cNvPr>
            <p:cNvCxnSpPr/>
            <p:nvPr/>
          </p:nvCxnSpPr>
          <p:spPr bwMode="gray">
            <a:xfrm>
              <a:off x="9246070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直接连接符 217">
              <a:extLst>
                <a:ext uri="{FF2B5EF4-FFF2-40B4-BE49-F238E27FC236}">
                  <a16:creationId xmlns:a16="http://schemas.microsoft.com/office/drawing/2014/main" id="{F85A99F8-0E82-4037-9DBA-16A91CBFB4D1}"/>
                </a:ext>
              </a:extLst>
            </p:cNvPr>
            <p:cNvCxnSpPr/>
            <p:nvPr/>
          </p:nvCxnSpPr>
          <p:spPr bwMode="gray">
            <a:xfrm>
              <a:off x="9327079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直接连接符 218">
              <a:extLst>
                <a:ext uri="{FF2B5EF4-FFF2-40B4-BE49-F238E27FC236}">
                  <a16:creationId xmlns:a16="http://schemas.microsoft.com/office/drawing/2014/main" id="{8A3A7417-BEE9-4BDB-8C85-5E1C08B49028}"/>
                </a:ext>
              </a:extLst>
            </p:cNvPr>
            <p:cNvCxnSpPr/>
            <p:nvPr/>
          </p:nvCxnSpPr>
          <p:spPr bwMode="gray">
            <a:xfrm>
              <a:off x="9408088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接连接符 219">
              <a:extLst>
                <a:ext uri="{FF2B5EF4-FFF2-40B4-BE49-F238E27FC236}">
                  <a16:creationId xmlns:a16="http://schemas.microsoft.com/office/drawing/2014/main" id="{6718BAE3-B330-4D31-BB01-F138F6783F12}"/>
                </a:ext>
              </a:extLst>
            </p:cNvPr>
            <p:cNvCxnSpPr/>
            <p:nvPr/>
          </p:nvCxnSpPr>
          <p:spPr bwMode="gray">
            <a:xfrm>
              <a:off x="9489097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直接连接符 220">
              <a:extLst>
                <a:ext uri="{FF2B5EF4-FFF2-40B4-BE49-F238E27FC236}">
                  <a16:creationId xmlns:a16="http://schemas.microsoft.com/office/drawing/2014/main" id="{D3774035-429B-4006-AB7E-B0A89AF67DF2}"/>
                </a:ext>
              </a:extLst>
            </p:cNvPr>
            <p:cNvCxnSpPr/>
            <p:nvPr/>
          </p:nvCxnSpPr>
          <p:spPr bwMode="gray">
            <a:xfrm>
              <a:off x="9570106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直接连接符 221">
              <a:extLst>
                <a:ext uri="{FF2B5EF4-FFF2-40B4-BE49-F238E27FC236}">
                  <a16:creationId xmlns:a16="http://schemas.microsoft.com/office/drawing/2014/main" id="{88B7C0AA-EE0C-4545-B5A9-2B9E9F478EA3}"/>
                </a:ext>
              </a:extLst>
            </p:cNvPr>
            <p:cNvCxnSpPr/>
            <p:nvPr/>
          </p:nvCxnSpPr>
          <p:spPr bwMode="gray">
            <a:xfrm>
              <a:off x="9651115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直接连接符 222">
              <a:extLst>
                <a:ext uri="{FF2B5EF4-FFF2-40B4-BE49-F238E27FC236}">
                  <a16:creationId xmlns:a16="http://schemas.microsoft.com/office/drawing/2014/main" id="{D0046485-1ED3-4DA5-9787-4E60BE1C7AB1}"/>
                </a:ext>
              </a:extLst>
            </p:cNvPr>
            <p:cNvCxnSpPr/>
            <p:nvPr/>
          </p:nvCxnSpPr>
          <p:spPr bwMode="gray">
            <a:xfrm>
              <a:off x="9732124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直接连接符 223">
              <a:extLst>
                <a:ext uri="{FF2B5EF4-FFF2-40B4-BE49-F238E27FC236}">
                  <a16:creationId xmlns:a16="http://schemas.microsoft.com/office/drawing/2014/main" id="{507603F6-845B-4C24-B202-CAA8ABD5877A}"/>
                </a:ext>
              </a:extLst>
            </p:cNvPr>
            <p:cNvCxnSpPr/>
            <p:nvPr/>
          </p:nvCxnSpPr>
          <p:spPr bwMode="gray">
            <a:xfrm>
              <a:off x="9813133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直接连接符 224">
              <a:extLst>
                <a:ext uri="{FF2B5EF4-FFF2-40B4-BE49-F238E27FC236}">
                  <a16:creationId xmlns:a16="http://schemas.microsoft.com/office/drawing/2014/main" id="{7320D229-AFF6-4DE4-9083-EC8927A938EF}"/>
                </a:ext>
              </a:extLst>
            </p:cNvPr>
            <p:cNvCxnSpPr/>
            <p:nvPr/>
          </p:nvCxnSpPr>
          <p:spPr bwMode="gray">
            <a:xfrm>
              <a:off x="9894142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直接连接符 225">
              <a:extLst>
                <a:ext uri="{FF2B5EF4-FFF2-40B4-BE49-F238E27FC236}">
                  <a16:creationId xmlns:a16="http://schemas.microsoft.com/office/drawing/2014/main" id="{D73F669D-4FC9-4288-8570-9637ED3DD783}"/>
                </a:ext>
              </a:extLst>
            </p:cNvPr>
            <p:cNvCxnSpPr/>
            <p:nvPr/>
          </p:nvCxnSpPr>
          <p:spPr bwMode="gray">
            <a:xfrm>
              <a:off x="9975151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直接连接符 226">
              <a:extLst>
                <a:ext uri="{FF2B5EF4-FFF2-40B4-BE49-F238E27FC236}">
                  <a16:creationId xmlns:a16="http://schemas.microsoft.com/office/drawing/2014/main" id="{34F376C5-3915-4BCA-93EF-B66BB98FEE09}"/>
                </a:ext>
              </a:extLst>
            </p:cNvPr>
            <p:cNvCxnSpPr/>
            <p:nvPr/>
          </p:nvCxnSpPr>
          <p:spPr bwMode="gray">
            <a:xfrm>
              <a:off x="10056160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8" name="组合 227">
              <a:extLst>
                <a:ext uri="{FF2B5EF4-FFF2-40B4-BE49-F238E27FC236}">
                  <a16:creationId xmlns:a16="http://schemas.microsoft.com/office/drawing/2014/main" id="{80458274-4013-40B2-9E0A-4816F1E2D5A7}"/>
                </a:ext>
              </a:extLst>
            </p:cNvPr>
            <p:cNvGrpSpPr/>
            <p:nvPr/>
          </p:nvGrpSpPr>
          <p:grpSpPr bwMode="gray">
            <a:xfrm rot="5400000">
              <a:off x="6768702" y="2757831"/>
              <a:ext cx="1944216" cy="144112"/>
              <a:chOff x="6798078" y="2996952"/>
              <a:chExt cx="1944216" cy="144112"/>
            </a:xfrm>
          </p:grpSpPr>
          <p:cxnSp>
            <p:nvCxnSpPr>
              <p:cNvPr id="256" name="直接连接符 255">
                <a:extLst>
                  <a:ext uri="{FF2B5EF4-FFF2-40B4-BE49-F238E27FC236}">
                    <a16:creationId xmlns:a16="http://schemas.microsoft.com/office/drawing/2014/main" id="{BD35CC54-1578-49F0-8CD9-F00CC357E941}"/>
                  </a:ext>
                </a:extLst>
              </p:cNvPr>
              <p:cNvCxnSpPr/>
              <p:nvPr/>
            </p:nvCxnSpPr>
            <p:spPr bwMode="gray">
              <a:xfrm>
                <a:off x="6798078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直接连接符 256">
                <a:extLst>
                  <a:ext uri="{FF2B5EF4-FFF2-40B4-BE49-F238E27FC236}">
                    <a16:creationId xmlns:a16="http://schemas.microsoft.com/office/drawing/2014/main" id="{236DC243-DD4A-4FE2-87ED-A9732F1268C2}"/>
                  </a:ext>
                </a:extLst>
              </p:cNvPr>
              <p:cNvCxnSpPr/>
              <p:nvPr/>
            </p:nvCxnSpPr>
            <p:spPr bwMode="gray">
              <a:xfrm>
                <a:off x="6879087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8" name="直接连接符 257">
                <a:extLst>
                  <a:ext uri="{FF2B5EF4-FFF2-40B4-BE49-F238E27FC236}">
                    <a16:creationId xmlns:a16="http://schemas.microsoft.com/office/drawing/2014/main" id="{631CE545-6865-45D9-9F98-8329F5C9A55D}"/>
                  </a:ext>
                </a:extLst>
              </p:cNvPr>
              <p:cNvCxnSpPr/>
              <p:nvPr/>
            </p:nvCxnSpPr>
            <p:spPr bwMode="gray">
              <a:xfrm>
                <a:off x="6960096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直接连接符 258">
                <a:extLst>
                  <a:ext uri="{FF2B5EF4-FFF2-40B4-BE49-F238E27FC236}">
                    <a16:creationId xmlns:a16="http://schemas.microsoft.com/office/drawing/2014/main" id="{EBABE17A-E8EA-4C5E-8E56-1976E9DD774D}"/>
                  </a:ext>
                </a:extLst>
              </p:cNvPr>
              <p:cNvCxnSpPr/>
              <p:nvPr/>
            </p:nvCxnSpPr>
            <p:spPr bwMode="gray">
              <a:xfrm>
                <a:off x="7041105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0" name="直接连接符 259">
                <a:extLst>
                  <a:ext uri="{FF2B5EF4-FFF2-40B4-BE49-F238E27FC236}">
                    <a16:creationId xmlns:a16="http://schemas.microsoft.com/office/drawing/2014/main" id="{C204202D-49FA-4611-A991-F254311A5908}"/>
                  </a:ext>
                </a:extLst>
              </p:cNvPr>
              <p:cNvCxnSpPr/>
              <p:nvPr/>
            </p:nvCxnSpPr>
            <p:spPr bwMode="gray">
              <a:xfrm>
                <a:off x="7122114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1" name="直接连接符 260">
                <a:extLst>
                  <a:ext uri="{FF2B5EF4-FFF2-40B4-BE49-F238E27FC236}">
                    <a16:creationId xmlns:a16="http://schemas.microsoft.com/office/drawing/2014/main" id="{6AAE199A-9E62-47DD-9E37-0C4317077A79}"/>
                  </a:ext>
                </a:extLst>
              </p:cNvPr>
              <p:cNvCxnSpPr/>
              <p:nvPr/>
            </p:nvCxnSpPr>
            <p:spPr bwMode="gray">
              <a:xfrm>
                <a:off x="7203123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2" name="直接连接符 261">
                <a:extLst>
                  <a:ext uri="{FF2B5EF4-FFF2-40B4-BE49-F238E27FC236}">
                    <a16:creationId xmlns:a16="http://schemas.microsoft.com/office/drawing/2014/main" id="{3D54DF0E-6B1C-491E-AF50-367B8D44C3AD}"/>
                  </a:ext>
                </a:extLst>
              </p:cNvPr>
              <p:cNvCxnSpPr/>
              <p:nvPr/>
            </p:nvCxnSpPr>
            <p:spPr bwMode="gray">
              <a:xfrm>
                <a:off x="7284132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3" name="直接连接符 262">
                <a:extLst>
                  <a:ext uri="{FF2B5EF4-FFF2-40B4-BE49-F238E27FC236}">
                    <a16:creationId xmlns:a16="http://schemas.microsoft.com/office/drawing/2014/main" id="{547CC9C6-8A0B-4294-9975-E9A7CF188A3F}"/>
                  </a:ext>
                </a:extLst>
              </p:cNvPr>
              <p:cNvCxnSpPr/>
              <p:nvPr/>
            </p:nvCxnSpPr>
            <p:spPr bwMode="gray">
              <a:xfrm>
                <a:off x="7365141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4" name="直接连接符 263">
                <a:extLst>
                  <a:ext uri="{FF2B5EF4-FFF2-40B4-BE49-F238E27FC236}">
                    <a16:creationId xmlns:a16="http://schemas.microsoft.com/office/drawing/2014/main" id="{D308E954-11CC-4E0F-A682-F557794620F0}"/>
                  </a:ext>
                </a:extLst>
              </p:cNvPr>
              <p:cNvCxnSpPr/>
              <p:nvPr/>
            </p:nvCxnSpPr>
            <p:spPr bwMode="gray">
              <a:xfrm>
                <a:off x="7446150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直接连接符 264">
                <a:extLst>
                  <a:ext uri="{FF2B5EF4-FFF2-40B4-BE49-F238E27FC236}">
                    <a16:creationId xmlns:a16="http://schemas.microsoft.com/office/drawing/2014/main" id="{19AF44A9-0E81-4917-9C24-7CA62359796C}"/>
                  </a:ext>
                </a:extLst>
              </p:cNvPr>
              <p:cNvCxnSpPr/>
              <p:nvPr/>
            </p:nvCxnSpPr>
            <p:spPr bwMode="gray">
              <a:xfrm>
                <a:off x="7527159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6" name="直接连接符 265">
                <a:extLst>
                  <a:ext uri="{FF2B5EF4-FFF2-40B4-BE49-F238E27FC236}">
                    <a16:creationId xmlns:a16="http://schemas.microsoft.com/office/drawing/2014/main" id="{62D17C2C-B9EA-408D-8796-CF4A094B8419}"/>
                  </a:ext>
                </a:extLst>
              </p:cNvPr>
              <p:cNvCxnSpPr/>
              <p:nvPr/>
            </p:nvCxnSpPr>
            <p:spPr bwMode="gray">
              <a:xfrm>
                <a:off x="7608168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7" name="直接连接符 266">
                <a:extLst>
                  <a:ext uri="{FF2B5EF4-FFF2-40B4-BE49-F238E27FC236}">
                    <a16:creationId xmlns:a16="http://schemas.microsoft.com/office/drawing/2014/main" id="{285EFC6C-3A8F-4C34-A257-6C9E76BD4D98}"/>
                  </a:ext>
                </a:extLst>
              </p:cNvPr>
              <p:cNvCxnSpPr/>
              <p:nvPr/>
            </p:nvCxnSpPr>
            <p:spPr bwMode="gray">
              <a:xfrm>
                <a:off x="7689177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8" name="直接连接符 267">
                <a:extLst>
                  <a:ext uri="{FF2B5EF4-FFF2-40B4-BE49-F238E27FC236}">
                    <a16:creationId xmlns:a16="http://schemas.microsoft.com/office/drawing/2014/main" id="{572DB6F9-509A-4A34-AB04-CB7558C4891C}"/>
                  </a:ext>
                </a:extLst>
              </p:cNvPr>
              <p:cNvCxnSpPr/>
              <p:nvPr/>
            </p:nvCxnSpPr>
            <p:spPr bwMode="gray">
              <a:xfrm>
                <a:off x="7770186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直接连接符 268">
                <a:extLst>
                  <a:ext uri="{FF2B5EF4-FFF2-40B4-BE49-F238E27FC236}">
                    <a16:creationId xmlns:a16="http://schemas.microsoft.com/office/drawing/2014/main" id="{DDAFF740-1988-4CFD-B8E5-54F2E508B58A}"/>
                  </a:ext>
                </a:extLst>
              </p:cNvPr>
              <p:cNvCxnSpPr/>
              <p:nvPr/>
            </p:nvCxnSpPr>
            <p:spPr bwMode="gray">
              <a:xfrm>
                <a:off x="7851195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0" name="直接连接符 269">
                <a:extLst>
                  <a:ext uri="{FF2B5EF4-FFF2-40B4-BE49-F238E27FC236}">
                    <a16:creationId xmlns:a16="http://schemas.microsoft.com/office/drawing/2014/main" id="{3E1AF1A4-FA1C-4AFE-BA96-A13D5DB0A3AD}"/>
                  </a:ext>
                </a:extLst>
              </p:cNvPr>
              <p:cNvCxnSpPr/>
              <p:nvPr/>
            </p:nvCxnSpPr>
            <p:spPr bwMode="gray">
              <a:xfrm>
                <a:off x="7932204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1" name="直接连接符 270">
                <a:extLst>
                  <a:ext uri="{FF2B5EF4-FFF2-40B4-BE49-F238E27FC236}">
                    <a16:creationId xmlns:a16="http://schemas.microsoft.com/office/drawing/2014/main" id="{1D5548E7-2656-4AEA-9EAC-CD24048551D7}"/>
                  </a:ext>
                </a:extLst>
              </p:cNvPr>
              <p:cNvCxnSpPr/>
              <p:nvPr/>
            </p:nvCxnSpPr>
            <p:spPr bwMode="gray">
              <a:xfrm>
                <a:off x="8013213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2" name="直接连接符 271">
                <a:extLst>
                  <a:ext uri="{FF2B5EF4-FFF2-40B4-BE49-F238E27FC236}">
                    <a16:creationId xmlns:a16="http://schemas.microsoft.com/office/drawing/2014/main" id="{01E0CE2E-4F71-46C3-B56F-9FF7DA46ECDE}"/>
                  </a:ext>
                </a:extLst>
              </p:cNvPr>
              <p:cNvCxnSpPr/>
              <p:nvPr/>
            </p:nvCxnSpPr>
            <p:spPr bwMode="gray">
              <a:xfrm>
                <a:off x="8094222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3" name="直接连接符 272">
                <a:extLst>
                  <a:ext uri="{FF2B5EF4-FFF2-40B4-BE49-F238E27FC236}">
                    <a16:creationId xmlns:a16="http://schemas.microsoft.com/office/drawing/2014/main" id="{277A465F-218B-4B2E-A9C3-D7B737D0AC8D}"/>
                  </a:ext>
                </a:extLst>
              </p:cNvPr>
              <p:cNvCxnSpPr/>
              <p:nvPr/>
            </p:nvCxnSpPr>
            <p:spPr bwMode="gray">
              <a:xfrm>
                <a:off x="8175231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4" name="直接连接符 273">
                <a:extLst>
                  <a:ext uri="{FF2B5EF4-FFF2-40B4-BE49-F238E27FC236}">
                    <a16:creationId xmlns:a16="http://schemas.microsoft.com/office/drawing/2014/main" id="{9701A858-4318-4DB4-B802-C498CE462FF3}"/>
                  </a:ext>
                </a:extLst>
              </p:cNvPr>
              <p:cNvCxnSpPr/>
              <p:nvPr/>
            </p:nvCxnSpPr>
            <p:spPr bwMode="gray">
              <a:xfrm>
                <a:off x="8256240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5" name="直接连接符 274">
                <a:extLst>
                  <a:ext uri="{FF2B5EF4-FFF2-40B4-BE49-F238E27FC236}">
                    <a16:creationId xmlns:a16="http://schemas.microsoft.com/office/drawing/2014/main" id="{CBEFFAB3-8256-487F-B5D8-A142B226B41B}"/>
                  </a:ext>
                </a:extLst>
              </p:cNvPr>
              <p:cNvCxnSpPr/>
              <p:nvPr/>
            </p:nvCxnSpPr>
            <p:spPr bwMode="gray">
              <a:xfrm>
                <a:off x="8337249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" name="直接连接符 275">
                <a:extLst>
                  <a:ext uri="{FF2B5EF4-FFF2-40B4-BE49-F238E27FC236}">
                    <a16:creationId xmlns:a16="http://schemas.microsoft.com/office/drawing/2014/main" id="{304E4B29-2789-4986-89E7-4E1FC1B8E38D}"/>
                  </a:ext>
                </a:extLst>
              </p:cNvPr>
              <p:cNvCxnSpPr/>
              <p:nvPr/>
            </p:nvCxnSpPr>
            <p:spPr bwMode="gray">
              <a:xfrm>
                <a:off x="8418258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7" name="直接连接符 276">
                <a:extLst>
                  <a:ext uri="{FF2B5EF4-FFF2-40B4-BE49-F238E27FC236}">
                    <a16:creationId xmlns:a16="http://schemas.microsoft.com/office/drawing/2014/main" id="{8EAAF83E-E238-4778-AE45-10D08DD82763}"/>
                  </a:ext>
                </a:extLst>
              </p:cNvPr>
              <p:cNvCxnSpPr/>
              <p:nvPr/>
            </p:nvCxnSpPr>
            <p:spPr bwMode="gray">
              <a:xfrm>
                <a:off x="8499267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8" name="直接连接符 277">
                <a:extLst>
                  <a:ext uri="{FF2B5EF4-FFF2-40B4-BE49-F238E27FC236}">
                    <a16:creationId xmlns:a16="http://schemas.microsoft.com/office/drawing/2014/main" id="{7E55AC72-AD84-49F0-ACCD-F7D3782F3946}"/>
                  </a:ext>
                </a:extLst>
              </p:cNvPr>
              <p:cNvCxnSpPr/>
              <p:nvPr/>
            </p:nvCxnSpPr>
            <p:spPr bwMode="gray">
              <a:xfrm>
                <a:off x="8580276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9" name="直接连接符 278">
                <a:extLst>
                  <a:ext uri="{FF2B5EF4-FFF2-40B4-BE49-F238E27FC236}">
                    <a16:creationId xmlns:a16="http://schemas.microsoft.com/office/drawing/2014/main" id="{9EA59839-64DE-47D1-87F7-FD1A8A469A46}"/>
                  </a:ext>
                </a:extLst>
              </p:cNvPr>
              <p:cNvCxnSpPr/>
              <p:nvPr/>
            </p:nvCxnSpPr>
            <p:spPr bwMode="gray">
              <a:xfrm>
                <a:off x="8661285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直接连接符 279">
                <a:extLst>
                  <a:ext uri="{FF2B5EF4-FFF2-40B4-BE49-F238E27FC236}">
                    <a16:creationId xmlns:a16="http://schemas.microsoft.com/office/drawing/2014/main" id="{CC9146E0-1BFB-4385-B083-78E9A60DBE37}"/>
                  </a:ext>
                </a:extLst>
              </p:cNvPr>
              <p:cNvCxnSpPr/>
              <p:nvPr/>
            </p:nvCxnSpPr>
            <p:spPr bwMode="gray">
              <a:xfrm>
                <a:off x="8742294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9" name="组合 228">
              <a:extLst>
                <a:ext uri="{FF2B5EF4-FFF2-40B4-BE49-F238E27FC236}">
                  <a16:creationId xmlns:a16="http://schemas.microsoft.com/office/drawing/2014/main" id="{4F5F1068-FEE0-4579-AC37-7347982598BB}"/>
                </a:ext>
              </a:extLst>
            </p:cNvPr>
            <p:cNvGrpSpPr/>
            <p:nvPr/>
          </p:nvGrpSpPr>
          <p:grpSpPr bwMode="gray">
            <a:xfrm rot="5400000">
              <a:off x="9457455" y="2757238"/>
              <a:ext cx="1944216" cy="144112"/>
              <a:chOff x="6798078" y="2996952"/>
              <a:chExt cx="1944216" cy="144112"/>
            </a:xfrm>
          </p:grpSpPr>
          <p:cxnSp>
            <p:nvCxnSpPr>
              <p:cNvPr id="231" name="直接连接符 230">
                <a:extLst>
                  <a:ext uri="{FF2B5EF4-FFF2-40B4-BE49-F238E27FC236}">
                    <a16:creationId xmlns:a16="http://schemas.microsoft.com/office/drawing/2014/main" id="{E47BAA56-365B-43BF-AB94-EC1D52EC8F53}"/>
                  </a:ext>
                </a:extLst>
              </p:cNvPr>
              <p:cNvCxnSpPr/>
              <p:nvPr/>
            </p:nvCxnSpPr>
            <p:spPr bwMode="gray">
              <a:xfrm>
                <a:off x="6798078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2" name="直接连接符 231">
                <a:extLst>
                  <a:ext uri="{FF2B5EF4-FFF2-40B4-BE49-F238E27FC236}">
                    <a16:creationId xmlns:a16="http://schemas.microsoft.com/office/drawing/2014/main" id="{836ABBEA-F168-4B41-800C-7613987E4209}"/>
                  </a:ext>
                </a:extLst>
              </p:cNvPr>
              <p:cNvCxnSpPr/>
              <p:nvPr/>
            </p:nvCxnSpPr>
            <p:spPr bwMode="gray">
              <a:xfrm>
                <a:off x="6879087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3" name="直接连接符 232">
                <a:extLst>
                  <a:ext uri="{FF2B5EF4-FFF2-40B4-BE49-F238E27FC236}">
                    <a16:creationId xmlns:a16="http://schemas.microsoft.com/office/drawing/2014/main" id="{19551D84-7087-4CA3-9AE2-71B84D4670F7}"/>
                  </a:ext>
                </a:extLst>
              </p:cNvPr>
              <p:cNvCxnSpPr/>
              <p:nvPr/>
            </p:nvCxnSpPr>
            <p:spPr bwMode="gray">
              <a:xfrm>
                <a:off x="6960096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直接连接符 233">
                <a:extLst>
                  <a:ext uri="{FF2B5EF4-FFF2-40B4-BE49-F238E27FC236}">
                    <a16:creationId xmlns:a16="http://schemas.microsoft.com/office/drawing/2014/main" id="{D0BC191B-73ED-4E53-B756-ED1D1671FCCB}"/>
                  </a:ext>
                </a:extLst>
              </p:cNvPr>
              <p:cNvCxnSpPr/>
              <p:nvPr/>
            </p:nvCxnSpPr>
            <p:spPr bwMode="gray">
              <a:xfrm>
                <a:off x="7041105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" name="直接连接符 234">
                <a:extLst>
                  <a:ext uri="{FF2B5EF4-FFF2-40B4-BE49-F238E27FC236}">
                    <a16:creationId xmlns:a16="http://schemas.microsoft.com/office/drawing/2014/main" id="{0F1C8C17-9C1D-4F22-B3FD-1522956BB7F0}"/>
                  </a:ext>
                </a:extLst>
              </p:cNvPr>
              <p:cNvCxnSpPr/>
              <p:nvPr/>
            </p:nvCxnSpPr>
            <p:spPr bwMode="gray">
              <a:xfrm>
                <a:off x="7122114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" name="直接连接符 235">
                <a:extLst>
                  <a:ext uri="{FF2B5EF4-FFF2-40B4-BE49-F238E27FC236}">
                    <a16:creationId xmlns:a16="http://schemas.microsoft.com/office/drawing/2014/main" id="{1AE70F16-B364-47A2-804D-49BCFAD7D4B5}"/>
                  </a:ext>
                </a:extLst>
              </p:cNvPr>
              <p:cNvCxnSpPr/>
              <p:nvPr/>
            </p:nvCxnSpPr>
            <p:spPr bwMode="gray">
              <a:xfrm>
                <a:off x="7203123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7" name="直接连接符 236">
                <a:extLst>
                  <a:ext uri="{FF2B5EF4-FFF2-40B4-BE49-F238E27FC236}">
                    <a16:creationId xmlns:a16="http://schemas.microsoft.com/office/drawing/2014/main" id="{F4597BF8-2D1D-4303-BD79-1F294A6DBCDA}"/>
                  </a:ext>
                </a:extLst>
              </p:cNvPr>
              <p:cNvCxnSpPr/>
              <p:nvPr/>
            </p:nvCxnSpPr>
            <p:spPr bwMode="gray">
              <a:xfrm>
                <a:off x="7284132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" name="直接连接符 237">
                <a:extLst>
                  <a:ext uri="{FF2B5EF4-FFF2-40B4-BE49-F238E27FC236}">
                    <a16:creationId xmlns:a16="http://schemas.microsoft.com/office/drawing/2014/main" id="{8B7A71AD-492C-4ECF-B3C6-E6DDDE4183F9}"/>
                  </a:ext>
                </a:extLst>
              </p:cNvPr>
              <p:cNvCxnSpPr/>
              <p:nvPr/>
            </p:nvCxnSpPr>
            <p:spPr bwMode="gray">
              <a:xfrm>
                <a:off x="7365141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直接连接符 238">
                <a:extLst>
                  <a:ext uri="{FF2B5EF4-FFF2-40B4-BE49-F238E27FC236}">
                    <a16:creationId xmlns:a16="http://schemas.microsoft.com/office/drawing/2014/main" id="{C469DB58-65B8-46A3-B64C-3D1060E3C65A}"/>
                  </a:ext>
                </a:extLst>
              </p:cNvPr>
              <p:cNvCxnSpPr/>
              <p:nvPr/>
            </p:nvCxnSpPr>
            <p:spPr bwMode="gray">
              <a:xfrm>
                <a:off x="7446150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直接连接符 239">
                <a:extLst>
                  <a:ext uri="{FF2B5EF4-FFF2-40B4-BE49-F238E27FC236}">
                    <a16:creationId xmlns:a16="http://schemas.microsoft.com/office/drawing/2014/main" id="{49E08CB2-5ADD-4213-AF79-512436888F49}"/>
                  </a:ext>
                </a:extLst>
              </p:cNvPr>
              <p:cNvCxnSpPr/>
              <p:nvPr/>
            </p:nvCxnSpPr>
            <p:spPr bwMode="gray">
              <a:xfrm>
                <a:off x="7527159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直接连接符 240">
                <a:extLst>
                  <a:ext uri="{FF2B5EF4-FFF2-40B4-BE49-F238E27FC236}">
                    <a16:creationId xmlns:a16="http://schemas.microsoft.com/office/drawing/2014/main" id="{E3297084-25BC-4371-A13C-3C262CAB1CEC}"/>
                  </a:ext>
                </a:extLst>
              </p:cNvPr>
              <p:cNvCxnSpPr/>
              <p:nvPr/>
            </p:nvCxnSpPr>
            <p:spPr bwMode="gray">
              <a:xfrm>
                <a:off x="7608168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直接连接符 241">
                <a:extLst>
                  <a:ext uri="{FF2B5EF4-FFF2-40B4-BE49-F238E27FC236}">
                    <a16:creationId xmlns:a16="http://schemas.microsoft.com/office/drawing/2014/main" id="{81709043-AB11-4FBB-8807-4C6A7CA426D1}"/>
                  </a:ext>
                </a:extLst>
              </p:cNvPr>
              <p:cNvCxnSpPr/>
              <p:nvPr/>
            </p:nvCxnSpPr>
            <p:spPr bwMode="gray">
              <a:xfrm>
                <a:off x="7689177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直接连接符 242">
                <a:extLst>
                  <a:ext uri="{FF2B5EF4-FFF2-40B4-BE49-F238E27FC236}">
                    <a16:creationId xmlns:a16="http://schemas.microsoft.com/office/drawing/2014/main" id="{74514C96-5E6E-4D0F-9731-C242A3694D86}"/>
                  </a:ext>
                </a:extLst>
              </p:cNvPr>
              <p:cNvCxnSpPr/>
              <p:nvPr/>
            </p:nvCxnSpPr>
            <p:spPr bwMode="gray">
              <a:xfrm>
                <a:off x="7770186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直接连接符 243">
                <a:extLst>
                  <a:ext uri="{FF2B5EF4-FFF2-40B4-BE49-F238E27FC236}">
                    <a16:creationId xmlns:a16="http://schemas.microsoft.com/office/drawing/2014/main" id="{BF12C0ED-AB5A-4CA1-82F3-B6C7AED62134}"/>
                  </a:ext>
                </a:extLst>
              </p:cNvPr>
              <p:cNvCxnSpPr/>
              <p:nvPr/>
            </p:nvCxnSpPr>
            <p:spPr bwMode="gray">
              <a:xfrm>
                <a:off x="7851195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直接连接符 244">
                <a:extLst>
                  <a:ext uri="{FF2B5EF4-FFF2-40B4-BE49-F238E27FC236}">
                    <a16:creationId xmlns:a16="http://schemas.microsoft.com/office/drawing/2014/main" id="{76E7DB4D-2040-46C1-A3DE-351D9FEC2808}"/>
                  </a:ext>
                </a:extLst>
              </p:cNvPr>
              <p:cNvCxnSpPr/>
              <p:nvPr/>
            </p:nvCxnSpPr>
            <p:spPr bwMode="gray">
              <a:xfrm>
                <a:off x="7932204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" name="直接连接符 245">
                <a:extLst>
                  <a:ext uri="{FF2B5EF4-FFF2-40B4-BE49-F238E27FC236}">
                    <a16:creationId xmlns:a16="http://schemas.microsoft.com/office/drawing/2014/main" id="{123B39B2-EF7F-4CE3-BFF9-D58B22BCFF13}"/>
                  </a:ext>
                </a:extLst>
              </p:cNvPr>
              <p:cNvCxnSpPr/>
              <p:nvPr/>
            </p:nvCxnSpPr>
            <p:spPr bwMode="gray">
              <a:xfrm>
                <a:off x="8013213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直接连接符 246">
                <a:extLst>
                  <a:ext uri="{FF2B5EF4-FFF2-40B4-BE49-F238E27FC236}">
                    <a16:creationId xmlns:a16="http://schemas.microsoft.com/office/drawing/2014/main" id="{F0F92E12-4821-46AE-B725-716B01544D3F}"/>
                  </a:ext>
                </a:extLst>
              </p:cNvPr>
              <p:cNvCxnSpPr/>
              <p:nvPr/>
            </p:nvCxnSpPr>
            <p:spPr bwMode="gray">
              <a:xfrm>
                <a:off x="8094222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直接连接符 247">
                <a:extLst>
                  <a:ext uri="{FF2B5EF4-FFF2-40B4-BE49-F238E27FC236}">
                    <a16:creationId xmlns:a16="http://schemas.microsoft.com/office/drawing/2014/main" id="{C37E87EA-AFDF-4F5E-B7FF-2B7F375DEE76}"/>
                  </a:ext>
                </a:extLst>
              </p:cNvPr>
              <p:cNvCxnSpPr/>
              <p:nvPr/>
            </p:nvCxnSpPr>
            <p:spPr bwMode="gray">
              <a:xfrm>
                <a:off x="8175231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直接连接符 248">
                <a:extLst>
                  <a:ext uri="{FF2B5EF4-FFF2-40B4-BE49-F238E27FC236}">
                    <a16:creationId xmlns:a16="http://schemas.microsoft.com/office/drawing/2014/main" id="{950B6E5C-3E08-4430-AEFF-7225B8A1A349}"/>
                  </a:ext>
                </a:extLst>
              </p:cNvPr>
              <p:cNvCxnSpPr/>
              <p:nvPr/>
            </p:nvCxnSpPr>
            <p:spPr bwMode="gray">
              <a:xfrm>
                <a:off x="8256240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直接连接符 249">
                <a:extLst>
                  <a:ext uri="{FF2B5EF4-FFF2-40B4-BE49-F238E27FC236}">
                    <a16:creationId xmlns:a16="http://schemas.microsoft.com/office/drawing/2014/main" id="{A9EEE8E6-27FA-4469-A95B-D7AB423D8D8C}"/>
                  </a:ext>
                </a:extLst>
              </p:cNvPr>
              <p:cNvCxnSpPr/>
              <p:nvPr/>
            </p:nvCxnSpPr>
            <p:spPr bwMode="gray">
              <a:xfrm>
                <a:off x="8337249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直接连接符 250">
                <a:extLst>
                  <a:ext uri="{FF2B5EF4-FFF2-40B4-BE49-F238E27FC236}">
                    <a16:creationId xmlns:a16="http://schemas.microsoft.com/office/drawing/2014/main" id="{7020F33D-9740-4F3D-8B24-3D106F38AAB5}"/>
                  </a:ext>
                </a:extLst>
              </p:cNvPr>
              <p:cNvCxnSpPr/>
              <p:nvPr/>
            </p:nvCxnSpPr>
            <p:spPr bwMode="gray">
              <a:xfrm>
                <a:off x="8418258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直接连接符 251">
                <a:extLst>
                  <a:ext uri="{FF2B5EF4-FFF2-40B4-BE49-F238E27FC236}">
                    <a16:creationId xmlns:a16="http://schemas.microsoft.com/office/drawing/2014/main" id="{0205A24C-B2E0-40CE-9381-E02CECB8803D}"/>
                  </a:ext>
                </a:extLst>
              </p:cNvPr>
              <p:cNvCxnSpPr/>
              <p:nvPr/>
            </p:nvCxnSpPr>
            <p:spPr bwMode="gray">
              <a:xfrm>
                <a:off x="8499267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直接连接符 252">
                <a:extLst>
                  <a:ext uri="{FF2B5EF4-FFF2-40B4-BE49-F238E27FC236}">
                    <a16:creationId xmlns:a16="http://schemas.microsoft.com/office/drawing/2014/main" id="{5A64BEB2-FED5-4492-8BBA-A7372EC998AF}"/>
                  </a:ext>
                </a:extLst>
              </p:cNvPr>
              <p:cNvCxnSpPr/>
              <p:nvPr/>
            </p:nvCxnSpPr>
            <p:spPr bwMode="gray">
              <a:xfrm>
                <a:off x="8580276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直接连接符 253">
                <a:extLst>
                  <a:ext uri="{FF2B5EF4-FFF2-40B4-BE49-F238E27FC236}">
                    <a16:creationId xmlns:a16="http://schemas.microsoft.com/office/drawing/2014/main" id="{907B9599-0DC0-4693-A9DF-03F58E569155}"/>
                  </a:ext>
                </a:extLst>
              </p:cNvPr>
              <p:cNvCxnSpPr/>
              <p:nvPr/>
            </p:nvCxnSpPr>
            <p:spPr bwMode="gray">
              <a:xfrm>
                <a:off x="8661285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直接连接符 254">
                <a:extLst>
                  <a:ext uri="{FF2B5EF4-FFF2-40B4-BE49-F238E27FC236}">
                    <a16:creationId xmlns:a16="http://schemas.microsoft.com/office/drawing/2014/main" id="{6D635CC9-A4A8-42FA-B696-7BF5D432E56A}"/>
                  </a:ext>
                </a:extLst>
              </p:cNvPr>
              <p:cNvCxnSpPr/>
              <p:nvPr/>
            </p:nvCxnSpPr>
            <p:spPr bwMode="gray">
              <a:xfrm>
                <a:off x="8742294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0" name="圆角矩形 128">
              <a:extLst>
                <a:ext uri="{FF2B5EF4-FFF2-40B4-BE49-F238E27FC236}">
                  <a16:creationId xmlns:a16="http://schemas.microsoft.com/office/drawing/2014/main" id="{54D0A3B6-2ED9-4CC4-B494-E2108EE8932B}"/>
                </a:ext>
              </a:extLst>
            </p:cNvPr>
            <p:cNvSpPr/>
            <p:nvPr/>
          </p:nvSpPr>
          <p:spPr bwMode="gray">
            <a:xfrm>
              <a:off x="7824192" y="1569747"/>
              <a:ext cx="2520000" cy="2520280"/>
            </a:xfrm>
            <a:prstGeom prst="roundRect">
              <a:avLst>
                <a:gd name="adj" fmla="val 896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rgbClr val="56C4D2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NP</a:t>
              </a:r>
            </a:p>
          </p:txBody>
        </p:sp>
      </p:grpSp>
      <p:sp>
        <p:nvSpPr>
          <p:cNvPr id="281" name="矩形 280">
            <a:extLst>
              <a:ext uri="{FF2B5EF4-FFF2-40B4-BE49-F238E27FC236}">
                <a16:creationId xmlns:a16="http://schemas.microsoft.com/office/drawing/2014/main" id="{48CD44E6-C57F-4AAA-B293-DC732B519DAC}"/>
              </a:ext>
            </a:extLst>
          </p:cNvPr>
          <p:cNvSpPr/>
          <p:nvPr/>
        </p:nvSpPr>
        <p:spPr bwMode="gray">
          <a:xfrm>
            <a:off x="593986" y="1979731"/>
            <a:ext cx="3600000" cy="615804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</a:t>
            </a:r>
            <a:r>
              <a:rPr kumimoji="1"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分析</a:t>
            </a:r>
            <a:endParaRPr kumimoji="1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2" name="文本框 281">
            <a:extLst>
              <a:ext uri="{FF2B5EF4-FFF2-40B4-BE49-F238E27FC236}">
                <a16:creationId xmlns:a16="http://schemas.microsoft.com/office/drawing/2014/main" id="{C47FB0C8-2D41-4700-9156-14492BCAF189}"/>
              </a:ext>
            </a:extLst>
          </p:cNvPr>
          <p:cNvSpPr txBox="1"/>
          <p:nvPr/>
        </p:nvSpPr>
        <p:spPr bwMode="gray">
          <a:xfrm>
            <a:off x="2429012" y="3697560"/>
            <a:ext cx="797391" cy="369332"/>
          </a:xfrm>
          <a:prstGeom prst="rect">
            <a:avLst/>
          </a:prstGeom>
          <a:solidFill>
            <a:srgbClr val="2DA6A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gRPC</a:t>
            </a:r>
            <a:endParaRPr lang="zh-CN" altLang="en-US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3" name="文本框 282">
            <a:extLst>
              <a:ext uri="{FF2B5EF4-FFF2-40B4-BE49-F238E27FC236}">
                <a16:creationId xmlns:a16="http://schemas.microsoft.com/office/drawing/2014/main" id="{C47FB0C8-2D41-4700-9156-14492BCAF189}"/>
              </a:ext>
            </a:extLst>
          </p:cNvPr>
          <p:cNvSpPr txBox="1"/>
          <p:nvPr/>
        </p:nvSpPr>
        <p:spPr bwMode="gray">
          <a:xfrm>
            <a:off x="1120165" y="3697560"/>
            <a:ext cx="797391" cy="369332"/>
          </a:xfrm>
          <a:prstGeom prst="rect">
            <a:avLst/>
          </a:prstGeom>
          <a:solidFill>
            <a:srgbClr val="2DA6A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gRPC</a:t>
            </a:r>
            <a:endParaRPr lang="zh-CN" altLang="en-US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4" name="文本框 283">
            <a:extLst>
              <a:ext uri="{FF2B5EF4-FFF2-40B4-BE49-F238E27FC236}">
                <a16:creationId xmlns:a16="http://schemas.microsoft.com/office/drawing/2014/main" id="{C47FB0C8-2D41-4700-9156-14492BCAF189}"/>
              </a:ext>
            </a:extLst>
          </p:cNvPr>
          <p:cNvSpPr txBox="1"/>
          <p:nvPr/>
        </p:nvSpPr>
        <p:spPr bwMode="gray">
          <a:xfrm>
            <a:off x="1120165" y="2734451"/>
            <a:ext cx="797391" cy="369332"/>
          </a:xfrm>
          <a:prstGeom prst="rect">
            <a:avLst/>
          </a:prstGeom>
          <a:solidFill>
            <a:srgbClr val="2DA6A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gRPC</a:t>
            </a:r>
            <a:endParaRPr lang="zh-CN" altLang="en-US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5" name="文本框 284">
            <a:extLst>
              <a:ext uri="{FF2B5EF4-FFF2-40B4-BE49-F238E27FC236}">
                <a16:creationId xmlns:a16="http://schemas.microsoft.com/office/drawing/2014/main" id="{C47FB0C8-2D41-4700-9156-14492BCAF189}"/>
              </a:ext>
            </a:extLst>
          </p:cNvPr>
          <p:cNvSpPr txBox="1"/>
          <p:nvPr/>
        </p:nvSpPr>
        <p:spPr bwMode="gray">
          <a:xfrm>
            <a:off x="2911371" y="4621801"/>
            <a:ext cx="1234545" cy="369332"/>
          </a:xfrm>
          <a:prstGeom prst="rect">
            <a:avLst/>
          </a:prstGeom>
          <a:solidFill>
            <a:srgbClr val="2DA6A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Protobuf</a:t>
            </a:r>
            <a:endParaRPr lang="zh-CN" altLang="en-US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7CBE729E-0DBB-7D5B-642F-6262AB276A8C}"/>
                  </a:ext>
                </a:extLst>
              </p14:cNvPr>
              <p14:cNvContentPartPr/>
              <p14:nvPr/>
            </p14:nvContentPartPr>
            <p14:xfrm>
              <a:off x="4984129" y="2270839"/>
              <a:ext cx="2819520" cy="3096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7CBE729E-0DBB-7D5B-642F-6262AB276A8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75129" y="2261839"/>
                <a:ext cx="2837160" cy="4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968726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E05F50-F8E5-4F4D-AF16-B9F9150C329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>
                <a:sym typeface="Huawei Sans" panose="020C0503030203020204" pitchFamily="34" charset="0"/>
              </a:rPr>
              <a:t>Telemetry</a:t>
            </a:r>
            <a:r>
              <a:rPr lang="zh-CN" altLang="en-US">
                <a:sym typeface="Huawei Sans" panose="020C0503030203020204" pitchFamily="34" charset="0"/>
              </a:rPr>
              <a:t>静态订阅</a:t>
            </a:r>
          </a:p>
        </p:txBody>
      </p:sp>
      <p:sp>
        <p:nvSpPr>
          <p:cNvPr id="20" name="Rectangle 219"/>
          <p:cNvSpPr txBox="1">
            <a:spLocks noChangeArrowheads="1"/>
          </p:cNvSpPr>
          <p:nvPr/>
        </p:nvSpPr>
        <p:spPr bwMode="gray">
          <a:xfrm>
            <a:off x="6038186" y="1400988"/>
            <a:ext cx="4961508" cy="38186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8355" tIns="39177" rIns="78355" bIns="39177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b="1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Telemetry</a:t>
            </a:r>
            <a:r>
              <a:rPr lang="zh-CN" altLang="en-US" b="1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静态订阅</a:t>
            </a:r>
            <a:endParaRPr lang="en-US" altLang="zh-CN" b="1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altLang="en-US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网管对设备下发静态配置，包括采样路径，采样周期，上送目标、编码等信息。</a:t>
            </a:r>
            <a:endParaRPr lang="en-US" altLang="zh-CN" sz="16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支持</a:t>
            </a:r>
            <a:r>
              <a:rPr lang="en-US" altLang="zh-CN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CLI</a:t>
            </a:r>
            <a:r>
              <a:rPr lang="zh-CN" altLang="en-US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下发</a:t>
            </a:r>
            <a:endParaRPr lang="en-US" altLang="zh-CN" sz="16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支持</a:t>
            </a:r>
            <a:r>
              <a:rPr lang="en-US" altLang="zh-CN" sz="16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Netconf</a:t>
            </a:r>
            <a:r>
              <a:rPr lang="zh-CN" altLang="en-US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下发，</a:t>
            </a:r>
            <a:r>
              <a:rPr lang="en-US" altLang="zh-CN" sz="16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Netconf</a:t>
            </a:r>
            <a:r>
              <a:rPr lang="zh-CN" altLang="en-US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使用的模型是</a:t>
            </a:r>
            <a:r>
              <a:rPr lang="en-US" altLang="zh-CN" sz="16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openconfig-telemetry.yang</a:t>
            </a:r>
            <a:endParaRPr lang="en-US" altLang="zh-CN" sz="16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altLang="en-US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设备启动采样任务，主动向采集器发起连接并推送数据。</a:t>
            </a:r>
            <a:endParaRPr lang="en-US" altLang="zh-CN" sz="16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支持</a:t>
            </a:r>
            <a:r>
              <a:rPr lang="en-US" altLang="zh-CN" sz="16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gRPC</a:t>
            </a:r>
            <a:r>
              <a:rPr lang="zh-CN" altLang="en-US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上送，</a:t>
            </a:r>
            <a:r>
              <a:rPr lang="en-US" altLang="zh-CN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RPC</a:t>
            </a:r>
            <a:r>
              <a:rPr lang="zh-CN" altLang="en-US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方法为</a:t>
            </a:r>
            <a:r>
              <a:rPr lang="en-US" altLang="zh-CN" sz="16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dataPublish</a:t>
            </a:r>
            <a:endParaRPr lang="en-US" altLang="zh-CN" sz="16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支持</a:t>
            </a:r>
            <a:r>
              <a:rPr lang="en-US" altLang="zh-CN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UDP</a:t>
            </a:r>
            <a:r>
              <a:rPr lang="zh-CN" altLang="en-US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上送</a:t>
            </a:r>
            <a:endParaRPr lang="en-US" altLang="zh-CN" sz="16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52" name="Group 150"/>
          <p:cNvGrpSpPr>
            <a:grpSpLocks noChangeAspect="1"/>
          </p:cNvGrpSpPr>
          <p:nvPr/>
        </p:nvGrpSpPr>
        <p:grpSpPr bwMode="gray">
          <a:xfrm>
            <a:off x="1809618" y="681612"/>
            <a:ext cx="5147374" cy="1668568"/>
            <a:chOff x="2908" y="22838"/>
            <a:chExt cx="3452" cy="1119"/>
          </a:xfrm>
        </p:grpSpPr>
        <p:sp>
          <p:nvSpPr>
            <p:cNvPr id="53" name="AutoShape 149"/>
            <p:cNvSpPr>
              <a:spLocks noChangeAspect="1" noChangeArrowheads="1" noTextEdit="1"/>
            </p:cNvSpPr>
            <p:nvPr/>
          </p:nvSpPr>
          <p:spPr bwMode="gray">
            <a:xfrm>
              <a:off x="2908" y="23631"/>
              <a:ext cx="369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56" name="Freeform 153"/>
            <p:cNvSpPr>
              <a:spLocks noEditPoints="1"/>
            </p:cNvSpPr>
            <p:nvPr/>
          </p:nvSpPr>
          <p:spPr bwMode="gray">
            <a:xfrm>
              <a:off x="6164" y="22838"/>
              <a:ext cx="196" cy="137"/>
            </a:xfrm>
            <a:custGeom>
              <a:avLst/>
              <a:gdLst/>
              <a:ahLst/>
              <a:cxnLst>
                <a:cxn ang="0">
                  <a:pos x="74" y="49"/>
                </a:cxn>
                <a:cxn ang="0">
                  <a:pos x="60" y="38"/>
                </a:cxn>
                <a:cxn ang="0">
                  <a:pos x="62" y="35"/>
                </a:cxn>
                <a:cxn ang="0">
                  <a:pos x="65" y="25"/>
                </a:cxn>
                <a:cxn ang="0">
                  <a:pos x="49" y="37"/>
                </a:cxn>
                <a:cxn ang="0">
                  <a:pos x="51" y="40"/>
                </a:cxn>
                <a:cxn ang="0">
                  <a:pos x="68" y="53"/>
                </a:cxn>
                <a:cxn ang="0">
                  <a:pos x="52" y="58"/>
                </a:cxn>
                <a:cxn ang="0">
                  <a:pos x="82" y="37"/>
                </a:cxn>
                <a:cxn ang="0">
                  <a:pos x="58" y="22"/>
                </a:cxn>
                <a:cxn ang="0">
                  <a:pos x="75" y="21"/>
                </a:cxn>
                <a:cxn ang="0">
                  <a:pos x="82" y="0"/>
                </a:cxn>
                <a:cxn ang="0">
                  <a:pos x="52" y="3"/>
                </a:cxn>
                <a:cxn ang="0">
                  <a:pos x="69" y="5"/>
                </a:cxn>
                <a:cxn ang="0">
                  <a:pos x="50" y="14"/>
                </a:cxn>
                <a:cxn ang="0">
                  <a:pos x="34" y="12"/>
                </a:cxn>
                <a:cxn ang="0">
                  <a:pos x="58" y="22"/>
                </a:cxn>
                <a:cxn ang="0">
                  <a:pos x="21" y="18"/>
                </a:cxn>
                <a:cxn ang="0">
                  <a:pos x="22" y="20"/>
                </a:cxn>
                <a:cxn ang="0">
                  <a:pos x="11" y="29"/>
                </a:cxn>
                <a:cxn ang="0">
                  <a:pos x="32" y="23"/>
                </a:cxn>
                <a:cxn ang="0">
                  <a:pos x="33" y="21"/>
                </a:cxn>
                <a:cxn ang="0">
                  <a:pos x="14" y="5"/>
                </a:cxn>
                <a:cxn ang="0">
                  <a:pos x="31" y="0"/>
                </a:cxn>
                <a:cxn ang="0">
                  <a:pos x="0" y="12"/>
                </a:cxn>
                <a:cxn ang="0">
                  <a:pos x="8" y="21"/>
                </a:cxn>
                <a:cxn ang="0">
                  <a:pos x="24" y="36"/>
                </a:cxn>
                <a:cxn ang="0">
                  <a:pos x="8" y="37"/>
                </a:cxn>
                <a:cxn ang="0">
                  <a:pos x="0" y="49"/>
                </a:cxn>
                <a:cxn ang="0">
                  <a:pos x="30" y="58"/>
                </a:cxn>
                <a:cxn ang="0">
                  <a:pos x="13" y="52"/>
                </a:cxn>
                <a:cxn ang="0">
                  <a:pos x="32" y="43"/>
                </a:cxn>
                <a:cxn ang="0">
                  <a:pos x="48" y="46"/>
                </a:cxn>
                <a:cxn ang="0">
                  <a:pos x="24" y="36"/>
                </a:cxn>
              </a:cxnLst>
              <a:rect l="0" t="0" r="r" b="b"/>
              <a:pathLst>
                <a:path w="83" h="58">
                  <a:moveTo>
                    <a:pt x="75" y="37"/>
                  </a:moveTo>
                  <a:cubicBezTo>
                    <a:pt x="75" y="38"/>
                    <a:pt x="74" y="49"/>
                    <a:pt x="74" y="49"/>
                  </a:cubicBezTo>
                  <a:cubicBezTo>
                    <a:pt x="61" y="39"/>
                    <a:pt x="61" y="39"/>
                    <a:pt x="61" y="39"/>
                  </a:cubicBezTo>
                  <a:cubicBezTo>
                    <a:pt x="60" y="39"/>
                    <a:pt x="60" y="39"/>
                    <a:pt x="60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7"/>
                    <a:pt x="61" y="36"/>
                    <a:pt x="62" y="35"/>
                  </a:cubicBezTo>
                  <a:cubicBezTo>
                    <a:pt x="62" y="35"/>
                    <a:pt x="70" y="30"/>
                    <a:pt x="71" y="29"/>
                  </a:cubicBezTo>
                  <a:cubicBezTo>
                    <a:pt x="71" y="29"/>
                    <a:pt x="65" y="25"/>
                    <a:pt x="65" y="25"/>
                  </a:cubicBezTo>
                  <a:cubicBezTo>
                    <a:pt x="63" y="26"/>
                    <a:pt x="50" y="35"/>
                    <a:pt x="50" y="35"/>
                  </a:cubicBezTo>
                  <a:cubicBezTo>
                    <a:pt x="50" y="35"/>
                    <a:pt x="49" y="36"/>
                    <a:pt x="49" y="37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9" y="38"/>
                    <a:pt x="50" y="40"/>
                    <a:pt x="51" y="40"/>
                  </a:cubicBezTo>
                  <a:cubicBezTo>
                    <a:pt x="67" y="52"/>
                    <a:pt x="67" y="52"/>
                    <a:pt x="67" y="52"/>
                  </a:cubicBezTo>
                  <a:cubicBezTo>
                    <a:pt x="68" y="53"/>
                    <a:pt x="68" y="53"/>
                    <a:pt x="68" y="53"/>
                  </a:cubicBezTo>
                  <a:cubicBezTo>
                    <a:pt x="68" y="53"/>
                    <a:pt x="53" y="53"/>
                    <a:pt x="52" y="53"/>
                  </a:cubicBezTo>
                  <a:cubicBezTo>
                    <a:pt x="52" y="53"/>
                    <a:pt x="51" y="57"/>
                    <a:pt x="52" y="58"/>
                  </a:cubicBezTo>
                  <a:cubicBezTo>
                    <a:pt x="52" y="58"/>
                    <a:pt x="81" y="58"/>
                    <a:pt x="82" y="58"/>
                  </a:cubicBezTo>
                  <a:cubicBezTo>
                    <a:pt x="82" y="57"/>
                    <a:pt x="82" y="37"/>
                    <a:pt x="82" y="37"/>
                  </a:cubicBezTo>
                  <a:cubicBezTo>
                    <a:pt x="82" y="37"/>
                    <a:pt x="75" y="37"/>
                    <a:pt x="75" y="37"/>
                  </a:cubicBezTo>
                  <a:close/>
                  <a:moveTo>
                    <a:pt x="58" y="22"/>
                  </a:move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5" y="21"/>
                    <a:pt x="75" y="21"/>
                  </a:cubicBezTo>
                  <a:cubicBezTo>
                    <a:pt x="75" y="21"/>
                    <a:pt x="81" y="21"/>
                    <a:pt x="82" y="21"/>
                  </a:cubicBezTo>
                  <a:cubicBezTo>
                    <a:pt x="82" y="20"/>
                    <a:pt x="83" y="1"/>
                    <a:pt x="82" y="0"/>
                  </a:cubicBezTo>
                  <a:cubicBezTo>
                    <a:pt x="82" y="0"/>
                    <a:pt x="53" y="0"/>
                    <a:pt x="52" y="0"/>
                  </a:cubicBezTo>
                  <a:cubicBezTo>
                    <a:pt x="52" y="1"/>
                    <a:pt x="52" y="3"/>
                    <a:pt x="52" y="3"/>
                  </a:cubicBezTo>
                  <a:cubicBezTo>
                    <a:pt x="52" y="3"/>
                    <a:pt x="52" y="5"/>
                    <a:pt x="52" y="5"/>
                  </a:cubicBezTo>
                  <a:cubicBezTo>
                    <a:pt x="52" y="5"/>
                    <a:pt x="69" y="5"/>
                    <a:pt x="69" y="5"/>
                  </a:cubicBezTo>
                  <a:cubicBezTo>
                    <a:pt x="56" y="15"/>
                    <a:pt x="56" y="15"/>
                    <a:pt x="56" y="15"/>
                  </a:cubicBezTo>
                  <a:cubicBezTo>
                    <a:pt x="53" y="16"/>
                    <a:pt x="52" y="16"/>
                    <a:pt x="50" y="14"/>
                  </a:cubicBezTo>
                  <a:cubicBezTo>
                    <a:pt x="50" y="14"/>
                    <a:pt x="41" y="8"/>
                    <a:pt x="40" y="8"/>
                  </a:cubicBezTo>
                  <a:cubicBezTo>
                    <a:pt x="40" y="8"/>
                    <a:pt x="35" y="11"/>
                    <a:pt x="34" y="12"/>
                  </a:cubicBezTo>
                  <a:cubicBezTo>
                    <a:pt x="36" y="13"/>
                    <a:pt x="49" y="22"/>
                    <a:pt x="49" y="22"/>
                  </a:cubicBezTo>
                  <a:cubicBezTo>
                    <a:pt x="51" y="23"/>
                    <a:pt x="55" y="24"/>
                    <a:pt x="58" y="22"/>
                  </a:cubicBezTo>
                  <a:close/>
                  <a:moveTo>
                    <a:pt x="8" y="9"/>
                  </a:moveTo>
                  <a:cubicBezTo>
                    <a:pt x="21" y="18"/>
                    <a:pt x="21" y="18"/>
                    <a:pt x="21" y="18"/>
                  </a:cubicBezTo>
                  <a:cubicBezTo>
                    <a:pt x="22" y="19"/>
                    <a:pt x="22" y="19"/>
                    <a:pt x="22" y="20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1"/>
                    <a:pt x="21" y="22"/>
                    <a:pt x="20" y="22"/>
                  </a:cubicBezTo>
                  <a:cubicBezTo>
                    <a:pt x="20" y="22"/>
                    <a:pt x="12" y="28"/>
                    <a:pt x="11" y="29"/>
                  </a:cubicBezTo>
                  <a:cubicBezTo>
                    <a:pt x="12" y="29"/>
                    <a:pt x="17" y="33"/>
                    <a:pt x="17" y="33"/>
                  </a:cubicBezTo>
                  <a:cubicBezTo>
                    <a:pt x="19" y="32"/>
                    <a:pt x="32" y="23"/>
                    <a:pt x="32" y="23"/>
                  </a:cubicBezTo>
                  <a:cubicBezTo>
                    <a:pt x="33" y="23"/>
                    <a:pt x="33" y="22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19"/>
                    <a:pt x="33" y="18"/>
                    <a:pt x="31" y="17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29" y="5"/>
                    <a:pt x="31" y="5"/>
                  </a:cubicBezTo>
                  <a:cubicBezTo>
                    <a:pt x="31" y="5"/>
                    <a:pt x="31" y="1"/>
                    <a:pt x="31" y="0"/>
                  </a:cubicBezTo>
                  <a:cubicBezTo>
                    <a:pt x="30" y="0"/>
                    <a:pt x="1" y="0"/>
                    <a:pt x="0" y="0"/>
                  </a:cubicBezTo>
                  <a:cubicBezTo>
                    <a:pt x="0" y="1"/>
                    <a:pt x="0" y="12"/>
                    <a:pt x="0" y="12"/>
                  </a:cubicBezTo>
                  <a:cubicBezTo>
                    <a:pt x="0" y="12"/>
                    <a:pt x="0" y="21"/>
                    <a:pt x="0" y="21"/>
                  </a:cubicBezTo>
                  <a:cubicBezTo>
                    <a:pt x="1" y="21"/>
                    <a:pt x="7" y="21"/>
                    <a:pt x="8" y="21"/>
                  </a:cubicBezTo>
                  <a:cubicBezTo>
                    <a:pt x="8" y="20"/>
                    <a:pt x="8" y="9"/>
                    <a:pt x="8" y="9"/>
                  </a:cubicBezTo>
                  <a:close/>
                  <a:moveTo>
                    <a:pt x="24" y="36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37"/>
                    <a:pt x="8" y="37"/>
                  </a:cubicBezTo>
                  <a:cubicBezTo>
                    <a:pt x="7" y="36"/>
                    <a:pt x="1" y="37"/>
                    <a:pt x="0" y="36"/>
                  </a:cubicBezTo>
                  <a:cubicBezTo>
                    <a:pt x="0" y="37"/>
                    <a:pt x="0" y="49"/>
                    <a:pt x="0" y="49"/>
                  </a:cubicBezTo>
                  <a:cubicBezTo>
                    <a:pt x="0" y="49"/>
                    <a:pt x="0" y="57"/>
                    <a:pt x="0" y="58"/>
                  </a:cubicBezTo>
                  <a:cubicBezTo>
                    <a:pt x="0" y="58"/>
                    <a:pt x="29" y="58"/>
                    <a:pt x="30" y="58"/>
                  </a:cubicBezTo>
                  <a:cubicBezTo>
                    <a:pt x="30" y="57"/>
                    <a:pt x="30" y="53"/>
                    <a:pt x="30" y="53"/>
                  </a:cubicBezTo>
                  <a:cubicBezTo>
                    <a:pt x="30" y="53"/>
                    <a:pt x="13" y="52"/>
                    <a:pt x="13" y="52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9" y="42"/>
                    <a:pt x="30" y="42"/>
                    <a:pt x="32" y="43"/>
                  </a:cubicBezTo>
                  <a:cubicBezTo>
                    <a:pt x="32" y="43"/>
                    <a:pt x="41" y="50"/>
                    <a:pt x="42" y="50"/>
                  </a:cubicBezTo>
                  <a:cubicBezTo>
                    <a:pt x="42" y="50"/>
                    <a:pt x="47" y="47"/>
                    <a:pt x="48" y="46"/>
                  </a:cubicBezTo>
                  <a:cubicBezTo>
                    <a:pt x="46" y="45"/>
                    <a:pt x="33" y="36"/>
                    <a:pt x="33" y="36"/>
                  </a:cubicBezTo>
                  <a:cubicBezTo>
                    <a:pt x="31" y="34"/>
                    <a:pt x="27" y="34"/>
                    <a:pt x="24" y="36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endParaRPr>
            </a:p>
          </p:txBody>
        </p:sp>
      </p:grpSp>
      <p:sp>
        <p:nvSpPr>
          <p:cNvPr id="59" name="Freeform 7"/>
          <p:cNvSpPr>
            <a:spLocks noEditPoints="1"/>
          </p:cNvSpPr>
          <p:nvPr/>
        </p:nvSpPr>
        <p:spPr bwMode="gray">
          <a:xfrm>
            <a:off x="4311331" y="1734913"/>
            <a:ext cx="430206" cy="281046"/>
          </a:xfrm>
          <a:custGeom>
            <a:avLst/>
            <a:gdLst/>
            <a:ahLst/>
            <a:cxnLst>
              <a:cxn ang="0">
                <a:pos x="4" y="0"/>
              </a:cxn>
              <a:cxn ang="0">
                <a:pos x="76" y="0"/>
              </a:cxn>
              <a:cxn ang="0">
                <a:pos x="79" y="0"/>
              </a:cxn>
              <a:cxn ang="0">
                <a:pos x="79" y="3"/>
              </a:cxn>
              <a:cxn ang="0">
                <a:pos x="79" y="59"/>
              </a:cxn>
              <a:cxn ang="0">
                <a:pos x="79" y="62"/>
              </a:cxn>
              <a:cxn ang="0">
                <a:pos x="76" y="62"/>
              </a:cxn>
              <a:cxn ang="0">
                <a:pos x="48" y="62"/>
              </a:cxn>
              <a:cxn ang="0">
                <a:pos x="48" y="65"/>
              </a:cxn>
              <a:cxn ang="0">
                <a:pos x="68" y="70"/>
              </a:cxn>
              <a:cxn ang="0">
                <a:pos x="68" y="75"/>
              </a:cxn>
              <a:cxn ang="0">
                <a:pos x="12" y="75"/>
              </a:cxn>
              <a:cxn ang="0">
                <a:pos x="12" y="70"/>
              </a:cxn>
              <a:cxn ang="0">
                <a:pos x="31" y="65"/>
              </a:cxn>
              <a:cxn ang="0">
                <a:pos x="31" y="62"/>
              </a:cxn>
              <a:cxn ang="0">
                <a:pos x="4" y="62"/>
              </a:cxn>
              <a:cxn ang="0">
                <a:pos x="0" y="62"/>
              </a:cxn>
              <a:cxn ang="0">
                <a:pos x="0" y="59"/>
              </a:cxn>
              <a:cxn ang="0">
                <a:pos x="0" y="3"/>
              </a:cxn>
              <a:cxn ang="0">
                <a:pos x="0" y="0"/>
              </a:cxn>
              <a:cxn ang="0">
                <a:pos x="4" y="0"/>
              </a:cxn>
              <a:cxn ang="0">
                <a:pos x="83" y="76"/>
              </a:cxn>
              <a:cxn ang="0">
                <a:pos x="116" y="76"/>
              </a:cxn>
              <a:cxn ang="0">
                <a:pos x="116" y="0"/>
              </a:cxn>
              <a:cxn ang="0">
                <a:pos x="83" y="0"/>
              </a:cxn>
              <a:cxn ang="0">
                <a:pos x="83" y="76"/>
              </a:cxn>
              <a:cxn ang="0">
                <a:pos x="87" y="7"/>
              </a:cxn>
              <a:cxn ang="0">
                <a:pos x="112" y="7"/>
              </a:cxn>
              <a:cxn ang="0">
                <a:pos x="112" y="14"/>
              </a:cxn>
              <a:cxn ang="0">
                <a:pos x="87" y="14"/>
              </a:cxn>
              <a:cxn ang="0">
                <a:pos x="87" y="7"/>
              </a:cxn>
              <a:cxn ang="0">
                <a:pos x="87" y="19"/>
              </a:cxn>
              <a:cxn ang="0">
                <a:pos x="112" y="19"/>
              </a:cxn>
              <a:cxn ang="0">
                <a:pos x="112" y="27"/>
              </a:cxn>
              <a:cxn ang="0">
                <a:pos x="87" y="27"/>
              </a:cxn>
              <a:cxn ang="0">
                <a:pos x="87" y="19"/>
              </a:cxn>
              <a:cxn ang="0">
                <a:pos x="87" y="33"/>
              </a:cxn>
              <a:cxn ang="0">
                <a:pos x="96" y="33"/>
              </a:cxn>
              <a:cxn ang="0">
                <a:pos x="96" y="39"/>
              </a:cxn>
              <a:cxn ang="0">
                <a:pos x="87" y="39"/>
              </a:cxn>
              <a:cxn ang="0">
                <a:pos x="87" y="33"/>
              </a:cxn>
              <a:cxn ang="0">
                <a:pos x="87" y="43"/>
              </a:cxn>
              <a:cxn ang="0">
                <a:pos x="96" y="43"/>
              </a:cxn>
              <a:cxn ang="0">
                <a:pos x="96" y="49"/>
              </a:cxn>
              <a:cxn ang="0">
                <a:pos x="87" y="49"/>
              </a:cxn>
              <a:cxn ang="0">
                <a:pos x="87" y="43"/>
              </a:cxn>
              <a:cxn ang="0">
                <a:pos x="72" y="7"/>
              </a:cxn>
              <a:cxn ang="0">
                <a:pos x="7" y="7"/>
              </a:cxn>
              <a:cxn ang="0">
                <a:pos x="7" y="55"/>
              </a:cxn>
              <a:cxn ang="0">
                <a:pos x="72" y="55"/>
              </a:cxn>
              <a:cxn ang="0">
                <a:pos x="72" y="7"/>
              </a:cxn>
            </a:cxnLst>
            <a:rect l="0" t="0" r="r" b="b"/>
            <a:pathLst>
              <a:path w="116" h="76">
                <a:moveTo>
                  <a:pt x="4" y="0"/>
                </a:moveTo>
                <a:cubicBezTo>
                  <a:pt x="76" y="0"/>
                  <a:pt x="76" y="0"/>
                  <a:pt x="76" y="0"/>
                </a:cubicBezTo>
                <a:cubicBezTo>
                  <a:pt x="79" y="0"/>
                  <a:pt x="79" y="0"/>
                  <a:pt x="79" y="0"/>
                </a:cubicBezTo>
                <a:cubicBezTo>
                  <a:pt x="79" y="3"/>
                  <a:pt x="79" y="3"/>
                  <a:pt x="79" y="3"/>
                </a:cubicBezTo>
                <a:cubicBezTo>
                  <a:pt x="79" y="59"/>
                  <a:pt x="79" y="59"/>
                  <a:pt x="79" y="59"/>
                </a:cubicBezTo>
                <a:cubicBezTo>
                  <a:pt x="79" y="62"/>
                  <a:pt x="79" y="62"/>
                  <a:pt x="79" y="62"/>
                </a:cubicBezTo>
                <a:cubicBezTo>
                  <a:pt x="76" y="62"/>
                  <a:pt x="76" y="62"/>
                  <a:pt x="76" y="62"/>
                </a:cubicBezTo>
                <a:cubicBezTo>
                  <a:pt x="48" y="62"/>
                  <a:pt x="48" y="62"/>
                  <a:pt x="48" y="62"/>
                </a:cubicBezTo>
                <a:cubicBezTo>
                  <a:pt x="48" y="65"/>
                  <a:pt x="48" y="65"/>
                  <a:pt x="48" y="65"/>
                </a:cubicBezTo>
                <a:cubicBezTo>
                  <a:pt x="55" y="65"/>
                  <a:pt x="61" y="67"/>
                  <a:pt x="68" y="70"/>
                </a:cubicBezTo>
                <a:cubicBezTo>
                  <a:pt x="68" y="72"/>
                  <a:pt x="68" y="73"/>
                  <a:pt x="68" y="75"/>
                </a:cubicBezTo>
                <a:cubicBezTo>
                  <a:pt x="49" y="75"/>
                  <a:pt x="31" y="75"/>
                  <a:pt x="12" y="75"/>
                </a:cubicBezTo>
                <a:cubicBezTo>
                  <a:pt x="12" y="73"/>
                  <a:pt x="12" y="72"/>
                  <a:pt x="12" y="70"/>
                </a:cubicBezTo>
                <a:cubicBezTo>
                  <a:pt x="18" y="67"/>
                  <a:pt x="25" y="66"/>
                  <a:pt x="31" y="65"/>
                </a:cubicBezTo>
                <a:cubicBezTo>
                  <a:pt x="31" y="62"/>
                  <a:pt x="31" y="62"/>
                  <a:pt x="31" y="62"/>
                </a:cubicBezTo>
                <a:cubicBezTo>
                  <a:pt x="4" y="62"/>
                  <a:pt x="4" y="62"/>
                  <a:pt x="4" y="62"/>
                </a:cubicBezTo>
                <a:cubicBezTo>
                  <a:pt x="0" y="62"/>
                  <a:pt x="0" y="62"/>
                  <a:pt x="0" y="62"/>
                </a:cubicBezTo>
                <a:cubicBezTo>
                  <a:pt x="0" y="59"/>
                  <a:pt x="0" y="59"/>
                  <a:pt x="0" y="59"/>
                </a:cubicBezTo>
                <a:cubicBezTo>
                  <a:pt x="0" y="3"/>
                  <a:pt x="0" y="3"/>
                  <a:pt x="0" y="3"/>
                </a:cubicBezTo>
                <a:cubicBezTo>
                  <a:pt x="0" y="0"/>
                  <a:pt x="0" y="0"/>
                  <a:pt x="0" y="0"/>
                </a:cubicBezTo>
                <a:cubicBezTo>
                  <a:pt x="4" y="0"/>
                  <a:pt x="4" y="0"/>
                  <a:pt x="4" y="0"/>
                </a:cubicBezTo>
                <a:close/>
                <a:moveTo>
                  <a:pt x="83" y="76"/>
                </a:moveTo>
                <a:cubicBezTo>
                  <a:pt x="116" y="76"/>
                  <a:pt x="116" y="76"/>
                  <a:pt x="116" y="76"/>
                </a:cubicBezTo>
                <a:cubicBezTo>
                  <a:pt x="116" y="0"/>
                  <a:pt x="116" y="0"/>
                  <a:pt x="116" y="0"/>
                </a:cubicBezTo>
                <a:cubicBezTo>
                  <a:pt x="83" y="0"/>
                  <a:pt x="83" y="0"/>
                  <a:pt x="83" y="0"/>
                </a:cubicBezTo>
                <a:cubicBezTo>
                  <a:pt x="83" y="76"/>
                  <a:pt x="83" y="76"/>
                  <a:pt x="83" y="76"/>
                </a:cubicBezTo>
                <a:close/>
                <a:moveTo>
                  <a:pt x="87" y="7"/>
                </a:moveTo>
                <a:cubicBezTo>
                  <a:pt x="112" y="7"/>
                  <a:pt x="112" y="7"/>
                  <a:pt x="112" y="7"/>
                </a:cubicBezTo>
                <a:cubicBezTo>
                  <a:pt x="112" y="14"/>
                  <a:pt x="112" y="14"/>
                  <a:pt x="112" y="14"/>
                </a:cubicBezTo>
                <a:cubicBezTo>
                  <a:pt x="87" y="14"/>
                  <a:pt x="87" y="14"/>
                  <a:pt x="87" y="14"/>
                </a:cubicBezTo>
                <a:cubicBezTo>
                  <a:pt x="87" y="7"/>
                  <a:pt x="87" y="7"/>
                  <a:pt x="87" y="7"/>
                </a:cubicBezTo>
                <a:close/>
                <a:moveTo>
                  <a:pt x="87" y="19"/>
                </a:moveTo>
                <a:cubicBezTo>
                  <a:pt x="112" y="19"/>
                  <a:pt x="112" y="19"/>
                  <a:pt x="112" y="19"/>
                </a:cubicBezTo>
                <a:cubicBezTo>
                  <a:pt x="112" y="27"/>
                  <a:pt x="112" y="27"/>
                  <a:pt x="112" y="27"/>
                </a:cubicBezTo>
                <a:cubicBezTo>
                  <a:pt x="87" y="27"/>
                  <a:pt x="87" y="27"/>
                  <a:pt x="87" y="27"/>
                </a:cubicBezTo>
                <a:cubicBezTo>
                  <a:pt x="87" y="19"/>
                  <a:pt x="87" y="19"/>
                  <a:pt x="87" y="19"/>
                </a:cubicBezTo>
                <a:close/>
                <a:moveTo>
                  <a:pt x="87" y="33"/>
                </a:moveTo>
                <a:cubicBezTo>
                  <a:pt x="96" y="33"/>
                  <a:pt x="96" y="33"/>
                  <a:pt x="96" y="33"/>
                </a:cubicBezTo>
                <a:cubicBezTo>
                  <a:pt x="96" y="39"/>
                  <a:pt x="96" y="39"/>
                  <a:pt x="96" y="39"/>
                </a:cubicBezTo>
                <a:cubicBezTo>
                  <a:pt x="87" y="39"/>
                  <a:pt x="87" y="39"/>
                  <a:pt x="87" y="39"/>
                </a:cubicBezTo>
                <a:cubicBezTo>
                  <a:pt x="87" y="33"/>
                  <a:pt x="87" y="33"/>
                  <a:pt x="87" y="33"/>
                </a:cubicBezTo>
                <a:close/>
                <a:moveTo>
                  <a:pt x="87" y="43"/>
                </a:moveTo>
                <a:cubicBezTo>
                  <a:pt x="96" y="43"/>
                  <a:pt x="96" y="43"/>
                  <a:pt x="96" y="43"/>
                </a:cubicBezTo>
                <a:cubicBezTo>
                  <a:pt x="96" y="49"/>
                  <a:pt x="96" y="49"/>
                  <a:pt x="96" y="49"/>
                </a:cubicBezTo>
                <a:cubicBezTo>
                  <a:pt x="87" y="49"/>
                  <a:pt x="87" y="49"/>
                  <a:pt x="87" y="49"/>
                </a:cubicBezTo>
                <a:cubicBezTo>
                  <a:pt x="87" y="43"/>
                  <a:pt x="87" y="43"/>
                  <a:pt x="87" y="43"/>
                </a:cubicBezTo>
                <a:close/>
                <a:moveTo>
                  <a:pt x="72" y="7"/>
                </a:moveTo>
                <a:cubicBezTo>
                  <a:pt x="7" y="7"/>
                  <a:pt x="7" y="7"/>
                  <a:pt x="7" y="7"/>
                </a:cubicBezTo>
                <a:cubicBezTo>
                  <a:pt x="7" y="55"/>
                  <a:pt x="7" y="55"/>
                  <a:pt x="7" y="55"/>
                </a:cubicBezTo>
                <a:cubicBezTo>
                  <a:pt x="72" y="55"/>
                  <a:pt x="72" y="55"/>
                  <a:pt x="72" y="55"/>
                </a:cubicBezTo>
                <a:lnTo>
                  <a:pt x="72" y="7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9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60" name="直接连接符 59"/>
          <p:cNvCxnSpPr>
            <a:stCxn id="53" idx="2"/>
          </p:cNvCxnSpPr>
          <p:nvPr/>
        </p:nvCxnSpPr>
        <p:spPr bwMode="gray">
          <a:xfrm>
            <a:off x="2084731" y="2128800"/>
            <a:ext cx="2982" cy="3888488"/>
          </a:xfrm>
          <a:prstGeom prst="line">
            <a:avLst/>
          </a:prstGeom>
          <a:ln w="38100">
            <a:solidFill>
              <a:srgbClr val="FDD3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 bwMode="gray">
          <a:xfrm>
            <a:off x="4527485" y="2144550"/>
            <a:ext cx="2982" cy="3888488"/>
          </a:xfrm>
          <a:prstGeom prst="line">
            <a:avLst/>
          </a:prstGeom>
          <a:ln w="38100">
            <a:solidFill>
              <a:srgbClr val="FDD3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/>
          <p:nvPr/>
        </p:nvCxnSpPr>
        <p:spPr bwMode="gray">
          <a:xfrm>
            <a:off x="2086222" y="2824516"/>
            <a:ext cx="2440210" cy="416224"/>
          </a:xfrm>
          <a:prstGeom prst="straightConnector1">
            <a:avLst/>
          </a:prstGeom>
          <a:ln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/>
        </p:nvCxnSpPr>
        <p:spPr bwMode="gray">
          <a:xfrm>
            <a:off x="2076774" y="3586124"/>
            <a:ext cx="2440210" cy="416224"/>
          </a:xfrm>
          <a:prstGeom prst="straightConnector1">
            <a:avLst/>
          </a:prstGeom>
          <a:ln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/>
        </p:nvCxnSpPr>
        <p:spPr bwMode="gray">
          <a:xfrm>
            <a:off x="2076774" y="4378212"/>
            <a:ext cx="2440210" cy="416224"/>
          </a:xfrm>
          <a:prstGeom prst="straightConnector1">
            <a:avLst/>
          </a:prstGeom>
          <a:ln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 bwMode="gray">
          <a:xfrm rot="600000">
            <a:off x="2752866" y="2771613"/>
            <a:ext cx="18548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时间</a:t>
            </a:r>
            <a:r>
              <a:rPr lang="en-US" altLang="zh-CN" sz="1400" dirty="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r>
              <a:rPr lang="zh-CN" altLang="en-US" sz="1400" dirty="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，数据</a:t>
            </a:r>
            <a:r>
              <a:rPr lang="en-US" altLang="zh-CN" sz="1400" dirty="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400" dirty="0">
              <a:solidFill>
                <a:srgbClr val="56C4D2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8" name="文本框 67"/>
          <p:cNvSpPr txBox="1"/>
          <p:nvPr/>
        </p:nvSpPr>
        <p:spPr bwMode="gray">
          <a:xfrm rot="600000">
            <a:off x="2752866" y="3533221"/>
            <a:ext cx="1854846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时间</a:t>
            </a:r>
            <a:r>
              <a:rPr lang="en-US" altLang="zh-CN" sz="1400" dirty="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r>
              <a:rPr lang="zh-CN" altLang="en-US" sz="1400" dirty="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，数据</a:t>
            </a:r>
            <a:r>
              <a:rPr lang="en-US" altLang="zh-CN" sz="1400" dirty="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400" dirty="0">
              <a:solidFill>
                <a:srgbClr val="56C4D2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9" name="文本框 68"/>
          <p:cNvSpPr txBox="1"/>
          <p:nvPr/>
        </p:nvSpPr>
        <p:spPr bwMode="gray">
          <a:xfrm rot="600000">
            <a:off x="2752866" y="4332099"/>
            <a:ext cx="1854846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时间</a:t>
            </a:r>
            <a:r>
              <a:rPr lang="en-US" altLang="zh-CN" sz="140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</a:t>
            </a:r>
            <a:r>
              <a:rPr lang="zh-CN" altLang="en-US" sz="140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，数据</a:t>
            </a:r>
            <a:r>
              <a:rPr lang="en-US" altLang="zh-CN" sz="140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</a:t>
            </a:r>
            <a:endParaRPr lang="zh-CN" altLang="en-US" sz="1400" dirty="0">
              <a:solidFill>
                <a:srgbClr val="56C4D2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0" name="左大括号 69"/>
          <p:cNvSpPr/>
          <p:nvPr/>
        </p:nvSpPr>
        <p:spPr bwMode="gray">
          <a:xfrm>
            <a:off x="1943819" y="2824516"/>
            <a:ext cx="115973" cy="761608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71" name="直接箭头连接符 70"/>
          <p:cNvCxnSpPr/>
          <p:nvPr/>
        </p:nvCxnSpPr>
        <p:spPr bwMode="gray">
          <a:xfrm>
            <a:off x="2088780" y="5494336"/>
            <a:ext cx="2440210" cy="416224"/>
          </a:xfrm>
          <a:prstGeom prst="straightConnector1">
            <a:avLst/>
          </a:prstGeom>
          <a:ln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本框 71"/>
          <p:cNvSpPr txBox="1"/>
          <p:nvPr/>
        </p:nvSpPr>
        <p:spPr bwMode="gray">
          <a:xfrm rot="600000">
            <a:off x="2649505" y="5444076"/>
            <a:ext cx="1854846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时间</a:t>
            </a:r>
            <a:r>
              <a:rPr lang="en-US" altLang="zh-CN" sz="140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</a:t>
            </a:r>
            <a:r>
              <a:rPr lang="zh-CN" altLang="en-US" sz="140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，数据</a:t>
            </a:r>
            <a:r>
              <a:rPr lang="en-US" altLang="zh-CN" sz="140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</a:t>
            </a:r>
            <a:endParaRPr lang="zh-CN" altLang="en-US" sz="1400" dirty="0">
              <a:solidFill>
                <a:srgbClr val="56C4D2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3" name="右大括号 72"/>
          <p:cNvSpPr/>
          <p:nvPr/>
        </p:nvSpPr>
        <p:spPr bwMode="gray">
          <a:xfrm>
            <a:off x="4544467" y="3240740"/>
            <a:ext cx="129008" cy="266982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4" name="文本框 73"/>
          <p:cNvSpPr txBox="1"/>
          <p:nvPr/>
        </p:nvSpPr>
        <p:spPr bwMode="gray">
          <a:xfrm>
            <a:off x="936000" y="3039991"/>
            <a:ext cx="1168695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 = λ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5" name="文本框 74"/>
          <p:cNvSpPr txBox="1"/>
          <p:nvPr/>
        </p:nvSpPr>
        <p:spPr bwMode="gray">
          <a:xfrm>
            <a:off x="4544141" y="4413308"/>
            <a:ext cx="119690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l-GR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Σ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 = ∞ 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8" name="文本框 77"/>
          <p:cNvSpPr txBox="1"/>
          <p:nvPr/>
        </p:nvSpPr>
        <p:spPr bwMode="gray">
          <a:xfrm>
            <a:off x="3946119" y="1274798"/>
            <a:ext cx="1168695" cy="33855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采集器</a:t>
            </a:r>
          </a:p>
        </p:txBody>
      </p:sp>
      <p:sp>
        <p:nvSpPr>
          <p:cNvPr id="79" name="文本框 78"/>
          <p:cNvSpPr txBox="1"/>
          <p:nvPr/>
        </p:nvSpPr>
        <p:spPr bwMode="gray">
          <a:xfrm>
            <a:off x="1450581" y="1274798"/>
            <a:ext cx="1168695" cy="33855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路由器</a:t>
            </a:r>
          </a:p>
        </p:txBody>
      </p:sp>
      <p:cxnSp>
        <p:nvCxnSpPr>
          <p:cNvPr id="81" name="直接箭头连接符 80"/>
          <p:cNvCxnSpPr/>
          <p:nvPr/>
        </p:nvCxnSpPr>
        <p:spPr bwMode="gray">
          <a:xfrm flipH="1">
            <a:off x="2359844" y="1922323"/>
            <a:ext cx="595229" cy="0"/>
          </a:xfrm>
          <a:prstGeom prst="straightConnector1">
            <a:avLst/>
          </a:prstGeom>
          <a:ln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文本框 81"/>
          <p:cNvSpPr txBox="1"/>
          <p:nvPr/>
        </p:nvSpPr>
        <p:spPr bwMode="gray">
          <a:xfrm>
            <a:off x="2587884" y="1274798"/>
            <a:ext cx="1200379" cy="33855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CLI/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网管</a:t>
            </a:r>
          </a:p>
        </p:txBody>
      </p:sp>
      <p:sp>
        <p:nvSpPr>
          <p:cNvPr id="3" name="文本框 2"/>
          <p:cNvSpPr txBox="1"/>
          <p:nvPr/>
        </p:nvSpPr>
        <p:spPr bwMode="gray">
          <a:xfrm rot="626308">
            <a:off x="3292662" y="4858802"/>
            <a:ext cx="1462411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…</a:t>
            </a:r>
            <a:endParaRPr lang="zh-CN" altLang="en-US" sz="2000">
              <a:solidFill>
                <a:srgbClr val="56C4D2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 bwMode="gray">
          <a:xfrm>
            <a:off x="1814731" y="1686007"/>
            <a:ext cx="3010295" cy="447411"/>
            <a:chOff x="1814731" y="1907389"/>
            <a:chExt cx="3010295" cy="447411"/>
          </a:xfrm>
        </p:grpSpPr>
        <p:pic>
          <p:nvPicPr>
            <p:cNvPr id="38" name="图片 37"/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2950881" y="1912000"/>
              <a:ext cx="540000" cy="442800"/>
            </a:xfrm>
            <a:prstGeom prst="rect">
              <a:avLst/>
            </a:prstGeom>
          </p:spPr>
        </p:pic>
        <p:pic>
          <p:nvPicPr>
            <p:cNvPr id="39" name="图片 38"/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1814731" y="1907389"/>
              <a:ext cx="540000" cy="442800"/>
            </a:xfrm>
            <a:prstGeom prst="rect">
              <a:avLst/>
            </a:prstGeom>
          </p:spPr>
        </p:pic>
        <p:pic>
          <p:nvPicPr>
            <p:cNvPr id="40" name="图片 39"/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4285026" y="1910292"/>
              <a:ext cx="540000" cy="442800"/>
            </a:xfrm>
            <a:prstGeom prst="rect">
              <a:avLst/>
            </a:prstGeom>
          </p:spPr>
        </p:pic>
      </p:grpSp>
      <p:sp>
        <p:nvSpPr>
          <p:cNvPr id="47" name="文本框 46"/>
          <p:cNvSpPr txBox="1"/>
          <p:nvPr/>
        </p:nvSpPr>
        <p:spPr bwMode="gray">
          <a:xfrm>
            <a:off x="2220871" y="2194825"/>
            <a:ext cx="1802996" cy="523220"/>
          </a:xfrm>
          <a:prstGeom prst="rect">
            <a:avLst/>
          </a:prstGeom>
          <a:solidFill>
            <a:srgbClr val="30B5C5"/>
          </a:solidFill>
          <a:ln>
            <a:solidFill>
              <a:srgbClr val="30B5C5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订阅采样数据，周期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λ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秒，持续上送</a:t>
            </a:r>
          </a:p>
        </p:txBody>
      </p:sp>
      <p:sp>
        <p:nvSpPr>
          <p:cNvPr id="41" name="燕尾形 27">
            <a:extLst>
              <a:ext uri="{FF2B5EF4-FFF2-40B4-BE49-F238E27FC236}">
                <a16:creationId xmlns:a16="http://schemas.microsoft.com/office/drawing/2014/main" id="{178DA290-551B-48C7-AD29-D92C57541F4D}"/>
              </a:ext>
            </a:extLst>
          </p:cNvPr>
          <p:cNvSpPr/>
          <p:nvPr/>
        </p:nvSpPr>
        <p:spPr bwMode="gray">
          <a:xfrm>
            <a:off x="10835310" y="124239"/>
            <a:ext cx="91219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数据推送</a:t>
            </a:r>
            <a:endParaRPr lang="en-US" altLang="zh-CN" sz="12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2" name="燕尾形 27">
            <a:extLst>
              <a:ext uri="{FF2B5EF4-FFF2-40B4-BE49-F238E27FC236}">
                <a16:creationId xmlns:a16="http://schemas.microsoft.com/office/drawing/2014/main" id="{59E12A5D-2A60-4046-84E2-6E08AB5684E2}"/>
              </a:ext>
            </a:extLst>
          </p:cNvPr>
          <p:cNvSpPr/>
          <p:nvPr/>
        </p:nvSpPr>
        <p:spPr bwMode="gray">
          <a:xfrm>
            <a:off x="9992932" y="124239"/>
            <a:ext cx="91219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数据生成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3" name="燕尾形 27">
            <a:extLst>
              <a:ext uri="{FF2B5EF4-FFF2-40B4-BE49-F238E27FC236}">
                <a16:creationId xmlns:a16="http://schemas.microsoft.com/office/drawing/2014/main" id="{C05201DC-B48F-4CCE-B9CF-C5B5668A42D5}"/>
              </a:ext>
            </a:extLst>
          </p:cNvPr>
          <p:cNvSpPr/>
          <p:nvPr/>
        </p:nvSpPr>
        <p:spPr bwMode="gray">
          <a:xfrm>
            <a:off x="9150553" y="124239"/>
            <a:ext cx="912190" cy="21240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数据订阅</a:t>
            </a:r>
            <a:endParaRPr lang="en-US" altLang="zh-CN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44" name="五边形 43"/>
          <p:cNvSpPr/>
          <p:nvPr/>
        </p:nvSpPr>
        <p:spPr bwMode="gray">
          <a:xfrm>
            <a:off x="8407119" y="119698"/>
            <a:ext cx="813245" cy="21240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数据源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694CB43C-CEEF-7369-EC0E-F1149AFCE7EE}"/>
                  </a:ext>
                </a:extLst>
              </p14:cNvPr>
              <p14:cNvContentPartPr/>
              <p14:nvPr/>
            </p14:nvContentPartPr>
            <p14:xfrm>
              <a:off x="6487489" y="2735599"/>
              <a:ext cx="428760" cy="64440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694CB43C-CEEF-7369-EC0E-F1149AFCE7E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478849" y="2726599"/>
                <a:ext cx="446400" cy="662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1535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E05F50-F8E5-4F4D-AF16-B9F9150C329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>
                <a:sym typeface="Huawei Sans" panose="020C0503030203020204" pitchFamily="34" charset="0"/>
              </a:rPr>
              <a:t>Telemetry</a:t>
            </a:r>
            <a:r>
              <a:rPr lang="zh-CN" altLang="en-US">
                <a:sym typeface="Huawei Sans" panose="020C0503030203020204" pitchFamily="34" charset="0"/>
              </a:rPr>
              <a:t>静态订阅</a:t>
            </a:r>
          </a:p>
        </p:txBody>
      </p:sp>
      <p:graphicFrame>
        <p:nvGraphicFramePr>
          <p:cNvPr id="37" name="表格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6335493"/>
              </p:ext>
            </p:extLst>
          </p:nvPr>
        </p:nvGraphicFramePr>
        <p:xfrm>
          <a:off x="5598062" y="1035547"/>
          <a:ext cx="5887968" cy="5110619"/>
        </p:xfrm>
        <a:graphic>
          <a:graphicData uri="http://schemas.openxmlformats.org/drawingml/2006/table">
            <a:tbl>
              <a:tblPr firstRow="1" bandRow="1"/>
              <a:tblGrid>
                <a:gridCol w="367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03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9581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配置采集器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system-view</a:t>
                      </a:r>
                    </a:p>
                    <a:p>
                      <a:pPr lvl="1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Telemetry</a:t>
                      </a:r>
                    </a:p>
                    <a:p>
                      <a:pPr lvl="2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destination-group </a:t>
                      </a:r>
                    </a:p>
                    <a:p>
                      <a:pPr lvl="3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ipv4-address </a:t>
                      </a:r>
                    </a:p>
                    <a:p>
                      <a:pPr lvl="3"/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采集器 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IP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地址 端口号 上送目标采集器的协议和加密方式</a:t>
                      </a:r>
                      <a:endParaRPr lang="zh-CN" altLang="en-US" sz="1400" b="0" dirty="0">
                        <a:solidFill>
                          <a:srgbClr val="0070C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581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配置采样数据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system-view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</a:t>
                      </a:r>
                    </a:p>
                    <a:p>
                      <a:pPr lvl="1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telemetry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</a:t>
                      </a:r>
                    </a:p>
                    <a:p>
                      <a:pPr lvl="2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sensor-group</a:t>
                      </a:r>
                    </a:p>
                    <a:p>
                      <a:pPr lvl="3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sensor-path</a:t>
                      </a:r>
                    </a:p>
                    <a:p>
                      <a:pPr lvl="3"/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传感器采样路径</a:t>
                      </a:r>
                      <a:endParaRPr lang="zh-CN" altLang="en-US" sz="1400" b="0" dirty="0">
                        <a:solidFill>
                          <a:srgbClr val="0070C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581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创建订阅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system-view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</a:t>
                      </a:r>
                    </a:p>
                    <a:p>
                      <a:pPr lvl="1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telemetry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  <a:p>
                      <a:pPr lvl="2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subscription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  <a:p>
                      <a:pPr lvl="3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sensor-group</a:t>
                      </a:r>
                    </a:p>
                    <a:p>
                      <a:pPr lvl="3"/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关联采样传感器组，配置采样周期，冗余抑制和心跳间隔</a:t>
                      </a:r>
                      <a:endParaRPr lang="zh-CN" altLang="en-US" sz="1400" b="0" dirty="0">
                        <a:solidFill>
                          <a:srgbClr val="0070C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581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检查结果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display telemetry sensor </a:t>
                      </a:r>
                    </a:p>
                    <a:p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display telemetry destination</a:t>
                      </a:r>
                    </a:p>
                    <a:p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display telemetry subscription</a:t>
                      </a:r>
                    </a:p>
                    <a:p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display telemetry sensor-path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17" name="组合 116"/>
          <p:cNvGrpSpPr/>
          <p:nvPr/>
        </p:nvGrpSpPr>
        <p:grpSpPr bwMode="gray">
          <a:xfrm>
            <a:off x="676117" y="1589755"/>
            <a:ext cx="4805043" cy="4347031"/>
            <a:chOff x="936000" y="1907389"/>
            <a:chExt cx="4805043" cy="4347031"/>
          </a:xfrm>
        </p:grpSpPr>
        <p:sp>
          <p:nvSpPr>
            <p:cNvPr id="118" name="Freeform 7"/>
            <p:cNvSpPr>
              <a:spLocks noEditPoints="1"/>
            </p:cNvSpPr>
            <p:nvPr/>
          </p:nvSpPr>
          <p:spPr bwMode="gray">
            <a:xfrm>
              <a:off x="4311331" y="1956295"/>
              <a:ext cx="430206" cy="281046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76" y="0"/>
                </a:cxn>
                <a:cxn ang="0">
                  <a:pos x="79" y="0"/>
                </a:cxn>
                <a:cxn ang="0">
                  <a:pos x="79" y="3"/>
                </a:cxn>
                <a:cxn ang="0">
                  <a:pos x="79" y="59"/>
                </a:cxn>
                <a:cxn ang="0">
                  <a:pos x="79" y="62"/>
                </a:cxn>
                <a:cxn ang="0">
                  <a:pos x="76" y="62"/>
                </a:cxn>
                <a:cxn ang="0">
                  <a:pos x="48" y="62"/>
                </a:cxn>
                <a:cxn ang="0">
                  <a:pos x="48" y="65"/>
                </a:cxn>
                <a:cxn ang="0">
                  <a:pos x="68" y="70"/>
                </a:cxn>
                <a:cxn ang="0">
                  <a:pos x="68" y="75"/>
                </a:cxn>
                <a:cxn ang="0">
                  <a:pos x="12" y="75"/>
                </a:cxn>
                <a:cxn ang="0">
                  <a:pos x="12" y="70"/>
                </a:cxn>
                <a:cxn ang="0">
                  <a:pos x="31" y="65"/>
                </a:cxn>
                <a:cxn ang="0">
                  <a:pos x="31" y="62"/>
                </a:cxn>
                <a:cxn ang="0">
                  <a:pos x="4" y="62"/>
                </a:cxn>
                <a:cxn ang="0">
                  <a:pos x="0" y="62"/>
                </a:cxn>
                <a:cxn ang="0">
                  <a:pos x="0" y="59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83" y="76"/>
                </a:cxn>
                <a:cxn ang="0">
                  <a:pos x="116" y="76"/>
                </a:cxn>
                <a:cxn ang="0">
                  <a:pos x="116" y="0"/>
                </a:cxn>
                <a:cxn ang="0">
                  <a:pos x="83" y="0"/>
                </a:cxn>
                <a:cxn ang="0">
                  <a:pos x="83" y="76"/>
                </a:cxn>
                <a:cxn ang="0">
                  <a:pos x="87" y="7"/>
                </a:cxn>
                <a:cxn ang="0">
                  <a:pos x="112" y="7"/>
                </a:cxn>
                <a:cxn ang="0">
                  <a:pos x="112" y="14"/>
                </a:cxn>
                <a:cxn ang="0">
                  <a:pos x="87" y="14"/>
                </a:cxn>
                <a:cxn ang="0">
                  <a:pos x="87" y="7"/>
                </a:cxn>
                <a:cxn ang="0">
                  <a:pos x="87" y="19"/>
                </a:cxn>
                <a:cxn ang="0">
                  <a:pos x="112" y="19"/>
                </a:cxn>
                <a:cxn ang="0">
                  <a:pos x="112" y="27"/>
                </a:cxn>
                <a:cxn ang="0">
                  <a:pos x="87" y="27"/>
                </a:cxn>
                <a:cxn ang="0">
                  <a:pos x="87" y="19"/>
                </a:cxn>
                <a:cxn ang="0">
                  <a:pos x="87" y="33"/>
                </a:cxn>
                <a:cxn ang="0">
                  <a:pos x="96" y="33"/>
                </a:cxn>
                <a:cxn ang="0">
                  <a:pos x="96" y="39"/>
                </a:cxn>
                <a:cxn ang="0">
                  <a:pos x="87" y="39"/>
                </a:cxn>
                <a:cxn ang="0">
                  <a:pos x="87" y="33"/>
                </a:cxn>
                <a:cxn ang="0">
                  <a:pos x="87" y="43"/>
                </a:cxn>
                <a:cxn ang="0">
                  <a:pos x="96" y="43"/>
                </a:cxn>
                <a:cxn ang="0">
                  <a:pos x="96" y="49"/>
                </a:cxn>
                <a:cxn ang="0">
                  <a:pos x="87" y="49"/>
                </a:cxn>
                <a:cxn ang="0">
                  <a:pos x="87" y="43"/>
                </a:cxn>
                <a:cxn ang="0">
                  <a:pos x="72" y="7"/>
                </a:cxn>
                <a:cxn ang="0">
                  <a:pos x="7" y="7"/>
                </a:cxn>
                <a:cxn ang="0">
                  <a:pos x="7" y="55"/>
                </a:cxn>
                <a:cxn ang="0">
                  <a:pos x="72" y="55"/>
                </a:cxn>
                <a:cxn ang="0">
                  <a:pos x="72" y="7"/>
                </a:cxn>
              </a:cxnLst>
              <a:rect l="0" t="0" r="r" b="b"/>
              <a:pathLst>
                <a:path w="116" h="76">
                  <a:moveTo>
                    <a:pt x="4" y="0"/>
                  </a:moveTo>
                  <a:cubicBezTo>
                    <a:pt x="76" y="0"/>
                    <a:pt x="76" y="0"/>
                    <a:pt x="76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9" y="3"/>
                    <a:pt x="79" y="3"/>
                    <a:pt x="79" y="3"/>
                  </a:cubicBezTo>
                  <a:cubicBezTo>
                    <a:pt x="79" y="59"/>
                    <a:pt x="79" y="59"/>
                    <a:pt x="79" y="59"/>
                  </a:cubicBezTo>
                  <a:cubicBezTo>
                    <a:pt x="79" y="62"/>
                    <a:pt x="79" y="62"/>
                    <a:pt x="79" y="62"/>
                  </a:cubicBezTo>
                  <a:cubicBezTo>
                    <a:pt x="76" y="62"/>
                    <a:pt x="76" y="62"/>
                    <a:pt x="76" y="62"/>
                  </a:cubicBezTo>
                  <a:cubicBezTo>
                    <a:pt x="48" y="62"/>
                    <a:pt x="48" y="62"/>
                    <a:pt x="48" y="62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55" y="65"/>
                    <a:pt x="61" y="67"/>
                    <a:pt x="68" y="70"/>
                  </a:cubicBezTo>
                  <a:cubicBezTo>
                    <a:pt x="68" y="72"/>
                    <a:pt x="68" y="73"/>
                    <a:pt x="68" y="75"/>
                  </a:cubicBezTo>
                  <a:cubicBezTo>
                    <a:pt x="49" y="75"/>
                    <a:pt x="31" y="75"/>
                    <a:pt x="12" y="75"/>
                  </a:cubicBezTo>
                  <a:cubicBezTo>
                    <a:pt x="12" y="73"/>
                    <a:pt x="12" y="72"/>
                    <a:pt x="12" y="70"/>
                  </a:cubicBezTo>
                  <a:cubicBezTo>
                    <a:pt x="18" y="67"/>
                    <a:pt x="25" y="66"/>
                    <a:pt x="31" y="65"/>
                  </a:cubicBezTo>
                  <a:cubicBezTo>
                    <a:pt x="31" y="62"/>
                    <a:pt x="31" y="62"/>
                    <a:pt x="31" y="62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4" y="0"/>
                    <a:pt x="4" y="0"/>
                  </a:cubicBezTo>
                  <a:close/>
                  <a:moveTo>
                    <a:pt x="83" y="76"/>
                  </a:moveTo>
                  <a:cubicBezTo>
                    <a:pt x="116" y="76"/>
                    <a:pt x="116" y="76"/>
                    <a:pt x="116" y="76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83" y="0"/>
                    <a:pt x="83" y="0"/>
                    <a:pt x="83" y="0"/>
                  </a:cubicBezTo>
                  <a:cubicBezTo>
                    <a:pt x="83" y="76"/>
                    <a:pt x="83" y="76"/>
                    <a:pt x="83" y="76"/>
                  </a:cubicBezTo>
                  <a:close/>
                  <a:moveTo>
                    <a:pt x="87" y="7"/>
                  </a:moveTo>
                  <a:cubicBezTo>
                    <a:pt x="112" y="7"/>
                    <a:pt x="112" y="7"/>
                    <a:pt x="112" y="7"/>
                  </a:cubicBezTo>
                  <a:cubicBezTo>
                    <a:pt x="112" y="14"/>
                    <a:pt x="112" y="14"/>
                    <a:pt x="112" y="14"/>
                  </a:cubicBezTo>
                  <a:cubicBezTo>
                    <a:pt x="87" y="14"/>
                    <a:pt x="87" y="14"/>
                    <a:pt x="87" y="14"/>
                  </a:cubicBezTo>
                  <a:cubicBezTo>
                    <a:pt x="87" y="7"/>
                    <a:pt x="87" y="7"/>
                    <a:pt x="87" y="7"/>
                  </a:cubicBezTo>
                  <a:close/>
                  <a:moveTo>
                    <a:pt x="87" y="19"/>
                  </a:moveTo>
                  <a:cubicBezTo>
                    <a:pt x="112" y="19"/>
                    <a:pt x="112" y="19"/>
                    <a:pt x="112" y="19"/>
                  </a:cubicBezTo>
                  <a:cubicBezTo>
                    <a:pt x="112" y="27"/>
                    <a:pt x="112" y="27"/>
                    <a:pt x="112" y="27"/>
                  </a:cubicBezTo>
                  <a:cubicBezTo>
                    <a:pt x="87" y="27"/>
                    <a:pt x="87" y="27"/>
                    <a:pt x="87" y="27"/>
                  </a:cubicBezTo>
                  <a:cubicBezTo>
                    <a:pt x="87" y="19"/>
                    <a:pt x="87" y="19"/>
                    <a:pt x="87" y="19"/>
                  </a:cubicBezTo>
                  <a:close/>
                  <a:moveTo>
                    <a:pt x="87" y="33"/>
                  </a:moveTo>
                  <a:cubicBezTo>
                    <a:pt x="96" y="33"/>
                    <a:pt x="96" y="33"/>
                    <a:pt x="96" y="33"/>
                  </a:cubicBezTo>
                  <a:cubicBezTo>
                    <a:pt x="96" y="39"/>
                    <a:pt x="96" y="39"/>
                    <a:pt x="96" y="39"/>
                  </a:cubicBezTo>
                  <a:cubicBezTo>
                    <a:pt x="87" y="39"/>
                    <a:pt x="87" y="39"/>
                    <a:pt x="87" y="39"/>
                  </a:cubicBezTo>
                  <a:cubicBezTo>
                    <a:pt x="87" y="33"/>
                    <a:pt x="87" y="33"/>
                    <a:pt x="87" y="33"/>
                  </a:cubicBezTo>
                  <a:close/>
                  <a:moveTo>
                    <a:pt x="87" y="43"/>
                  </a:moveTo>
                  <a:cubicBezTo>
                    <a:pt x="96" y="43"/>
                    <a:pt x="96" y="43"/>
                    <a:pt x="96" y="43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87" y="43"/>
                    <a:pt x="87" y="43"/>
                    <a:pt x="87" y="43"/>
                  </a:cubicBezTo>
                  <a:close/>
                  <a:moveTo>
                    <a:pt x="72" y="7"/>
                  </a:moveTo>
                  <a:cubicBezTo>
                    <a:pt x="7" y="7"/>
                    <a:pt x="7" y="7"/>
                    <a:pt x="7" y="7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72" y="55"/>
                    <a:pt x="72" y="55"/>
                    <a:pt x="72" y="55"/>
                  </a:cubicBezTo>
                  <a:lnTo>
                    <a:pt x="72" y="7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9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119" name="直接连接符 118"/>
            <p:cNvCxnSpPr/>
            <p:nvPr/>
          </p:nvCxnSpPr>
          <p:spPr bwMode="gray">
            <a:xfrm>
              <a:off x="2084731" y="2350182"/>
              <a:ext cx="2982" cy="3888488"/>
            </a:xfrm>
            <a:prstGeom prst="line">
              <a:avLst/>
            </a:prstGeom>
            <a:ln w="38100">
              <a:solidFill>
                <a:srgbClr val="FDD35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/>
            <p:cNvCxnSpPr/>
            <p:nvPr/>
          </p:nvCxnSpPr>
          <p:spPr bwMode="gray">
            <a:xfrm>
              <a:off x="4527485" y="2365932"/>
              <a:ext cx="2982" cy="3888488"/>
            </a:xfrm>
            <a:prstGeom prst="line">
              <a:avLst/>
            </a:prstGeom>
            <a:ln w="38100">
              <a:solidFill>
                <a:srgbClr val="FDD35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箭头连接符 120"/>
            <p:cNvCxnSpPr/>
            <p:nvPr/>
          </p:nvCxnSpPr>
          <p:spPr bwMode="gray">
            <a:xfrm>
              <a:off x="2086222" y="3045898"/>
              <a:ext cx="2440210" cy="416224"/>
            </a:xfrm>
            <a:prstGeom prst="straightConnector1">
              <a:avLst/>
            </a:prstGeom>
            <a:ln>
              <a:solidFill>
                <a:srgbClr val="56C4D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箭头连接符 121"/>
            <p:cNvCxnSpPr/>
            <p:nvPr/>
          </p:nvCxnSpPr>
          <p:spPr bwMode="gray">
            <a:xfrm>
              <a:off x="2076774" y="3807506"/>
              <a:ext cx="2440210" cy="416224"/>
            </a:xfrm>
            <a:prstGeom prst="straightConnector1">
              <a:avLst/>
            </a:prstGeom>
            <a:ln>
              <a:solidFill>
                <a:srgbClr val="56C4D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箭头连接符 122"/>
            <p:cNvCxnSpPr/>
            <p:nvPr/>
          </p:nvCxnSpPr>
          <p:spPr bwMode="gray">
            <a:xfrm>
              <a:off x="2076774" y="4599594"/>
              <a:ext cx="2440210" cy="416224"/>
            </a:xfrm>
            <a:prstGeom prst="straightConnector1">
              <a:avLst/>
            </a:prstGeom>
            <a:ln>
              <a:solidFill>
                <a:srgbClr val="56C4D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文本框 123"/>
            <p:cNvSpPr txBox="1"/>
            <p:nvPr/>
          </p:nvSpPr>
          <p:spPr bwMode="gray">
            <a:xfrm>
              <a:off x="2139088" y="2407190"/>
              <a:ext cx="1802996" cy="523220"/>
            </a:xfrm>
            <a:prstGeom prst="rect">
              <a:avLst/>
            </a:prstGeom>
            <a:solidFill>
              <a:srgbClr val="30B5C5"/>
            </a:solidFill>
            <a:ln>
              <a:solidFill>
                <a:srgbClr val="30B5C5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40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</a:defRPr>
              </a:lvl1pPr>
            </a:lstStyle>
            <a:p>
              <a:r>
                <a:rPr lang="zh-CN" altLang="en-US" dirty="0">
                  <a:sym typeface="Huawei Sans" panose="020C0503030203020204" pitchFamily="34" charset="0"/>
                </a:rPr>
                <a:t>订阅采样数据，周期</a:t>
              </a:r>
              <a:r>
                <a:rPr lang="en-US" altLang="zh-CN" dirty="0">
                  <a:sym typeface="Huawei Sans" panose="020C0503030203020204" pitchFamily="34" charset="0"/>
                </a:rPr>
                <a:t>λ</a:t>
              </a:r>
              <a:r>
                <a:rPr lang="zh-CN" altLang="en-US" dirty="0">
                  <a:sym typeface="Huawei Sans" panose="020C0503030203020204" pitchFamily="34" charset="0"/>
                </a:rPr>
                <a:t>秒，持续上送</a:t>
              </a:r>
            </a:p>
          </p:txBody>
        </p:sp>
        <p:sp>
          <p:nvSpPr>
            <p:cNvPr id="125" name="文本框 124"/>
            <p:cNvSpPr txBox="1"/>
            <p:nvPr/>
          </p:nvSpPr>
          <p:spPr bwMode="gray">
            <a:xfrm rot="600000">
              <a:off x="2752866" y="2992995"/>
              <a:ext cx="185484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rgbClr val="56C4D2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时间</a:t>
              </a:r>
              <a:r>
                <a:rPr lang="en-US" altLang="zh-CN" sz="1400" dirty="0">
                  <a:solidFill>
                    <a:srgbClr val="56C4D2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  <a:r>
                <a:rPr lang="zh-CN" altLang="en-US" sz="1400" dirty="0">
                  <a:solidFill>
                    <a:srgbClr val="56C4D2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，数据</a:t>
              </a:r>
              <a:r>
                <a:rPr lang="en-US" altLang="zh-CN" sz="1400" dirty="0">
                  <a:solidFill>
                    <a:srgbClr val="56C4D2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  <a:endParaRPr lang="zh-CN" altLang="en-US" sz="1400" dirty="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26" name="文本框 125"/>
            <p:cNvSpPr txBox="1"/>
            <p:nvPr/>
          </p:nvSpPr>
          <p:spPr bwMode="gray">
            <a:xfrm rot="600000">
              <a:off x="2752866" y="3754603"/>
              <a:ext cx="18548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rgbClr val="56C4D2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时间</a:t>
              </a:r>
              <a:r>
                <a:rPr lang="en-US" altLang="zh-CN" sz="1400" dirty="0">
                  <a:solidFill>
                    <a:srgbClr val="56C4D2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2</a:t>
              </a:r>
              <a:r>
                <a:rPr lang="zh-CN" altLang="en-US" sz="1400" dirty="0">
                  <a:solidFill>
                    <a:srgbClr val="56C4D2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，数据</a:t>
              </a:r>
              <a:r>
                <a:rPr lang="en-US" altLang="zh-CN" sz="1400" dirty="0">
                  <a:solidFill>
                    <a:srgbClr val="56C4D2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2</a:t>
              </a:r>
              <a:endParaRPr lang="zh-CN" altLang="en-US" sz="1400" dirty="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27" name="文本框 126"/>
            <p:cNvSpPr txBox="1"/>
            <p:nvPr/>
          </p:nvSpPr>
          <p:spPr bwMode="gray">
            <a:xfrm rot="600000">
              <a:off x="2752866" y="4553481"/>
              <a:ext cx="18548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rgbClr val="56C4D2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时间</a:t>
              </a:r>
              <a:r>
                <a:rPr lang="en-US" altLang="zh-CN" sz="1400" dirty="0">
                  <a:solidFill>
                    <a:srgbClr val="56C4D2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3</a:t>
              </a:r>
              <a:r>
                <a:rPr lang="zh-CN" altLang="en-US" sz="1400" dirty="0">
                  <a:solidFill>
                    <a:srgbClr val="56C4D2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，数据</a:t>
              </a:r>
              <a:r>
                <a:rPr lang="en-US" altLang="zh-CN" sz="1400" dirty="0">
                  <a:solidFill>
                    <a:srgbClr val="56C4D2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3</a:t>
              </a:r>
              <a:endParaRPr lang="zh-CN" altLang="en-US" sz="1400" dirty="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28" name="左大括号 127"/>
            <p:cNvSpPr/>
            <p:nvPr/>
          </p:nvSpPr>
          <p:spPr bwMode="gray">
            <a:xfrm>
              <a:off x="1943819" y="3045898"/>
              <a:ext cx="115973" cy="761608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129" name="直接箭头连接符 128"/>
            <p:cNvCxnSpPr/>
            <p:nvPr/>
          </p:nvCxnSpPr>
          <p:spPr bwMode="gray">
            <a:xfrm>
              <a:off x="2088780" y="5715718"/>
              <a:ext cx="2440210" cy="416224"/>
            </a:xfrm>
            <a:prstGeom prst="straightConnector1">
              <a:avLst/>
            </a:prstGeom>
            <a:ln>
              <a:solidFill>
                <a:srgbClr val="56C4D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文本框 129"/>
            <p:cNvSpPr txBox="1"/>
            <p:nvPr/>
          </p:nvSpPr>
          <p:spPr bwMode="gray">
            <a:xfrm rot="600000">
              <a:off x="2649505" y="5665458"/>
              <a:ext cx="18548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rgbClr val="56C4D2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时间</a:t>
              </a:r>
              <a:r>
                <a:rPr lang="en-US" altLang="zh-CN" sz="1400" dirty="0">
                  <a:solidFill>
                    <a:srgbClr val="56C4D2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n</a:t>
              </a:r>
              <a:r>
                <a:rPr lang="zh-CN" altLang="en-US" sz="1400" dirty="0">
                  <a:solidFill>
                    <a:srgbClr val="56C4D2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，数据</a:t>
              </a:r>
              <a:r>
                <a:rPr lang="en-US" altLang="zh-CN" sz="1400" dirty="0">
                  <a:solidFill>
                    <a:srgbClr val="56C4D2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n</a:t>
              </a:r>
              <a:endParaRPr lang="zh-CN" altLang="en-US" sz="1400" dirty="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31" name="右大括号 130"/>
            <p:cNvSpPr/>
            <p:nvPr/>
          </p:nvSpPr>
          <p:spPr bwMode="gray">
            <a:xfrm>
              <a:off x="4544467" y="3462122"/>
              <a:ext cx="129008" cy="2669820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32" name="文本框 131"/>
            <p:cNvSpPr txBox="1"/>
            <p:nvPr/>
          </p:nvSpPr>
          <p:spPr bwMode="gray">
            <a:xfrm>
              <a:off x="936000" y="3261373"/>
              <a:ext cx="116869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T </a:t>
              </a:r>
              <a:r>
                <a:rPr lang="en-US" altLang="zh-CN" sz="14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= λ</a:t>
              </a:r>
              <a:endPara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33" name="文本框 132"/>
            <p:cNvSpPr txBox="1"/>
            <p:nvPr/>
          </p:nvSpPr>
          <p:spPr bwMode="gray">
            <a:xfrm>
              <a:off x="4544141" y="4634690"/>
              <a:ext cx="1196902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l-GR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Σ</a:t>
              </a:r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T = ∞ </a:t>
              </a:r>
              <a:endPara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38" name="文本框 137"/>
            <p:cNvSpPr txBox="1"/>
            <p:nvPr/>
          </p:nvSpPr>
          <p:spPr bwMode="gray">
            <a:xfrm rot="626308">
              <a:off x="3292662" y="5080184"/>
              <a:ext cx="1462411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rgbClr val="56C4D2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…</a:t>
              </a:r>
              <a:endParaRPr lang="zh-CN" altLang="en-US" sz="2000" dirty="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139" name="组合 138"/>
            <p:cNvGrpSpPr/>
            <p:nvPr/>
          </p:nvGrpSpPr>
          <p:grpSpPr bwMode="gray">
            <a:xfrm>
              <a:off x="1814731" y="1907389"/>
              <a:ext cx="3010295" cy="445703"/>
              <a:chOff x="1814731" y="1907389"/>
              <a:chExt cx="3010295" cy="445703"/>
            </a:xfrm>
          </p:grpSpPr>
          <p:pic>
            <p:nvPicPr>
              <p:cNvPr id="141" name="图片 140"/>
              <p:cNvPicPr>
                <a:picLocks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gray">
              <a:xfrm>
                <a:off x="1814731" y="1907389"/>
                <a:ext cx="540000" cy="442800"/>
              </a:xfrm>
              <a:prstGeom prst="rect">
                <a:avLst/>
              </a:prstGeom>
            </p:spPr>
          </p:pic>
          <p:pic>
            <p:nvPicPr>
              <p:cNvPr id="142" name="图片 141"/>
              <p:cNvPicPr>
                <a:picLocks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gray">
              <a:xfrm>
                <a:off x="4285026" y="1910292"/>
                <a:ext cx="540000" cy="442800"/>
              </a:xfrm>
              <a:prstGeom prst="rect">
                <a:avLst/>
              </a:prstGeom>
            </p:spPr>
          </p:pic>
        </p:grpSp>
      </p:grpSp>
      <p:cxnSp>
        <p:nvCxnSpPr>
          <p:cNvPr id="35" name="直接箭头连接符 34"/>
          <p:cNvCxnSpPr/>
          <p:nvPr/>
        </p:nvCxnSpPr>
        <p:spPr bwMode="gray">
          <a:xfrm flipH="1">
            <a:off x="2099961" y="1826071"/>
            <a:ext cx="595229" cy="0"/>
          </a:xfrm>
          <a:prstGeom prst="straightConnector1">
            <a:avLst/>
          </a:prstGeom>
          <a:ln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图片 35"/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690998" y="1594366"/>
            <a:ext cx="540000" cy="442800"/>
          </a:xfrm>
          <a:prstGeom prst="rect">
            <a:avLst/>
          </a:prstGeom>
        </p:spPr>
      </p:pic>
      <p:sp>
        <p:nvSpPr>
          <p:cNvPr id="38" name="文本框 37"/>
          <p:cNvSpPr txBox="1"/>
          <p:nvPr/>
        </p:nvSpPr>
        <p:spPr bwMode="gray">
          <a:xfrm>
            <a:off x="3686236" y="1178546"/>
            <a:ext cx="1168695" cy="33855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采集器</a:t>
            </a:r>
          </a:p>
        </p:txBody>
      </p:sp>
      <p:sp>
        <p:nvSpPr>
          <p:cNvPr id="39" name="文本框 38"/>
          <p:cNvSpPr txBox="1"/>
          <p:nvPr/>
        </p:nvSpPr>
        <p:spPr bwMode="gray">
          <a:xfrm>
            <a:off x="1190698" y="1178546"/>
            <a:ext cx="1168695" cy="33855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路由器</a:t>
            </a:r>
          </a:p>
        </p:txBody>
      </p:sp>
      <p:sp>
        <p:nvSpPr>
          <p:cNvPr id="40" name="文本框 39"/>
          <p:cNvSpPr txBox="1"/>
          <p:nvPr/>
        </p:nvSpPr>
        <p:spPr bwMode="gray">
          <a:xfrm>
            <a:off x="2328001" y="1178546"/>
            <a:ext cx="1200379" cy="33855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CLI/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网管</a:t>
            </a:r>
          </a:p>
        </p:txBody>
      </p:sp>
      <p:sp>
        <p:nvSpPr>
          <p:cNvPr id="41" name="燕尾形 27">
            <a:extLst>
              <a:ext uri="{FF2B5EF4-FFF2-40B4-BE49-F238E27FC236}">
                <a16:creationId xmlns:a16="http://schemas.microsoft.com/office/drawing/2014/main" id="{178DA290-551B-48C7-AD29-D92C57541F4D}"/>
              </a:ext>
            </a:extLst>
          </p:cNvPr>
          <p:cNvSpPr/>
          <p:nvPr/>
        </p:nvSpPr>
        <p:spPr bwMode="gray">
          <a:xfrm>
            <a:off x="10835310" y="124239"/>
            <a:ext cx="91219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数据推送</a:t>
            </a:r>
            <a:endParaRPr lang="en-US" altLang="zh-CN" sz="12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2" name="燕尾形 27">
            <a:extLst>
              <a:ext uri="{FF2B5EF4-FFF2-40B4-BE49-F238E27FC236}">
                <a16:creationId xmlns:a16="http://schemas.microsoft.com/office/drawing/2014/main" id="{59E12A5D-2A60-4046-84E2-6E08AB5684E2}"/>
              </a:ext>
            </a:extLst>
          </p:cNvPr>
          <p:cNvSpPr/>
          <p:nvPr/>
        </p:nvSpPr>
        <p:spPr bwMode="gray">
          <a:xfrm>
            <a:off x="9992932" y="124239"/>
            <a:ext cx="91219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数据生成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3" name="燕尾形 27">
            <a:extLst>
              <a:ext uri="{FF2B5EF4-FFF2-40B4-BE49-F238E27FC236}">
                <a16:creationId xmlns:a16="http://schemas.microsoft.com/office/drawing/2014/main" id="{C05201DC-B48F-4CCE-B9CF-C5B5668A42D5}"/>
              </a:ext>
            </a:extLst>
          </p:cNvPr>
          <p:cNvSpPr/>
          <p:nvPr/>
        </p:nvSpPr>
        <p:spPr bwMode="gray">
          <a:xfrm>
            <a:off x="9150553" y="124239"/>
            <a:ext cx="912190" cy="21240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数据订阅</a:t>
            </a:r>
            <a:endParaRPr lang="en-US" altLang="zh-CN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44" name="五边形 43"/>
          <p:cNvSpPr/>
          <p:nvPr/>
        </p:nvSpPr>
        <p:spPr bwMode="gray">
          <a:xfrm>
            <a:off x="8407119" y="119698"/>
            <a:ext cx="813245" cy="21240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数据源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9E72DEC0-00E1-5227-B5BF-8695CD54E676}"/>
                  </a:ext>
                </a:extLst>
              </p14:cNvPr>
              <p14:cNvContentPartPr/>
              <p14:nvPr/>
            </p14:nvContentPartPr>
            <p14:xfrm>
              <a:off x="6393169" y="1513759"/>
              <a:ext cx="982080" cy="4536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9E72DEC0-00E1-5227-B5BF-8695CD54E67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384529" y="1505119"/>
                <a:ext cx="99972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B4D72315-6BE4-E119-44DD-018B3BE8A3D9}"/>
                  </a:ext>
                </a:extLst>
              </p14:cNvPr>
              <p14:cNvContentPartPr/>
              <p14:nvPr/>
            </p14:nvContentPartPr>
            <p14:xfrm>
              <a:off x="6873049" y="1708519"/>
              <a:ext cx="1543680" cy="2304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B4D72315-6BE4-E119-44DD-018B3BE8A3D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864049" y="1699519"/>
                <a:ext cx="156132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0F055BBC-EC09-FD8D-2DBE-9CC98A90031A}"/>
                  </a:ext>
                </a:extLst>
              </p14:cNvPr>
              <p14:cNvContentPartPr/>
              <p14:nvPr/>
            </p14:nvContentPartPr>
            <p14:xfrm>
              <a:off x="8520409" y="1716079"/>
              <a:ext cx="61560" cy="29556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0F055BBC-EC09-FD8D-2DBE-9CC98A90031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511769" y="1707439"/>
                <a:ext cx="7920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511F24AD-F7D9-B181-90AF-5F0EB526080A}"/>
                  </a:ext>
                </a:extLst>
              </p14:cNvPr>
              <p14:cNvContentPartPr/>
              <p14:nvPr/>
            </p14:nvContentPartPr>
            <p14:xfrm>
              <a:off x="11181169" y="1731199"/>
              <a:ext cx="10080" cy="15696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511F24AD-F7D9-B181-90AF-5F0EB526080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172529" y="1722199"/>
                <a:ext cx="27720" cy="174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组合 9">
            <a:extLst>
              <a:ext uri="{FF2B5EF4-FFF2-40B4-BE49-F238E27FC236}">
                <a16:creationId xmlns:a16="http://schemas.microsoft.com/office/drawing/2014/main" id="{B7202F20-103E-03E5-4B85-0AE27139DBCB}"/>
              </a:ext>
            </a:extLst>
          </p:cNvPr>
          <p:cNvGrpSpPr/>
          <p:nvPr/>
        </p:nvGrpSpPr>
        <p:grpSpPr>
          <a:xfrm>
            <a:off x="7981849" y="2158519"/>
            <a:ext cx="1086480" cy="15120"/>
            <a:chOff x="7981849" y="2158519"/>
            <a:chExt cx="1086480" cy="1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DDC9AB74-3999-835B-D471-89719673D3D8}"/>
                    </a:ext>
                  </a:extLst>
                </p14:cNvPr>
                <p14:cNvContentPartPr/>
                <p14:nvPr/>
              </p14:nvContentPartPr>
              <p14:xfrm>
                <a:off x="7981849" y="2158519"/>
                <a:ext cx="382680" cy="360"/>
              </p14:xfrm>
            </p:contentPart>
          </mc:Choice>
          <mc:Fallback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DDC9AB74-3999-835B-D471-89719673D3D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973209" y="2149519"/>
                  <a:ext cx="4003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23BD7C0C-1887-9281-17AC-B888672CCC07}"/>
                    </a:ext>
                  </a:extLst>
                </p14:cNvPr>
                <p14:cNvContentPartPr/>
                <p14:nvPr/>
              </p14:nvContentPartPr>
              <p14:xfrm>
                <a:off x="8656849" y="2173279"/>
                <a:ext cx="411480" cy="360"/>
              </p14:xfrm>
            </p:contentPart>
          </mc:Choice>
          <mc:Fallback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23BD7C0C-1887-9281-17AC-B888672CCC0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647849" y="2164639"/>
                  <a:ext cx="429120" cy="18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105717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E05F50-F8E5-4F4D-AF16-B9F9150C329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>
                <a:sym typeface="Huawei Sans" panose="020C0503030203020204" pitchFamily="34" charset="0"/>
              </a:rPr>
              <a:t>自定义事件上报</a:t>
            </a:r>
          </a:p>
        </p:txBody>
      </p:sp>
      <p:sp>
        <p:nvSpPr>
          <p:cNvPr id="37" name="文本框 36"/>
          <p:cNvSpPr txBox="1"/>
          <p:nvPr/>
        </p:nvSpPr>
        <p:spPr bwMode="gray">
          <a:xfrm>
            <a:off x="2220537" y="2194231"/>
            <a:ext cx="1647416" cy="738664"/>
          </a:xfrm>
          <a:prstGeom prst="rect">
            <a:avLst/>
          </a:prstGeom>
          <a:solidFill>
            <a:srgbClr val="30B5C5"/>
          </a:solidFill>
          <a:ln>
            <a:solidFill>
              <a:srgbClr val="30B5C5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zh-CN" altLang="en-US" dirty="0">
                <a:sym typeface="Huawei Sans" panose="020C0503030203020204" pitchFamily="34" charset="0"/>
              </a:rPr>
              <a:t>当某个参数超过阈值，网管</a:t>
            </a:r>
            <a:r>
              <a:rPr lang="zh-CN" altLang="en-US">
                <a:sym typeface="Huawei Sans" panose="020C0503030203020204" pitchFamily="34" charset="0"/>
              </a:rPr>
              <a:t>启动对某些数据的</a:t>
            </a:r>
            <a:r>
              <a:rPr lang="zh-CN" altLang="en-US" dirty="0">
                <a:sym typeface="Huawei Sans" panose="020C0503030203020204" pitchFamily="34" charset="0"/>
              </a:rPr>
              <a:t>订阅</a:t>
            </a:r>
          </a:p>
        </p:txBody>
      </p:sp>
      <p:sp>
        <p:nvSpPr>
          <p:cNvPr id="39" name="五边形 38"/>
          <p:cNvSpPr/>
          <p:nvPr/>
        </p:nvSpPr>
        <p:spPr bwMode="gray">
          <a:xfrm>
            <a:off x="730106" y="3378088"/>
            <a:ext cx="1235231" cy="307777"/>
          </a:xfrm>
          <a:prstGeom prst="homePlate">
            <a:avLst/>
          </a:prstGeom>
          <a:solidFill>
            <a:srgbClr val="30B5C5"/>
          </a:solidFill>
          <a:ln>
            <a:solidFill>
              <a:srgbClr val="30B5C5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条件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=True</a:t>
            </a:r>
          </a:p>
        </p:txBody>
      </p:sp>
      <p:sp>
        <p:nvSpPr>
          <p:cNvPr id="40" name="文本框 39"/>
          <p:cNvSpPr txBox="1"/>
          <p:nvPr/>
        </p:nvSpPr>
        <p:spPr bwMode="gray">
          <a:xfrm>
            <a:off x="540920" y="3037905"/>
            <a:ext cx="155463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 err="1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CpuUsage</a:t>
            </a:r>
            <a:r>
              <a:rPr lang="en-US" altLang="zh-CN" sz="1400" dirty="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&gt;40% ?</a:t>
            </a:r>
            <a:endParaRPr lang="zh-CN" altLang="en-US" sz="1400" dirty="0">
              <a:solidFill>
                <a:srgbClr val="56C4D2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44" name="表格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3872497"/>
              </p:ext>
            </p:extLst>
          </p:nvPr>
        </p:nvGraphicFramePr>
        <p:xfrm>
          <a:off x="5655205" y="2207487"/>
          <a:ext cx="5918448" cy="2651760"/>
        </p:xfrm>
        <a:graphic>
          <a:graphicData uri="http://schemas.openxmlformats.org/drawingml/2006/table">
            <a:tbl>
              <a:tblPr firstRow="1" bandRow="1"/>
              <a:tblGrid>
                <a:gridCol w="344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3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1384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静态订阅里配置自定义事件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system-view</a:t>
                      </a:r>
                    </a:p>
                    <a:p>
                      <a:pPr lvl="1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telemetry</a:t>
                      </a:r>
                    </a:p>
                    <a:p>
                      <a:pPr lvl="2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sensor-group</a:t>
                      </a:r>
                    </a:p>
                    <a:p>
                      <a:pPr lvl="3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sensor-path 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配置自定义事件</a:t>
                      </a:r>
                      <a:endParaRPr lang="en-US" altLang="zh-CN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  <a:p>
                      <a:pPr lvl="3"/>
                      <a:endParaRPr lang="en-US" altLang="zh-CN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  <a:p>
                      <a:pPr lvl="3"/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比如 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sensor-path </a:t>
                      </a:r>
                      <a:r>
                        <a:rPr lang="en-US" altLang="zh-CN" sz="1400" dirty="0" err="1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huawei-devm:devm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/</a:t>
                      </a:r>
                      <a:r>
                        <a:rPr lang="en-US" altLang="zh-CN" sz="1400" dirty="0" err="1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cpuInfos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/</a:t>
                      </a:r>
                      <a:r>
                        <a:rPr lang="en-US" altLang="zh-CN" sz="1400" dirty="0" err="1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cpuInfo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condition express op-field </a:t>
                      </a:r>
                      <a:r>
                        <a:rPr lang="en-US" altLang="zh-CN" sz="1400" dirty="0" err="1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systemCpuUsage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op-type </a:t>
                      </a:r>
                      <a:r>
                        <a:rPr lang="en-US" altLang="zh-CN" sz="1400" dirty="0" err="1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gt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op-value 40</a:t>
                      </a:r>
                      <a:endParaRPr lang="zh-CN" altLang="en-US" sz="1400" b="0" dirty="0">
                        <a:solidFill>
                          <a:srgbClr val="0070C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5" name="矩形 44"/>
          <p:cNvSpPr/>
          <p:nvPr/>
        </p:nvSpPr>
        <p:spPr bwMode="gray">
          <a:xfrm>
            <a:off x="6482971" y="1484313"/>
            <a:ext cx="4262915" cy="338554"/>
          </a:xfrm>
          <a:prstGeom prst="rect">
            <a:avLst/>
          </a:prstGeom>
          <a:solidFill>
            <a:srgbClr val="30B5C5"/>
          </a:solidFill>
          <a:ln>
            <a:solidFill>
              <a:srgbClr val="30B5C5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特定参数超越门限后触发（静态）订阅</a:t>
            </a:r>
          </a:p>
        </p:txBody>
      </p:sp>
      <p:sp>
        <p:nvSpPr>
          <p:cNvPr id="33" name="Freeform 7"/>
          <p:cNvSpPr>
            <a:spLocks noEditPoints="1"/>
          </p:cNvSpPr>
          <p:nvPr/>
        </p:nvSpPr>
        <p:spPr bwMode="gray">
          <a:xfrm>
            <a:off x="4311331" y="1754165"/>
            <a:ext cx="430206" cy="281046"/>
          </a:xfrm>
          <a:custGeom>
            <a:avLst/>
            <a:gdLst/>
            <a:ahLst/>
            <a:cxnLst>
              <a:cxn ang="0">
                <a:pos x="4" y="0"/>
              </a:cxn>
              <a:cxn ang="0">
                <a:pos x="76" y="0"/>
              </a:cxn>
              <a:cxn ang="0">
                <a:pos x="79" y="0"/>
              </a:cxn>
              <a:cxn ang="0">
                <a:pos x="79" y="3"/>
              </a:cxn>
              <a:cxn ang="0">
                <a:pos x="79" y="59"/>
              </a:cxn>
              <a:cxn ang="0">
                <a:pos x="79" y="62"/>
              </a:cxn>
              <a:cxn ang="0">
                <a:pos x="76" y="62"/>
              </a:cxn>
              <a:cxn ang="0">
                <a:pos x="48" y="62"/>
              </a:cxn>
              <a:cxn ang="0">
                <a:pos x="48" y="65"/>
              </a:cxn>
              <a:cxn ang="0">
                <a:pos x="68" y="70"/>
              </a:cxn>
              <a:cxn ang="0">
                <a:pos x="68" y="75"/>
              </a:cxn>
              <a:cxn ang="0">
                <a:pos x="12" y="75"/>
              </a:cxn>
              <a:cxn ang="0">
                <a:pos x="12" y="70"/>
              </a:cxn>
              <a:cxn ang="0">
                <a:pos x="31" y="65"/>
              </a:cxn>
              <a:cxn ang="0">
                <a:pos x="31" y="62"/>
              </a:cxn>
              <a:cxn ang="0">
                <a:pos x="4" y="62"/>
              </a:cxn>
              <a:cxn ang="0">
                <a:pos x="0" y="62"/>
              </a:cxn>
              <a:cxn ang="0">
                <a:pos x="0" y="59"/>
              </a:cxn>
              <a:cxn ang="0">
                <a:pos x="0" y="3"/>
              </a:cxn>
              <a:cxn ang="0">
                <a:pos x="0" y="0"/>
              </a:cxn>
              <a:cxn ang="0">
                <a:pos x="4" y="0"/>
              </a:cxn>
              <a:cxn ang="0">
                <a:pos x="83" y="76"/>
              </a:cxn>
              <a:cxn ang="0">
                <a:pos x="116" y="76"/>
              </a:cxn>
              <a:cxn ang="0">
                <a:pos x="116" y="0"/>
              </a:cxn>
              <a:cxn ang="0">
                <a:pos x="83" y="0"/>
              </a:cxn>
              <a:cxn ang="0">
                <a:pos x="83" y="76"/>
              </a:cxn>
              <a:cxn ang="0">
                <a:pos x="87" y="7"/>
              </a:cxn>
              <a:cxn ang="0">
                <a:pos x="112" y="7"/>
              </a:cxn>
              <a:cxn ang="0">
                <a:pos x="112" y="14"/>
              </a:cxn>
              <a:cxn ang="0">
                <a:pos x="87" y="14"/>
              </a:cxn>
              <a:cxn ang="0">
                <a:pos x="87" y="7"/>
              </a:cxn>
              <a:cxn ang="0">
                <a:pos x="87" y="19"/>
              </a:cxn>
              <a:cxn ang="0">
                <a:pos x="112" y="19"/>
              </a:cxn>
              <a:cxn ang="0">
                <a:pos x="112" y="27"/>
              </a:cxn>
              <a:cxn ang="0">
                <a:pos x="87" y="27"/>
              </a:cxn>
              <a:cxn ang="0">
                <a:pos x="87" y="19"/>
              </a:cxn>
              <a:cxn ang="0">
                <a:pos x="87" y="33"/>
              </a:cxn>
              <a:cxn ang="0">
                <a:pos x="96" y="33"/>
              </a:cxn>
              <a:cxn ang="0">
                <a:pos x="96" y="39"/>
              </a:cxn>
              <a:cxn ang="0">
                <a:pos x="87" y="39"/>
              </a:cxn>
              <a:cxn ang="0">
                <a:pos x="87" y="33"/>
              </a:cxn>
              <a:cxn ang="0">
                <a:pos x="87" y="43"/>
              </a:cxn>
              <a:cxn ang="0">
                <a:pos x="96" y="43"/>
              </a:cxn>
              <a:cxn ang="0">
                <a:pos x="96" y="49"/>
              </a:cxn>
              <a:cxn ang="0">
                <a:pos x="87" y="49"/>
              </a:cxn>
              <a:cxn ang="0">
                <a:pos x="87" y="43"/>
              </a:cxn>
              <a:cxn ang="0">
                <a:pos x="72" y="7"/>
              </a:cxn>
              <a:cxn ang="0">
                <a:pos x="7" y="7"/>
              </a:cxn>
              <a:cxn ang="0">
                <a:pos x="7" y="55"/>
              </a:cxn>
              <a:cxn ang="0">
                <a:pos x="72" y="55"/>
              </a:cxn>
              <a:cxn ang="0">
                <a:pos x="72" y="7"/>
              </a:cxn>
            </a:cxnLst>
            <a:rect l="0" t="0" r="r" b="b"/>
            <a:pathLst>
              <a:path w="116" h="76">
                <a:moveTo>
                  <a:pt x="4" y="0"/>
                </a:moveTo>
                <a:cubicBezTo>
                  <a:pt x="76" y="0"/>
                  <a:pt x="76" y="0"/>
                  <a:pt x="76" y="0"/>
                </a:cubicBezTo>
                <a:cubicBezTo>
                  <a:pt x="79" y="0"/>
                  <a:pt x="79" y="0"/>
                  <a:pt x="79" y="0"/>
                </a:cubicBezTo>
                <a:cubicBezTo>
                  <a:pt x="79" y="3"/>
                  <a:pt x="79" y="3"/>
                  <a:pt x="79" y="3"/>
                </a:cubicBezTo>
                <a:cubicBezTo>
                  <a:pt x="79" y="59"/>
                  <a:pt x="79" y="59"/>
                  <a:pt x="79" y="59"/>
                </a:cubicBezTo>
                <a:cubicBezTo>
                  <a:pt x="79" y="62"/>
                  <a:pt x="79" y="62"/>
                  <a:pt x="79" y="62"/>
                </a:cubicBezTo>
                <a:cubicBezTo>
                  <a:pt x="76" y="62"/>
                  <a:pt x="76" y="62"/>
                  <a:pt x="76" y="62"/>
                </a:cubicBezTo>
                <a:cubicBezTo>
                  <a:pt x="48" y="62"/>
                  <a:pt x="48" y="62"/>
                  <a:pt x="48" y="62"/>
                </a:cubicBezTo>
                <a:cubicBezTo>
                  <a:pt x="48" y="65"/>
                  <a:pt x="48" y="65"/>
                  <a:pt x="48" y="65"/>
                </a:cubicBezTo>
                <a:cubicBezTo>
                  <a:pt x="55" y="65"/>
                  <a:pt x="61" y="67"/>
                  <a:pt x="68" y="70"/>
                </a:cubicBezTo>
                <a:cubicBezTo>
                  <a:pt x="68" y="72"/>
                  <a:pt x="68" y="73"/>
                  <a:pt x="68" y="75"/>
                </a:cubicBezTo>
                <a:cubicBezTo>
                  <a:pt x="49" y="75"/>
                  <a:pt x="31" y="75"/>
                  <a:pt x="12" y="75"/>
                </a:cubicBezTo>
                <a:cubicBezTo>
                  <a:pt x="12" y="73"/>
                  <a:pt x="12" y="72"/>
                  <a:pt x="12" y="70"/>
                </a:cubicBezTo>
                <a:cubicBezTo>
                  <a:pt x="18" y="67"/>
                  <a:pt x="25" y="66"/>
                  <a:pt x="31" y="65"/>
                </a:cubicBezTo>
                <a:cubicBezTo>
                  <a:pt x="31" y="62"/>
                  <a:pt x="31" y="62"/>
                  <a:pt x="31" y="62"/>
                </a:cubicBezTo>
                <a:cubicBezTo>
                  <a:pt x="4" y="62"/>
                  <a:pt x="4" y="62"/>
                  <a:pt x="4" y="62"/>
                </a:cubicBezTo>
                <a:cubicBezTo>
                  <a:pt x="0" y="62"/>
                  <a:pt x="0" y="62"/>
                  <a:pt x="0" y="62"/>
                </a:cubicBezTo>
                <a:cubicBezTo>
                  <a:pt x="0" y="59"/>
                  <a:pt x="0" y="59"/>
                  <a:pt x="0" y="59"/>
                </a:cubicBezTo>
                <a:cubicBezTo>
                  <a:pt x="0" y="3"/>
                  <a:pt x="0" y="3"/>
                  <a:pt x="0" y="3"/>
                </a:cubicBezTo>
                <a:cubicBezTo>
                  <a:pt x="0" y="0"/>
                  <a:pt x="0" y="0"/>
                  <a:pt x="0" y="0"/>
                </a:cubicBezTo>
                <a:cubicBezTo>
                  <a:pt x="4" y="0"/>
                  <a:pt x="4" y="0"/>
                  <a:pt x="4" y="0"/>
                </a:cubicBezTo>
                <a:close/>
                <a:moveTo>
                  <a:pt x="83" y="76"/>
                </a:moveTo>
                <a:cubicBezTo>
                  <a:pt x="116" y="76"/>
                  <a:pt x="116" y="76"/>
                  <a:pt x="116" y="76"/>
                </a:cubicBezTo>
                <a:cubicBezTo>
                  <a:pt x="116" y="0"/>
                  <a:pt x="116" y="0"/>
                  <a:pt x="116" y="0"/>
                </a:cubicBezTo>
                <a:cubicBezTo>
                  <a:pt x="83" y="0"/>
                  <a:pt x="83" y="0"/>
                  <a:pt x="83" y="0"/>
                </a:cubicBezTo>
                <a:cubicBezTo>
                  <a:pt x="83" y="76"/>
                  <a:pt x="83" y="76"/>
                  <a:pt x="83" y="76"/>
                </a:cubicBezTo>
                <a:close/>
                <a:moveTo>
                  <a:pt x="87" y="7"/>
                </a:moveTo>
                <a:cubicBezTo>
                  <a:pt x="112" y="7"/>
                  <a:pt x="112" y="7"/>
                  <a:pt x="112" y="7"/>
                </a:cubicBezTo>
                <a:cubicBezTo>
                  <a:pt x="112" y="14"/>
                  <a:pt x="112" y="14"/>
                  <a:pt x="112" y="14"/>
                </a:cubicBezTo>
                <a:cubicBezTo>
                  <a:pt x="87" y="14"/>
                  <a:pt x="87" y="14"/>
                  <a:pt x="87" y="14"/>
                </a:cubicBezTo>
                <a:cubicBezTo>
                  <a:pt x="87" y="7"/>
                  <a:pt x="87" y="7"/>
                  <a:pt x="87" y="7"/>
                </a:cubicBezTo>
                <a:close/>
                <a:moveTo>
                  <a:pt x="87" y="19"/>
                </a:moveTo>
                <a:cubicBezTo>
                  <a:pt x="112" y="19"/>
                  <a:pt x="112" y="19"/>
                  <a:pt x="112" y="19"/>
                </a:cubicBezTo>
                <a:cubicBezTo>
                  <a:pt x="112" y="27"/>
                  <a:pt x="112" y="27"/>
                  <a:pt x="112" y="27"/>
                </a:cubicBezTo>
                <a:cubicBezTo>
                  <a:pt x="87" y="27"/>
                  <a:pt x="87" y="27"/>
                  <a:pt x="87" y="27"/>
                </a:cubicBezTo>
                <a:cubicBezTo>
                  <a:pt x="87" y="19"/>
                  <a:pt x="87" y="19"/>
                  <a:pt x="87" y="19"/>
                </a:cubicBezTo>
                <a:close/>
                <a:moveTo>
                  <a:pt x="87" y="33"/>
                </a:moveTo>
                <a:cubicBezTo>
                  <a:pt x="96" y="33"/>
                  <a:pt x="96" y="33"/>
                  <a:pt x="96" y="33"/>
                </a:cubicBezTo>
                <a:cubicBezTo>
                  <a:pt x="96" y="39"/>
                  <a:pt x="96" y="39"/>
                  <a:pt x="96" y="39"/>
                </a:cubicBezTo>
                <a:cubicBezTo>
                  <a:pt x="87" y="39"/>
                  <a:pt x="87" y="39"/>
                  <a:pt x="87" y="39"/>
                </a:cubicBezTo>
                <a:cubicBezTo>
                  <a:pt x="87" y="33"/>
                  <a:pt x="87" y="33"/>
                  <a:pt x="87" y="33"/>
                </a:cubicBezTo>
                <a:close/>
                <a:moveTo>
                  <a:pt x="87" y="43"/>
                </a:moveTo>
                <a:cubicBezTo>
                  <a:pt x="96" y="43"/>
                  <a:pt x="96" y="43"/>
                  <a:pt x="96" y="43"/>
                </a:cubicBezTo>
                <a:cubicBezTo>
                  <a:pt x="96" y="49"/>
                  <a:pt x="96" y="49"/>
                  <a:pt x="96" y="49"/>
                </a:cubicBezTo>
                <a:cubicBezTo>
                  <a:pt x="87" y="49"/>
                  <a:pt x="87" y="49"/>
                  <a:pt x="87" y="49"/>
                </a:cubicBezTo>
                <a:cubicBezTo>
                  <a:pt x="87" y="43"/>
                  <a:pt x="87" y="43"/>
                  <a:pt x="87" y="43"/>
                </a:cubicBezTo>
                <a:close/>
                <a:moveTo>
                  <a:pt x="72" y="7"/>
                </a:moveTo>
                <a:cubicBezTo>
                  <a:pt x="7" y="7"/>
                  <a:pt x="7" y="7"/>
                  <a:pt x="7" y="7"/>
                </a:cubicBezTo>
                <a:cubicBezTo>
                  <a:pt x="7" y="55"/>
                  <a:pt x="7" y="55"/>
                  <a:pt x="7" y="55"/>
                </a:cubicBezTo>
                <a:cubicBezTo>
                  <a:pt x="72" y="55"/>
                  <a:pt x="72" y="55"/>
                  <a:pt x="72" y="55"/>
                </a:cubicBezTo>
                <a:lnTo>
                  <a:pt x="72" y="7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9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34" name="直接连接符 33"/>
          <p:cNvCxnSpPr/>
          <p:nvPr/>
        </p:nvCxnSpPr>
        <p:spPr bwMode="gray">
          <a:xfrm>
            <a:off x="2084731" y="2148052"/>
            <a:ext cx="2982" cy="3888488"/>
          </a:xfrm>
          <a:prstGeom prst="line">
            <a:avLst/>
          </a:prstGeom>
          <a:ln w="38100">
            <a:solidFill>
              <a:srgbClr val="FDD3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 bwMode="gray">
          <a:xfrm>
            <a:off x="4527485" y="2163802"/>
            <a:ext cx="2982" cy="3888488"/>
          </a:xfrm>
          <a:prstGeom prst="line">
            <a:avLst/>
          </a:prstGeom>
          <a:ln w="38100">
            <a:solidFill>
              <a:srgbClr val="FDD3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 bwMode="gray">
          <a:xfrm>
            <a:off x="2076774" y="3605376"/>
            <a:ext cx="2440210" cy="416224"/>
          </a:xfrm>
          <a:prstGeom prst="straightConnector1">
            <a:avLst/>
          </a:prstGeom>
          <a:ln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 bwMode="gray">
          <a:xfrm>
            <a:off x="2076774" y="4397464"/>
            <a:ext cx="2440210" cy="416224"/>
          </a:xfrm>
          <a:prstGeom prst="straightConnector1">
            <a:avLst/>
          </a:prstGeom>
          <a:ln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/>
        </p:nvSpPr>
        <p:spPr bwMode="gray">
          <a:xfrm rot="600000">
            <a:off x="2752866" y="3552473"/>
            <a:ext cx="1854846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时间</a:t>
            </a:r>
            <a:r>
              <a:rPr lang="en-US" altLang="zh-CN" sz="1400" dirty="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r>
              <a:rPr lang="zh-CN" altLang="en-US" sz="1400" dirty="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，数据</a:t>
            </a:r>
            <a:r>
              <a:rPr lang="en-US" altLang="zh-CN" sz="1400" dirty="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400" dirty="0">
              <a:solidFill>
                <a:srgbClr val="56C4D2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0" name="文本框 49"/>
          <p:cNvSpPr txBox="1"/>
          <p:nvPr/>
        </p:nvSpPr>
        <p:spPr bwMode="gray">
          <a:xfrm rot="600000">
            <a:off x="2752866" y="4351351"/>
            <a:ext cx="1854846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时间</a:t>
            </a:r>
            <a:r>
              <a:rPr lang="en-US" altLang="zh-CN" sz="140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r>
              <a:rPr lang="zh-CN" altLang="en-US" sz="140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，数据</a:t>
            </a:r>
            <a:r>
              <a:rPr lang="en-US" altLang="zh-CN" sz="140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400" dirty="0">
              <a:solidFill>
                <a:srgbClr val="56C4D2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2" name="直接箭头连接符 51"/>
          <p:cNvCxnSpPr/>
          <p:nvPr/>
        </p:nvCxnSpPr>
        <p:spPr bwMode="gray">
          <a:xfrm>
            <a:off x="2088780" y="5513588"/>
            <a:ext cx="2440210" cy="416224"/>
          </a:xfrm>
          <a:prstGeom prst="straightConnector1">
            <a:avLst/>
          </a:prstGeom>
          <a:ln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/>
          <p:cNvSpPr txBox="1"/>
          <p:nvPr/>
        </p:nvSpPr>
        <p:spPr bwMode="gray">
          <a:xfrm rot="600000">
            <a:off x="2676987" y="5463328"/>
            <a:ext cx="1854846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时间</a:t>
            </a:r>
            <a:r>
              <a:rPr lang="en-US" altLang="zh-CN" sz="140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</a:t>
            </a:r>
            <a:r>
              <a:rPr lang="zh-CN" altLang="en-US" sz="140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，数据</a:t>
            </a:r>
            <a:r>
              <a:rPr lang="en-US" altLang="zh-CN" sz="140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</a:t>
            </a:r>
            <a:endParaRPr lang="zh-CN" altLang="en-US" sz="1400" dirty="0">
              <a:solidFill>
                <a:srgbClr val="56C4D2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0" name="文本框 69"/>
          <p:cNvSpPr txBox="1"/>
          <p:nvPr/>
        </p:nvSpPr>
        <p:spPr bwMode="gray">
          <a:xfrm rot="626308">
            <a:off x="3292662" y="4878054"/>
            <a:ext cx="1462411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…</a:t>
            </a:r>
            <a:endParaRPr lang="zh-CN" altLang="en-US" sz="2000">
              <a:solidFill>
                <a:srgbClr val="56C4D2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73" name="组合 72"/>
          <p:cNvGrpSpPr/>
          <p:nvPr/>
        </p:nvGrpSpPr>
        <p:grpSpPr bwMode="gray">
          <a:xfrm>
            <a:off x="1814731" y="1705259"/>
            <a:ext cx="3010295" cy="445703"/>
            <a:chOff x="1814731" y="1907389"/>
            <a:chExt cx="3010295" cy="445703"/>
          </a:xfrm>
        </p:grpSpPr>
        <p:pic>
          <p:nvPicPr>
            <p:cNvPr id="75" name="图片 74"/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1814731" y="1907389"/>
              <a:ext cx="540000" cy="442800"/>
            </a:xfrm>
            <a:prstGeom prst="rect">
              <a:avLst/>
            </a:prstGeom>
          </p:spPr>
        </p:pic>
        <p:pic>
          <p:nvPicPr>
            <p:cNvPr id="76" name="图片 75"/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4285026" y="1910292"/>
              <a:ext cx="540000" cy="442800"/>
            </a:xfrm>
            <a:prstGeom prst="rect">
              <a:avLst/>
            </a:prstGeom>
          </p:spPr>
        </p:pic>
      </p:grpSp>
      <p:cxnSp>
        <p:nvCxnSpPr>
          <p:cNvPr id="42" name="直接箭头连接符 41"/>
          <p:cNvCxnSpPr/>
          <p:nvPr/>
        </p:nvCxnSpPr>
        <p:spPr bwMode="gray">
          <a:xfrm flipH="1">
            <a:off x="2359844" y="1941575"/>
            <a:ext cx="595229" cy="0"/>
          </a:xfrm>
          <a:prstGeom prst="straightConnector1">
            <a:avLst/>
          </a:prstGeom>
          <a:ln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图片 42"/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950881" y="1709870"/>
            <a:ext cx="540000" cy="442800"/>
          </a:xfrm>
          <a:prstGeom prst="rect">
            <a:avLst/>
          </a:prstGeom>
        </p:spPr>
      </p:pic>
      <p:sp>
        <p:nvSpPr>
          <p:cNvPr id="47" name="文本框 46"/>
          <p:cNvSpPr txBox="1"/>
          <p:nvPr/>
        </p:nvSpPr>
        <p:spPr bwMode="gray">
          <a:xfrm>
            <a:off x="3946119" y="1294050"/>
            <a:ext cx="1168695" cy="33855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采集器</a:t>
            </a:r>
          </a:p>
        </p:txBody>
      </p:sp>
      <p:sp>
        <p:nvSpPr>
          <p:cNvPr id="48" name="文本框 47"/>
          <p:cNvSpPr txBox="1"/>
          <p:nvPr/>
        </p:nvSpPr>
        <p:spPr bwMode="gray">
          <a:xfrm>
            <a:off x="1450581" y="1294050"/>
            <a:ext cx="1168695" cy="33855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路由器</a:t>
            </a:r>
          </a:p>
        </p:txBody>
      </p:sp>
      <p:sp>
        <p:nvSpPr>
          <p:cNvPr id="51" name="文本框 50"/>
          <p:cNvSpPr txBox="1"/>
          <p:nvPr/>
        </p:nvSpPr>
        <p:spPr bwMode="gray">
          <a:xfrm>
            <a:off x="2587884" y="1294050"/>
            <a:ext cx="1200379" cy="33855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CLI/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网管</a:t>
            </a:r>
          </a:p>
        </p:txBody>
      </p:sp>
      <p:sp>
        <p:nvSpPr>
          <p:cNvPr id="36" name="燕尾形 27">
            <a:extLst>
              <a:ext uri="{FF2B5EF4-FFF2-40B4-BE49-F238E27FC236}">
                <a16:creationId xmlns:a16="http://schemas.microsoft.com/office/drawing/2014/main" id="{178DA290-551B-48C7-AD29-D92C57541F4D}"/>
              </a:ext>
            </a:extLst>
          </p:cNvPr>
          <p:cNvSpPr/>
          <p:nvPr/>
        </p:nvSpPr>
        <p:spPr bwMode="gray">
          <a:xfrm>
            <a:off x="10835310" y="124239"/>
            <a:ext cx="91219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数据推送</a:t>
            </a:r>
            <a:endParaRPr lang="en-US" altLang="zh-CN" sz="12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" name="燕尾形 27">
            <a:extLst>
              <a:ext uri="{FF2B5EF4-FFF2-40B4-BE49-F238E27FC236}">
                <a16:creationId xmlns:a16="http://schemas.microsoft.com/office/drawing/2014/main" id="{59E12A5D-2A60-4046-84E2-6E08AB5684E2}"/>
              </a:ext>
            </a:extLst>
          </p:cNvPr>
          <p:cNvSpPr/>
          <p:nvPr/>
        </p:nvSpPr>
        <p:spPr bwMode="gray">
          <a:xfrm>
            <a:off x="9992932" y="124239"/>
            <a:ext cx="91219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数据生成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4" name="燕尾形 27">
            <a:extLst>
              <a:ext uri="{FF2B5EF4-FFF2-40B4-BE49-F238E27FC236}">
                <a16:creationId xmlns:a16="http://schemas.microsoft.com/office/drawing/2014/main" id="{C05201DC-B48F-4CCE-B9CF-C5B5668A42D5}"/>
              </a:ext>
            </a:extLst>
          </p:cNvPr>
          <p:cNvSpPr/>
          <p:nvPr/>
        </p:nvSpPr>
        <p:spPr bwMode="gray">
          <a:xfrm>
            <a:off x="9150553" y="124239"/>
            <a:ext cx="912190" cy="21240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数据订阅</a:t>
            </a:r>
            <a:endParaRPr lang="en-US" altLang="zh-CN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55" name="五边形 54"/>
          <p:cNvSpPr/>
          <p:nvPr/>
        </p:nvSpPr>
        <p:spPr bwMode="gray">
          <a:xfrm>
            <a:off x="8407119" y="119698"/>
            <a:ext cx="813245" cy="21240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数据源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0AC3327-CB3F-F44B-9341-24A8691B3088}"/>
              </a:ext>
            </a:extLst>
          </p:cNvPr>
          <p:cNvGrpSpPr/>
          <p:nvPr/>
        </p:nvGrpSpPr>
        <p:grpSpPr>
          <a:xfrm>
            <a:off x="8308729" y="3184519"/>
            <a:ext cx="1667880" cy="435960"/>
            <a:chOff x="8308729" y="3184519"/>
            <a:chExt cx="1667880" cy="43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墨迹 2">
                  <a:extLst>
                    <a:ext uri="{FF2B5EF4-FFF2-40B4-BE49-F238E27FC236}">
                      <a16:creationId xmlns:a16="http://schemas.microsoft.com/office/drawing/2014/main" id="{FEF9739E-2CD6-E0FC-BA31-0B4DFEDA1196}"/>
                    </a:ext>
                  </a:extLst>
                </p14:cNvPr>
                <p14:cNvContentPartPr/>
                <p14:nvPr/>
              </p14:nvContentPartPr>
              <p14:xfrm>
                <a:off x="8349409" y="3405919"/>
                <a:ext cx="1627200" cy="214560"/>
              </p14:xfrm>
            </p:contentPart>
          </mc:Choice>
          <mc:Fallback>
            <p:pic>
              <p:nvPicPr>
                <p:cNvPr id="3" name="墨迹 2">
                  <a:extLst>
                    <a:ext uri="{FF2B5EF4-FFF2-40B4-BE49-F238E27FC236}">
                      <a16:creationId xmlns:a16="http://schemas.microsoft.com/office/drawing/2014/main" id="{FEF9739E-2CD6-E0FC-BA31-0B4DFEDA119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340769" y="3397279"/>
                  <a:ext cx="16448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墨迹 3">
                  <a:extLst>
                    <a:ext uri="{FF2B5EF4-FFF2-40B4-BE49-F238E27FC236}">
                      <a16:creationId xmlns:a16="http://schemas.microsoft.com/office/drawing/2014/main" id="{1834EDE2-FF30-A488-F459-9815B35A4A62}"/>
                    </a:ext>
                  </a:extLst>
                </p14:cNvPr>
                <p14:cNvContentPartPr/>
                <p14:nvPr/>
              </p14:nvContentPartPr>
              <p14:xfrm>
                <a:off x="8308729" y="3184519"/>
                <a:ext cx="1659600" cy="184320"/>
              </p14:xfrm>
            </p:contentPart>
          </mc:Choice>
          <mc:Fallback>
            <p:pic>
              <p:nvPicPr>
                <p:cNvPr id="4" name="墨迹 3">
                  <a:extLst>
                    <a:ext uri="{FF2B5EF4-FFF2-40B4-BE49-F238E27FC236}">
                      <a16:creationId xmlns:a16="http://schemas.microsoft.com/office/drawing/2014/main" id="{1834EDE2-FF30-A488-F459-9815B35A4A6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299729" y="3175879"/>
                  <a:ext cx="1677240" cy="201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BCD05812-100B-63BF-A15F-E9AA274A5F6F}"/>
                  </a:ext>
                </a:extLst>
              </p14:cNvPr>
              <p14:cNvContentPartPr/>
              <p14:nvPr/>
            </p14:nvContentPartPr>
            <p14:xfrm>
              <a:off x="9736129" y="4459639"/>
              <a:ext cx="1200600" cy="4572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BCD05812-100B-63BF-A15F-E9AA274A5F6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727129" y="4450639"/>
                <a:ext cx="1218240" cy="63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830686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E05F50-F8E5-4F4D-AF16-B9F9150C329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Telemetry</a:t>
            </a:r>
            <a:r>
              <a:rPr lang="zh-CN" altLang="en-US" dirty="0">
                <a:sym typeface="Huawei Sans" panose="020C0503030203020204" pitchFamily="34" charset="0"/>
              </a:rPr>
              <a:t>动态订阅 </a:t>
            </a:r>
            <a:r>
              <a:rPr lang="en-US" altLang="zh-CN" dirty="0">
                <a:sym typeface="Huawei Sans" panose="020C0503030203020204" pitchFamily="34" charset="0"/>
              </a:rPr>
              <a:t>(1)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18" name="Rectangle 219"/>
          <p:cNvSpPr txBox="1">
            <a:spLocks noChangeArrowheads="1"/>
          </p:cNvSpPr>
          <p:nvPr/>
        </p:nvSpPr>
        <p:spPr bwMode="gray">
          <a:xfrm>
            <a:off x="6096000" y="1653957"/>
            <a:ext cx="4356100" cy="3079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8355" tIns="39177" rIns="78355" bIns="39177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b="1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Telemetry</a:t>
            </a:r>
            <a:r>
              <a:rPr lang="zh-CN" altLang="en-US" b="1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动态订阅</a:t>
            </a:r>
            <a:endParaRPr lang="en-US" altLang="zh-CN" b="1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采集器向设备发起</a:t>
            </a:r>
            <a:r>
              <a:rPr lang="en-US" altLang="zh-CN" sz="16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gRPC</a:t>
            </a:r>
            <a:r>
              <a:rPr lang="zh-CN" altLang="en-US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连接。</a:t>
            </a:r>
            <a:endParaRPr lang="en-US" altLang="zh-CN" sz="16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采集器向设备发起动态订阅。</a:t>
            </a:r>
            <a:endParaRPr lang="en-US" altLang="zh-CN" sz="16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200150" lvl="2" indent="-285750">
              <a:lnSpc>
                <a:spcPct val="150000"/>
              </a:lnSpc>
              <a:buSzPct val="50000"/>
              <a:buFont typeface="Wingdings" panose="05000000000000000000" pitchFamily="2" charset="2"/>
              <a:buChar char="p"/>
              <a:defRPr/>
            </a:pPr>
            <a:r>
              <a:rPr lang="en-US" altLang="zh-CN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RPC</a:t>
            </a:r>
            <a:r>
              <a:rPr lang="zh-CN" altLang="en-US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方法：</a:t>
            </a:r>
            <a:r>
              <a:rPr lang="en-US" altLang="zh-CN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Subscribe</a:t>
            </a:r>
          </a:p>
          <a:p>
            <a:pPr marL="1200150" lvl="2" indent="-285750">
              <a:lnSpc>
                <a:spcPct val="150000"/>
              </a:lnSpc>
              <a:buSzPct val="50000"/>
              <a:buFont typeface="Wingdings" panose="05000000000000000000" pitchFamily="2" charset="2"/>
              <a:buChar char="p"/>
              <a:defRPr/>
            </a:pPr>
            <a:r>
              <a:rPr lang="zh-CN" altLang="en-US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指定采样路径、采样周期等信息</a:t>
            </a:r>
            <a:endParaRPr lang="en-US" altLang="zh-CN" sz="16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设备启动采样任务，将采样数据作为</a:t>
            </a:r>
            <a:r>
              <a:rPr lang="en-US" altLang="zh-CN" sz="16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rpc</a:t>
            </a:r>
            <a:r>
              <a:rPr lang="zh-CN" altLang="en-US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方法的应答，源源不断的返回给采集器。</a:t>
            </a:r>
            <a:endParaRPr lang="en-US" altLang="zh-CN" sz="16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2" name="文本框 41"/>
          <p:cNvSpPr txBox="1"/>
          <p:nvPr/>
        </p:nvSpPr>
        <p:spPr bwMode="gray">
          <a:xfrm>
            <a:off x="512150" y="2213480"/>
            <a:ext cx="1392557" cy="738664"/>
          </a:xfrm>
          <a:prstGeom prst="rect">
            <a:avLst/>
          </a:prstGeom>
          <a:solidFill>
            <a:srgbClr val="30B5C5"/>
          </a:solidFill>
          <a:ln>
            <a:solidFill>
              <a:srgbClr val="30B5C5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zh-CN" altLang="en-US" dirty="0">
                <a:sym typeface="Huawei Sans" panose="020C0503030203020204" pitchFamily="34" charset="0"/>
              </a:rPr>
              <a:t>通过配置，让设备处于可以被订阅的状态</a:t>
            </a:r>
          </a:p>
        </p:txBody>
      </p:sp>
      <p:sp>
        <p:nvSpPr>
          <p:cNvPr id="50" name="Freeform 7"/>
          <p:cNvSpPr>
            <a:spLocks noEditPoints="1"/>
          </p:cNvSpPr>
          <p:nvPr/>
        </p:nvSpPr>
        <p:spPr bwMode="gray">
          <a:xfrm>
            <a:off x="4311331" y="1773414"/>
            <a:ext cx="430206" cy="281046"/>
          </a:xfrm>
          <a:custGeom>
            <a:avLst/>
            <a:gdLst/>
            <a:ahLst/>
            <a:cxnLst>
              <a:cxn ang="0">
                <a:pos x="4" y="0"/>
              </a:cxn>
              <a:cxn ang="0">
                <a:pos x="76" y="0"/>
              </a:cxn>
              <a:cxn ang="0">
                <a:pos x="79" y="0"/>
              </a:cxn>
              <a:cxn ang="0">
                <a:pos x="79" y="3"/>
              </a:cxn>
              <a:cxn ang="0">
                <a:pos x="79" y="59"/>
              </a:cxn>
              <a:cxn ang="0">
                <a:pos x="79" y="62"/>
              </a:cxn>
              <a:cxn ang="0">
                <a:pos x="76" y="62"/>
              </a:cxn>
              <a:cxn ang="0">
                <a:pos x="48" y="62"/>
              </a:cxn>
              <a:cxn ang="0">
                <a:pos x="48" y="65"/>
              </a:cxn>
              <a:cxn ang="0">
                <a:pos x="68" y="70"/>
              </a:cxn>
              <a:cxn ang="0">
                <a:pos x="68" y="75"/>
              </a:cxn>
              <a:cxn ang="0">
                <a:pos x="12" y="75"/>
              </a:cxn>
              <a:cxn ang="0">
                <a:pos x="12" y="70"/>
              </a:cxn>
              <a:cxn ang="0">
                <a:pos x="31" y="65"/>
              </a:cxn>
              <a:cxn ang="0">
                <a:pos x="31" y="62"/>
              </a:cxn>
              <a:cxn ang="0">
                <a:pos x="4" y="62"/>
              </a:cxn>
              <a:cxn ang="0">
                <a:pos x="0" y="62"/>
              </a:cxn>
              <a:cxn ang="0">
                <a:pos x="0" y="59"/>
              </a:cxn>
              <a:cxn ang="0">
                <a:pos x="0" y="3"/>
              </a:cxn>
              <a:cxn ang="0">
                <a:pos x="0" y="0"/>
              </a:cxn>
              <a:cxn ang="0">
                <a:pos x="4" y="0"/>
              </a:cxn>
              <a:cxn ang="0">
                <a:pos x="83" y="76"/>
              </a:cxn>
              <a:cxn ang="0">
                <a:pos x="116" y="76"/>
              </a:cxn>
              <a:cxn ang="0">
                <a:pos x="116" y="0"/>
              </a:cxn>
              <a:cxn ang="0">
                <a:pos x="83" y="0"/>
              </a:cxn>
              <a:cxn ang="0">
                <a:pos x="83" y="76"/>
              </a:cxn>
              <a:cxn ang="0">
                <a:pos x="87" y="7"/>
              </a:cxn>
              <a:cxn ang="0">
                <a:pos x="112" y="7"/>
              </a:cxn>
              <a:cxn ang="0">
                <a:pos x="112" y="14"/>
              </a:cxn>
              <a:cxn ang="0">
                <a:pos x="87" y="14"/>
              </a:cxn>
              <a:cxn ang="0">
                <a:pos x="87" y="7"/>
              </a:cxn>
              <a:cxn ang="0">
                <a:pos x="87" y="19"/>
              </a:cxn>
              <a:cxn ang="0">
                <a:pos x="112" y="19"/>
              </a:cxn>
              <a:cxn ang="0">
                <a:pos x="112" y="27"/>
              </a:cxn>
              <a:cxn ang="0">
                <a:pos x="87" y="27"/>
              </a:cxn>
              <a:cxn ang="0">
                <a:pos x="87" y="19"/>
              </a:cxn>
              <a:cxn ang="0">
                <a:pos x="87" y="33"/>
              </a:cxn>
              <a:cxn ang="0">
                <a:pos x="96" y="33"/>
              </a:cxn>
              <a:cxn ang="0">
                <a:pos x="96" y="39"/>
              </a:cxn>
              <a:cxn ang="0">
                <a:pos x="87" y="39"/>
              </a:cxn>
              <a:cxn ang="0">
                <a:pos x="87" y="33"/>
              </a:cxn>
              <a:cxn ang="0">
                <a:pos x="87" y="43"/>
              </a:cxn>
              <a:cxn ang="0">
                <a:pos x="96" y="43"/>
              </a:cxn>
              <a:cxn ang="0">
                <a:pos x="96" y="49"/>
              </a:cxn>
              <a:cxn ang="0">
                <a:pos x="87" y="49"/>
              </a:cxn>
              <a:cxn ang="0">
                <a:pos x="87" y="43"/>
              </a:cxn>
              <a:cxn ang="0">
                <a:pos x="72" y="7"/>
              </a:cxn>
              <a:cxn ang="0">
                <a:pos x="7" y="7"/>
              </a:cxn>
              <a:cxn ang="0">
                <a:pos x="7" y="55"/>
              </a:cxn>
              <a:cxn ang="0">
                <a:pos x="72" y="55"/>
              </a:cxn>
              <a:cxn ang="0">
                <a:pos x="72" y="7"/>
              </a:cxn>
            </a:cxnLst>
            <a:rect l="0" t="0" r="r" b="b"/>
            <a:pathLst>
              <a:path w="116" h="76">
                <a:moveTo>
                  <a:pt x="4" y="0"/>
                </a:moveTo>
                <a:cubicBezTo>
                  <a:pt x="76" y="0"/>
                  <a:pt x="76" y="0"/>
                  <a:pt x="76" y="0"/>
                </a:cubicBezTo>
                <a:cubicBezTo>
                  <a:pt x="79" y="0"/>
                  <a:pt x="79" y="0"/>
                  <a:pt x="79" y="0"/>
                </a:cubicBezTo>
                <a:cubicBezTo>
                  <a:pt x="79" y="3"/>
                  <a:pt x="79" y="3"/>
                  <a:pt x="79" y="3"/>
                </a:cubicBezTo>
                <a:cubicBezTo>
                  <a:pt x="79" y="59"/>
                  <a:pt x="79" y="59"/>
                  <a:pt x="79" y="59"/>
                </a:cubicBezTo>
                <a:cubicBezTo>
                  <a:pt x="79" y="62"/>
                  <a:pt x="79" y="62"/>
                  <a:pt x="79" y="62"/>
                </a:cubicBezTo>
                <a:cubicBezTo>
                  <a:pt x="76" y="62"/>
                  <a:pt x="76" y="62"/>
                  <a:pt x="76" y="62"/>
                </a:cubicBezTo>
                <a:cubicBezTo>
                  <a:pt x="48" y="62"/>
                  <a:pt x="48" y="62"/>
                  <a:pt x="48" y="62"/>
                </a:cubicBezTo>
                <a:cubicBezTo>
                  <a:pt x="48" y="65"/>
                  <a:pt x="48" y="65"/>
                  <a:pt x="48" y="65"/>
                </a:cubicBezTo>
                <a:cubicBezTo>
                  <a:pt x="55" y="65"/>
                  <a:pt x="61" y="67"/>
                  <a:pt x="68" y="70"/>
                </a:cubicBezTo>
                <a:cubicBezTo>
                  <a:pt x="68" y="72"/>
                  <a:pt x="68" y="73"/>
                  <a:pt x="68" y="75"/>
                </a:cubicBezTo>
                <a:cubicBezTo>
                  <a:pt x="49" y="75"/>
                  <a:pt x="31" y="75"/>
                  <a:pt x="12" y="75"/>
                </a:cubicBezTo>
                <a:cubicBezTo>
                  <a:pt x="12" y="73"/>
                  <a:pt x="12" y="72"/>
                  <a:pt x="12" y="70"/>
                </a:cubicBezTo>
                <a:cubicBezTo>
                  <a:pt x="18" y="67"/>
                  <a:pt x="25" y="66"/>
                  <a:pt x="31" y="65"/>
                </a:cubicBezTo>
                <a:cubicBezTo>
                  <a:pt x="31" y="62"/>
                  <a:pt x="31" y="62"/>
                  <a:pt x="31" y="62"/>
                </a:cubicBezTo>
                <a:cubicBezTo>
                  <a:pt x="4" y="62"/>
                  <a:pt x="4" y="62"/>
                  <a:pt x="4" y="62"/>
                </a:cubicBezTo>
                <a:cubicBezTo>
                  <a:pt x="0" y="62"/>
                  <a:pt x="0" y="62"/>
                  <a:pt x="0" y="62"/>
                </a:cubicBezTo>
                <a:cubicBezTo>
                  <a:pt x="0" y="59"/>
                  <a:pt x="0" y="59"/>
                  <a:pt x="0" y="59"/>
                </a:cubicBezTo>
                <a:cubicBezTo>
                  <a:pt x="0" y="3"/>
                  <a:pt x="0" y="3"/>
                  <a:pt x="0" y="3"/>
                </a:cubicBezTo>
                <a:cubicBezTo>
                  <a:pt x="0" y="0"/>
                  <a:pt x="0" y="0"/>
                  <a:pt x="0" y="0"/>
                </a:cubicBezTo>
                <a:cubicBezTo>
                  <a:pt x="4" y="0"/>
                  <a:pt x="4" y="0"/>
                  <a:pt x="4" y="0"/>
                </a:cubicBezTo>
                <a:close/>
                <a:moveTo>
                  <a:pt x="83" y="76"/>
                </a:moveTo>
                <a:cubicBezTo>
                  <a:pt x="116" y="76"/>
                  <a:pt x="116" y="76"/>
                  <a:pt x="116" y="76"/>
                </a:cubicBezTo>
                <a:cubicBezTo>
                  <a:pt x="116" y="0"/>
                  <a:pt x="116" y="0"/>
                  <a:pt x="116" y="0"/>
                </a:cubicBezTo>
                <a:cubicBezTo>
                  <a:pt x="83" y="0"/>
                  <a:pt x="83" y="0"/>
                  <a:pt x="83" y="0"/>
                </a:cubicBezTo>
                <a:cubicBezTo>
                  <a:pt x="83" y="76"/>
                  <a:pt x="83" y="76"/>
                  <a:pt x="83" y="76"/>
                </a:cubicBezTo>
                <a:close/>
                <a:moveTo>
                  <a:pt x="87" y="7"/>
                </a:moveTo>
                <a:cubicBezTo>
                  <a:pt x="112" y="7"/>
                  <a:pt x="112" y="7"/>
                  <a:pt x="112" y="7"/>
                </a:cubicBezTo>
                <a:cubicBezTo>
                  <a:pt x="112" y="14"/>
                  <a:pt x="112" y="14"/>
                  <a:pt x="112" y="14"/>
                </a:cubicBezTo>
                <a:cubicBezTo>
                  <a:pt x="87" y="14"/>
                  <a:pt x="87" y="14"/>
                  <a:pt x="87" y="14"/>
                </a:cubicBezTo>
                <a:cubicBezTo>
                  <a:pt x="87" y="7"/>
                  <a:pt x="87" y="7"/>
                  <a:pt x="87" y="7"/>
                </a:cubicBezTo>
                <a:close/>
                <a:moveTo>
                  <a:pt x="87" y="19"/>
                </a:moveTo>
                <a:cubicBezTo>
                  <a:pt x="112" y="19"/>
                  <a:pt x="112" y="19"/>
                  <a:pt x="112" y="19"/>
                </a:cubicBezTo>
                <a:cubicBezTo>
                  <a:pt x="112" y="27"/>
                  <a:pt x="112" y="27"/>
                  <a:pt x="112" y="27"/>
                </a:cubicBezTo>
                <a:cubicBezTo>
                  <a:pt x="87" y="27"/>
                  <a:pt x="87" y="27"/>
                  <a:pt x="87" y="27"/>
                </a:cubicBezTo>
                <a:cubicBezTo>
                  <a:pt x="87" y="19"/>
                  <a:pt x="87" y="19"/>
                  <a:pt x="87" y="19"/>
                </a:cubicBezTo>
                <a:close/>
                <a:moveTo>
                  <a:pt x="87" y="33"/>
                </a:moveTo>
                <a:cubicBezTo>
                  <a:pt x="96" y="33"/>
                  <a:pt x="96" y="33"/>
                  <a:pt x="96" y="33"/>
                </a:cubicBezTo>
                <a:cubicBezTo>
                  <a:pt x="96" y="39"/>
                  <a:pt x="96" y="39"/>
                  <a:pt x="96" y="39"/>
                </a:cubicBezTo>
                <a:cubicBezTo>
                  <a:pt x="87" y="39"/>
                  <a:pt x="87" y="39"/>
                  <a:pt x="87" y="39"/>
                </a:cubicBezTo>
                <a:cubicBezTo>
                  <a:pt x="87" y="33"/>
                  <a:pt x="87" y="33"/>
                  <a:pt x="87" y="33"/>
                </a:cubicBezTo>
                <a:close/>
                <a:moveTo>
                  <a:pt x="87" y="43"/>
                </a:moveTo>
                <a:cubicBezTo>
                  <a:pt x="96" y="43"/>
                  <a:pt x="96" y="43"/>
                  <a:pt x="96" y="43"/>
                </a:cubicBezTo>
                <a:cubicBezTo>
                  <a:pt x="96" y="49"/>
                  <a:pt x="96" y="49"/>
                  <a:pt x="96" y="49"/>
                </a:cubicBezTo>
                <a:cubicBezTo>
                  <a:pt x="87" y="49"/>
                  <a:pt x="87" y="49"/>
                  <a:pt x="87" y="49"/>
                </a:cubicBezTo>
                <a:cubicBezTo>
                  <a:pt x="87" y="43"/>
                  <a:pt x="87" y="43"/>
                  <a:pt x="87" y="43"/>
                </a:cubicBezTo>
                <a:close/>
                <a:moveTo>
                  <a:pt x="72" y="7"/>
                </a:moveTo>
                <a:cubicBezTo>
                  <a:pt x="7" y="7"/>
                  <a:pt x="7" y="7"/>
                  <a:pt x="7" y="7"/>
                </a:cubicBezTo>
                <a:cubicBezTo>
                  <a:pt x="7" y="55"/>
                  <a:pt x="7" y="55"/>
                  <a:pt x="7" y="55"/>
                </a:cubicBezTo>
                <a:cubicBezTo>
                  <a:pt x="72" y="55"/>
                  <a:pt x="72" y="55"/>
                  <a:pt x="72" y="55"/>
                </a:cubicBezTo>
                <a:lnTo>
                  <a:pt x="72" y="7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9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1" name="直接连接符 50"/>
          <p:cNvCxnSpPr/>
          <p:nvPr/>
        </p:nvCxnSpPr>
        <p:spPr bwMode="gray">
          <a:xfrm>
            <a:off x="2084731" y="2167301"/>
            <a:ext cx="2982" cy="3888488"/>
          </a:xfrm>
          <a:prstGeom prst="line">
            <a:avLst/>
          </a:prstGeom>
          <a:ln w="38100">
            <a:solidFill>
              <a:srgbClr val="FDD3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 bwMode="gray">
          <a:xfrm>
            <a:off x="4527485" y="2183051"/>
            <a:ext cx="2982" cy="3888488"/>
          </a:xfrm>
          <a:prstGeom prst="line">
            <a:avLst/>
          </a:prstGeom>
          <a:ln w="38100">
            <a:solidFill>
              <a:srgbClr val="FDD3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/>
          <p:nvPr/>
        </p:nvCxnSpPr>
        <p:spPr bwMode="gray">
          <a:xfrm>
            <a:off x="2076774" y="3126785"/>
            <a:ext cx="2440210" cy="416224"/>
          </a:xfrm>
          <a:prstGeom prst="straightConnector1">
            <a:avLst/>
          </a:prstGeom>
          <a:ln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/>
        </p:nvCxnSpPr>
        <p:spPr bwMode="gray">
          <a:xfrm>
            <a:off x="2076774" y="3908713"/>
            <a:ext cx="2440210" cy="416224"/>
          </a:xfrm>
          <a:prstGeom prst="straightConnector1">
            <a:avLst/>
          </a:prstGeom>
          <a:ln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 bwMode="gray">
          <a:xfrm rot="600000">
            <a:off x="2763026" y="3094202"/>
            <a:ext cx="1854846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时间</a:t>
            </a:r>
            <a:r>
              <a:rPr lang="en-US" altLang="zh-CN" sz="140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r>
              <a:rPr lang="zh-CN" altLang="en-US" sz="140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，数据</a:t>
            </a:r>
            <a:r>
              <a:rPr lang="en-US" altLang="zh-CN" sz="140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400" dirty="0">
              <a:solidFill>
                <a:srgbClr val="56C4D2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6" name="文本框 55"/>
          <p:cNvSpPr txBox="1"/>
          <p:nvPr/>
        </p:nvSpPr>
        <p:spPr bwMode="gray">
          <a:xfrm rot="600000">
            <a:off x="2752866" y="3862600"/>
            <a:ext cx="1854846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时间</a:t>
            </a:r>
            <a:r>
              <a:rPr lang="en-US" altLang="zh-CN" sz="140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r>
              <a:rPr lang="zh-CN" altLang="en-US" sz="140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，数据</a:t>
            </a:r>
            <a:r>
              <a:rPr lang="en-US" altLang="zh-CN" sz="140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400" dirty="0">
              <a:solidFill>
                <a:srgbClr val="56C4D2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" name="文本框 57"/>
          <p:cNvSpPr txBox="1"/>
          <p:nvPr/>
        </p:nvSpPr>
        <p:spPr bwMode="gray">
          <a:xfrm rot="600000">
            <a:off x="2668610" y="4691807"/>
            <a:ext cx="1854846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时间</a:t>
            </a:r>
            <a:r>
              <a:rPr lang="en-US" altLang="zh-CN" sz="140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</a:t>
            </a:r>
            <a:r>
              <a:rPr lang="zh-CN" altLang="en-US" sz="140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，数据</a:t>
            </a:r>
            <a:r>
              <a:rPr lang="en-US" altLang="zh-CN" sz="140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</a:t>
            </a:r>
            <a:endParaRPr lang="zh-CN" altLang="en-US" sz="1400" dirty="0">
              <a:solidFill>
                <a:srgbClr val="56C4D2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3" name="文本框 62"/>
          <p:cNvSpPr txBox="1"/>
          <p:nvPr/>
        </p:nvSpPr>
        <p:spPr bwMode="gray">
          <a:xfrm rot="626308">
            <a:off x="3212218" y="4228092"/>
            <a:ext cx="1462411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…</a:t>
            </a:r>
            <a:endParaRPr lang="zh-CN" altLang="en-US" sz="2000">
              <a:solidFill>
                <a:srgbClr val="56C4D2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94" name="组合 93"/>
          <p:cNvGrpSpPr/>
          <p:nvPr/>
        </p:nvGrpSpPr>
        <p:grpSpPr bwMode="gray">
          <a:xfrm>
            <a:off x="1814731" y="1724508"/>
            <a:ext cx="3010295" cy="445703"/>
            <a:chOff x="1814731" y="1907389"/>
            <a:chExt cx="3010295" cy="445703"/>
          </a:xfrm>
        </p:grpSpPr>
        <p:pic>
          <p:nvPicPr>
            <p:cNvPr id="96" name="图片 95"/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1814731" y="1907389"/>
              <a:ext cx="540000" cy="442800"/>
            </a:xfrm>
            <a:prstGeom prst="rect">
              <a:avLst/>
            </a:prstGeom>
          </p:spPr>
        </p:pic>
        <p:pic>
          <p:nvPicPr>
            <p:cNvPr id="97" name="图片 96"/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4285026" y="1910292"/>
              <a:ext cx="540000" cy="442800"/>
            </a:xfrm>
            <a:prstGeom prst="rect">
              <a:avLst/>
            </a:prstGeom>
          </p:spPr>
        </p:pic>
      </p:grpSp>
      <p:cxnSp>
        <p:nvCxnSpPr>
          <p:cNvPr id="98" name="直接箭头连接符 97"/>
          <p:cNvCxnSpPr/>
          <p:nvPr/>
        </p:nvCxnSpPr>
        <p:spPr bwMode="gray">
          <a:xfrm flipH="1">
            <a:off x="2088780" y="2706028"/>
            <a:ext cx="2424706" cy="36004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文本框 98"/>
          <p:cNvSpPr txBox="1"/>
          <p:nvPr/>
        </p:nvSpPr>
        <p:spPr bwMode="gray">
          <a:xfrm rot="21120000">
            <a:off x="2305999" y="2326901"/>
            <a:ext cx="19818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临时订阅某个设备参数，周期</a:t>
            </a:r>
            <a:r>
              <a:rPr lang="en-US" altLang="zh-CN" sz="1400" dirty="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λ</a:t>
            </a:r>
            <a:r>
              <a:rPr lang="zh-CN" altLang="en-US" sz="1400" dirty="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秒</a:t>
            </a:r>
          </a:p>
        </p:txBody>
      </p:sp>
      <p:sp>
        <p:nvSpPr>
          <p:cNvPr id="100" name="左大括号 99"/>
          <p:cNvSpPr/>
          <p:nvPr/>
        </p:nvSpPr>
        <p:spPr bwMode="gray">
          <a:xfrm>
            <a:off x="1943819" y="3127177"/>
            <a:ext cx="115973" cy="761608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1" name="文本框 100"/>
          <p:cNvSpPr txBox="1"/>
          <p:nvPr/>
        </p:nvSpPr>
        <p:spPr bwMode="gray">
          <a:xfrm>
            <a:off x="936000" y="3342652"/>
            <a:ext cx="1168695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 </a:t>
            </a:r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= λ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02" name="直接箭头连接符 101"/>
          <p:cNvCxnSpPr/>
          <p:nvPr/>
        </p:nvCxnSpPr>
        <p:spPr bwMode="gray">
          <a:xfrm flipH="1">
            <a:off x="2094653" y="5459823"/>
            <a:ext cx="2440210" cy="36004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文本框 102"/>
          <p:cNvSpPr txBox="1"/>
          <p:nvPr/>
        </p:nvSpPr>
        <p:spPr bwMode="gray">
          <a:xfrm rot="21120000">
            <a:off x="2840269" y="5265339"/>
            <a:ext cx="10863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拆除连接</a:t>
            </a:r>
          </a:p>
        </p:txBody>
      </p:sp>
      <p:cxnSp>
        <p:nvCxnSpPr>
          <p:cNvPr id="104" name="直接箭头连接符 103"/>
          <p:cNvCxnSpPr/>
          <p:nvPr/>
        </p:nvCxnSpPr>
        <p:spPr bwMode="gray">
          <a:xfrm>
            <a:off x="2086934" y="4731673"/>
            <a:ext cx="2440210" cy="416224"/>
          </a:xfrm>
          <a:prstGeom prst="straightConnector1">
            <a:avLst/>
          </a:prstGeom>
          <a:ln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右大括号 108"/>
          <p:cNvSpPr/>
          <p:nvPr/>
        </p:nvSpPr>
        <p:spPr bwMode="gray">
          <a:xfrm>
            <a:off x="4544466" y="3533457"/>
            <a:ext cx="185380" cy="161444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0" name="文本框 109"/>
          <p:cNvSpPr txBox="1"/>
          <p:nvPr/>
        </p:nvSpPr>
        <p:spPr bwMode="gray">
          <a:xfrm>
            <a:off x="4697008" y="4186788"/>
            <a:ext cx="119690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l-GR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Σ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 </a:t>
            </a:r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= λn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39" name="直接箭头连接符 38"/>
          <p:cNvCxnSpPr/>
          <p:nvPr/>
        </p:nvCxnSpPr>
        <p:spPr bwMode="gray">
          <a:xfrm flipH="1">
            <a:off x="2359844" y="1960824"/>
            <a:ext cx="595229" cy="0"/>
          </a:xfrm>
          <a:prstGeom prst="straightConnector1">
            <a:avLst/>
          </a:prstGeom>
          <a:ln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图片 39"/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950881" y="1729119"/>
            <a:ext cx="540000" cy="442800"/>
          </a:xfrm>
          <a:prstGeom prst="rect">
            <a:avLst/>
          </a:prstGeom>
        </p:spPr>
      </p:pic>
      <p:sp>
        <p:nvSpPr>
          <p:cNvPr id="41" name="文本框 40"/>
          <p:cNvSpPr txBox="1"/>
          <p:nvPr/>
        </p:nvSpPr>
        <p:spPr bwMode="gray">
          <a:xfrm>
            <a:off x="3946119" y="1313299"/>
            <a:ext cx="1168695" cy="33855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采集器</a:t>
            </a:r>
          </a:p>
        </p:txBody>
      </p:sp>
      <p:sp>
        <p:nvSpPr>
          <p:cNvPr id="43" name="文本框 42"/>
          <p:cNvSpPr txBox="1"/>
          <p:nvPr/>
        </p:nvSpPr>
        <p:spPr bwMode="gray">
          <a:xfrm>
            <a:off x="1450581" y="1313299"/>
            <a:ext cx="1168695" cy="33855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路由器</a:t>
            </a:r>
          </a:p>
        </p:txBody>
      </p:sp>
      <p:sp>
        <p:nvSpPr>
          <p:cNvPr id="44" name="文本框 43"/>
          <p:cNvSpPr txBox="1"/>
          <p:nvPr/>
        </p:nvSpPr>
        <p:spPr bwMode="gray">
          <a:xfrm>
            <a:off x="2587884" y="1313299"/>
            <a:ext cx="1200379" cy="33855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CLI/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网管</a:t>
            </a:r>
          </a:p>
        </p:txBody>
      </p:sp>
      <p:sp>
        <p:nvSpPr>
          <p:cNvPr id="46" name="燕尾形 27">
            <a:extLst>
              <a:ext uri="{FF2B5EF4-FFF2-40B4-BE49-F238E27FC236}">
                <a16:creationId xmlns:a16="http://schemas.microsoft.com/office/drawing/2014/main" id="{178DA290-551B-48C7-AD29-D92C57541F4D}"/>
              </a:ext>
            </a:extLst>
          </p:cNvPr>
          <p:cNvSpPr/>
          <p:nvPr/>
        </p:nvSpPr>
        <p:spPr bwMode="gray">
          <a:xfrm>
            <a:off x="10835310" y="124239"/>
            <a:ext cx="91219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数据推送</a:t>
            </a:r>
            <a:endParaRPr lang="en-US" altLang="zh-CN" sz="12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7" name="燕尾形 27">
            <a:extLst>
              <a:ext uri="{FF2B5EF4-FFF2-40B4-BE49-F238E27FC236}">
                <a16:creationId xmlns:a16="http://schemas.microsoft.com/office/drawing/2014/main" id="{59E12A5D-2A60-4046-84E2-6E08AB5684E2}"/>
              </a:ext>
            </a:extLst>
          </p:cNvPr>
          <p:cNvSpPr/>
          <p:nvPr/>
        </p:nvSpPr>
        <p:spPr bwMode="gray">
          <a:xfrm>
            <a:off x="9992932" y="124239"/>
            <a:ext cx="91219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数据生成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8" name="燕尾形 27">
            <a:extLst>
              <a:ext uri="{FF2B5EF4-FFF2-40B4-BE49-F238E27FC236}">
                <a16:creationId xmlns:a16="http://schemas.microsoft.com/office/drawing/2014/main" id="{C05201DC-B48F-4CCE-B9CF-C5B5668A42D5}"/>
              </a:ext>
            </a:extLst>
          </p:cNvPr>
          <p:cNvSpPr/>
          <p:nvPr/>
        </p:nvSpPr>
        <p:spPr bwMode="gray">
          <a:xfrm>
            <a:off x="9150553" y="124239"/>
            <a:ext cx="912190" cy="21240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数据订阅</a:t>
            </a:r>
            <a:endParaRPr lang="en-US" altLang="zh-CN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49" name="五边形 48"/>
          <p:cNvSpPr/>
          <p:nvPr/>
        </p:nvSpPr>
        <p:spPr bwMode="gray">
          <a:xfrm>
            <a:off x="8407119" y="119698"/>
            <a:ext cx="813245" cy="21240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数据源</a:t>
            </a:r>
          </a:p>
        </p:txBody>
      </p:sp>
    </p:spTree>
    <p:extLst>
      <p:ext uri="{BB962C8B-B14F-4D97-AF65-F5344CB8AC3E}">
        <p14:creationId xmlns:p14="http://schemas.microsoft.com/office/powerpoint/2010/main" val="7967468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E05F50-F8E5-4F4D-AF16-B9F9150C329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Telemetry</a:t>
            </a:r>
            <a:r>
              <a:rPr lang="zh-CN" altLang="en-US" dirty="0">
                <a:sym typeface="Huawei Sans" panose="020C0503030203020204" pitchFamily="34" charset="0"/>
              </a:rPr>
              <a:t>动态订阅 </a:t>
            </a:r>
            <a:r>
              <a:rPr lang="en-US" altLang="zh-CN" dirty="0">
                <a:sym typeface="Huawei Sans" panose="020C0503030203020204" pitchFamily="34" charset="0"/>
              </a:rPr>
              <a:t>(2)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42" name="文本框 41"/>
          <p:cNvSpPr txBox="1"/>
          <p:nvPr/>
        </p:nvSpPr>
        <p:spPr bwMode="gray">
          <a:xfrm>
            <a:off x="512150" y="2174979"/>
            <a:ext cx="1392557" cy="738664"/>
          </a:xfrm>
          <a:prstGeom prst="rect">
            <a:avLst/>
          </a:prstGeom>
          <a:solidFill>
            <a:srgbClr val="30B5C5"/>
          </a:solidFill>
          <a:ln>
            <a:solidFill>
              <a:srgbClr val="30B5C5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zh-CN" altLang="en-US" dirty="0">
                <a:sym typeface="Huawei Sans" panose="020C0503030203020204" pitchFamily="34" charset="0"/>
              </a:rPr>
              <a:t>通过配置，让设备处于可以被订阅的状态</a:t>
            </a:r>
          </a:p>
        </p:txBody>
      </p:sp>
      <p:sp>
        <p:nvSpPr>
          <p:cNvPr id="50" name="Freeform 7"/>
          <p:cNvSpPr>
            <a:spLocks noEditPoints="1"/>
          </p:cNvSpPr>
          <p:nvPr/>
        </p:nvSpPr>
        <p:spPr bwMode="gray">
          <a:xfrm>
            <a:off x="4311331" y="1734913"/>
            <a:ext cx="430206" cy="281046"/>
          </a:xfrm>
          <a:custGeom>
            <a:avLst/>
            <a:gdLst/>
            <a:ahLst/>
            <a:cxnLst>
              <a:cxn ang="0">
                <a:pos x="4" y="0"/>
              </a:cxn>
              <a:cxn ang="0">
                <a:pos x="76" y="0"/>
              </a:cxn>
              <a:cxn ang="0">
                <a:pos x="79" y="0"/>
              </a:cxn>
              <a:cxn ang="0">
                <a:pos x="79" y="3"/>
              </a:cxn>
              <a:cxn ang="0">
                <a:pos x="79" y="59"/>
              </a:cxn>
              <a:cxn ang="0">
                <a:pos x="79" y="62"/>
              </a:cxn>
              <a:cxn ang="0">
                <a:pos x="76" y="62"/>
              </a:cxn>
              <a:cxn ang="0">
                <a:pos x="48" y="62"/>
              </a:cxn>
              <a:cxn ang="0">
                <a:pos x="48" y="65"/>
              </a:cxn>
              <a:cxn ang="0">
                <a:pos x="68" y="70"/>
              </a:cxn>
              <a:cxn ang="0">
                <a:pos x="68" y="75"/>
              </a:cxn>
              <a:cxn ang="0">
                <a:pos x="12" y="75"/>
              </a:cxn>
              <a:cxn ang="0">
                <a:pos x="12" y="70"/>
              </a:cxn>
              <a:cxn ang="0">
                <a:pos x="31" y="65"/>
              </a:cxn>
              <a:cxn ang="0">
                <a:pos x="31" y="62"/>
              </a:cxn>
              <a:cxn ang="0">
                <a:pos x="4" y="62"/>
              </a:cxn>
              <a:cxn ang="0">
                <a:pos x="0" y="62"/>
              </a:cxn>
              <a:cxn ang="0">
                <a:pos x="0" y="59"/>
              </a:cxn>
              <a:cxn ang="0">
                <a:pos x="0" y="3"/>
              </a:cxn>
              <a:cxn ang="0">
                <a:pos x="0" y="0"/>
              </a:cxn>
              <a:cxn ang="0">
                <a:pos x="4" y="0"/>
              </a:cxn>
              <a:cxn ang="0">
                <a:pos x="83" y="76"/>
              </a:cxn>
              <a:cxn ang="0">
                <a:pos x="116" y="76"/>
              </a:cxn>
              <a:cxn ang="0">
                <a:pos x="116" y="0"/>
              </a:cxn>
              <a:cxn ang="0">
                <a:pos x="83" y="0"/>
              </a:cxn>
              <a:cxn ang="0">
                <a:pos x="83" y="76"/>
              </a:cxn>
              <a:cxn ang="0">
                <a:pos x="87" y="7"/>
              </a:cxn>
              <a:cxn ang="0">
                <a:pos x="112" y="7"/>
              </a:cxn>
              <a:cxn ang="0">
                <a:pos x="112" y="14"/>
              </a:cxn>
              <a:cxn ang="0">
                <a:pos x="87" y="14"/>
              </a:cxn>
              <a:cxn ang="0">
                <a:pos x="87" y="7"/>
              </a:cxn>
              <a:cxn ang="0">
                <a:pos x="87" y="19"/>
              </a:cxn>
              <a:cxn ang="0">
                <a:pos x="112" y="19"/>
              </a:cxn>
              <a:cxn ang="0">
                <a:pos x="112" y="27"/>
              </a:cxn>
              <a:cxn ang="0">
                <a:pos x="87" y="27"/>
              </a:cxn>
              <a:cxn ang="0">
                <a:pos x="87" y="19"/>
              </a:cxn>
              <a:cxn ang="0">
                <a:pos x="87" y="33"/>
              </a:cxn>
              <a:cxn ang="0">
                <a:pos x="96" y="33"/>
              </a:cxn>
              <a:cxn ang="0">
                <a:pos x="96" y="39"/>
              </a:cxn>
              <a:cxn ang="0">
                <a:pos x="87" y="39"/>
              </a:cxn>
              <a:cxn ang="0">
                <a:pos x="87" y="33"/>
              </a:cxn>
              <a:cxn ang="0">
                <a:pos x="87" y="43"/>
              </a:cxn>
              <a:cxn ang="0">
                <a:pos x="96" y="43"/>
              </a:cxn>
              <a:cxn ang="0">
                <a:pos x="96" y="49"/>
              </a:cxn>
              <a:cxn ang="0">
                <a:pos x="87" y="49"/>
              </a:cxn>
              <a:cxn ang="0">
                <a:pos x="87" y="43"/>
              </a:cxn>
              <a:cxn ang="0">
                <a:pos x="72" y="7"/>
              </a:cxn>
              <a:cxn ang="0">
                <a:pos x="7" y="7"/>
              </a:cxn>
              <a:cxn ang="0">
                <a:pos x="7" y="55"/>
              </a:cxn>
              <a:cxn ang="0">
                <a:pos x="72" y="55"/>
              </a:cxn>
              <a:cxn ang="0">
                <a:pos x="72" y="7"/>
              </a:cxn>
            </a:cxnLst>
            <a:rect l="0" t="0" r="r" b="b"/>
            <a:pathLst>
              <a:path w="116" h="76">
                <a:moveTo>
                  <a:pt x="4" y="0"/>
                </a:moveTo>
                <a:cubicBezTo>
                  <a:pt x="76" y="0"/>
                  <a:pt x="76" y="0"/>
                  <a:pt x="76" y="0"/>
                </a:cubicBezTo>
                <a:cubicBezTo>
                  <a:pt x="79" y="0"/>
                  <a:pt x="79" y="0"/>
                  <a:pt x="79" y="0"/>
                </a:cubicBezTo>
                <a:cubicBezTo>
                  <a:pt x="79" y="3"/>
                  <a:pt x="79" y="3"/>
                  <a:pt x="79" y="3"/>
                </a:cubicBezTo>
                <a:cubicBezTo>
                  <a:pt x="79" y="59"/>
                  <a:pt x="79" y="59"/>
                  <a:pt x="79" y="59"/>
                </a:cubicBezTo>
                <a:cubicBezTo>
                  <a:pt x="79" y="62"/>
                  <a:pt x="79" y="62"/>
                  <a:pt x="79" y="62"/>
                </a:cubicBezTo>
                <a:cubicBezTo>
                  <a:pt x="76" y="62"/>
                  <a:pt x="76" y="62"/>
                  <a:pt x="76" y="62"/>
                </a:cubicBezTo>
                <a:cubicBezTo>
                  <a:pt x="48" y="62"/>
                  <a:pt x="48" y="62"/>
                  <a:pt x="48" y="62"/>
                </a:cubicBezTo>
                <a:cubicBezTo>
                  <a:pt x="48" y="65"/>
                  <a:pt x="48" y="65"/>
                  <a:pt x="48" y="65"/>
                </a:cubicBezTo>
                <a:cubicBezTo>
                  <a:pt x="55" y="65"/>
                  <a:pt x="61" y="67"/>
                  <a:pt x="68" y="70"/>
                </a:cubicBezTo>
                <a:cubicBezTo>
                  <a:pt x="68" y="72"/>
                  <a:pt x="68" y="73"/>
                  <a:pt x="68" y="75"/>
                </a:cubicBezTo>
                <a:cubicBezTo>
                  <a:pt x="49" y="75"/>
                  <a:pt x="31" y="75"/>
                  <a:pt x="12" y="75"/>
                </a:cubicBezTo>
                <a:cubicBezTo>
                  <a:pt x="12" y="73"/>
                  <a:pt x="12" y="72"/>
                  <a:pt x="12" y="70"/>
                </a:cubicBezTo>
                <a:cubicBezTo>
                  <a:pt x="18" y="67"/>
                  <a:pt x="25" y="66"/>
                  <a:pt x="31" y="65"/>
                </a:cubicBezTo>
                <a:cubicBezTo>
                  <a:pt x="31" y="62"/>
                  <a:pt x="31" y="62"/>
                  <a:pt x="31" y="62"/>
                </a:cubicBezTo>
                <a:cubicBezTo>
                  <a:pt x="4" y="62"/>
                  <a:pt x="4" y="62"/>
                  <a:pt x="4" y="62"/>
                </a:cubicBezTo>
                <a:cubicBezTo>
                  <a:pt x="0" y="62"/>
                  <a:pt x="0" y="62"/>
                  <a:pt x="0" y="62"/>
                </a:cubicBezTo>
                <a:cubicBezTo>
                  <a:pt x="0" y="59"/>
                  <a:pt x="0" y="59"/>
                  <a:pt x="0" y="59"/>
                </a:cubicBezTo>
                <a:cubicBezTo>
                  <a:pt x="0" y="3"/>
                  <a:pt x="0" y="3"/>
                  <a:pt x="0" y="3"/>
                </a:cubicBezTo>
                <a:cubicBezTo>
                  <a:pt x="0" y="0"/>
                  <a:pt x="0" y="0"/>
                  <a:pt x="0" y="0"/>
                </a:cubicBezTo>
                <a:cubicBezTo>
                  <a:pt x="4" y="0"/>
                  <a:pt x="4" y="0"/>
                  <a:pt x="4" y="0"/>
                </a:cubicBezTo>
                <a:close/>
                <a:moveTo>
                  <a:pt x="83" y="76"/>
                </a:moveTo>
                <a:cubicBezTo>
                  <a:pt x="116" y="76"/>
                  <a:pt x="116" y="76"/>
                  <a:pt x="116" y="76"/>
                </a:cubicBezTo>
                <a:cubicBezTo>
                  <a:pt x="116" y="0"/>
                  <a:pt x="116" y="0"/>
                  <a:pt x="116" y="0"/>
                </a:cubicBezTo>
                <a:cubicBezTo>
                  <a:pt x="83" y="0"/>
                  <a:pt x="83" y="0"/>
                  <a:pt x="83" y="0"/>
                </a:cubicBezTo>
                <a:cubicBezTo>
                  <a:pt x="83" y="76"/>
                  <a:pt x="83" y="76"/>
                  <a:pt x="83" y="76"/>
                </a:cubicBezTo>
                <a:close/>
                <a:moveTo>
                  <a:pt x="87" y="7"/>
                </a:moveTo>
                <a:cubicBezTo>
                  <a:pt x="112" y="7"/>
                  <a:pt x="112" y="7"/>
                  <a:pt x="112" y="7"/>
                </a:cubicBezTo>
                <a:cubicBezTo>
                  <a:pt x="112" y="14"/>
                  <a:pt x="112" y="14"/>
                  <a:pt x="112" y="14"/>
                </a:cubicBezTo>
                <a:cubicBezTo>
                  <a:pt x="87" y="14"/>
                  <a:pt x="87" y="14"/>
                  <a:pt x="87" y="14"/>
                </a:cubicBezTo>
                <a:cubicBezTo>
                  <a:pt x="87" y="7"/>
                  <a:pt x="87" y="7"/>
                  <a:pt x="87" y="7"/>
                </a:cubicBezTo>
                <a:close/>
                <a:moveTo>
                  <a:pt x="87" y="19"/>
                </a:moveTo>
                <a:cubicBezTo>
                  <a:pt x="112" y="19"/>
                  <a:pt x="112" y="19"/>
                  <a:pt x="112" y="19"/>
                </a:cubicBezTo>
                <a:cubicBezTo>
                  <a:pt x="112" y="27"/>
                  <a:pt x="112" y="27"/>
                  <a:pt x="112" y="27"/>
                </a:cubicBezTo>
                <a:cubicBezTo>
                  <a:pt x="87" y="27"/>
                  <a:pt x="87" y="27"/>
                  <a:pt x="87" y="27"/>
                </a:cubicBezTo>
                <a:cubicBezTo>
                  <a:pt x="87" y="19"/>
                  <a:pt x="87" y="19"/>
                  <a:pt x="87" y="19"/>
                </a:cubicBezTo>
                <a:close/>
                <a:moveTo>
                  <a:pt x="87" y="33"/>
                </a:moveTo>
                <a:cubicBezTo>
                  <a:pt x="96" y="33"/>
                  <a:pt x="96" y="33"/>
                  <a:pt x="96" y="33"/>
                </a:cubicBezTo>
                <a:cubicBezTo>
                  <a:pt x="96" y="39"/>
                  <a:pt x="96" y="39"/>
                  <a:pt x="96" y="39"/>
                </a:cubicBezTo>
                <a:cubicBezTo>
                  <a:pt x="87" y="39"/>
                  <a:pt x="87" y="39"/>
                  <a:pt x="87" y="39"/>
                </a:cubicBezTo>
                <a:cubicBezTo>
                  <a:pt x="87" y="33"/>
                  <a:pt x="87" y="33"/>
                  <a:pt x="87" y="33"/>
                </a:cubicBezTo>
                <a:close/>
                <a:moveTo>
                  <a:pt x="87" y="43"/>
                </a:moveTo>
                <a:cubicBezTo>
                  <a:pt x="96" y="43"/>
                  <a:pt x="96" y="43"/>
                  <a:pt x="96" y="43"/>
                </a:cubicBezTo>
                <a:cubicBezTo>
                  <a:pt x="96" y="49"/>
                  <a:pt x="96" y="49"/>
                  <a:pt x="96" y="49"/>
                </a:cubicBezTo>
                <a:cubicBezTo>
                  <a:pt x="87" y="49"/>
                  <a:pt x="87" y="49"/>
                  <a:pt x="87" y="49"/>
                </a:cubicBezTo>
                <a:cubicBezTo>
                  <a:pt x="87" y="43"/>
                  <a:pt x="87" y="43"/>
                  <a:pt x="87" y="43"/>
                </a:cubicBezTo>
                <a:close/>
                <a:moveTo>
                  <a:pt x="72" y="7"/>
                </a:moveTo>
                <a:cubicBezTo>
                  <a:pt x="7" y="7"/>
                  <a:pt x="7" y="7"/>
                  <a:pt x="7" y="7"/>
                </a:cubicBezTo>
                <a:cubicBezTo>
                  <a:pt x="7" y="55"/>
                  <a:pt x="7" y="55"/>
                  <a:pt x="7" y="55"/>
                </a:cubicBezTo>
                <a:cubicBezTo>
                  <a:pt x="72" y="55"/>
                  <a:pt x="72" y="55"/>
                  <a:pt x="72" y="55"/>
                </a:cubicBezTo>
                <a:lnTo>
                  <a:pt x="72" y="7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9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1" name="直接连接符 50"/>
          <p:cNvCxnSpPr/>
          <p:nvPr/>
        </p:nvCxnSpPr>
        <p:spPr bwMode="gray">
          <a:xfrm>
            <a:off x="2084731" y="2128800"/>
            <a:ext cx="2982" cy="3888488"/>
          </a:xfrm>
          <a:prstGeom prst="line">
            <a:avLst/>
          </a:prstGeom>
          <a:ln w="38100">
            <a:solidFill>
              <a:srgbClr val="FDD3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 bwMode="gray">
          <a:xfrm>
            <a:off x="4527485" y="2144550"/>
            <a:ext cx="2982" cy="3888488"/>
          </a:xfrm>
          <a:prstGeom prst="line">
            <a:avLst/>
          </a:prstGeom>
          <a:ln w="38100">
            <a:solidFill>
              <a:srgbClr val="FDD3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/>
          <p:nvPr/>
        </p:nvCxnSpPr>
        <p:spPr bwMode="gray">
          <a:xfrm>
            <a:off x="2076774" y="3088284"/>
            <a:ext cx="2440210" cy="416224"/>
          </a:xfrm>
          <a:prstGeom prst="straightConnector1">
            <a:avLst/>
          </a:prstGeom>
          <a:ln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/>
        </p:nvCxnSpPr>
        <p:spPr bwMode="gray">
          <a:xfrm>
            <a:off x="2076774" y="3870212"/>
            <a:ext cx="2440210" cy="416224"/>
          </a:xfrm>
          <a:prstGeom prst="straightConnector1">
            <a:avLst/>
          </a:prstGeom>
          <a:ln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 bwMode="gray">
          <a:xfrm rot="600000">
            <a:off x="2763026" y="3055701"/>
            <a:ext cx="1854846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时间</a:t>
            </a:r>
            <a:r>
              <a:rPr lang="en-US" altLang="zh-CN" sz="140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r>
              <a:rPr lang="zh-CN" altLang="en-US" sz="140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，数据</a:t>
            </a:r>
            <a:r>
              <a:rPr lang="en-US" altLang="zh-CN" sz="140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400" dirty="0">
              <a:solidFill>
                <a:srgbClr val="56C4D2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6" name="文本框 55"/>
          <p:cNvSpPr txBox="1"/>
          <p:nvPr/>
        </p:nvSpPr>
        <p:spPr bwMode="gray">
          <a:xfrm rot="600000">
            <a:off x="2752866" y="3824099"/>
            <a:ext cx="1854846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时间</a:t>
            </a:r>
            <a:r>
              <a:rPr lang="en-US" altLang="zh-CN" sz="140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r>
              <a:rPr lang="zh-CN" altLang="en-US" sz="140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，数据</a:t>
            </a:r>
            <a:r>
              <a:rPr lang="en-US" altLang="zh-CN" sz="140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400" dirty="0">
              <a:solidFill>
                <a:srgbClr val="56C4D2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" name="文本框 57"/>
          <p:cNvSpPr txBox="1"/>
          <p:nvPr/>
        </p:nvSpPr>
        <p:spPr bwMode="gray">
          <a:xfrm rot="600000">
            <a:off x="2668610" y="4653306"/>
            <a:ext cx="1854846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时间</a:t>
            </a:r>
            <a:r>
              <a:rPr lang="en-US" altLang="zh-CN" sz="1400" dirty="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</a:t>
            </a:r>
            <a:r>
              <a:rPr lang="zh-CN" altLang="en-US" sz="1400" dirty="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，数据</a:t>
            </a:r>
            <a:r>
              <a:rPr lang="en-US" altLang="zh-CN" sz="1400" dirty="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</a:t>
            </a:r>
            <a:endParaRPr lang="zh-CN" altLang="en-US" sz="1400" dirty="0">
              <a:solidFill>
                <a:srgbClr val="56C4D2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3" name="文本框 62"/>
          <p:cNvSpPr txBox="1"/>
          <p:nvPr/>
        </p:nvSpPr>
        <p:spPr bwMode="gray">
          <a:xfrm rot="626308">
            <a:off x="3212218" y="4189591"/>
            <a:ext cx="1462411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…</a:t>
            </a:r>
            <a:endParaRPr lang="zh-CN" altLang="en-US" sz="2000">
              <a:solidFill>
                <a:srgbClr val="56C4D2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94" name="组合 93"/>
          <p:cNvGrpSpPr/>
          <p:nvPr/>
        </p:nvGrpSpPr>
        <p:grpSpPr bwMode="gray">
          <a:xfrm>
            <a:off x="1814731" y="1686007"/>
            <a:ext cx="3010295" cy="445703"/>
            <a:chOff x="1814731" y="1907389"/>
            <a:chExt cx="3010295" cy="445703"/>
          </a:xfrm>
        </p:grpSpPr>
        <p:pic>
          <p:nvPicPr>
            <p:cNvPr id="96" name="图片 95"/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1814731" y="1907389"/>
              <a:ext cx="540000" cy="442800"/>
            </a:xfrm>
            <a:prstGeom prst="rect">
              <a:avLst/>
            </a:prstGeom>
          </p:spPr>
        </p:pic>
        <p:pic>
          <p:nvPicPr>
            <p:cNvPr id="97" name="图片 96"/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4285026" y="1910292"/>
              <a:ext cx="540000" cy="442800"/>
            </a:xfrm>
            <a:prstGeom prst="rect">
              <a:avLst/>
            </a:prstGeom>
          </p:spPr>
        </p:pic>
      </p:grpSp>
      <p:cxnSp>
        <p:nvCxnSpPr>
          <p:cNvPr id="98" name="直接箭头连接符 97"/>
          <p:cNvCxnSpPr/>
          <p:nvPr/>
        </p:nvCxnSpPr>
        <p:spPr bwMode="gray">
          <a:xfrm flipH="1">
            <a:off x="2088780" y="2667527"/>
            <a:ext cx="2424706" cy="36004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文本框 98"/>
          <p:cNvSpPr txBox="1"/>
          <p:nvPr/>
        </p:nvSpPr>
        <p:spPr bwMode="gray">
          <a:xfrm rot="21120000">
            <a:off x="2305999" y="2288400"/>
            <a:ext cx="19818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临时订阅某个设备参数，周期</a:t>
            </a:r>
            <a:r>
              <a:rPr lang="en-US" altLang="zh-CN" sz="1400" dirty="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λ</a:t>
            </a:r>
            <a:r>
              <a:rPr lang="zh-CN" altLang="en-US" sz="1400" dirty="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秒</a:t>
            </a:r>
          </a:p>
        </p:txBody>
      </p:sp>
      <p:sp>
        <p:nvSpPr>
          <p:cNvPr id="100" name="左大括号 99"/>
          <p:cNvSpPr/>
          <p:nvPr/>
        </p:nvSpPr>
        <p:spPr bwMode="gray">
          <a:xfrm>
            <a:off x="1943819" y="3088676"/>
            <a:ext cx="115973" cy="761608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1" name="文本框 100"/>
          <p:cNvSpPr txBox="1"/>
          <p:nvPr/>
        </p:nvSpPr>
        <p:spPr bwMode="gray">
          <a:xfrm>
            <a:off x="936000" y="3304151"/>
            <a:ext cx="1168695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 </a:t>
            </a:r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= λ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02" name="直接箭头连接符 101"/>
          <p:cNvCxnSpPr/>
          <p:nvPr/>
        </p:nvCxnSpPr>
        <p:spPr bwMode="gray">
          <a:xfrm flipH="1">
            <a:off x="2094653" y="5421322"/>
            <a:ext cx="2440210" cy="36004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文本框 102"/>
          <p:cNvSpPr txBox="1"/>
          <p:nvPr/>
        </p:nvSpPr>
        <p:spPr bwMode="gray">
          <a:xfrm rot="21120000">
            <a:off x="2840269" y="5226838"/>
            <a:ext cx="10863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56C4D2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拆除连接</a:t>
            </a:r>
          </a:p>
        </p:txBody>
      </p:sp>
      <p:cxnSp>
        <p:nvCxnSpPr>
          <p:cNvPr id="104" name="直接箭头连接符 103"/>
          <p:cNvCxnSpPr/>
          <p:nvPr/>
        </p:nvCxnSpPr>
        <p:spPr bwMode="gray">
          <a:xfrm>
            <a:off x="2086934" y="4693172"/>
            <a:ext cx="2440210" cy="416224"/>
          </a:xfrm>
          <a:prstGeom prst="straightConnector1">
            <a:avLst/>
          </a:prstGeom>
          <a:ln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右大括号 108"/>
          <p:cNvSpPr/>
          <p:nvPr/>
        </p:nvSpPr>
        <p:spPr bwMode="gray">
          <a:xfrm>
            <a:off x="4544466" y="3494956"/>
            <a:ext cx="185380" cy="161444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0" name="文本框 109"/>
          <p:cNvSpPr txBox="1"/>
          <p:nvPr/>
        </p:nvSpPr>
        <p:spPr bwMode="gray">
          <a:xfrm>
            <a:off x="4697008" y="4148287"/>
            <a:ext cx="119690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l-GR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Σ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 </a:t>
            </a:r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= λn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矩形 35"/>
          <p:cNvSpPr/>
          <p:nvPr/>
        </p:nvSpPr>
        <p:spPr bwMode="gray">
          <a:xfrm>
            <a:off x="7604653" y="1370881"/>
            <a:ext cx="2534723" cy="338554"/>
          </a:xfrm>
          <a:prstGeom prst="rect">
            <a:avLst/>
          </a:prstGeom>
          <a:solidFill>
            <a:srgbClr val="30B5C5"/>
          </a:solidFill>
          <a:ln>
            <a:solidFill>
              <a:srgbClr val="30B5C5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专项采集，按需推送</a:t>
            </a:r>
          </a:p>
        </p:txBody>
      </p:sp>
      <p:graphicFrame>
        <p:nvGraphicFramePr>
          <p:cNvPr id="37" name="表格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6357843"/>
              </p:ext>
            </p:extLst>
          </p:nvPr>
        </p:nvGraphicFramePr>
        <p:xfrm>
          <a:off x="6324266" y="1995818"/>
          <a:ext cx="5324823" cy="3383280"/>
        </p:xfrm>
        <a:graphic>
          <a:graphicData uri="http://schemas.openxmlformats.org/drawingml/2006/table">
            <a:tbl>
              <a:tblPr firstRow="1" bandRow="1"/>
              <a:tblGrid>
                <a:gridCol w="2739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0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067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配置采集器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system-view</a:t>
                      </a:r>
                    </a:p>
                    <a:p>
                      <a:pPr lvl="1"/>
                      <a:r>
                        <a:rPr lang="en-US" altLang="zh-CN" sz="1400" dirty="0" err="1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gRPC</a:t>
                      </a:r>
                      <a:endParaRPr lang="en-US" altLang="zh-CN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  <a:p>
                      <a:pPr lvl="2"/>
                      <a:r>
                        <a:rPr lang="en-US" altLang="zh-CN" sz="1400" dirty="0" err="1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gRPC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server 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进入</a:t>
                      </a:r>
                      <a:r>
                        <a:rPr lang="en-US" altLang="zh-CN" sz="1400" dirty="0" err="1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gRPC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服务器视图</a:t>
                      </a:r>
                      <a:endParaRPr lang="en-US" altLang="zh-CN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  <a:p>
                      <a:pPr lvl="3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source-</a:t>
                      </a:r>
                      <a:r>
                        <a:rPr lang="en-US" altLang="zh-CN" sz="1400" dirty="0" err="1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ip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侦听的源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IP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地址</a:t>
                      </a:r>
                      <a:endParaRPr lang="en-US" altLang="zh-CN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  <a:p>
                      <a:pPr lvl="3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server-port 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侦听的端口号</a:t>
                      </a:r>
                      <a:endParaRPr lang="en-US" altLang="zh-CN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  <a:p>
                      <a:pPr lvl="3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service enable 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使能</a:t>
                      </a:r>
                      <a:r>
                        <a:rPr lang="en-US" altLang="zh-CN" sz="1400" dirty="0" err="1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gRPC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服务</a:t>
                      </a:r>
                      <a:endParaRPr lang="en-US" altLang="zh-CN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  <a:p>
                      <a:pPr lvl="3"/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（可选）</a:t>
                      </a:r>
                      <a:r>
                        <a:rPr lang="en-US" altLang="zh-CN" sz="1400" dirty="0" err="1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acl</a:t>
                      </a:r>
                      <a:endParaRPr lang="en-US" altLang="zh-CN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  <a:p>
                      <a:pPr lvl="3"/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（可选）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idle-timeout</a:t>
                      </a:r>
                    </a:p>
                    <a:p>
                      <a:pPr lvl="3"/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（可选）</a:t>
                      </a:r>
                      <a:r>
                        <a:rPr lang="en-US" altLang="zh-CN" sz="1400" dirty="0" err="1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ssl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-policy</a:t>
                      </a:r>
                    </a:p>
                    <a:p>
                      <a:pPr lvl="3"/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（可选）</a:t>
                      </a:r>
                      <a:r>
                        <a:rPr lang="en-US" altLang="zh-CN" sz="1400" dirty="0" err="1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ssl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-verify peer</a:t>
                      </a:r>
                    </a:p>
                    <a:p>
                      <a:pPr lvl="3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commit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253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检查结果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display telemetry dynamic-subscription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41" name="直接箭头连接符 40"/>
          <p:cNvCxnSpPr/>
          <p:nvPr/>
        </p:nvCxnSpPr>
        <p:spPr bwMode="gray">
          <a:xfrm flipH="1">
            <a:off x="2359844" y="1922323"/>
            <a:ext cx="595229" cy="0"/>
          </a:xfrm>
          <a:prstGeom prst="straightConnector1">
            <a:avLst/>
          </a:prstGeom>
          <a:ln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图片 42"/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950881" y="1690618"/>
            <a:ext cx="540000" cy="442800"/>
          </a:xfrm>
          <a:prstGeom prst="rect">
            <a:avLst/>
          </a:prstGeom>
        </p:spPr>
      </p:pic>
      <p:sp>
        <p:nvSpPr>
          <p:cNvPr id="44" name="文本框 43"/>
          <p:cNvSpPr txBox="1"/>
          <p:nvPr/>
        </p:nvSpPr>
        <p:spPr bwMode="gray">
          <a:xfrm>
            <a:off x="3946119" y="1274798"/>
            <a:ext cx="1168695" cy="33855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采集器</a:t>
            </a:r>
          </a:p>
        </p:txBody>
      </p:sp>
      <p:sp>
        <p:nvSpPr>
          <p:cNvPr id="46" name="文本框 45"/>
          <p:cNvSpPr txBox="1"/>
          <p:nvPr/>
        </p:nvSpPr>
        <p:spPr bwMode="gray">
          <a:xfrm>
            <a:off x="1450581" y="1274798"/>
            <a:ext cx="1168695" cy="33855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路由器</a:t>
            </a:r>
          </a:p>
        </p:txBody>
      </p:sp>
      <p:sp>
        <p:nvSpPr>
          <p:cNvPr id="47" name="文本框 46"/>
          <p:cNvSpPr txBox="1"/>
          <p:nvPr/>
        </p:nvSpPr>
        <p:spPr bwMode="gray">
          <a:xfrm>
            <a:off x="2587884" y="1274798"/>
            <a:ext cx="1200379" cy="33855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CLI/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网管</a:t>
            </a:r>
          </a:p>
        </p:txBody>
      </p:sp>
      <p:sp>
        <p:nvSpPr>
          <p:cNvPr id="40" name="燕尾形 27">
            <a:extLst>
              <a:ext uri="{FF2B5EF4-FFF2-40B4-BE49-F238E27FC236}">
                <a16:creationId xmlns:a16="http://schemas.microsoft.com/office/drawing/2014/main" id="{178DA290-551B-48C7-AD29-D92C57541F4D}"/>
              </a:ext>
            </a:extLst>
          </p:cNvPr>
          <p:cNvSpPr/>
          <p:nvPr/>
        </p:nvSpPr>
        <p:spPr bwMode="gray">
          <a:xfrm>
            <a:off x="10835310" y="124239"/>
            <a:ext cx="91219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数据推送</a:t>
            </a:r>
            <a:endParaRPr lang="en-US" altLang="zh-CN" sz="12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8" name="燕尾形 27">
            <a:extLst>
              <a:ext uri="{FF2B5EF4-FFF2-40B4-BE49-F238E27FC236}">
                <a16:creationId xmlns:a16="http://schemas.microsoft.com/office/drawing/2014/main" id="{59E12A5D-2A60-4046-84E2-6E08AB5684E2}"/>
              </a:ext>
            </a:extLst>
          </p:cNvPr>
          <p:cNvSpPr/>
          <p:nvPr/>
        </p:nvSpPr>
        <p:spPr bwMode="gray">
          <a:xfrm>
            <a:off x="9992932" y="124239"/>
            <a:ext cx="91219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数据生成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9" name="燕尾形 27">
            <a:extLst>
              <a:ext uri="{FF2B5EF4-FFF2-40B4-BE49-F238E27FC236}">
                <a16:creationId xmlns:a16="http://schemas.microsoft.com/office/drawing/2014/main" id="{C05201DC-B48F-4CCE-B9CF-C5B5668A42D5}"/>
              </a:ext>
            </a:extLst>
          </p:cNvPr>
          <p:cNvSpPr/>
          <p:nvPr/>
        </p:nvSpPr>
        <p:spPr bwMode="gray">
          <a:xfrm>
            <a:off x="9150553" y="124239"/>
            <a:ext cx="912190" cy="21240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数据订阅</a:t>
            </a:r>
            <a:endParaRPr lang="en-US" altLang="zh-CN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57" name="五边形 56"/>
          <p:cNvSpPr/>
          <p:nvPr/>
        </p:nvSpPr>
        <p:spPr bwMode="gray">
          <a:xfrm>
            <a:off x="8407119" y="119698"/>
            <a:ext cx="813245" cy="21240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数据源</a:t>
            </a:r>
          </a:p>
        </p:txBody>
      </p:sp>
    </p:spTree>
    <p:extLst>
      <p:ext uri="{BB962C8B-B14F-4D97-AF65-F5344CB8AC3E}">
        <p14:creationId xmlns:p14="http://schemas.microsoft.com/office/powerpoint/2010/main" val="10599104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E05F50-F8E5-4F4D-AF16-B9F9150C329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 err="1">
                <a:sym typeface="Huawei Sans" panose="020C0503030203020204" pitchFamily="34" charset="0"/>
              </a:rPr>
              <a:t>gRPC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600" dirty="0" err="1">
                <a:sym typeface="Huawei Sans" panose="020C0503030203020204" pitchFamily="34" charset="0"/>
              </a:rPr>
              <a:t>gRPC</a:t>
            </a:r>
            <a:r>
              <a:rPr lang="zh-CN" altLang="en-US" sz="1600" dirty="0">
                <a:sym typeface="Huawei Sans" panose="020C0503030203020204" pitchFamily="34" charset="0"/>
              </a:rPr>
              <a:t>由</a:t>
            </a:r>
            <a:r>
              <a:rPr lang="en-US" altLang="zh-CN" sz="1600" dirty="0">
                <a:sym typeface="Huawei Sans" panose="020C0503030203020204" pitchFamily="34" charset="0"/>
              </a:rPr>
              <a:t>google</a:t>
            </a:r>
            <a:r>
              <a:rPr lang="zh-CN" altLang="en-US" sz="1600" dirty="0">
                <a:sym typeface="Huawei Sans" panose="020C0503030203020204" pitchFamily="34" charset="0"/>
              </a:rPr>
              <a:t>开发，是一款语言中立、平台中立、开源的远程过程调用（</a:t>
            </a:r>
            <a:r>
              <a:rPr lang="en-US" altLang="zh-CN" sz="1600" dirty="0">
                <a:sym typeface="Huawei Sans" panose="020C0503030203020204" pitchFamily="34" charset="0"/>
              </a:rPr>
              <a:t>RPC</a:t>
            </a:r>
            <a:r>
              <a:rPr lang="zh-CN" altLang="en-US" sz="1600" dirty="0">
                <a:sym typeface="Huawei Sans" panose="020C0503030203020204" pitchFamily="34" charset="0"/>
              </a:rPr>
              <a:t>）系统。通信双方（网管和设备）基于</a:t>
            </a:r>
            <a:r>
              <a:rPr lang="en-US" altLang="zh-CN" sz="1600" dirty="0" err="1">
                <a:sym typeface="Huawei Sans" panose="020C0503030203020204" pitchFamily="34" charset="0"/>
              </a:rPr>
              <a:t>gRPC</a:t>
            </a:r>
            <a:r>
              <a:rPr lang="zh-CN" altLang="en-US" sz="1600" dirty="0">
                <a:sym typeface="Huawei Sans" panose="020C0503030203020204" pitchFamily="34" charset="0"/>
              </a:rPr>
              <a:t>框架进行二次开发，聚焦业务对接，缩短产品对接适配的开发周期。</a:t>
            </a:r>
          </a:p>
          <a:p>
            <a:r>
              <a:rPr lang="en-US" altLang="zh-CN" sz="1600" dirty="0" err="1">
                <a:sym typeface="Huawei Sans" panose="020C0503030203020204" pitchFamily="34" charset="0"/>
              </a:rPr>
              <a:t>gRPC</a:t>
            </a:r>
            <a:r>
              <a:rPr lang="zh-CN" altLang="en-US" sz="1600" dirty="0">
                <a:sym typeface="Huawei Sans" panose="020C0503030203020204" pitchFamily="34" charset="0"/>
              </a:rPr>
              <a:t>支持的语言包括：</a:t>
            </a:r>
            <a:r>
              <a:rPr lang="en-US" altLang="zh-CN" sz="1600" dirty="0">
                <a:sym typeface="Huawei Sans" panose="020C0503030203020204" pitchFamily="34" charset="0"/>
              </a:rPr>
              <a:t>C++</a:t>
            </a:r>
            <a:r>
              <a:rPr lang="zh-CN" altLang="en-US" sz="1600" dirty="0">
                <a:sym typeface="Huawei Sans" panose="020C0503030203020204" pitchFamily="34" charset="0"/>
              </a:rPr>
              <a:t>，</a:t>
            </a:r>
            <a:r>
              <a:rPr lang="en-US" altLang="zh-CN" sz="1600" dirty="0">
                <a:sym typeface="Huawei Sans" panose="020C0503030203020204" pitchFamily="34" charset="0"/>
              </a:rPr>
              <a:t>Node.js</a:t>
            </a:r>
            <a:r>
              <a:rPr lang="zh-CN" altLang="en-US" sz="1600" dirty="0">
                <a:sym typeface="Huawei Sans" panose="020C0503030203020204" pitchFamily="34" charset="0"/>
              </a:rPr>
              <a:t>，</a:t>
            </a:r>
            <a:r>
              <a:rPr lang="en-US" altLang="zh-CN" sz="1600" dirty="0">
                <a:sym typeface="Huawei Sans" panose="020C0503030203020204" pitchFamily="34" charset="0"/>
              </a:rPr>
              <a:t>Python</a:t>
            </a:r>
            <a:r>
              <a:rPr lang="zh-CN" altLang="en-US" sz="1600" dirty="0">
                <a:sym typeface="Huawei Sans" panose="020C0503030203020204" pitchFamily="34" charset="0"/>
              </a:rPr>
              <a:t>，</a:t>
            </a:r>
            <a:r>
              <a:rPr lang="en-US" altLang="zh-CN" sz="1600" dirty="0">
                <a:sym typeface="Huawei Sans" panose="020C0503030203020204" pitchFamily="34" charset="0"/>
              </a:rPr>
              <a:t>Ruby</a:t>
            </a:r>
            <a:r>
              <a:rPr lang="zh-CN" altLang="en-US" sz="1600" dirty="0">
                <a:sym typeface="Huawei Sans" panose="020C0503030203020204" pitchFamily="34" charset="0"/>
              </a:rPr>
              <a:t>，</a:t>
            </a:r>
            <a:r>
              <a:rPr lang="en-US" altLang="zh-CN" sz="1600" dirty="0">
                <a:sym typeface="Huawei Sans" panose="020C0503030203020204" pitchFamily="34" charset="0"/>
              </a:rPr>
              <a:t>Objective-C</a:t>
            </a:r>
            <a:r>
              <a:rPr lang="zh-CN" altLang="en-US" sz="1600" dirty="0">
                <a:sym typeface="Huawei Sans" panose="020C0503030203020204" pitchFamily="34" charset="0"/>
              </a:rPr>
              <a:t>，</a:t>
            </a:r>
            <a:r>
              <a:rPr lang="en-US" altLang="zh-CN" sz="1600" dirty="0">
                <a:sym typeface="Huawei Sans" panose="020C0503030203020204" pitchFamily="34" charset="0"/>
              </a:rPr>
              <a:t>PHP</a:t>
            </a:r>
            <a:r>
              <a:rPr lang="zh-CN" altLang="en-US" sz="1600" dirty="0">
                <a:sym typeface="Huawei Sans" panose="020C0503030203020204" pitchFamily="34" charset="0"/>
              </a:rPr>
              <a:t>和</a:t>
            </a:r>
            <a:r>
              <a:rPr lang="en-US" altLang="zh-CN" sz="1600" dirty="0">
                <a:sym typeface="Huawei Sans" panose="020C0503030203020204" pitchFamily="34" charset="0"/>
              </a:rPr>
              <a:t>C#</a:t>
            </a:r>
            <a:r>
              <a:rPr lang="zh-CN" altLang="en-US" sz="1600" dirty="0">
                <a:sym typeface="Huawei Sans" panose="020C0503030203020204" pitchFamily="34" charset="0"/>
              </a:rPr>
              <a:t>，</a:t>
            </a:r>
            <a:r>
              <a:rPr lang="en-US" altLang="zh-CN" sz="1600" dirty="0">
                <a:sym typeface="Huawei Sans" panose="020C0503030203020204" pitchFamily="34" charset="0"/>
              </a:rPr>
              <a:t>java</a:t>
            </a:r>
            <a:r>
              <a:rPr lang="zh-CN" altLang="en-US" sz="1600" dirty="0">
                <a:sym typeface="Huawei Sans" panose="020C0503030203020204" pitchFamily="34" charset="0"/>
              </a:rPr>
              <a:t>，</a:t>
            </a:r>
            <a:r>
              <a:rPr lang="en-US" altLang="zh-CN" sz="1600" dirty="0">
                <a:sym typeface="Huawei Sans" panose="020C0503030203020204" pitchFamily="34" charset="0"/>
              </a:rPr>
              <a:t>Go</a:t>
            </a:r>
            <a:r>
              <a:rPr lang="zh-CN" altLang="en-US" sz="1600" dirty="0">
                <a:sym typeface="Huawei Sans" panose="020C0503030203020204" pitchFamily="34" charset="0"/>
              </a:rPr>
              <a:t>等。</a:t>
            </a:r>
          </a:p>
          <a:p>
            <a:r>
              <a:rPr lang="en-US" altLang="zh-CN" sz="1600" dirty="0" err="1">
                <a:sym typeface="Huawei Sans" panose="020C0503030203020204" pitchFamily="34" charset="0"/>
              </a:rPr>
              <a:t>gRPC</a:t>
            </a:r>
            <a:r>
              <a:rPr lang="zh-CN" altLang="en-US" sz="1600" dirty="0">
                <a:sym typeface="Huawei Sans" panose="020C0503030203020204" pitchFamily="34" charset="0"/>
              </a:rPr>
              <a:t>基于</a:t>
            </a:r>
            <a:r>
              <a:rPr lang="en-US" altLang="zh-CN" sz="1600" dirty="0">
                <a:sym typeface="Huawei Sans" panose="020C0503030203020204" pitchFamily="34" charset="0"/>
              </a:rPr>
              <a:t>HTTP/2</a:t>
            </a:r>
            <a:r>
              <a:rPr lang="zh-CN" altLang="en-US" sz="1600" dirty="0">
                <a:sym typeface="Huawei Sans" panose="020C0503030203020204" pitchFamily="34" charset="0"/>
              </a:rPr>
              <a:t>标准设计，能使用</a:t>
            </a:r>
            <a:r>
              <a:rPr lang="en-US" altLang="zh-CN" sz="1600" dirty="0">
                <a:sym typeface="Huawei Sans" panose="020C0503030203020204" pitchFamily="34" charset="0"/>
              </a:rPr>
              <a:t>HTTP/2</a:t>
            </a:r>
            <a:r>
              <a:rPr lang="zh-CN" altLang="en-US" sz="1600" dirty="0">
                <a:sym typeface="Huawei Sans" panose="020C0503030203020204" pitchFamily="34" charset="0"/>
              </a:rPr>
              <a:t>的特性，包括：双向流、流控、头部压缩、多路复用等。相对于</a:t>
            </a:r>
            <a:r>
              <a:rPr lang="en-US" altLang="zh-CN" sz="1600" dirty="0">
                <a:sym typeface="Huawei Sans" panose="020C0503030203020204" pitchFamily="34" charset="0"/>
              </a:rPr>
              <a:t>HTTP/1</a:t>
            </a:r>
            <a:r>
              <a:rPr lang="zh-CN" altLang="en-US" sz="1600" dirty="0">
                <a:sym typeface="Huawei Sans" panose="020C0503030203020204" pitchFamily="34" charset="0"/>
              </a:rPr>
              <a:t>，表现更好。</a:t>
            </a:r>
          </a:p>
          <a:p>
            <a:endParaRPr lang="zh-CN" altLang="en-US" sz="1600" dirty="0">
              <a:sym typeface="Huawei Sans" panose="020C0503030203020204" pitchFamily="34" charset="0"/>
            </a:endParaRPr>
          </a:p>
          <a:p>
            <a:endParaRPr lang="zh-CN" altLang="en-US" sz="1600" dirty="0">
              <a:sym typeface="Huawei Sans" panose="020C0503030203020204" pitchFamily="34" charset="0"/>
            </a:endParaRPr>
          </a:p>
        </p:txBody>
      </p:sp>
      <p:sp>
        <p:nvSpPr>
          <p:cNvPr id="13" name="矩形 12"/>
          <p:cNvSpPr/>
          <p:nvPr/>
        </p:nvSpPr>
        <p:spPr bwMode="gray">
          <a:xfrm>
            <a:off x="5006649" y="5065574"/>
            <a:ext cx="1968182" cy="271036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TCP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" name="矩形 14"/>
          <p:cNvSpPr/>
          <p:nvPr/>
        </p:nvSpPr>
        <p:spPr bwMode="gray">
          <a:xfrm>
            <a:off x="5006649" y="4706483"/>
            <a:ext cx="1968182" cy="271036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TLS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矩形 17"/>
          <p:cNvSpPr/>
          <p:nvPr/>
        </p:nvSpPr>
        <p:spPr bwMode="gray">
          <a:xfrm>
            <a:off x="5019455" y="4317122"/>
            <a:ext cx="1968182" cy="271036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HTTP2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矩形 19"/>
          <p:cNvSpPr/>
          <p:nvPr/>
        </p:nvSpPr>
        <p:spPr bwMode="gray">
          <a:xfrm>
            <a:off x="5019455" y="3958031"/>
            <a:ext cx="1968182" cy="271036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gRPC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" name="矩形 21"/>
          <p:cNvSpPr/>
          <p:nvPr/>
        </p:nvSpPr>
        <p:spPr bwMode="gray">
          <a:xfrm>
            <a:off x="5019455" y="3578822"/>
            <a:ext cx="1968182" cy="271036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数据模型</a:t>
            </a:r>
          </a:p>
        </p:txBody>
      </p:sp>
      <p:sp>
        <p:nvSpPr>
          <p:cNvPr id="24" name="文本框 23"/>
          <p:cNvSpPr txBox="1"/>
          <p:nvPr/>
        </p:nvSpPr>
        <p:spPr bwMode="gray">
          <a:xfrm>
            <a:off x="7105133" y="3578822"/>
            <a:ext cx="1248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业务聚焦</a:t>
            </a:r>
          </a:p>
        </p:txBody>
      </p:sp>
      <p:sp>
        <p:nvSpPr>
          <p:cNvPr id="25" name="文本框 24"/>
          <p:cNvSpPr txBox="1"/>
          <p:nvPr/>
        </p:nvSpPr>
        <p:spPr bwMode="gray">
          <a:xfrm>
            <a:off x="7105132" y="4398706"/>
            <a:ext cx="1248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gRPC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封装</a:t>
            </a:r>
          </a:p>
        </p:txBody>
      </p:sp>
      <p:sp>
        <p:nvSpPr>
          <p:cNvPr id="27" name="文本占位符 3"/>
          <p:cNvSpPr txBox="1">
            <a:spLocks/>
          </p:cNvSpPr>
          <p:nvPr/>
        </p:nvSpPr>
        <p:spPr bwMode="gray">
          <a:xfrm>
            <a:off x="468317" y="1245063"/>
            <a:ext cx="11276183" cy="4680000"/>
          </a:xfrm>
          <a:prstGeom prst="rect">
            <a:avLst/>
          </a:prstGeom>
        </p:spPr>
        <p:txBody>
          <a:bodyPr/>
          <a:lstStyle>
            <a:lvl1pPr marL="302279" indent="-302279" algn="l" defTabSz="914034" rtl="0" eaLnBrk="1" latinLnBrk="0" hangingPunct="1">
              <a:lnSpc>
                <a:spcPct val="140000"/>
              </a:lnSpc>
              <a:spcBef>
                <a:spcPts val="792"/>
              </a:spcBef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chemeClr val="bg2"/>
              </a:buClr>
              <a:buSzPct val="100000"/>
              <a:buNone/>
            </a:pPr>
            <a:endParaRPr lang="en-US" altLang="zh-CN" sz="18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燕尾形 27">
            <a:extLst>
              <a:ext uri="{FF2B5EF4-FFF2-40B4-BE49-F238E27FC236}">
                <a16:creationId xmlns:a16="http://schemas.microsoft.com/office/drawing/2014/main" id="{178DA290-551B-48C7-AD29-D92C57541F4D}"/>
              </a:ext>
            </a:extLst>
          </p:cNvPr>
          <p:cNvSpPr/>
          <p:nvPr/>
        </p:nvSpPr>
        <p:spPr bwMode="gray">
          <a:xfrm>
            <a:off x="10835310" y="124239"/>
            <a:ext cx="91219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数据推送</a:t>
            </a:r>
            <a:endParaRPr lang="en-US" altLang="zh-CN" sz="12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燕尾形 27">
            <a:extLst>
              <a:ext uri="{FF2B5EF4-FFF2-40B4-BE49-F238E27FC236}">
                <a16:creationId xmlns:a16="http://schemas.microsoft.com/office/drawing/2014/main" id="{59E12A5D-2A60-4046-84E2-6E08AB5684E2}"/>
              </a:ext>
            </a:extLst>
          </p:cNvPr>
          <p:cNvSpPr/>
          <p:nvPr/>
        </p:nvSpPr>
        <p:spPr bwMode="gray">
          <a:xfrm>
            <a:off x="9992932" y="124239"/>
            <a:ext cx="91219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数据生成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燕尾形 27">
            <a:extLst>
              <a:ext uri="{FF2B5EF4-FFF2-40B4-BE49-F238E27FC236}">
                <a16:creationId xmlns:a16="http://schemas.microsoft.com/office/drawing/2014/main" id="{C05201DC-B48F-4CCE-B9CF-C5B5668A42D5}"/>
              </a:ext>
            </a:extLst>
          </p:cNvPr>
          <p:cNvSpPr/>
          <p:nvPr/>
        </p:nvSpPr>
        <p:spPr bwMode="gray">
          <a:xfrm>
            <a:off x="9150553" y="124239"/>
            <a:ext cx="912190" cy="21240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数据订阅</a:t>
            </a:r>
            <a:endParaRPr lang="en-US" altLang="zh-CN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31" name="五边形 30"/>
          <p:cNvSpPr/>
          <p:nvPr/>
        </p:nvSpPr>
        <p:spPr bwMode="gray">
          <a:xfrm>
            <a:off x="8407119" y="119698"/>
            <a:ext cx="813245" cy="21240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数据源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EA31C55D-60B7-0C54-A0D4-87324669837D}"/>
                  </a:ext>
                </a:extLst>
              </p14:cNvPr>
              <p14:cNvContentPartPr/>
              <p14:nvPr/>
            </p14:nvContentPartPr>
            <p14:xfrm>
              <a:off x="6025969" y="1431319"/>
              <a:ext cx="2347200" cy="2340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EA31C55D-60B7-0C54-A0D4-87324669837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17329" y="1422679"/>
                <a:ext cx="236484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84B6770F-6528-C8C2-7972-D905C3683859}"/>
                  </a:ext>
                </a:extLst>
              </p14:cNvPr>
              <p14:cNvContentPartPr/>
              <p14:nvPr/>
            </p14:nvContentPartPr>
            <p14:xfrm>
              <a:off x="4060729" y="1797439"/>
              <a:ext cx="926280" cy="55692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84B6770F-6528-C8C2-7972-D905C368385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051729" y="1788799"/>
                <a:ext cx="943920" cy="57456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组合 6">
            <a:extLst>
              <a:ext uri="{FF2B5EF4-FFF2-40B4-BE49-F238E27FC236}">
                <a16:creationId xmlns:a16="http://schemas.microsoft.com/office/drawing/2014/main" id="{2F15CAC0-5E0D-EA81-3746-8F7FF654DF52}"/>
              </a:ext>
            </a:extLst>
          </p:cNvPr>
          <p:cNvGrpSpPr/>
          <p:nvPr/>
        </p:nvGrpSpPr>
        <p:grpSpPr>
          <a:xfrm>
            <a:off x="7553449" y="1857199"/>
            <a:ext cx="1201680" cy="441000"/>
            <a:chOff x="7553449" y="1857199"/>
            <a:chExt cx="1201680" cy="44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墨迹 4">
                  <a:extLst>
                    <a:ext uri="{FF2B5EF4-FFF2-40B4-BE49-F238E27FC236}">
                      <a16:creationId xmlns:a16="http://schemas.microsoft.com/office/drawing/2014/main" id="{8863FCF0-9327-88D5-1BED-1EDD397E6FA9}"/>
                    </a:ext>
                  </a:extLst>
                </p14:cNvPr>
                <p14:cNvContentPartPr/>
                <p14:nvPr/>
              </p14:nvContentPartPr>
              <p14:xfrm>
                <a:off x="7553449" y="1857199"/>
                <a:ext cx="671760" cy="429840"/>
              </p14:xfrm>
            </p:contentPart>
          </mc:Choice>
          <mc:Fallback>
            <p:pic>
              <p:nvPicPr>
                <p:cNvPr id="5" name="墨迹 4">
                  <a:extLst>
                    <a:ext uri="{FF2B5EF4-FFF2-40B4-BE49-F238E27FC236}">
                      <a16:creationId xmlns:a16="http://schemas.microsoft.com/office/drawing/2014/main" id="{8863FCF0-9327-88D5-1BED-1EDD397E6FA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544449" y="1848199"/>
                  <a:ext cx="689400" cy="4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34979A43-E9A1-396A-6E20-71765503DFB7}"/>
                    </a:ext>
                  </a:extLst>
                </p14:cNvPr>
                <p14:cNvContentPartPr/>
                <p14:nvPr/>
              </p14:nvContentPartPr>
              <p14:xfrm>
                <a:off x="8416729" y="2270839"/>
                <a:ext cx="338400" cy="27360"/>
              </p14:xfrm>
            </p:contentPart>
          </mc:Choice>
          <mc:Fallback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34979A43-E9A1-396A-6E20-71765503DFB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407729" y="2261839"/>
                  <a:ext cx="356040" cy="4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ECC5ACA5-A5E3-DB0A-85DD-2968D07A87D0}"/>
                  </a:ext>
                </a:extLst>
              </p14:cNvPr>
              <p14:cNvContentPartPr/>
              <p14:nvPr/>
            </p14:nvContentPartPr>
            <p14:xfrm>
              <a:off x="8379289" y="2712919"/>
              <a:ext cx="824400" cy="79920"/>
            </p14:xfrm>
          </p:contentPart>
        </mc:Choice>
        <mc:Fallback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ECC5ACA5-A5E3-DB0A-85DD-2968D07A87D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370289" y="2704279"/>
                <a:ext cx="842040" cy="97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51928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E05F50-F8E5-4F4D-AF16-B9F9150C329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 err="1">
                <a:sym typeface="Huawei Sans" panose="020C0503030203020204" pitchFamily="34" charset="0"/>
              </a:rPr>
              <a:t>gRPC</a:t>
            </a:r>
            <a:r>
              <a:rPr lang="zh-CN" altLang="en-US" dirty="0">
                <a:sym typeface="Huawei Sans" panose="020C0503030203020204" pitchFamily="34" charset="0"/>
              </a:rPr>
              <a:t>协议栈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600" dirty="0" err="1">
                <a:sym typeface="Huawei Sans" panose="020C0503030203020204" pitchFamily="34" charset="0"/>
              </a:rPr>
              <a:t>gRPC</a:t>
            </a:r>
            <a:r>
              <a:rPr lang="zh-CN" altLang="en-US" sz="1600" dirty="0">
                <a:sym typeface="Huawei Sans" panose="020C0503030203020204" pitchFamily="34" charset="0"/>
              </a:rPr>
              <a:t>协议栈具有如下五层：</a:t>
            </a:r>
          </a:p>
          <a:p>
            <a:pPr lvl="1"/>
            <a:r>
              <a:rPr lang="en-US" altLang="zh-CN" sz="1400" dirty="0">
                <a:sym typeface="Huawei Sans" panose="020C0503030203020204" pitchFamily="34" charset="0"/>
              </a:rPr>
              <a:t>TCP</a:t>
            </a:r>
            <a:r>
              <a:rPr lang="zh-CN" altLang="en-US" sz="1400" dirty="0">
                <a:sym typeface="Huawei Sans" panose="020C0503030203020204" pitchFamily="34" charset="0"/>
              </a:rPr>
              <a:t>传输层：</a:t>
            </a:r>
            <a:r>
              <a:rPr lang="en-US" altLang="zh-CN" sz="1400" dirty="0">
                <a:sym typeface="Huawei Sans" panose="020C0503030203020204" pitchFamily="34" charset="0"/>
              </a:rPr>
              <a:t>TCP</a:t>
            </a:r>
            <a:r>
              <a:rPr lang="zh-CN" altLang="en-US" sz="1400" dirty="0">
                <a:sym typeface="Huawei Sans" panose="020C0503030203020204" pitchFamily="34" charset="0"/>
              </a:rPr>
              <a:t>提供面向连接的、可靠的数据链路。</a:t>
            </a:r>
          </a:p>
          <a:p>
            <a:pPr lvl="1"/>
            <a:r>
              <a:rPr lang="en-US" altLang="zh-CN" sz="1400" dirty="0">
                <a:sym typeface="Huawei Sans" panose="020C0503030203020204" pitchFamily="34" charset="0"/>
              </a:rPr>
              <a:t>TLS</a:t>
            </a:r>
            <a:r>
              <a:rPr lang="zh-CN" altLang="en-US" sz="1400" dirty="0">
                <a:sym typeface="Huawei Sans" panose="020C0503030203020204" pitchFamily="34" charset="0"/>
              </a:rPr>
              <a:t>（</a:t>
            </a:r>
            <a:r>
              <a:rPr lang="en-US" altLang="zh-CN" sz="1400" dirty="0">
                <a:sym typeface="Huawei Sans" panose="020C0503030203020204" pitchFamily="34" charset="0"/>
              </a:rPr>
              <a:t>Transport Layer Security</a:t>
            </a:r>
            <a:r>
              <a:rPr lang="zh-CN" altLang="en-US" sz="1400" dirty="0">
                <a:sym typeface="Huawei Sans" panose="020C0503030203020204" pitchFamily="34" charset="0"/>
              </a:rPr>
              <a:t>，传输层安全）传输层：该层是可选的，设备和采集器可以基于</a:t>
            </a:r>
            <a:r>
              <a:rPr lang="en-US" altLang="zh-CN" sz="1400" dirty="0">
                <a:sym typeface="Huawei Sans" panose="020C0503030203020204" pitchFamily="34" charset="0"/>
              </a:rPr>
              <a:t>TLS</a:t>
            </a:r>
            <a:r>
              <a:rPr lang="zh-CN" altLang="en-US" sz="1400" dirty="0">
                <a:sym typeface="Huawei Sans" panose="020C0503030203020204" pitchFamily="34" charset="0"/>
              </a:rPr>
              <a:t>协议实现安全通信。</a:t>
            </a:r>
          </a:p>
          <a:p>
            <a:pPr lvl="1"/>
            <a:r>
              <a:rPr lang="en-US" altLang="zh-CN" sz="1400" dirty="0">
                <a:sym typeface="Huawei Sans" panose="020C0503030203020204" pitchFamily="34" charset="0"/>
              </a:rPr>
              <a:t>HTTP 2.0</a:t>
            </a:r>
            <a:r>
              <a:rPr lang="zh-CN" altLang="en-US" sz="1400" dirty="0">
                <a:sym typeface="Huawei Sans" panose="020C0503030203020204" pitchFamily="34" charset="0"/>
              </a:rPr>
              <a:t>应用层：</a:t>
            </a:r>
            <a:r>
              <a:rPr lang="en-US" altLang="zh-CN" sz="1400" dirty="0" err="1">
                <a:sym typeface="Huawei Sans" panose="020C0503030203020204" pitchFamily="34" charset="0"/>
              </a:rPr>
              <a:t>gRPC</a:t>
            </a:r>
            <a:r>
              <a:rPr lang="zh-CN" altLang="en-US" sz="1400" dirty="0">
                <a:sym typeface="Huawei Sans" panose="020C0503030203020204" pitchFamily="34" charset="0"/>
              </a:rPr>
              <a:t>承载在</a:t>
            </a:r>
            <a:r>
              <a:rPr lang="en-US" altLang="zh-CN" sz="1400" dirty="0">
                <a:sym typeface="Huawei Sans" panose="020C0503030203020204" pitchFamily="34" charset="0"/>
              </a:rPr>
              <a:t>HTTP 2.0</a:t>
            </a:r>
            <a:r>
              <a:rPr lang="zh-CN" altLang="en-US" sz="1400" dirty="0">
                <a:sym typeface="Huawei Sans" panose="020C0503030203020204" pitchFamily="34" charset="0"/>
              </a:rPr>
              <a:t>协议上，利用了该协议的头部压缩、多路复用、流量控制等增强特性。</a:t>
            </a:r>
          </a:p>
          <a:p>
            <a:pPr lvl="1"/>
            <a:r>
              <a:rPr lang="en-US" altLang="zh-CN" sz="1400" dirty="0" err="1">
                <a:sym typeface="Huawei Sans" panose="020C0503030203020204" pitchFamily="34" charset="0"/>
              </a:rPr>
              <a:t>gRPC</a:t>
            </a:r>
            <a:r>
              <a:rPr lang="zh-CN" altLang="en-US" sz="1400" dirty="0">
                <a:sym typeface="Huawei Sans" panose="020C0503030203020204" pitchFamily="34" charset="0"/>
              </a:rPr>
              <a:t>层：定义了</a:t>
            </a:r>
            <a:r>
              <a:rPr lang="en-US" altLang="zh-CN" sz="1400" dirty="0">
                <a:sym typeface="Huawei Sans" panose="020C0503030203020204" pitchFamily="34" charset="0"/>
              </a:rPr>
              <a:t>RPC</a:t>
            </a:r>
            <a:r>
              <a:rPr lang="zh-CN" altLang="en-US" sz="1400" dirty="0">
                <a:sym typeface="Huawei Sans" panose="020C0503030203020204" pitchFamily="34" charset="0"/>
              </a:rPr>
              <a:t>的协议交互格式。公共</a:t>
            </a:r>
            <a:r>
              <a:rPr lang="en-US" altLang="zh-CN" sz="1400" dirty="0">
                <a:sym typeface="Huawei Sans" panose="020C0503030203020204" pitchFamily="34" charset="0"/>
              </a:rPr>
              <a:t>RPC</a:t>
            </a:r>
            <a:r>
              <a:rPr lang="zh-CN" altLang="en-US" sz="1400" dirty="0">
                <a:sym typeface="Huawei Sans" panose="020C0503030203020204" pitchFamily="34" charset="0"/>
              </a:rPr>
              <a:t>方法定义在公共</a:t>
            </a:r>
            <a:r>
              <a:rPr lang="en-US" altLang="zh-CN" sz="1400" dirty="0">
                <a:sym typeface="Huawei Sans" panose="020C0503030203020204" pitchFamily="34" charset="0"/>
              </a:rPr>
              <a:t>proto</a:t>
            </a:r>
            <a:r>
              <a:rPr lang="zh-CN" altLang="en-US" sz="1400" dirty="0">
                <a:sym typeface="Huawei Sans" panose="020C0503030203020204" pitchFamily="34" charset="0"/>
              </a:rPr>
              <a:t>文件中，例如</a:t>
            </a:r>
            <a:r>
              <a:rPr lang="en-US" altLang="zh-CN" sz="1400" dirty="0" err="1">
                <a:sym typeface="Huawei Sans" panose="020C0503030203020204" pitchFamily="34" charset="0"/>
              </a:rPr>
              <a:t>huawei-gRPC-dialout.proto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</a:p>
          <a:p>
            <a:pPr lvl="1"/>
            <a:r>
              <a:rPr lang="zh-CN" altLang="en-US" sz="1400" dirty="0">
                <a:sym typeface="Huawei Sans" panose="020C0503030203020204" pitchFamily="34" charset="0"/>
              </a:rPr>
              <a:t>数据模型层：用于承载编码后的业务数据。业务数据的编码格式包括：</a:t>
            </a:r>
            <a:r>
              <a:rPr lang="en-US" altLang="zh-CN" sz="1400" dirty="0">
                <a:sym typeface="Huawei Sans" panose="020C0503030203020204" pitchFamily="34" charset="0"/>
              </a:rPr>
              <a:t>GPB</a:t>
            </a:r>
            <a:r>
              <a:rPr lang="zh-CN" altLang="en-US" sz="1400" dirty="0">
                <a:sym typeface="Huawei Sans" panose="020C0503030203020204" pitchFamily="34" charset="0"/>
              </a:rPr>
              <a:t>，</a:t>
            </a:r>
            <a:r>
              <a:rPr lang="en-US" altLang="zh-CN" sz="1400" dirty="0">
                <a:sym typeface="Huawei Sans" panose="020C0503030203020204" pitchFamily="34" charset="0"/>
              </a:rPr>
              <a:t>XML</a:t>
            </a:r>
            <a:r>
              <a:rPr lang="zh-CN" altLang="en-US" sz="1400" dirty="0">
                <a:sym typeface="Huawei Sans" panose="020C0503030203020204" pitchFamily="34" charset="0"/>
              </a:rPr>
              <a:t>，</a:t>
            </a:r>
            <a:r>
              <a:rPr lang="en-US" altLang="zh-CN" sz="1400" dirty="0">
                <a:sym typeface="Huawei Sans" panose="020C0503030203020204" pitchFamily="34" charset="0"/>
              </a:rPr>
              <a:t>JSON</a:t>
            </a:r>
            <a:r>
              <a:rPr lang="zh-CN" altLang="en-US" sz="1400" dirty="0">
                <a:sym typeface="Huawei Sans" panose="020C0503030203020204" pitchFamily="34" charset="0"/>
              </a:rPr>
              <a:t>等。</a:t>
            </a:r>
          </a:p>
          <a:p>
            <a:pPr lvl="1"/>
            <a:endParaRPr lang="zh-CN" altLang="en-US" sz="1400" dirty="0">
              <a:sym typeface="Huawei Sans" panose="020C0503030203020204" pitchFamily="34" charset="0"/>
            </a:endParaRPr>
          </a:p>
        </p:txBody>
      </p:sp>
      <p:sp>
        <p:nvSpPr>
          <p:cNvPr id="27" name="文本占位符 3"/>
          <p:cNvSpPr txBox="1">
            <a:spLocks/>
          </p:cNvSpPr>
          <p:nvPr/>
        </p:nvSpPr>
        <p:spPr bwMode="gray">
          <a:xfrm>
            <a:off x="468317" y="1245063"/>
            <a:ext cx="11276183" cy="4680000"/>
          </a:xfrm>
          <a:prstGeom prst="rect">
            <a:avLst/>
          </a:prstGeom>
        </p:spPr>
        <p:txBody>
          <a:bodyPr/>
          <a:lstStyle>
            <a:lvl1pPr marL="302279" indent="-302279" algn="l" defTabSz="914034" rtl="0" eaLnBrk="1" latinLnBrk="0" hangingPunct="1">
              <a:lnSpc>
                <a:spcPct val="140000"/>
              </a:lnSpc>
              <a:spcBef>
                <a:spcPts val="792"/>
              </a:spcBef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chemeClr val="tx1"/>
              </a:buClr>
              <a:buSzPct val="100000"/>
            </a:pP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燕尾形 27">
            <a:extLst>
              <a:ext uri="{FF2B5EF4-FFF2-40B4-BE49-F238E27FC236}">
                <a16:creationId xmlns:a16="http://schemas.microsoft.com/office/drawing/2014/main" id="{178DA290-551B-48C7-AD29-D92C57541F4D}"/>
              </a:ext>
            </a:extLst>
          </p:cNvPr>
          <p:cNvSpPr/>
          <p:nvPr/>
        </p:nvSpPr>
        <p:spPr bwMode="gray">
          <a:xfrm>
            <a:off x="10835310" y="124239"/>
            <a:ext cx="91219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数据推送</a:t>
            </a:r>
            <a:endParaRPr lang="en-US" altLang="zh-CN" sz="12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燕尾形 27">
            <a:extLst>
              <a:ext uri="{FF2B5EF4-FFF2-40B4-BE49-F238E27FC236}">
                <a16:creationId xmlns:a16="http://schemas.microsoft.com/office/drawing/2014/main" id="{59E12A5D-2A60-4046-84E2-6E08AB5684E2}"/>
              </a:ext>
            </a:extLst>
          </p:cNvPr>
          <p:cNvSpPr/>
          <p:nvPr/>
        </p:nvSpPr>
        <p:spPr bwMode="gray">
          <a:xfrm>
            <a:off x="9992932" y="124239"/>
            <a:ext cx="91219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数据生成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燕尾形 27">
            <a:extLst>
              <a:ext uri="{FF2B5EF4-FFF2-40B4-BE49-F238E27FC236}">
                <a16:creationId xmlns:a16="http://schemas.microsoft.com/office/drawing/2014/main" id="{C05201DC-B48F-4CCE-B9CF-C5B5668A42D5}"/>
              </a:ext>
            </a:extLst>
          </p:cNvPr>
          <p:cNvSpPr/>
          <p:nvPr/>
        </p:nvSpPr>
        <p:spPr bwMode="gray">
          <a:xfrm>
            <a:off x="9150553" y="124239"/>
            <a:ext cx="912190" cy="21240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数据订阅</a:t>
            </a:r>
            <a:endParaRPr lang="en-US" altLang="zh-CN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31" name="五边形 30"/>
          <p:cNvSpPr/>
          <p:nvPr/>
        </p:nvSpPr>
        <p:spPr bwMode="gray">
          <a:xfrm>
            <a:off x="8407119" y="119698"/>
            <a:ext cx="813245" cy="21240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数据源</a:t>
            </a:r>
          </a:p>
        </p:txBody>
      </p:sp>
      <p:sp>
        <p:nvSpPr>
          <p:cNvPr id="32" name="矩形 31"/>
          <p:cNvSpPr/>
          <p:nvPr/>
        </p:nvSpPr>
        <p:spPr bwMode="gray">
          <a:xfrm>
            <a:off x="5006649" y="5160824"/>
            <a:ext cx="1968182" cy="271036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TCP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矩形 32"/>
          <p:cNvSpPr/>
          <p:nvPr/>
        </p:nvSpPr>
        <p:spPr bwMode="gray">
          <a:xfrm>
            <a:off x="5006649" y="4801733"/>
            <a:ext cx="1968182" cy="271036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TLS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矩形 33"/>
          <p:cNvSpPr/>
          <p:nvPr/>
        </p:nvSpPr>
        <p:spPr bwMode="gray">
          <a:xfrm>
            <a:off x="5019455" y="4412372"/>
            <a:ext cx="1968182" cy="271036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HTTP2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" name="矩形 34"/>
          <p:cNvSpPr/>
          <p:nvPr/>
        </p:nvSpPr>
        <p:spPr bwMode="gray">
          <a:xfrm>
            <a:off x="5019455" y="4053281"/>
            <a:ext cx="1968182" cy="271036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gRPC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矩形 35"/>
          <p:cNvSpPr/>
          <p:nvPr/>
        </p:nvSpPr>
        <p:spPr bwMode="gray">
          <a:xfrm>
            <a:off x="5019455" y="3674072"/>
            <a:ext cx="1968182" cy="271036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数据模型</a:t>
            </a:r>
          </a:p>
        </p:txBody>
      </p:sp>
      <p:sp>
        <p:nvSpPr>
          <p:cNvPr id="38" name="文本框 37"/>
          <p:cNvSpPr txBox="1"/>
          <p:nvPr/>
        </p:nvSpPr>
        <p:spPr bwMode="gray">
          <a:xfrm>
            <a:off x="7105133" y="3674072"/>
            <a:ext cx="1248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业务聚焦</a:t>
            </a:r>
          </a:p>
        </p:txBody>
      </p:sp>
      <p:sp>
        <p:nvSpPr>
          <p:cNvPr id="39" name="文本框 38"/>
          <p:cNvSpPr txBox="1"/>
          <p:nvPr/>
        </p:nvSpPr>
        <p:spPr bwMode="gray">
          <a:xfrm>
            <a:off x="7105132" y="4493956"/>
            <a:ext cx="1248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gRPC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封装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89B4589D-A96A-BA2B-6F01-3855068D55C5}"/>
                  </a:ext>
                </a:extLst>
              </p14:cNvPr>
              <p14:cNvContentPartPr/>
              <p14:nvPr/>
            </p14:nvContentPartPr>
            <p14:xfrm>
              <a:off x="786529" y="1821199"/>
              <a:ext cx="3835080" cy="3888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89B4589D-A96A-BA2B-6F01-3855068D55C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7889" y="1812199"/>
                <a:ext cx="385272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06A2C07B-C73A-424A-C7AD-ED3135B50773}"/>
                  </a:ext>
                </a:extLst>
              </p14:cNvPr>
              <p14:cNvContentPartPr/>
              <p14:nvPr/>
            </p14:nvContentPartPr>
            <p14:xfrm>
              <a:off x="5656969" y="5118079"/>
              <a:ext cx="678960" cy="36900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06A2C07B-C73A-424A-C7AD-ED3135B5077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648329" y="5109439"/>
                <a:ext cx="696600" cy="38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C90D1174-5A7F-167C-7312-163A2013A9D8}"/>
                  </a:ext>
                </a:extLst>
              </p14:cNvPr>
              <p14:cNvContentPartPr/>
              <p14:nvPr/>
            </p14:nvContentPartPr>
            <p14:xfrm>
              <a:off x="846649" y="2247439"/>
              <a:ext cx="3559680" cy="2376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C90D1174-5A7F-167C-7312-163A2013A9D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37649" y="2238799"/>
                <a:ext cx="357732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B1E55C93-7A4F-B7F4-FD52-646F8FD85D0F}"/>
                  </a:ext>
                </a:extLst>
              </p14:cNvPr>
              <p14:cNvContentPartPr/>
              <p14:nvPr/>
            </p14:nvContentPartPr>
            <p14:xfrm>
              <a:off x="554689" y="1963399"/>
              <a:ext cx="249120" cy="15120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B1E55C93-7A4F-B7F4-FD52-646F8FD85D0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5689" y="1954759"/>
                <a:ext cx="266760" cy="168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组合 16">
            <a:extLst>
              <a:ext uri="{FF2B5EF4-FFF2-40B4-BE49-F238E27FC236}">
                <a16:creationId xmlns:a16="http://schemas.microsoft.com/office/drawing/2014/main" id="{3AB90253-89D5-A4EF-D331-C3B087DAE3E3}"/>
              </a:ext>
            </a:extLst>
          </p:cNvPr>
          <p:cNvGrpSpPr/>
          <p:nvPr/>
        </p:nvGrpSpPr>
        <p:grpSpPr>
          <a:xfrm>
            <a:off x="5125609" y="4511119"/>
            <a:ext cx="450720" cy="906120"/>
            <a:chOff x="5125609" y="4511119"/>
            <a:chExt cx="450720" cy="90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E053F585-B751-CF64-0C2B-870E2D3F1100}"/>
                    </a:ext>
                  </a:extLst>
                </p14:cNvPr>
                <p14:cNvContentPartPr/>
                <p14:nvPr/>
              </p14:nvContentPartPr>
              <p14:xfrm>
                <a:off x="5478769" y="4863919"/>
                <a:ext cx="72000" cy="178560"/>
              </p14:xfrm>
            </p:contentPart>
          </mc:Choice>
          <mc:Fallback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E053F585-B751-CF64-0C2B-870E2D3F110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469769" y="4855279"/>
                  <a:ext cx="896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246124A4-C98A-3C38-2F13-C28D3C1BAB24}"/>
                    </a:ext>
                  </a:extLst>
                </p14:cNvPr>
                <p14:cNvContentPartPr/>
                <p14:nvPr/>
              </p14:nvContentPartPr>
              <p14:xfrm>
                <a:off x="5419729" y="4916839"/>
                <a:ext cx="156600" cy="112320"/>
              </p14:xfrm>
            </p:contentPart>
          </mc:Choice>
          <mc:Fallback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246124A4-C98A-3C38-2F13-C28D3C1BAB2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410729" y="4907839"/>
                  <a:ext cx="1742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F5A9C3F4-854F-DBEF-1B81-613DFAB95F41}"/>
                    </a:ext>
                  </a:extLst>
                </p14:cNvPr>
                <p14:cNvContentPartPr/>
                <p14:nvPr/>
              </p14:nvContentPartPr>
              <p14:xfrm>
                <a:off x="5125609" y="4511119"/>
                <a:ext cx="398520" cy="833400"/>
              </p14:xfrm>
            </p:contentPart>
          </mc:Choice>
          <mc:Fallback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F5A9C3F4-854F-DBEF-1B81-613DFAB95F4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116609" y="4502119"/>
                  <a:ext cx="416160" cy="85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6" name="墨迹 15">
                  <a:extLst>
                    <a:ext uri="{FF2B5EF4-FFF2-40B4-BE49-F238E27FC236}">
                      <a16:creationId xmlns:a16="http://schemas.microsoft.com/office/drawing/2014/main" id="{9C6776CD-1C27-AA14-12F6-068B856647F7}"/>
                    </a:ext>
                  </a:extLst>
                </p14:cNvPr>
                <p14:cNvContentPartPr/>
                <p14:nvPr/>
              </p14:nvContentPartPr>
              <p14:xfrm>
                <a:off x="5249809" y="5201599"/>
                <a:ext cx="99720" cy="215640"/>
              </p14:xfrm>
            </p:contentPart>
          </mc:Choice>
          <mc:Fallback>
            <p:pic>
              <p:nvPicPr>
                <p:cNvPr id="16" name="墨迹 15">
                  <a:extLst>
                    <a:ext uri="{FF2B5EF4-FFF2-40B4-BE49-F238E27FC236}">
                      <a16:creationId xmlns:a16="http://schemas.microsoft.com/office/drawing/2014/main" id="{9C6776CD-1C27-AA14-12F6-068B856647F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240809" y="5192599"/>
                  <a:ext cx="117360" cy="23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CA1F3FE5-575D-6BED-06FD-246320037308}"/>
              </a:ext>
            </a:extLst>
          </p:cNvPr>
          <p:cNvGrpSpPr/>
          <p:nvPr/>
        </p:nvGrpSpPr>
        <p:grpSpPr>
          <a:xfrm>
            <a:off x="5252329" y="3747199"/>
            <a:ext cx="1420200" cy="615960"/>
            <a:chOff x="5252329" y="3747199"/>
            <a:chExt cx="1420200" cy="61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45F96018-5989-6262-BB5C-67353FAE8A52}"/>
                    </a:ext>
                  </a:extLst>
                </p14:cNvPr>
                <p14:cNvContentPartPr/>
                <p14:nvPr/>
              </p14:nvContentPartPr>
              <p14:xfrm>
                <a:off x="5252329" y="4024759"/>
                <a:ext cx="1420200" cy="338400"/>
              </p14:xfrm>
            </p:contentPart>
          </mc:Choice>
          <mc:Fallback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45F96018-5989-6262-BB5C-67353FAE8A5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243329" y="4016119"/>
                  <a:ext cx="143784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36D3D082-A699-4576-BB01-549985C6AE3C}"/>
                    </a:ext>
                  </a:extLst>
                </p14:cNvPr>
                <p14:cNvContentPartPr/>
                <p14:nvPr/>
              </p14:nvContentPartPr>
              <p14:xfrm>
                <a:off x="5358529" y="3747199"/>
                <a:ext cx="97920" cy="246600"/>
              </p14:xfrm>
            </p:contentPart>
          </mc:Choice>
          <mc:Fallback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36D3D082-A699-4576-BB01-549985C6AE3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349529" y="3738559"/>
                  <a:ext cx="11556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5EF09F97-3BCB-0EC4-ACD2-14C2184CF2D7}"/>
                    </a:ext>
                  </a:extLst>
                </p14:cNvPr>
                <p14:cNvContentPartPr/>
                <p14:nvPr/>
              </p14:nvContentPartPr>
              <p14:xfrm>
                <a:off x="5456089" y="3777439"/>
                <a:ext cx="15480" cy="253800"/>
              </p14:xfrm>
            </p:contentPart>
          </mc:Choice>
          <mc:Fallback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5EF09F97-3BCB-0EC4-ACD2-14C2184CF2D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447089" y="3768799"/>
                  <a:ext cx="33120" cy="271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22" name="墨迹 21">
                <a:extLst>
                  <a:ext uri="{FF2B5EF4-FFF2-40B4-BE49-F238E27FC236}">
                    <a16:creationId xmlns:a16="http://schemas.microsoft.com/office/drawing/2014/main" id="{34F4F2F5-78AA-1C91-6489-412307214CB0}"/>
                  </a:ext>
                </a:extLst>
              </p14:cNvPr>
              <p14:cNvContentPartPr/>
              <p14:nvPr/>
            </p14:nvContentPartPr>
            <p14:xfrm>
              <a:off x="5898529" y="2585119"/>
              <a:ext cx="2428200" cy="23400"/>
            </p14:xfrm>
          </p:contentPart>
        </mc:Choice>
        <mc:Fallback>
          <p:pic>
            <p:nvPicPr>
              <p:cNvPr id="22" name="墨迹 21">
                <a:extLst>
                  <a:ext uri="{FF2B5EF4-FFF2-40B4-BE49-F238E27FC236}">
                    <a16:creationId xmlns:a16="http://schemas.microsoft.com/office/drawing/2014/main" id="{34F4F2F5-78AA-1C91-6489-412307214CB0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889889" y="2576119"/>
                <a:ext cx="2445840" cy="4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73" name="组合 72">
            <a:extLst>
              <a:ext uri="{FF2B5EF4-FFF2-40B4-BE49-F238E27FC236}">
                <a16:creationId xmlns:a16="http://schemas.microsoft.com/office/drawing/2014/main" id="{19770086-5FC6-31EF-77FC-0F00C2CD0A0C}"/>
              </a:ext>
            </a:extLst>
          </p:cNvPr>
          <p:cNvGrpSpPr/>
          <p:nvPr/>
        </p:nvGrpSpPr>
        <p:grpSpPr>
          <a:xfrm>
            <a:off x="786529" y="4511839"/>
            <a:ext cx="3830760" cy="2016720"/>
            <a:chOff x="786529" y="4511839"/>
            <a:chExt cx="3830760" cy="201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3" name="墨迹 22">
                  <a:extLst>
                    <a:ext uri="{FF2B5EF4-FFF2-40B4-BE49-F238E27FC236}">
                      <a16:creationId xmlns:a16="http://schemas.microsoft.com/office/drawing/2014/main" id="{3F769751-0BC3-3800-EA49-FE5811920CF4}"/>
                    </a:ext>
                  </a:extLst>
                </p14:cNvPr>
                <p14:cNvContentPartPr/>
                <p14:nvPr/>
              </p14:nvContentPartPr>
              <p14:xfrm>
                <a:off x="1028089" y="4511839"/>
                <a:ext cx="28800" cy="266400"/>
              </p14:xfrm>
            </p:contentPart>
          </mc:Choice>
          <mc:Fallback>
            <p:pic>
              <p:nvPicPr>
                <p:cNvPr id="23" name="墨迹 22">
                  <a:extLst>
                    <a:ext uri="{FF2B5EF4-FFF2-40B4-BE49-F238E27FC236}">
                      <a16:creationId xmlns:a16="http://schemas.microsoft.com/office/drawing/2014/main" id="{3F769751-0BC3-3800-EA49-FE5811920CF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19089" y="4502839"/>
                  <a:ext cx="4644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C0CFFC45-9F56-C1E4-447D-6E42499ED014}"/>
                    </a:ext>
                  </a:extLst>
                </p14:cNvPr>
                <p14:cNvContentPartPr/>
                <p14:nvPr/>
              </p14:nvContentPartPr>
              <p14:xfrm>
                <a:off x="1026649" y="4669519"/>
                <a:ext cx="204840" cy="360"/>
              </p14:xfrm>
            </p:contentPart>
          </mc:Choice>
          <mc:Fallback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C0CFFC45-9F56-C1E4-447D-6E42499ED01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18009" y="4660519"/>
                  <a:ext cx="2224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EB1D96FC-482A-7B4F-0E44-C8672D9DF3E8}"/>
                    </a:ext>
                  </a:extLst>
                </p14:cNvPr>
                <p14:cNvContentPartPr/>
                <p14:nvPr/>
              </p14:nvContentPartPr>
              <p14:xfrm>
                <a:off x="1252009" y="4579519"/>
                <a:ext cx="218880" cy="276840"/>
              </p14:xfrm>
            </p:contentPart>
          </mc:Choice>
          <mc:Fallback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EB1D96FC-482A-7B4F-0E44-C8672D9DF3E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243369" y="4570519"/>
                  <a:ext cx="23652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6" name="墨迹 25">
                  <a:extLst>
                    <a:ext uri="{FF2B5EF4-FFF2-40B4-BE49-F238E27FC236}">
                      <a16:creationId xmlns:a16="http://schemas.microsoft.com/office/drawing/2014/main" id="{AA770057-FF6E-7BF3-9BAD-E2BC798648A5}"/>
                    </a:ext>
                  </a:extLst>
                </p14:cNvPr>
                <p14:cNvContentPartPr/>
                <p14:nvPr/>
              </p14:nvContentPartPr>
              <p14:xfrm>
                <a:off x="1440289" y="4631719"/>
                <a:ext cx="59040" cy="142560"/>
              </p14:xfrm>
            </p:contentPart>
          </mc:Choice>
          <mc:Fallback>
            <p:pic>
              <p:nvPicPr>
                <p:cNvPr id="26" name="墨迹 25">
                  <a:extLst>
                    <a:ext uri="{FF2B5EF4-FFF2-40B4-BE49-F238E27FC236}">
                      <a16:creationId xmlns:a16="http://schemas.microsoft.com/office/drawing/2014/main" id="{AA770057-FF6E-7BF3-9BAD-E2BC798648A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431649" y="4622719"/>
                  <a:ext cx="766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7" name="墨迹 36">
                  <a:extLst>
                    <a:ext uri="{FF2B5EF4-FFF2-40B4-BE49-F238E27FC236}">
                      <a16:creationId xmlns:a16="http://schemas.microsoft.com/office/drawing/2014/main" id="{E617641B-28FD-EE97-461D-381715D088D4}"/>
                    </a:ext>
                  </a:extLst>
                </p14:cNvPr>
                <p14:cNvContentPartPr/>
                <p14:nvPr/>
              </p14:nvContentPartPr>
              <p14:xfrm>
                <a:off x="1527769" y="4594279"/>
                <a:ext cx="130680" cy="247320"/>
              </p14:xfrm>
            </p:contentPart>
          </mc:Choice>
          <mc:Fallback>
            <p:pic>
              <p:nvPicPr>
                <p:cNvPr id="37" name="墨迹 36">
                  <a:extLst>
                    <a:ext uri="{FF2B5EF4-FFF2-40B4-BE49-F238E27FC236}">
                      <a16:creationId xmlns:a16="http://schemas.microsoft.com/office/drawing/2014/main" id="{E617641B-28FD-EE97-461D-381715D088D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518769" y="4585279"/>
                  <a:ext cx="14832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0" name="墨迹 39">
                  <a:extLst>
                    <a:ext uri="{FF2B5EF4-FFF2-40B4-BE49-F238E27FC236}">
                      <a16:creationId xmlns:a16="http://schemas.microsoft.com/office/drawing/2014/main" id="{4E872678-E0A1-DAC2-F50E-C3E7097B3E48}"/>
                    </a:ext>
                  </a:extLst>
                </p14:cNvPr>
                <p14:cNvContentPartPr/>
                <p14:nvPr/>
              </p14:nvContentPartPr>
              <p14:xfrm>
                <a:off x="1609849" y="4691479"/>
                <a:ext cx="84240" cy="286560"/>
              </p14:xfrm>
            </p:contentPart>
          </mc:Choice>
          <mc:Fallback>
            <p:pic>
              <p:nvPicPr>
                <p:cNvPr id="40" name="墨迹 39">
                  <a:extLst>
                    <a:ext uri="{FF2B5EF4-FFF2-40B4-BE49-F238E27FC236}">
                      <a16:creationId xmlns:a16="http://schemas.microsoft.com/office/drawing/2014/main" id="{4E872678-E0A1-DAC2-F50E-C3E7097B3E48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601209" y="4682839"/>
                  <a:ext cx="10188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1" name="墨迹 40">
                  <a:extLst>
                    <a:ext uri="{FF2B5EF4-FFF2-40B4-BE49-F238E27FC236}">
                      <a16:creationId xmlns:a16="http://schemas.microsoft.com/office/drawing/2014/main" id="{B9465C17-355F-0032-8E6B-6487FE47239D}"/>
                    </a:ext>
                  </a:extLst>
                </p14:cNvPr>
                <p14:cNvContentPartPr/>
                <p14:nvPr/>
              </p14:nvContentPartPr>
              <p14:xfrm>
                <a:off x="1768609" y="4609039"/>
                <a:ext cx="97920" cy="174240"/>
              </p14:xfrm>
            </p:contentPart>
          </mc:Choice>
          <mc:Fallback>
            <p:pic>
              <p:nvPicPr>
                <p:cNvPr id="41" name="墨迹 40">
                  <a:extLst>
                    <a:ext uri="{FF2B5EF4-FFF2-40B4-BE49-F238E27FC236}">
                      <a16:creationId xmlns:a16="http://schemas.microsoft.com/office/drawing/2014/main" id="{B9465C17-355F-0032-8E6B-6487FE47239D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759969" y="4600399"/>
                  <a:ext cx="11556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2" name="墨迹 41">
                  <a:extLst>
                    <a:ext uri="{FF2B5EF4-FFF2-40B4-BE49-F238E27FC236}">
                      <a16:creationId xmlns:a16="http://schemas.microsoft.com/office/drawing/2014/main" id="{E77481C1-7054-C4EB-9C91-BA9BF07F2D30}"/>
                    </a:ext>
                  </a:extLst>
                </p14:cNvPr>
                <p14:cNvContentPartPr/>
                <p14:nvPr/>
              </p14:nvContentPartPr>
              <p14:xfrm>
                <a:off x="2057329" y="4766719"/>
                <a:ext cx="88200" cy="192240"/>
              </p14:xfrm>
            </p:contentPart>
          </mc:Choice>
          <mc:Fallback>
            <p:pic>
              <p:nvPicPr>
                <p:cNvPr id="42" name="墨迹 41">
                  <a:extLst>
                    <a:ext uri="{FF2B5EF4-FFF2-40B4-BE49-F238E27FC236}">
                      <a16:creationId xmlns:a16="http://schemas.microsoft.com/office/drawing/2014/main" id="{E77481C1-7054-C4EB-9C91-BA9BF07F2D3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048329" y="4758079"/>
                  <a:ext cx="1058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3" name="墨迹 42">
                  <a:extLst>
                    <a:ext uri="{FF2B5EF4-FFF2-40B4-BE49-F238E27FC236}">
                      <a16:creationId xmlns:a16="http://schemas.microsoft.com/office/drawing/2014/main" id="{41B89DE1-5521-B244-EA1F-89EC60695067}"/>
                    </a:ext>
                  </a:extLst>
                </p14:cNvPr>
                <p14:cNvContentPartPr/>
                <p14:nvPr/>
              </p14:nvContentPartPr>
              <p14:xfrm>
                <a:off x="2324449" y="4839079"/>
                <a:ext cx="165240" cy="115200"/>
              </p14:xfrm>
            </p:contentPart>
          </mc:Choice>
          <mc:Fallback>
            <p:pic>
              <p:nvPicPr>
                <p:cNvPr id="43" name="墨迹 42">
                  <a:extLst>
                    <a:ext uri="{FF2B5EF4-FFF2-40B4-BE49-F238E27FC236}">
                      <a16:creationId xmlns:a16="http://schemas.microsoft.com/office/drawing/2014/main" id="{41B89DE1-5521-B244-EA1F-89EC60695067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315809" y="4830079"/>
                  <a:ext cx="1828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5" name="墨迹 44">
                  <a:extLst>
                    <a:ext uri="{FF2B5EF4-FFF2-40B4-BE49-F238E27FC236}">
                      <a16:creationId xmlns:a16="http://schemas.microsoft.com/office/drawing/2014/main" id="{476816B5-64BF-74FE-6038-416EFE931044}"/>
                    </a:ext>
                  </a:extLst>
                </p14:cNvPr>
                <p14:cNvContentPartPr/>
                <p14:nvPr/>
              </p14:nvContentPartPr>
              <p14:xfrm>
                <a:off x="786529" y="5111239"/>
                <a:ext cx="2094480" cy="8640"/>
              </p14:xfrm>
            </p:contentPart>
          </mc:Choice>
          <mc:Fallback>
            <p:pic>
              <p:nvPicPr>
                <p:cNvPr id="45" name="墨迹 44">
                  <a:extLst>
                    <a:ext uri="{FF2B5EF4-FFF2-40B4-BE49-F238E27FC236}">
                      <a16:creationId xmlns:a16="http://schemas.microsoft.com/office/drawing/2014/main" id="{476816B5-64BF-74FE-6038-416EFE93104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77889" y="5102599"/>
                  <a:ext cx="21121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6" name="墨迹 45">
                  <a:extLst>
                    <a:ext uri="{FF2B5EF4-FFF2-40B4-BE49-F238E27FC236}">
                      <a16:creationId xmlns:a16="http://schemas.microsoft.com/office/drawing/2014/main" id="{AB7E7B64-D67F-F8A6-5652-4C1492328114}"/>
                    </a:ext>
                  </a:extLst>
                </p14:cNvPr>
                <p14:cNvContentPartPr/>
                <p14:nvPr/>
              </p14:nvContentPartPr>
              <p14:xfrm>
                <a:off x="1446049" y="5290519"/>
                <a:ext cx="2888640" cy="54360"/>
              </p14:xfrm>
            </p:contentPart>
          </mc:Choice>
          <mc:Fallback>
            <p:pic>
              <p:nvPicPr>
                <p:cNvPr id="46" name="墨迹 45">
                  <a:extLst>
                    <a:ext uri="{FF2B5EF4-FFF2-40B4-BE49-F238E27FC236}">
                      <a16:creationId xmlns:a16="http://schemas.microsoft.com/office/drawing/2014/main" id="{AB7E7B64-D67F-F8A6-5652-4C149232811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437409" y="5281519"/>
                  <a:ext cx="290628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7" name="墨迹 46">
                  <a:extLst>
                    <a:ext uri="{FF2B5EF4-FFF2-40B4-BE49-F238E27FC236}">
                      <a16:creationId xmlns:a16="http://schemas.microsoft.com/office/drawing/2014/main" id="{07795239-C476-7965-F142-27B79C89FD5E}"/>
                    </a:ext>
                  </a:extLst>
                </p14:cNvPr>
                <p14:cNvContentPartPr/>
                <p14:nvPr/>
              </p14:nvContentPartPr>
              <p14:xfrm>
                <a:off x="4269169" y="5223919"/>
                <a:ext cx="76320" cy="163800"/>
              </p14:xfrm>
            </p:contentPart>
          </mc:Choice>
          <mc:Fallback>
            <p:pic>
              <p:nvPicPr>
                <p:cNvPr id="47" name="墨迹 46">
                  <a:extLst>
                    <a:ext uri="{FF2B5EF4-FFF2-40B4-BE49-F238E27FC236}">
                      <a16:creationId xmlns:a16="http://schemas.microsoft.com/office/drawing/2014/main" id="{07795239-C476-7965-F142-27B79C89FD5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260169" y="5215279"/>
                  <a:ext cx="939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8" name="墨迹 47">
                  <a:extLst>
                    <a:ext uri="{FF2B5EF4-FFF2-40B4-BE49-F238E27FC236}">
                      <a16:creationId xmlns:a16="http://schemas.microsoft.com/office/drawing/2014/main" id="{9546CDBE-7AE5-9452-1FFE-C453E87D69C7}"/>
                    </a:ext>
                  </a:extLst>
                </p14:cNvPr>
                <p14:cNvContentPartPr/>
                <p14:nvPr/>
              </p14:nvContentPartPr>
              <p14:xfrm>
                <a:off x="4614049" y="5186479"/>
                <a:ext cx="3240" cy="59040"/>
              </p14:xfrm>
            </p:contentPart>
          </mc:Choice>
          <mc:Fallback>
            <p:pic>
              <p:nvPicPr>
                <p:cNvPr id="48" name="墨迹 47">
                  <a:extLst>
                    <a:ext uri="{FF2B5EF4-FFF2-40B4-BE49-F238E27FC236}">
                      <a16:creationId xmlns:a16="http://schemas.microsoft.com/office/drawing/2014/main" id="{9546CDBE-7AE5-9452-1FFE-C453E87D69C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605049" y="5177839"/>
                  <a:ext cx="2088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9" name="墨迹 48">
                  <a:extLst>
                    <a:ext uri="{FF2B5EF4-FFF2-40B4-BE49-F238E27FC236}">
                      <a16:creationId xmlns:a16="http://schemas.microsoft.com/office/drawing/2014/main" id="{51BA0A78-ACD5-60FE-77BC-BA10638CD374}"/>
                    </a:ext>
                  </a:extLst>
                </p14:cNvPr>
                <p14:cNvContentPartPr/>
                <p14:nvPr/>
              </p14:nvContentPartPr>
              <p14:xfrm>
                <a:off x="4481929" y="5276119"/>
                <a:ext cx="90360" cy="106560"/>
              </p14:xfrm>
            </p:contentPart>
          </mc:Choice>
          <mc:Fallback>
            <p:pic>
              <p:nvPicPr>
                <p:cNvPr id="49" name="墨迹 48">
                  <a:extLst>
                    <a:ext uri="{FF2B5EF4-FFF2-40B4-BE49-F238E27FC236}">
                      <a16:creationId xmlns:a16="http://schemas.microsoft.com/office/drawing/2014/main" id="{51BA0A78-ACD5-60FE-77BC-BA10638CD37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472929" y="5267479"/>
                  <a:ext cx="1080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50" name="墨迹 49">
                  <a:extLst>
                    <a:ext uri="{FF2B5EF4-FFF2-40B4-BE49-F238E27FC236}">
                      <a16:creationId xmlns:a16="http://schemas.microsoft.com/office/drawing/2014/main" id="{23D1518F-1FF1-2D81-8B75-E9DD48098267}"/>
                    </a:ext>
                  </a:extLst>
                </p14:cNvPr>
                <p14:cNvContentPartPr/>
                <p14:nvPr/>
              </p14:nvContentPartPr>
              <p14:xfrm>
                <a:off x="4429729" y="5313559"/>
                <a:ext cx="133200" cy="140400"/>
              </p14:xfrm>
            </p:contentPart>
          </mc:Choice>
          <mc:Fallback>
            <p:pic>
              <p:nvPicPr>
                <p:cNvPr id="50" name="墨迹 49">
                  <a:extLst>
                    <a:ext uri="{FF2B5EF4-FFF2-40B4-BE49-F238E27FC236}">
                      <a16:creationId xmlns:a16="http://schemas.microsoft.com/office/drawing/2014/main" id="{23D1518F-1FF1-2D81-8B75-E9DD4809826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420729" y="5304919"/>
                  <a:ext cx="1508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2" name="墨迹 51">
                  <a:extLst>
                    <a:ext uri="{FF2B5EF4-FFF2-40B4-BE49-F238E27FC236}">
                      <a16:creationId xmlns:a16="http://schemas.microsoft.com/office/drawing/2014/main" id="{C6A989B7-DF43-57AE-F054-BEC6751FED91}"/>
                    </a:ext>
                  </a:extLst>
                </p14:cNvPr>
                <p14:cNvContentPartPr/>
                <p14:nvPr/>
              </p14:nvContentPartPr>
              <p14:xfrm>
                <a:off x="4399489" y="5382319"/>
                <a:ext cx="165960" cy="44280"/>
              </p14:xfrm>
            </p:contentPart>
          </mc:Choice>
          <mc:Fallback>
            <p:pic>
              <p:nvPicPr>
                <p:cNvPr id="52" name="墨迹 51">
                  <a:extLst>
                    <a:ext uri="{FF2B5EF4-FFF2-40B4-BE49-F238E27FC236}">
                      <a16:creationId xmlns:a16="http://schemas.microsoft.com/office/drawing/2014/main" id="{C6A989B7-DF43-57AE-F054-BEC6751FED91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390489" y="5373319"/>
                  <a:ext cx="1836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9" name="墨迹 58">
                  <a:extLst>
                    <a:ext uri="{FF2B5EF4-FFF2-40B4-BE49-F238E27FC236}">
                      <a16:creationId xmlns:a16="http://schemas.microsoft.com/office/drawing/2014/main" id="{527D9629-0059-72E7-8141-D807C8FD1F7C}"/>
                    </a:ext>
                  </a:extLst>
                </p14:cNvPr>
                <p14:cNvContentPartPr/>
                <p14:nvPr/>
              </p14:nvContentPartPr>
              <p14:xfrm>
                <a:off x="3529729" y="5138599"/>
                <a:ext cx="237240" cy="174240"/>
              </p14:xfrm>
            </p:contentPart>
          </mc:Choice>
          <mc:Fallback>
            <p:pic>
              <p:nvPicPr>
                <p:cNvPr id="59" name="墨迹 58">
                  <a:extLst>
                    <a:ext uri="{FF2B5EF4-FFF2-40B4-BE49-F238E27FC236}">
                      <a16:creationId xmlns:a16="http://schemas.microsoft.com/office/drawing/2014/main" id="{527D9629-0059-72E7-8141-D807C8FD1F7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521089" y="5129959"/>
                  <a:ext cx="2548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4" name="墨迹 53">
                  <a:extLst>
                    <a:ext uri="{FF2B5EF4-FFF2-40B4-BE49-F238E27FC236}">
                      <a16:creationId xmlns:a16="http://schemas.microsoft.com/office/drawing/2014/main" id="{6D3EF1BC-1C5B-C5C3-5CD0-4B13D80FCCCD}"/>
                    </a:ext>
                  </a:extLst>
                </p14:cNvPr>
                <p14:cNvContentPartPr/>
                <p14:nvPr/>
              </p14:nvContentPartPr>
              <p14:xfrm>
                <a:off x="1401409" y="5733319"/>
                <a:ext cx="2661840" cy="30960"/>
              </p14:xfrm>
            </p:contentPart>
          </mc:Choice>
          <mc:Fallback>
            <p:pic>
              <p:nvPicPr>
                <p:cNvPr id="54" name="墨迹 53">
                  <a:extLst>
                    <a:ext uri="{FF2B5EF4-FFF2-40B4-BE49-F238E27FC236}">
                      <a16:creationId xmlns:a16="http://schemas.microsoft.com/office/drawing/2014/main" id="{6D3EF1BC-1C5B-C5C3-5CD0-4B13D80FCCCD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392769" y="5724679"/>
                  <a:ext cx="26794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5" name="墨迹 54">
                  <a:extLst>
                    <a:ext uri="{FF2B5EF4-FFF2-40B4-BE49-F238E27FC236}">
                      <a16:creationId xmlns:a16="http://schemas.microsoft.com/office/drawing/2014/main" id="{8800327A-72CC-A6BC-9305-B4220770F527}"/>
                    </a:ext>
                  </a:extLst>
                </p14:cNvPr>
                <p14:cNvContentPartPr/>
                <p14:nvPr/>
              </p14:nvContentPartPr>
              <p14:xfrm>
                <a:off x="4030129" y="5681119"/>
                <a:ext cx="74520" cy="152280"/>
              </p14:xfrm>
            </p:contentPart>
          </mc:Choice>
          <mc:Fallback>
            <p:pic>
              <p:nvPicPr>
                <p:cNvPr id="55" name="墨迹 54">
                  <a:extLst>
                    <a:ext uri="{FF2B5EF4-FFF2-40B4-BE49-F238E27FC236}">
                      <a16:creationId xmlns:a16="http://schemas.microsoft.com/office/drawing/2014/main" id="{8800327A-72CC-A6BC-9305-B4220770F52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021489" y="5672479"/>
                  <a:ext cx="921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6" name="墨迹 55">
                  <a:extLst>
                    <a:ext uri="{FF2B5EF4-FFF2-40B4-BE49-F238E27FC236}">
                      <a16:creationId xmlns:a16="http://schemas.microsoft.com/office/drawing/2014/main" id="{788B1AE5-C572-827E-68C8-ED52DF260F36}"/>
                    </a:ext>
                  </a:extLst>
                </p14:cNvPr>
                <p14:cNvContentPartPr/>
                <p14:nvPr/>
              </p14:nvContentPartPr>
              <p14:xfrm>
                <a:off x="4286809" y="5718559"/>
                <a:ext cx="78480" cy="360"/>
              </p14:xfrm>
            </p:contentPart>
          </mc:Choice>
          <mc:Fallback>
            <p:pic>
              <p:nvPicPr>
                <p:cNvPr id="56" name="墨迹 55">
                  <a:extLst>
                    <a:ext uri="{FF2B5EF4-FFF2-40B4-BE49-F238E27FC236}">
                      <a16:creationId xmlns:a16="http://schemas.microsoft.com/office/drawing/2014/main" id="{788B1AE5-C572-827E-68C8-ED52DF260F36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278169" y="5709919"/>
                  <a:ext cx="961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7" name="墨迹 56">
                  <a:extLst>
                    <a:ext uri="{FF2B5EF4-FFF2-40B4-BE49-F238E27FC236}">
                      <a16:creationId xmlns:a16="http://schemas.microsoft.com/office/drawing/2014/main" id="{BB684997-5E04-77AC-1673-048C1D98C18D}"/>
                    </a:ext>
                  </a:extLst>
                </p14:cNvPr>
                <p14:cNvContentPartPr/>
                <p14:nvPr/>
              </p14:nvContentPartPr>
              <p14:xfrm>
                <a:off x="4342249" y="5733319"/>
                <a:ext cx="50040" cy="81360"/>
              </p14:xfrm>
            </p:contentPart>
          </mc:Choice>
          <mc:Fallback>
            <p:pic>
              <p:nvPicPr>
                <p:cNvPr id="57" name="墨迹 56">
                  <a:extLst>
                    <a:ext uri="{FF2B5EF4-FFF2-40B4-BE49-F238E27FC236}">
                      <a16:creationId xmlns:a16="http://schemas.microsoft.com/office/drawing/2014/main" id="{BB684997-5E04-77AC-1673-048C1D98C18D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333249" y="5724679"/>
                  <a:ext cx="676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60" name="墨迹 59">
                  <a:extLst>
                    <a:ext uri="{FF2B5EF4-FFF2-40B4-BE49-F238E27FC236}">
                      <a16:creationId xmlns:a16="http://schemas.microsoft.com/office/drawing/2014/main" id="{DE766272-DDF5-718C-C419-1E12013D68C6}"/>
                    </a:ext>
                  </a:extLst>
                </p14:cNvPr>
                <p14:cNvContentPartPr/>
                <p14:nvPr/>
              </p14:nvContentPartPr>
              <p14:xfrm>
                <a:off x="3498769" y="5618479"/>
                <a:ext cx="239760" cy="87120"/>
              </p14:xfrm>
            </p:contentPart>
          </mc:Choice>
          <mc:Fallback>
            <p:pic>
              <p:nvPicPr>
                <p:cNvPr id="60" name="墨迹 59">
                  <a:extLst>
                    <a:ext uri="{FF2B5EF4-FFF2-40B4-BE49-F238E27FC236}">
                      <a16:creationId xmlns:a16="http://schemas.microsoft.com/office/drawing/2014/main" id="{DE766272-DDF5-718C-C419-1E12013D68C6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490129" y="5609839"/>
                  <a:ext cx="25740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61" name="墨迹 60">
                  <a:extLst>
                    <a:ext uri="{FF2B5EF4-FFF2-40B4-BE49-F238E27FC236}">
                      <a16:creationId xmlns:a16="http://schemas.microsoft.com/office/drawing/2014/main" id="{DD08EC71-BEEC-EFD0-F1B8-B1CE8F68427D}"/>
                    </a:ext>
                  </a:extLst>
                </p14:cNvPr>
                <p14:cNvContentPartPr/>
                <p14:nvPr/>
              </p14:nvContentPartPr>
              <p14:xfrm>
                <a:off x="3440089" y="6025639"/>
                <a:ext cx="193320" cy="107640"/>
              </p14:xfrm>
            </p:contentPart>
          </mc:Choice>
          <mc:Fallback>
            <p:pic>
              <p:nvPicPr>
                <p:cNvPr id="61" name="墨迹 60">
                  <a:extLst>
                    <a:ext uri="{FF2B5EF4-FFF2-40B4-BE49-F238E27FC236}">
                      <a16:creationId xmlns:a16="http://schemas.microsoft.com/office/drawing/2014/main" id="{DD08EC71-BEEC-EFD0-F1B8-B1CE8F68427D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431089" y="6016999"/>
                  <a:ext cx="21096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62" name="墨迹 61">
                  <a:extLst>
                    <a:ext uri="{FF2B5EF4-FFF2-40B4-BE49-F238E27FC236}">
                      <a16:creationId xmlns:a16="http://schemas.microsoft.com/office/drawing/2014/main" id="{E833E930-4A3F-B4D5-3448-3BC89062696A}"/>
                    </a:ext>
                  </a:extLst>
                </p14:cNvPr>
                <p14:cNvContentPartPr/>
                <p14:nvPr/>
              </p14:nvContentPartPr>
              <p14:xfrm>
                <a:off x="3356929" y="6333079"/>
                <a:ext cx="194040" cy="195480"/>
              </p14:xfrm>
            </p:contentPart>
          </mc:Choice>
          <mc:Fallback>
            <p:pic>
              <p:nvPicPr>
                <p:cNvPr id="62" name="墨迹 61">
                  <a:extLst>
                    <a:ext uri="{FF2B5EF4-FFF2-40B4-BE49-F238E27FC236}">
                      <a16:creationId xmlns:a16="http://schemas.microsoft.com/office/drawing/2014/main" id="{E833E930-4A3F-B4D5-3448-3BC89062696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348289" y="6324079"/>
                  <a:ext cx="2116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65" name="墨迹 64">
                  <a:extLst>
                    <a:ext uri="{FF2B5EF4-FFF2-40B4-BE49-F238E27FC236}">
                      <a16:creationId xmlns:a16="http://schemas.microsoft.com/office/drawing/2014/main" id="{A00EDB85-1511-5A3E-2CA7-C0AE9A759050}"/>
                    </a:ext>
                  </a:extLst>
                </p14:cNvPr>
                <p14:cNvContentPartPr/>
                <p14:nvPr/>
              </p14:nvContentPartPr>
              <p14:xfrm>
                <a:off x="2974969" y="5268919"/>
                <a:ext cx="120600" cy="183960"/>
              </p14:xfrm>
            </p:contentPart>
          </mc:Choice>
          <mc:Fallback>
            <p:pic>
              <p:nvPicPr>
                <p:cNvPr id="65" name="墨迹 64">
                  <a:extLst>
                    <a:ext uri="{FF2B5EF4-FFF2-40B4-BE49-F238E27FC236}">
                      <a16:creationId xmlns:a16="http://schemas.microsoft.com/office/drawing/2014/main" id="{A00EDB85-1511-5A3E-2CA7-C0AE9A759050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966329" y="5260279"/>
                  <a:ext cx="1382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6" name="墨迹 65">
                  <a:extLst>
                    <a:ext uri="{FF2B5EF4-FFF2-40B4-BE49-F238E27FC236}">
                      <a16:creationId xmlns:a16="http://schemas.microsoft.com/office/drawing/2014/main" id="{D078CF5E-BF3A-A3B4-123E-F9A51F97F194}"/>
                    </a:ext>
                  </a:extLst>
                </p14:cNvPr>
                <p14:cNvContentPartPr/>
                <p14:nvPr/>
              </p14:nvContentPartPr>
              <p14:xfrm>
                <a:off x="3093049" y="5201599"/>
                <a:ext cx="66240" cy="246600"/>
              </p14:xfrm>
            </p:contentPart>
          </mc:Choice>
          <mc:Fallback>
            <p:pic>
              <p:nvPicPr>
                <p:cNvPr id="66" name="墨迹 65">
                  <a:extLst>
                    <a:ext uri="{FF2B5EF4-FFF2-40B4-BE49-F238E27FC236}">
                      <a16:creationId xmlns:a16="http://schemas.microsoft.com/office/drawing/2014/main" id="{D078CF5E-BF3A-A3B4-123E-F9A51F97F19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084049" y="5192599"/>
                  <a:ext cx="8388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7" name="墨迹 66">
                  <a:extLst>
                    <a:ext uri="{FF2B5EF4-FFF2-40B4-BE49-F238E27FC236}">
                      <a16:creationId xmlns:a16="http://schemas.microsoft.com/office/drawing/2014/main" id="{164C5FDD-CDA3-BD1D-2673-DA5225D12D36}"/>
                    </a:ext>
                  </a:extLst>
                </p14:cNvPr>
                <p14:cNvContentPartPr/>
                <p14:nvPr/>
              </p14:nvContentPartPr>
              <p14:xfrm>
                <a:off x="2932849" y="5710999"/>
                <a:ext cx="50400" cy="160560"/>
              </p14:xfrm>
            </p:contentPart>
          </mc:Choice>
          <mc:Fallback>
            <p:pic>
              <p:nvPicPr>
                <p:cNvPr id="67" name="墨迹 66">
                  <a:extLst>
                    <a:ext uri="{FF2B5EF4-FFF2-40B4-BE49-F238E27FC236}">
                      <a16:creationId xmlns:a16="http://schemas.microsoft.com/office/drawing/2014/main" id="{164C5FDD-CDA3-BD1D-2673-DA5225D12D3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923849" y="5701999"/>
                  <a:ext cx="6804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8" name="墨迹 67">
                  <a:extLst>
                    <a:ext uri="{FF2B5EF4-FFF2-40B4-BE49-F238E27FC236}">
                      <a16:creationId xmlns:a16="http://schemas.microsoft.com/office/drawing/2014/main" id="{8A544247-B76F-1691-2032-C4DB73E15206}"/>
                    </a:ext>
                  </a:extLst>
                </p14:cNvPr>
                <p14:cNvContentPartPr/>
                <p14:nvPr/>
              </p14:nvContentPartPr>
              <p14:xfrm>
                <a:off x="2897929" y="5673559"/>
                <a:ext cx="184320" cy="262440"/>
              </p14:xfrm>
            </p:contentPart>
          </mc:Choice>
          <mc:Fallback>
            <p:pic>
              <p:nvPicPr>
                <p:cNvPr id="68" name="墨迹 67">
                  <a:extLst>
                    <a:ext uri="{FF2B5EF4-FFF2-40B4-BE49-F238E27FC236}">
                      <a16:creationId xmlns:a16="http://schemas.microsoft.com/office/drawing/2014/main" id="{8A544247-B76F-1691-2032-C4DB73E15206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2888929" y="5664559"/>
                  <a:ext cx="20196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9" name="墨迹 68">
                  <a:extLst>
                    <a:ext uri="{FF2B5EF4-FFF2-40B4-BE49-F238E27FC236}">
                      <a16:creationId xmlns:a16="http://schemas.microsoft.com/office/drawing/2014/main" id="{B1A03944-41F4-4224-6E82-3CC0293CD572}"/>
                    </a:ext>
                  </a:extLst>
                </p14:cNvPr>
                <p14:cNvContentPartPr/>
                <p14:nvPr/>
              </p14:nvContentPartPr>
              <p14:xfrm>
                <a:off x="2757169" y="6010879"/>
                <a:ext cx="131040" cy="128880"/>
              </p14:xfrm>
            </p:contentPart>
          </mc:Choice>
          <mc:Fallback>
            <p:pic>
              <p:nvPicPr>
                <p:cNvPr id="69" name="墨迹 68">
                  <a:extLst>
                    <a:ext uri="{FF2B5EF4-FFF2-40B4-BE49-F238E27FC236}">
                      <a16:creationId xmlns:a16="http://schemas.microsoft.com/office/drawing/2014/main" id="{B1A03944-41F4-4224-6E82-3CC0293CD572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748169" y="6002239"/>
                  <a:ext cx="1486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72" name="墨迹 71">
                  <a:extLst>
                    <a:ext uri="{FF2B5EF4-FFF2-40B4-BE49-F238E27FC236}">
                      <a16:creationId xmlns:a16="http://schemas.microsoft.com/office/drawing/2014/main" id="{36C877DC-E08A-2B8B-1B17-09550E5343CF}"/>
                    </a:ext>
                  </a:extLst>
                </p14:cNvPr>
                <p14:cNvContentPartPr/>
                <p14:nvPr/>
              </p14:nvContentPartPr>
              <p14:xfrm>
                <a:off x="2785609" y="5051479"/>
                <a:ext cx="1279080" cy="1388520"/>
              </p14:xfrm>
            </p:contentPart>
          </mc:Choice>
          <mc:Fallback>
            <p:pic>
              <p:nvPicPr>
                <p:cNvPr id="72" name="墨迹 71">
                  <a:extLst>
                    <a:ext uri="{FF2B5EF4-FFF2-40B4-BE49-F238E27FC236}">
                      <a16:creationId xmlns:a16="http://schemas.microsoft.com/office/drawing/2014/main" id="{36C877DC-E08A-2B8B-1B17-09550E5343C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776609" y="5042479"/>
                  <a:ext cx="1296720" cy="1406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74" name="墨迹 73">
                <a:extLst>
                  <a:ext uri="{FF2B5EF4-FFF2-40B4-BE49-F238E27FC236}">
                    <a16:creationId xmlns:a16="http://schemas.microsoft.com/office/drawing/2014/main" id="{525D3D06-0358-8318-D55A-D06333761931}"/>
                  </a:ext>
                </a:extLst>
              </p14:cNvPr>
              <p14:cNvContentPartPr/>
              <p14:nvPr/>
            </p14:nvContentPartPr>
            <p14:xfrm>
              <a:off x="4016809" y="5943559"/>
              <a:ext cx="1515600" cy="46080"/>
            </p14:xfrm>
          </p:contentPart>
        </mc:Choice>
        <mc:Fallback>
          <p:pic>
            <p:nvPicPr>
              <p:cNvPr id="74" name="墨迹 73">
                <a:extLst>
                  <a:ext uri="{FF2B5EF4-FFF2-40B4-BE49-F238E27FC236}">
                    <a16:creationId xmlns:a16="http://schemas.microsoft.com/office/drawing/2014/main" id="{525D3D06-0358-8318-D55A-D06333761931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4008169" y="5934559"/>
                <a:ext cx="1533240" cy="6372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组合 79">
            <a:extLst>
              <a:ext uri="{FF2B5EF4-FFF2-40B4-BE49-F238E27FC236}">
                <a16:creationId xmlns:a16="http://schemas.microsoft.com/office/drawing/2014/main" id="{DBEFF626-7209-3481-89AA-A039599366ED}"/>
              </a:ext>
            </a:extLst>
          </p:cNvPr>
          <p:cNvGrpSpPr/>
          <p:nvPr/>
        </p:nvGrpSpPr>
        <p:grpSpPr>
          <a:xfrm>
            <a:off x="5673889" y="5875879"/>
            <a:ext cx="400320" cy="308160"/>
            <a:chOff x="5673889" y="5875879"/>
            <a:chExt cx="400320" cy="30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75" name="墨迹 74">
                  <a:extLst>
                    <a:ext uri="{FF2B5EF4-FFF2-40B4-BE49-F238E27FC236}">
                      <a16:creationId xmlns:a16="http://schemas.microsoft.com/office/drawing/2014/main" id="{241D64FB-FB82-85C1-1980-E7696F658421}"/>
                    </a:ext>
                  </a:extLst>
                </p14:cNvPr>
                <p14:cNvContentPartPr/>
                <p14:nvPr/>
              </p14:nvContentPartPr>
              <p14:xfrm>
                <a:off x="5673889" y="5875879"/>
                <a:ext cx="167400" cy="360"/>
              </p14:xfrm>
            </p:contentPart>
          </mc:Choice>
          <mc:Fallback>
            <p:pic>
              <p:nvPicPr>
                <p:cNvPr id="75" name="墨迹 74">
                  <a:extLst>
                    <a:ext uri="{FF2B5EF4-FFF2-40B4-BE49-F238E27FC236}">
                      <a16:creationId xmlns:a16="http://schemas.microsoft.com/office/drawing/2014/main" id="{241D64FB-FB82-85C1-1980-E7696F65842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664889" y="5866879"/>
                  <a:ext cx="1850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76" name="墨迹 75">
                  <a:extLst>
                    <a:ext uri="{FF2B5EF4-FFF2-40B4-BE49-F238E27FC236}">
                      <a16:creationId xmlns:a16="http://schemas.microsoft.com/office/drawing/2014/main" id="{99ED325A-6D76-DD2B-74D0-6563B9CDDB14}"/>
                    </a:ext>
                  </a:extLst>
                </p14:cNvPr>
                <p14:cNvContentPartPr/>
                <p14:nvPr/>
              </p14:nvContentPartPr>
              <p14:xfrm>
                <a:off x="5698729" y="5883439"/>
                <a:ext cx="155160" cy="177120"/>
              </p14:xfrm>
            </p:contentPart>
          </mc:Choice>
          <mc:Fallback>
            <p:pic>
              <p:nvPicPr>
                <p:cNvPr id="76" name="墨迹 75">
                  <a:extLst>
                    <a:ext uri="{FF2B5EF4-FFF2-40B4-BE49-F238E27FC236}">
                      <a16:creationId xmlns:a16="http://schemas.microsoft.com/office/drawing/2014/main" id="{99ED325A-6D76-DD2B-74D0-6563B9CDDB14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5689729" y="5874799"/>
                  <a:ext cx="1728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7" name="墨迹 76">
                  <a:extLst>
                    <a:ext uri="{FF2B5EF4-FFF2-40B4-BE49-F238E27FC236}">
                      <a16:creationId xmlns:a16="http://schemas.microsoft.com/office/drawing/2014/main" id="{E22E2250-430B-9C1A-1FCA-722C1D74E5BC}"/>
                    </a:ext>
                  </a:extLst>
                </p14:cNvPr>
                <p14:cNvContentPartPr/>
                <p14:nvPr/>
              </p14:nvContentPartPr>
              <p14:xfrm>
                <a:off x="5802769" y="5980639"/>
                <a:ext cx="89280" cy="37800"/>
              </p14:xfrm>
            </p:contentPart>
          </mc:Choice>
          <mc:Fallback>
            <p:pic>
              <p:nvPicPr>
                <p:cNvPr id="77" name="墨迹 76">
                  <a:extLst>
                    <a:ext uri="{FF2B5EF4-FFF2-40B4-BE49-F238E27FC236}">
                      <a16:creationId xmlns:a16="http://schemas.microsoft.com/office/drawing/2014/main" id="{E22E2250-430B-9C1A-1FCA-722C1D74E5BC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793769" y="5971999"/>
                  <a:ext cx="1069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8" name="墨迹 77">
                  <a:extLst>
                    <a:ext uri="{FF2B5EF4-FFF2-40B4-BE49-F238E27FC236}">
                      <a16:creationId xmlns:a16="http://schemas.microsoft.com/office/drawing/2014/main" id="{3B251E3B-65E6-A55D-586D-4EF04348597F}"/>
                    </a:ext>
                  </a:extLst>
                </p14:cNvPr>
                <p14:cNvContentPartPr/>
                <p14:nvPr/>
              </p14:nvContentPartPr>
              <p14:xfrm>
                <a:off x="5853529" y="5958319"/>
                <a:ext cx="127800" cy="225720"/>
              </p14:xfrm>
            </p:contentPart>
          </mc:Choice>
          <mc:Fallback>
            <p:pic>
              <p:nvPicPr>
                <p:cNvPr id="78" name="墨迹 77">
                  <a:extLst>
                    <a:ext uri="{FF2B5EF4-FFF2-40B4-BE49-F238E27FC236}">
                      <a16:creationId xmlns:a16="http://schemas.microsoft.com/office/drawing/2014/main" id="{3B251E3B-65E6-A55D-586D-4EF04348597F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844529" y="5949319"/>
                  <a:ext cx="14544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9" name="墨迹 78">
                  <a:extLst>
                    <a:ext uri="{FF2B5EF4-FFF2-40B4-BE49-F238E27FC236}">
                      <a16:creationId xmlns:a16="http://schemas.microsoft.com/office/drawing/2014/main" id="{BECB6FF8-D55C-1C89-41E0-35FACDC8BAAC}"/>
                    </a:ext>
                  </a:extLst>
                </p14:cNvPr>
                <p14:cNvContentPartPr/>
                <p14:nvPr/>
              </p14:nvContentPartPr>
              <p14:xfrm>
                <a:off x="5966929" y="5980639"/>
                <a:ext cx="107280" cy="113400"/>
              </p14:xfrm>
            </p:contentPart>
          </mc:Choice>
          <mc:Fallback>
            <p:pic>
              <p:nvPicPr>
                <p:cNvPr id="79" name="墨迹 78">
                  <a:extLst>
                    <a:ext uri="{FF2B5EF4-FFF2-40B4-BE49-F238E27FC236}">
                      <a16:creationId xmlns:a16="http://schemas.microsoft.com/office/drawing/2014/main" id="{BECB6FF8-D55C-1C89-41E0-35FACDC8BAAC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958289" y="5971999"/>
                  <a:ext cx="124920" cy="131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941560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E05F50-F8E5-4F4D-AF16-B9F9150C329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 err="1">
                <a:sym typeface="Huawei Sans" panose="020C0503030203020204" pitchFamily="34" charset="0"/>
              </a:rPr>
              <a:t>gRPC</a:t>
            </a:r>
            <a:r>
              <a:rPr lang="zh-CN" altLang="en-US" dirty="0">
                <a:sym typeface="Huawei Sans" panose="020C0503030203020204" pitchFamily="34" charset="0"/>
              </a:rPr>
              <a:t>的模式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 err="1">
                <a:sym typeface="Huawei Sans" panose="020C0503030203020204" pitchFamily="34" charset="0"/>
              </a:rPr>
              <a:t>gRPC</a:t>
            </a:r>
            <a:r>
              <a:rPr lang="zh-CN" altLang="en-US" sz="1800" dirty="0">
                <a:sym typeface="Huawei Sans" panose="020C0503030203020204" pitchFamily="34" charset="0"/>
              </a:rPr>
              <a:t>支持的四种服务（通过</a:t>
            </a:r>
            <a:r>
              <a:rPr lang="en-US" altLang="zh-CN" sz="1800" dirty="0">
                <a:sym typeface="Huawei Sans" panose="020C0503030203020204" pitchFamily="34" charset="0"/>
              </a:rPr>
              <a:t>stream</a:t>
            </a:r>
            <a:r>
              <a:rPr lang="zh-CN" altLang="en-US" sz="1800" dirty="0">
                <a:sym typeface="Huawei Sans" panose="020C0503030203020204" pitchFamily="34" charset="0"/>
              </a:rPr>
              <a:t>区分）</a:t>
            </a:r>
          </a:p>
          <a:p>
            <a:pPr lvl="1"/>
            <a:r>
              <a:rPr lang="zh-CN" altLang="en-US" sz="1600" dirty="0">
                <a:sym typeface="Huawei Sans" panose="020C0503030203020204" pitchFamily="34" charset="0"/>
              </a:rPr>
              <a:t>简单模式：一问一答的简单交互</a:t>
            </a:r>
          </a:p>
          <a:p>
            <a:pPr lvl="2"/>
            <a:r>
              <a:rPr lang="zh-CN" altLang="en-US" sz="1400" dirty="0">
                <a:sym typeface="Huawei Sans" panose="020C0503030203020204" pitchFamily="34" charset="0"/>
              </a:rPr>
              <a:t>例如：</a:t>
            </a:r>
            <a:r>
              <a:rPr lang="en-US" altLang="zh-CN" sz="1400" dirty="0" err="1">
                <a:sym typeface="Huawei Sans" panose="020C0503030203020204" pitchFamily="34" charset="0"/>
              </a:rPr>
              <a:t>rpc</a:t>
            </a:r>
            <a:r>
              <a:rPr lang="en-US" altLang="zh-CN" sz="1400" dirty="0">
                <a:sym typeface="Huawei Sans" panose="020C0503030203020204" pitchFamily="34" charset="0"/>
              </a:rPr>
              <a:t> Cancel(</a:t>
            </a:r>
            <a:r>
              <a:rPr lang="en-US" altLang="zh-CN" sz="1400" dirty="0" err="1">
                <a:sym typeface="Huawei Sans" panose="020C0503030203020204" pitchFamily="34" charset="0"/>
              </a:rPr>
              <a:t>CancelArgs</a:t>
            </a:r>
            <a:r>
              <a:rPr lang="en-US" altLang="zh-CN" sz="1400" dirty="0">
                <a:sym typeface="Huawei Sans" panose="020C0503030203020204" pitchFamily="34" charset="0"/>
              </a:rPr>
              <a:t>) returns(</a:t>
            </a:r>
            <a:r>
              <a:rPr lang="en-US" altLang="zh-CN" sz="1400" dirty="0" err="1">
                <a:sym typeface="Huawei Sans" panose="020C0503030203020204" pitchFamily="34" charset="0"/>
              </a:rPr>
              <a:t>CancelReply</a:t>
            </a:r>
            <a:r>
              <a:rPr lang="en-US" altLang="zh-CN" sz="1400" dirty="0">
                <a:sym typeface="Huawei Sans" panose="020C0503030203020204" pitchFamily="34" charset="0"/>
              </a:rPr>
              <a:t>) {};</a:t>
            </a:r>
          </a:p>
          <a:p>
            <a:pPr lvl="1"/>
            <a:r>
              <a:rPr lang="zh-CN" altLang="en-US" sz="1600" dirty="0">
                <a:sym typeface="Huawei Sans" panose="020C0503030203020204" pitchFamily="34" charset="0"/>
              </a:rPr>
              <a:t>服务端流模式：客户端发送一个请求，服务端不断返回数据给客户端</a:t>
            </a:r>
          </a:p>
          <a:p>
            <a:pPr lvl="2"/>
            <a:r>
              <a:rPr lang="zh-CN" altLang="en-US" sz="1400" dirty="0">
                <a:sym typeface="Huawei Sans" panose="020C0503030203020204" pitchFamily="34" charset="0"/>
              </a:rPr>
              <a:t>例如：</a:t>
            </a:r>
            <a:r>
              <a:rPr lang="en-US" altLang="zh-CN" sz="1400" dirty="0" err="1">
                <a:sym typeface="Huawei Sans" panose="020C0503030203020204" pitchFamily="34" charset="0"/>
              </a:rPr>
              <a:t>rpc</a:t>
            </a:r>
            <a:r>
              <a:rPr lang="en-US" altLang="zh-CN" sz="1400" dirty="0">
                <a:sym typeface="Huawei Sans" panose="020C0503030203020204" pitchFamily="34" charset="0"/>
              </a:rPr>
              <a:t> Subscribe(</a:t>
            </a:r>
            <a:r>
              <a:rPr lang="en-US" altLang="zh-CN" sz="1400" dirty="0" err="1">
                <a:sym typeface="Huawei Sans" panose="020C0503030203020204" pitchFamily="34" charset="0"/>
              </a:rPr>
              <a:t>SubsArgs</a:t>
            </a:r>
            <a:r>
              <a:rPr lang="en-US" altLang="zh-CN" sz="1400" dirty="0">
                <a:sym typeface="Huawei Sans" panose="020C0503030203020204" pitchFamily="34" charset="0"/>
              </a:rPr>
              <a:t>) returns(stream </a:t>
            </a:r>
            <a:r>
              <a:rPr lang="en-US" altLang="zh-CN" sz="1400" dirty="0" err="1">
                <a:sym typeface="Huawei Sans" panose="020C0503030203020204" pitchFamily="34" charset="0"/>
              </a:rPr>
              <a:t>SubsReply</a:t>
            </a:r>
            <a:r>
              <a:rPr lang="en-US" altLang="zh-CN" sz="1400" dirty="0">
                <a:sym typeface="Huawei Sans" panose="020C0503030203020204" pitchFamily="34" charset="0"/>
              </a:rPr>
              <a:t>) {};</a:t>
            </a:r>
          </a:p>
          <a:p>
            <a:pPr lvl="1"/>
            <a:r>
              <a:rPr lang="zh-CN" altLang="en-US" sz="1600" dirty="0">
                <a:sym typeface="Huawei Sans" panose="020C0503030203020204" pitchFamily="34" charset="0"/>
              </a:rPr>
              <a:t>客户端流模式：客户端不断向服务端推送数据，并等待服务端返回应答</a:t>
            </a:r>
          </a:p>
          <a:p>
            <a:pPr lvl="2"/>
            <a:r>
              <a:rPr lang="zh-CN" altLang="en-US" sz="1400" dirty="0">
                <a:sym typeface="Huawei Sans" panose="020C0503030203020204" pitchFamily="34" charset="0"/>
              </a:rPr>
              <a:t>例如：</a:t>
            </a:r>
            <a:r>
              <a:rPr lang="en-US" altLang="zh-CN" sz="1400" dirty="0" err="1">
                <a:sym typeface="Huawei Sans" panose="020C0503030203020204" pitchFamily="34" charset="0"/>
              </a:rPr>
              <a:t>rpc</a:t>
            </a:r>
            <a:r>
              <a:rPr lang="en-US" altLang="zh-CN" sz="1400" dirty="0">
                <a:sym typeface="Huawei Sans" panose="020C0503030203020204" pitchFamily="34" charset="0"/>
              </a:rPr>
              <a:t> </a:t>
            </a:r>
            <a:r>
              <a:rPr lang="en-US" altLang="zh-CN" sz="1400" dirty="0" err="1">
                <a:sym typeface="Huawei Sans" panose="020C0503030203020204" pitchFamily="34" charset="0"/>
              </a:rPr>
              <a:t>LotsOfGreetings</a:t>
            </a:r>
            <a:r>
              <a:rPr lang="en-US" altLang="zh-CN" sz="1400" dirty="0">
                <a:sym typeface="Huawei Sans" panose="020C0503030203020204" pitchFamily="34" charset="0"/>
              </a:rPr>
              <a:t>(stream </a:t>
            </a:r>
            <a:r>
              <a:rPr lang="en-US" altLang="zh-CN" sz="1400" dirty="0" err="1">
                <a:sym typeface="Huawei Sans" panose="020C0503030203020204" pitchFamily="34" charset="0"/>
              </a:rPr>
              <a:t>HelloRequest</a:t>
            </a:r>
            <a:r>
              <a:rPr lang="en-US" altLang="zh-CN" sz="1400" dirty="0">
                <a:sym typeface="Huawei Sans" panose="020C0503030203020204" pitchFamily="34" charset="0"/>
              </a:rPr>
              <a:t>) returns (</a:t>
            </a:r>
            <a:r>
              <a:rPr lang="en-US" altLang="zh-CN" sz="1400" dirty="0" err="1">
                <a:sym typeface="Huawei Sans" panose="020C0503030203020204" pitchFamily="34" charset="0"/>
              </a:rPr>
              <a:t>HelloResponse</a:t>
            </a:r>
            <a:r>
              <a:rPr lang="en-US" altLang="zh-CN" sz="1400" dirty="0">
                <a:sym typeface="Huawei Sans" panose="020C0503030203020204" pitchFamily="34" charset="0"/>
              </a:rPr>
              <a:t>) {};</a:t>
            </a:r>
          </a:p>
          <a:p>
            <a:pPr lvl="1"/>
            <a:r>
              <a:rPr lang="zh-CN" altLang="en-US" sz="1600" dirty="0">
                <a:sym typeface="Huawei Sans" panose="020C0503030203020204" pitchFamily="34" charset="0"/>
              </a:rPr>
              <a:t>双向流模式：客户端和服务端都可以发送一系列消息</a:t>
            </a:r>
          </a:p>
          <a:p>
            <a:pPr lvl="2"/>
            <a:r>
              <a:rPr lang="zh-CN" altLang="en-US" sz="1400" dirty="0">
                <a:sym typeface="Huawei Sans" panose="020C0503030203020204" pitchFamily="34" charset="0"/>
              </a:rPr>
              <a:t>例如：</a:t>
            </a:r>
            <a:r>
              <a:rPr lang="en-US" altLang="zh-CN" sz="1400" dirty="0" err="1">
                <a:sym typeface="Huawei Sans" panose="020C0503030203020204" pitchFamily="34" charset="0"/>
              </a:rPr>
              <a:t>rpc</a:t>
            </a:r>
            <a:r>
              <a:rPr lang="en-US" altLang="zh-CN" sz="1400" dirty="0">
                <a:sym typeface="Huawei Sans" panose="020C0503030203020204" pitchFamily="34" charset="0"/>
              </a:rPr>
              <a:t> </a:t>
            </a:r>
            <a:r>
              <a:rPr lang="en-US" altLang="zh-CN" sz="1400" dirty="0" err="1">
                <a:sym typeface="Huawei Sans" panose="020C0503030203020204" pitchFamily="34" charset="0"/>
              </a:rPr>
              <a:t>dataPublish</a:t>
            </a:r>
            <a:r>
              <a:rPr lang="en-US" altLang="zh-CN" sz="1400" dirty="0">
                <a:sym typeface="Huawei Sans" panose="020C0503030203020204" pitchFamily="34" charset="0"/>
              </a:rPr>
              <a:t>(stream </a:t>
            </a:r>
            <a:r>
              <a:rPr lang="en-US" altLang="zh-CN" sz="1400" dirty="0" err="1">
                <a:sym typeface="Huawei Sans" panose="020C0503030203020204" pitchFamily="34" charset="0"/>
              </a:rPr>
              <a:t>serviceArgs</a:t>
            </a:r>
            <a:r>
              <a:rPr lang="en-US" altLang="zh-CN" sz="1400" dirty="0">
                <a:sym typeface="Huawei Sans" panose="020C0503030203020204" pitchFamily="34" charset="0"/>
              </a:rPr>
              <a:t>) returns(stream </a:t>
            </a:r>
            <a:r>
              <a:rPr lang="en-US" altLang="zh-CN" sz="1400" dirty="0" err="1">
                <a:sym typeface="Huawei Sans" panose="020C0503030203020204" pitchFamily="34" charset="0"/>
              </a:rPr>
              <a:t>serviceArgs</a:t>
            </a:r>
            <a:r>
              <a:rPr lang="en-US" altLang="zh-CN" sz="1400" dirty="0">
                <a:sym typeface="Huawei Sans" panose="020C0503030203020204" pitchFamily="34" charset="0"/>
              </a:rPr>
              <a:t>) {};</a:t>
            </a: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29" name="文本占位符 3"/>
          <p:cNvSpPr txBox="1">
            <a:spLocks/>
          </p:cNvSpPr>
          <p:nvPr/>
        </p:nvSpPr>
        <p:spPr bwMode="gray">
          <a:xfrm>
            <a:off x="468317" y="1245063"/>
            <a:ext cx="11276183" cy="4680000"/>
          </a:xfrm>
          <a:prstGeom prst="rect">
            <a:avLst/>
          </a:prstGeom>
        </p:spPr>
        <p:txBody>
          <a:bodyPr/>
          <a:lstStyle>
            <a:lvl1pPr marL="302279" indent="-302279" algn="l" defTabSz="914034" rtl="0" eaLnBrk="1" latinLnBrk="0" hangingPunct="1">
              <a:lnSpc>
                <a:spcPct val="140000"/>
              </a:lnSpc>
              <a:spcBef>
                <a:spcPts val="792"/>
              </a:spcBef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0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" name="燕尾形 27">
            <a:extLst>
              <a:ext uri="{FF2B5EF4-FFF2-40B4-BE49-F238E27FC236}">
                <a16:creationId xmlns:a16="http://schemas.microsoft.com/office/drawing/2014/main" id="{178DA290-551B-48C7-AD29-D92C57541F4D}"/>
              </a:ext>
            </a:extLst>
          </p:cNvPr>
          <p:cNvSpPr/>
          <p:nvPr/>
        </p:nvSpPr>
        <p:spPr bwMode="gray">
          <a:xfrm>
            <a:off x="10835310" y="124239"/>
            <a:ext cx="91219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数据推送</a:t>
            </a:r>
            <a:endParaRPr lang="en-US" altLang="zh-CN" sz="12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" name="燕尾形 27">
            <a:extLst>
              <a:ext uri="{FF2B5EF4-FFF2-40B4-BE49-F238E27FC236}">
                <a16:creationId xmlns:a16="http://schemas.microsoft.com/office/drawing/2014/main" id="{59E12A5D-2A60-4046-84E2-6E08AB5684E2}"/>
              </a:ext>
            </a:extLst>
          </p:cNvPr>
          <p:cNvSpPr/>
          <p:nvPr/>
        </p:nvSpPr>
        <p:spPr bwMode="gray">
          <a:xfrm>
            <a:off x="9992932" y="124239"/>
            <a:ext cx="91219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数据生成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" name="燕尾形 27">
            <a:extLst>
              <a:ext uri="{FF2B5EF4-FFF2-40B4-BE49-F238E27FC236}">
                <a16:creationId xmlns:a16="http://schemas.microsoft.com/office/drawing/2014/main" id="{C05201DC-B48F-4CCE-B9CF-C5B5668A42D5}"/>
              </a:ext>
            </a:extLst>
          </p:cNvPr>
          <p:cNvSpPr/>
          <p:nvPr/>
        </p:nvSpPr>
        <p:spPr bwMode="gray">
          <a:xfrm>
            <a:off x="9150553" y="124239"/>
            <a:ext cx="912190" cy="21240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数据订阅</a:t>
            </a:r>
            <a:endParaRPr lang="en-US" altLang="zh-CN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14" name="五边形 13"/>
          <p:cNvSpPr/>
          <p:nvPr/>
        </p:nvSpPr>
        <p:spPr bwMode="gray">
          <a:xfrm>
            <a:off x="8407119" y="119698"/>
            <a:ext cx="813245" cy="21240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数据源</a:t>
            </a:r>
          </a:p>
        </p:txBody>
      </p:sp>
    </p:spTree>
    <p:extLst>
      <p:ext uri="{BB962C8B-B14F-4D97-AF65-F5344CB8AC3E}">
        <p14:creationId xmlns:p14="http://schemas.microsoft.com/office/powerpoint/2010/main" val="12688866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梯形 171">
            <a:extLst>
              <a:ext uri="{FF2B5EF4-FFF2-40B4-BE49-F238E27FC236}">
                <a16:creationId xmlns:a16="http://schemas.microsoft.com/office/drawing/2014/main" id="{44FE42BA-B273-4C39-9A24-518BBC6B2547}"/>
              </a:ext>
            </a:extLst>
          </p:cNvPr>
          <p:cNvSpPr/>
          <p:nvPr/>
        </p:nvSpPr>
        <p:spPr bwMode="gray">
          <a:xfrm>
            <a:off x="4256717" y="4337454"/>
            <a:ext cx="5601959" cy="838726"/>
          </a:xfrm>
          <a:custGeom>
            <a:avLst/>
            <a:gdLst>
              <a:gd name="connsiteX0" fmla="*/ 0 w 2756437"/>
              <a:gd name="connsiteY0" fmla="*/ 635526 h 635526"/>
              <a:gd name="connsiteX1" fmla="*/ 481341 w 2756437"/>
              <a:gd name="connsiteY1" fmla="*/ 0 h 635526"/>
              <a:gd name="connsiteX2" fmla="*/ 2275096 w 2756437"/>
              <a:gd name="connsiteY2" fmla="*/ 0 h 635526"/>
              <a:gd name="connsiteX3" fmla="*/ 2756437 w 2756437"/>
              <a:gd name="connsiteY3" fmla="*/ 635526 h 635526"/>
              <a:gd name="connsiteX4" fmla="*/ 0 w 2756437"/>
              <a:gd name="connsiteY4" fmla="*/ 635526 h 635526"/>
              <a:gd name="connsiteX0" fmla="*/ 0 w 2705637"/>
              <a:gd name="connsiteY0" fmla="*/ 330726 h 635526"/>
              <a:gd name="connsiteX1" fmla="*/ 430541 w 2705637"/>
              <a:gd name="connsiteY1" fmla="*/ 0 h 635526"/>
              <a:gd name="connsiteX2" fmla="*/ 2224296 w 2705637"/>
              <a:gd name="connsiteY2" fmla="*/ 0 h 635526"/>
              <a:gd name="connsiteX3" fmla="*/ 2705637 w 2705637"/>
              <a:gd name="connsiteY3" fmla="*/ 635526 h 635526"/>
              <a:gd name="connsiteX4" fmla="*/ 0 w 2705637"/>
              <a:gd name="connsiteY4" fmla="*/ 330726 h 635526"/>
              <a:gd name="connsiteX0" fmla="*/ 0 w 2224296"/>
              <a:gd name="connsiteY0" fmla="*/ 330726 h 965726"/>
              <a:gd name="connsiteX1" fmla="*/ 430541 w 2224296"/>
              <a:gd name="connsiteY1" fmla="*/ 0 h 965726"/>
              <a:gd name="connsiteX2" fmla="*/ 2224296 w 2224296"/>
              <a:gd name="connsiteY2" fmla="*/ 0 h 965726"/>
              <a:gd name="connsiteX3" fmla="*/ 537 w 2224296"/>
              <a:gd name="connsiteY3" fmla="*/ 965726 h 965726"/>
              <a:gd name="connsiteX4" fmla="*/ 0 w 2224296"/>
              <a:gd name="connsiteY4" fmla="*/ 330726 h 965726"/>
              <a:gd name="connsiteX0" fmla="*/ 0 w 2224296"/>
              <a:gd name="connsiteY0" fmla="*/ 1562626 h 2197626"/>
              <a:gd name="connsiteX1" fmla="*/ 1840241 w 2224296"/>
              <a:gd name="connsiteY1" fmla="*/ 0 h 2197626"/>
              <a:gd name="connsiteX2" fmla="*/ 2224296 w 2224296"/>
              <a:gd name="connsiteY2" fmla="*/ 1231900 h 2197626"/>
              <a:gd name="connsiteX3" fmla="*/ 537 w 2224296"/>
              <a:gd name="connsiteY3" fmla="*/ 2197626 h 2197626"/>
              <a:gd name="connsiteX4" fmla="*/ 0 w 2224296"/>
              <a:gd name="connsiteY4" fmla="*/ 1562626 h 2197626"/>
              <a:gd name="connsiteX0" fmla="*/ 0 w 1919496"/>
              <a:gd name="connsiteY0" fmla="*/ 1562626 h 2197626"/>
              <a:gd name="connsiteX1" fmla="*/ 1840241 w 1919496"/>
              <a:gd name="connsiteY1" fmla="*/ 0 h 2197626"/>
              <a:gd name="connsiteX2" fmla="*/ 1919496 w 1919496"/>
              <a:gd name="connsiteY2" fmla="*/ 520700 h 2197626"/>
              <a:gd name="connsiteX3" fmla="*/ 537 w 1919496"/>
              <a:gd name="connsiteY3" fmla="*/ 2197626 h 2197626"/>
              <a:gd name="connsiteX4" fmla="*/ 0 w 1919496"/>
              <a:gd name="connsiteY4" fmla="*/ 1562626 h 2197626"/>
              <a:gd name="connsiteX0" fmla="*/ 75663 w 1995159"/>
              <a:gd name="connsiteY0" fmla="*/ 1562626 h 2261126"/>
              <a:gd name="connsiteX1" fmla="*/ 1915904 w 1995159"/>
              <a:gd name="connsiteY1" fmla="*/ 0 h 2261126"/>
              <a:gd name="connsiteX2" fmla="*/ 1995159 w 1995159"/>
              <a:gd name="connsiteY2" fmla="*/ 520700 h 2261126"/>
              <a:gd name="connsiteX3" fmla="*/ 0 w 1995159"/>
              <a:gd name="connsiteY3" fmla="*/ 2261126 h 2261126"/>
              <a:gd name="connsiteX4" fmla="*/ 75663 w 1995159"/>
              <a:gd name="connsiteY4" fmla="*/ 1562626 h 2261126"/>
              <a:gd name="connsiteX0" fmla="*/ 12163 w 1995159"/>
              <a:gd name="connsiteY0" fmla="*/ 1511826 h 2261126"/>
              <a:gd name="connsiteX1" fmla="*/ 1915904 w 1995159"/>
              <a:gd name="connsiteY1" fmla="*/ 0 h 2261126"/>
              <a:gd name="connsiteX2" fmla="*/ 1995159 w 1995159"/>
              <a:gd name="connsiteY2" fmla="*/ 520700 h 2261126"/>
              <a:gd name="connsiteX3" fmla="*/ 0 w 1995159"/>
              <a:gd name="connsiteY3" fmla="*/ 2261126 h 2261126"/>
              <a:gd name="connsiteX4" fmla="*/ 12163 w 1995159"/>
              <a:gd name="connsiteY4" fmla="*/ 1511826 h 2261126"/>
              <a:gd name="connsiteX0" fmla="*/ 12163 w 5601959"/>
              <a:gd name="connsiteY0" fmla="*/ 1511826 h 2261126"/>
              <a:gd name="connsiteX1" fmla="*/ 1915904 w 5601959"/>
              <a:gd name="connsiteY1" fmla="*/ 0 h 2261126"/>
              <a:gd name="connsiteX2" fmla="*/ 5601959 w 5601959"/>
              <a:gd name="connsiteY2" fmla="*/ 1917700 h 2261126"/>
              <a:gd name="connsiteX3" fmla="*/ 0 w 5601959"/>
              <a:gd name="connsiteY3" fmla="*/ 2261126 h 2261126"/>
              <a:gd name="connsiteX4" fmla="*/ 12163 w 5601959"/>
              <a:gd name="connsiteY4" fmla="*/ 1511826 h 2261126"/>
              <a:gd name="connsiteX0" fmla="*/ 12163 w 5601959"/>
              <a:gd name="connsiteY0" fmla="*/ 89426 h 838726"/>
              <a:gd name="connsiteX1" fmla="*/ 5535404 w 5601959"/>
              <a:gd name="connsiteY1" fmla="*/ 0 h 838726"/>
              <a:gd name="connsiteX2" fmla="*/ 5601959 w 5601959"/>
              <a:gd name="connsiteY2" fmla="*/ 495300 h 838726"/>
              <a:gd name="connsiteX3" fmla="*/ 0 w 5601959"/>
              <a:gd name="connsiteY3" fmla="*/ 838726 h 838726"/>
              <a:gd name="connsiteX4" fmla="*/ 12163 w 5601959"/>
              <a:gd name="connsiteY4" fmla="*/ 89426 h 838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01959" h="838726">
                <a:moveTo>
                  <a:pt x="12163" y="89426"/>
                </a:moveTo>
                <a:lnTo>
                  <a:pt x="5535404" y="0"/>
                </a:lnTo>
                <a:lnTo>
                  <a:pt x="5601959" y="495300"/>
                </a:lnTo>
                <a:lnTo>
                  <a:pt x="0" y="838726"/>
                </a:lnTo>
                <a:lnTo>
                  <a:pt x="12163" y="89426"/>
                </a:lnTo>
                <a:close/>
              </a:path>
            </a:pathLst>
          </a:custGeom>
          <a:gradFill flip="none" rotWithShape="1">
            <a:gsLst>
              <a:gs pos="47000">
                <a:schemeClr val="bg1"/>
              </a:gs>
              <a:gs pos="100000">
                <a:srgbClr val="56C4D2"/>
              </a:gs>
            </a:gsLst>
            <a:lin ang="10800000" scaled="1"/>
            <a:tileRect/>
          </a:gradFill>
          <a:ln>
            <a:solidFill>
              <a:srgbClr val="FFFF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7E05F50-F8E5-4F4D-AF16-B9F9150C329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>
                <a:sym typeface="Huawei Sans" panose="020C0503030203020204" pitchFamily="34" charset="0"/>
              </a:rPr>
              <a:t>Telemetry</a:t>
            </a:r>
            <a:r>
              <a:rPr lang="zh-CN" altLang="en-US">
                <a:sym typeface="Huawei Sans" panose="020C0503030203020204" pitchFamily="34" charset="0"/>
              </a:rPr>
              <a:t>数据生成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600" dirty="0">
                <a:sym typeface="Huawei Sans" panose="020C0503030203020204" pitchFamily="34" charset="0"/>
              </a:rPr>
              <a:t>Telemetry</a:t>
            </a:r>
            <a:r>
              <a:rPr lang="zh-CN" altLang="en-US" sz="1600" dirty="0">
                <a:sym typeface="Huawei Sans" panose="020C0503030203020204" pitchFamily="34" charset="0"/>
              </a:rPr>
              <a:t>数据生成采用</a:t>
            </a:r>
            <a:r>
              <a:rPr lang="en-US" altLang="zh-CN" sz="1600" dirty="0">
                <a:sym typeface="Huawei Sans" panose="020C0503030203020204" pitchFamily="34" charset="0"/>
              </a:rPr>
              <a:t>GPB</a:t>
            </a:r>
            <a:r>
              <a:rPr lang="zh-CN" altLang="en-US" sz="1600" dirty="0">
                <a:sym typeface="Huawei Sans" panose="020C0503030203020204" pitchFamily="34" charset="0"/>
              </a:rPr>
              <a:t>（</a:t>
            </a:r>
            <a:r>
              <a:rPr lang="en-US" altLang="zh-CN" sz="1600" dirty="0">
                <a:sym typeface="Huawei Sans" panose="020C0503030203020204" pitchFamily="34" charset="0"/>
              </a:rPr>
              <a:t>Google Protocol Buffers</a:t>
            </a:r>
            <a:r>
              <a:rPr lang="zh-CN" altLang="en-US" sz="1600" dirty="0">
                <a:sym typeface="Huawei Sans" panose="020C0503030203020204" pitchFamily="34" charset="0"/>
              </a:rPr>
              <a:t>）编码。</a:t>
            </a:r>
            <a:r>
              <a:rPr lang="en-US" altLang="zh-CN" sz="1600" dirty="0">
                <a:sym typeface="Huawei Sans" panose="020C0503030203020204" pitchFamily="34" charset="0"/>
              </a:rPr>
              <a:t>GPB</a:t>
            </a:r>
            <a:r>
              <a:rPr lang="zh-CN" altLang="en-US" sz="1600" dirty="0">
                <a:sym typeface="Huawei Sans" panose="020C0503030203020204" pitchFamily="34" charset="0"/>
              </a:rPr>
              <a:t>编码提供了一种灵活、高效、自动序列化结构数据的机制。</a:t>
            </a:r>
            <a:r>
              <a:rPr lang="en-US" altLang="zh-CN" sz="1600" dirty="0">
                <a:sym typeface="Huawei Sans" panose="020C0503030203020204" pitchFamily="34" charset="0"/>
              </a:rPr>
              <a:t>GPB</a:t>
            </a:r>
            <a:r>
              <a:rPr lang="zh-CN" altLang="en-US" sz="1600" dirty="0">
                <a:sym typeface="Huawei Sans" panose="020C0503030203020204" pitchFamily="34" charset="0"/>
              </a:rPr>
              <a:t>与</a:t>
            </a:r>
            <a:r>
              <a:rPr lang="en-US" altLang="zh-CN" sz="1600" dirty="0">
                <a:sym typeface="Huawei Sans" panose="020C0503030203020204" pitchFamily="34" charset="0"/>
              </a:rPr>
              <a:t>XML</a:t>
            </a:r>
            <a:r>
              <a:rPr lang="zh-CN" altLang="en-US" sz="1600" dirty="0">
                <a:sym typeface="Huawei Sans" panose="020C0503030203020204" pitchFamily="34" charset="0"/>
              </a:rPr>
              <a:t>、</a:t>
            </a:r>
            <a:r>
              <a:rPr lang="en-US" altLang="zh-CN" sz="1600" dirty="0">
                <a:sym typeface="Huawei Sans" panose="020C0503030203020204" pitchFamily="34" charset="0"/>
              </a:rPr>
              <a:t>JSON</a:t>
            </a:r>
            <a:r>
              <a:rPr lang="zh-CN" altLang="en-US" sz="1600" dirty="0">
                <a:sym typeface="Huawei Sans" panose="020C0503030203020204" pitchFamily="34" charset="0"/>
              </a:rPr>
              <a:t>编码类似，不同之处在于</a:t>
            </a:r>
            <a:r>
              <a:rPr lang="en-US" altLang="zh-CN" sz="1600" dirty="0">
                <a:sym typeface="Huawei Sans" panose="020C0503030203020204" pitchFamily="34" charset="0"/>
              </a:rPr>
              <a:t>GPB</a:t>
            </a:r>
            <a:r>
              <a:rPr lang="zh-CN" altLang="en-US" sz="1600" dirty="0">
                <a:sym typeface="Huawei Sans" panose="020C0503030203020204" pitchFamily="34" charset="0"/>
              </a:rPr>
              <a:t>是一种二进制编码，性能更高。</a:t>
            </a:r>
          </a:p>
          <a:p>
            <a:endParaRPr lang="zh-CN" altLang="en-US" sz="1600" dirty="0">
              <a:sym typeface="Huawei Sans" panose="020C0503030203020204" pitchFamily="34" charset="0"/>
            </a:endParaRPr>
          </a:p>
        </p:txBody>
      </p:sp>
      <p:grpSp>
        <p:nvGrpSpPr>
          <p:cNvPr id="139" name="组合 138">
            <a:extLst>
              <a:ext uri="{FF2B5EF4-FFF2-40B4-BE49-F238E27FC236}">
                <a16:creationId xmlns:a16="http://schemas.microsoft.com/office/drawing/2014/main" id="{96FFB951-295B-4C78-BAB8-E846F885E2E6}"/>
              </a:ext>
            </a:extLst>
          </p:cNvPr>
          <p:cNvGrpSpPr/>
          <p:nvPr/>
        </p:nvGrpSpPr>
        <p:grpSpPr bwMode="gray">
          <a:xfrm>
            <a:off x="6803079" y="2642112"/>
            <a:ext cx="3855299" cy="3336581"/>
            <a:chOff x="1162192" y="2762345"/>
            <a:chExt cx="3855299" cy="3336581"/>
          </a:xfrm>
        </p:grpSpPr>
        <p:sp>
          <p:nvSpPr>
            <p:cNvPr id="140" name="矩形 139">
              <a:extLst>
                <a:ext uri="{FF2B5EF4-FFF2-40B4-BE49-F238E27FC236}">
                  <a16:creationId xmlns:a16="http://schemas.microsoft.com/office/drawing/2014/main" id="{F00AE527-7BFF-4455-86D9-6D013AD06470}"/>
                </a:ext>
              </a:extLst>
            </p:cNvPr>
            <p:cNvSpPr/>
            <p:nvPr/>
          </p:nvSpPr>
          <p:spPr bwMode="gray">
            <a:xfrm>
              <a:off x="2155633" y="3904291"/>
              <a:ext cx="2816618" cy="48976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YANG Models</a:t>
              </a:r>
              <a:endPara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41" name="矩形 140">
              <a:extLst>
                <a:ext uri="{FF2B5EF4-FFF2-40B4-BE49-F238E27FC236}">
                  <a16:creationId xmlns:a16="http://schemas.microsoft.com/office/drawing/2014/main" id="{A4E155B2-E4A5-47D2-A1C0-66EA28BA81C1}"/>
                </a:ext>
              </a:extLst>
            </p:cNvPr>
            <p:cNvSpPr/>
            <p:nvPr/>
          </p:nvSpPr>
          <p:spPr bwMode="gray">
            <a:xfrm>
              <a:off x="2155633" y="5609159"/>
              <a:ext cx="811637" cy="48976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SSH</a:t>
              </a:r>
              <a:endPara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42" name="矩形 141">
              <a:extLst>
                <a:ext uri="{FF2B5EF4-FFF2-40B4-BE49-F238E27FC236}">
                  <a16:creationId xmlns:a16="http://schemas.microsoft.com/office/drawing/2014/main" id="{57B19D92-FAC8-40AB-AA08-8F1DB493D733}"/>
                </a:ext>
              </a:extLst>
            </p:cNvPr>
            <p:cNvSpPr/>
            <p:nvPr/>
          </p:nvSpPr>
          <p:spPr bwMode="gray">
            <a:xfrm>
              <a:off x="2155633" y="4459183"/>
              <a:ext cx="811637" cy="48976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XML</a:t>
              </a:r>
              <a:endPara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43" name="矩形 142">
              <a:extLst>
                <a:ext uri="{FF2B5EF4-FFF2-40B4-BE49-F238E27FC236}">
                  <a16:creationId xmlns:a16="http://schemas.microsoft.com/office/drawing/2014/main" id="{C5444FF4-0AFA-4A93-8308-6D5E9832CBC8}"/>
                </a:ext>
              </a:extLst>
            </p:cNvPr>
            <p:cNvSpPr/>
            <p:nvPr/>
          </p:nvSpPr>
          <p:spPr bwMode="gray">
            <a:xfrm>
              <a:off x="2155633" y="5033972"/>
              <a:ext cx="811637" cy="48976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NETCONF</a:t>
              </a:r>
              <a:endPara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44" name="矩形 143">
              <a:extLst>
                <a:ext uri="{FF2B5EF4-FFF2-40B4-BE49-F238E27FC236}">
                  <a16:creationId xmlns:a16="http://schemas.microsoft.com/office/drawing/2014/main" id="{9442EF59-AE9A-4A9A-9632-3831B3A3E7A6}"/>
                </a:ext>
              </a:extLst>
            </p:cNvPr>
            <p:cNvSpPr/>
            <p:nvPr/>
          </p:nvSpPr>
          <p:spPr bwMode="gray">
            <a:xfrm>
              <a:off x="3149074" y="5609159"/>
              <a:ext cx="1830317" cy="48976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HTTP</a:t>
              </a:r>
              <a:endPara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45" name="矩形 144">
              <a:extLst>
                <a:ext uri="{FF2B5EF4-FFF2-40B4-BE49-F238E27FC236}">
                  <a16:creationId xmlns:a16="http://schemas.microsoft.com/office/drawing/2014/main" id="{35810373-5C93-4A32-A8BA-B502FBAAF805}"/>
                </a:ext>
              </a:extLst>
            </p:cNvPr>
            <p:cNvSpPr/>
            <p:nvPr/>
          </p:nvSpPr>
          <p:spPr bwMode="gray">
            <a:xfrm>
              <a:off x="3149074" y="4459183"/>
              <a:ext cx="811637" cy="48976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JSON</a:t>
              </a:r>
              <a:endPara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46" name="矩形 145">
              <a:extLst>
                <a:ext uri="{FF2B5EF4-FFF2-40B4-BE49-F238E27FC236}">
                  <a16:creationId xmlns:a16="http://schemas.microsoft.com/office/drawing/2014/main" id="{CB679CA7-AE4B-4EEB-A1BA-C5B3AF89C83A}"/>
                </a:ext>
              </a:extLst>
            </p:cNvPr>
            <p:cNvSpPr/>
            <p:nvPr/>
          </p:nvSpPr>
          <p:spPr bwMode="gray">
            <a:xfrm>
              <a:off x="4226944" y="4459183"/>
              <a:ext cx="750169" cy="48976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GPB</a:t>
              </a:r>
              <a:endPara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47" name="矩形 146">
              <a:extLst>
                <a:ext uri="{FF2B5EF4-FFF2-40B4-BE49-F238E27FC236}">
                  <a16:creationId xmlns:a16="http://schemas.microsoft.com/office/drawing/2014/main" id="{E8670EDD-8B85-457B-A49D-3A4B451CBEEE}"/>
                </a:ext>
              </a:extLst>
            </p:cNvPr>
            <p:cNvSpPr/>
            <p:nvPr/>
          </p:nvSpPr>
          <p:spPr bwMode="gray">
            <a:xfrm>
              <a:off x="3149074" y="5033972"/>
              <a:ext cx="811637" cy="48976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RESTCONF</a:t>
              </a:r>
              <a:endPara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48" name="矩形 147">
              <a:extLst>
                <a:ext uri="{FF2B5EF4-FFF2-40B4-BE49-F238E27FC236}">
                  <a16:creationId xmlns:a16="http://schemas.microsoft.com/office/drawing/2014/main" id="{45D108E4-0E74-4CD9-8E4A-5E9855B9B561}"/>
                </a:ext>
              </a:extLst>
            </p:cNvPr>
            <p:cNvSpPr/>
            <p:nvPr/>
          </p:nvSpPr>
          <p:spPr bwMode="gray">
            <a:xfrm>
              <a:off x="4225048" y="5033972"/>
              <a:ext cx="752065" cy="48976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gRPC</a:t>
              </a:r>
              <a:endPara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49" name="矩形 148">
              <a:extLst>
                <a:ext uri="{FF2B5EF4-FFF2-40B4-BE49-F238E27FC236}">
                  <a16:creationId xmlns:a16="http://schemas.microsoft.com/office/drawing/2014/main" id="{4153442F-995F-4782-917B-68F4A1BD5869}"/>
                </a:ext>
              </a:extLst>
            </p:cNvPr>
            <p:cNvSpPr/>
            <p:nvPr/>
          </p:nvSpPr>
          <p:spPr bwMode="gray">
            <a:xfrm>
              <a:off x="1167702" y="3328324"/>
              <a:ext cx="3809411" cy="48976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VRP </a:t>
              </a:r>
              <a:r>
                <a:rPr lang="zh-CN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中央处理模块</a:t>
              </a:r>
            </a:p>
          </p:txBody>
        </p:sp>
        <p:sp>
          <p:nvSpPr>
            <p:cNvPr id="150" name="矩形 149">
              <a:extLst>
                <a:ext uri="{FF2B5EF4-FFF2-40B4-BE49-F238E27FC236}">
                  <a16:creationId xmlns:a16="http://schemas.microsoft.com/office/drawing/2014/main" id="{888EDC9D-4E4F-4F4F-9A87-A66C354F7507}"/>
                </a:ext>
              </a:extLst>
            </p:cNvPr>
            <p:cNvSpPr/>
            <p:nvPr/>
          </p:nvSpPr>
          <p:spPr bwMode="gray">
            <a:xfrm>
              <a:off x="1167702" y="2762345"/>
              <a:ext cx="3804550" cy="48976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CPU/NP</a:t>
              </a:r>
              <a:endPara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51" name="矩形 150">
              <a:extLst>
                <a:ext uri="{FF2B5EF4-FFF2-40B4-BE49-F238E27FC236}">
                  <a16:creationId xmlns:a16="http://schemas.microsoft.com/office/drawing/2014/main" id="{20133927-65F8-46E8-8F69-C70E923D6549}"/>
                </a:ext>
              </a:extLst>
            </p:cNvPr>
            <p:cNvSpPr/>
            <p:nvPr/>
          </p:nvSpPr>
          <p:spPr bwMode="gray">
            <a:xfrm>
              <a:off x="1167702" y="3904291"/>
              <a:ext cx="806128" cy="48976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MIB</a:t>
              </a:r>
              <a:endPara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52" name="矩形 151">
              <a:extLst>
                <a:ext uri="{FF2B5EF4-FFF2-40B4-BE49-F238E27FC236}">
                  <a16:creationId xmlns:a16="http://schemas.microsoft.com/office/drawing/2014/main" id="{67F0CDD0-BB38-4B2C-95EA-AB565DCB6A20}"/>
                </a:ext>
              </a:extLst>
            </p:cNvPr>
            <p:cNvSpPr/>
            <p:nvPr/>
          </p:nvSpPr>
          <p:spPr bwMode="gray">
            <a:xfrm>
              <a:off x="1162193" y="5033972"/>
              <a:ext cx="811637" cy="48976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SNMP</a:t>
              </a:r>
              <a:endPara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53" name="矩形 152">
              <a:extLst>
                <a:ext uri="{FF2B5EF4-FFF2-40B4-BE49-F238E27FC236}">
                  <a16:creationId xmlns:a16="http://schemas.microsoft.com/office/drawing/2014/main" id="{958F2564-30FC-4985-9152-1E57DAB9C0EC}"/>
                </a:ext>
              </a:extLst>
            </p:cNvPr>
            <p:cNvSpPr/>
            <p:nvPr/>
          </p:nvSpPr>
          <p:spPr bwMode="gray">
            <a:xfrm>
              <a:off x="1167701" y="5609159"/>
              <a:ext cx="806128" cy="48976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UDP</a:t>
              </a:r>
              <a:endPara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54" name="矩形 153">
              <a:extLst>
                <a:ext uri="{FF2B5EF4-FFF2-40B4-BE49-F238E27FC236}">
                  <a16:creationId xmlns:a16="http://schemas.microsoft.com/office/drawing/2014/main" id="{829B0E9D-0F51-4AB7-BCAB-4E2E20CB039B}"/>
                </a:ext>
              </a:extLst>
            </p:cNvPr>
            <p:cNvSpPr/>
            <p:nvPr/>
          </p:nvSpPr>
          <p:spPr bwMode="gray">
            <a:xfrm>
              <a:off x="1162192" y="4459183"/>
              <a:ext cx="811637" cy="48976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BER</a:t>
              </a:r>
              <a:endPara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55" name="矩形 154">
              <a:extLst>
                <a:ext uri="{FF2B5EF4-FFF2-40B4-BE49-F238E27FC236}">
                  <a16:creationId xmlns:a16="http://schemas.microsoft.com/office/drawing/2014/main" id="{06C6B1C7-288F-4724-A84C-D80DB1FC3ADB}"/>
                </a:ext>
              </a:extLst>
            </p:cNvPr>
            <p:cNvSpPr/>
            <p:nvPr/>
          </p:nvSpPr>
          <p:spPr bwMode="gray">
            <a:xfrm>
              <a:off x="4180615" y="4441361"/>
              <a:ext cx="836876" cy="501437"/>
            </a:xfrm>
            <a:prstGeom prst="rect">
              <a:avLst/>
            </a:prstGeom>
            <a:noFill/>
            <a:ln w="50800">
              <a:solidFill>
                <a:srgbClr val="EC706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156" name="Content Placeholder 2">
            <a:extLst>
              <a:ext uri="{FF2B5EF4-FFF2-40B4-BE49-F238E27FC236}">
                <a16:creationId xmlns:a16="http://schemas.microsoft.com/office/drawing/2014/main" id="{055E53ED-7D18-4E3B-A8F1-E9574132A1D1}"/>
              </a:ext>
            </a:extLst>
          </p:cNvPr>
          <p:cNvSpPr txBox="1">
            <a:spLocks/>
          </p:cNvSpPr>
          <p:nvPr/>
        </p:nvSpPr>
        <p:spPr bwMode="gray">
          <a:xfrm>
            <a:off x="7411814" y="2095483"/>
            <a:ext cx="2598100" cy="389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8355" tIns="39177" rIns="78355" bIns="39177" numCol="1" anchor="t" anchorCtr="0" compatLnSpc="1">
            <a:prstTxWarp prst="textNoShape">
              <a:avLst/>
            </a:prstTxWarp>
            <a:spAutoFit/>
          </a:bodyPr>
          <a:lstStyle>
            <a:lvl1pPr marL="293688" indent="-293688" algn="l" defTabSz="784225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990000"/>
              </a:buClr>
              <a:buSzPct val="8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6588" indent="-244475" algn="l" defTabSz="784225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rgbClr val="5F5F5F"/>
              </a:buClr>
              <a:buFont typeface="Wingdings 3" panose="05040102010807070707" pitchFamily="18" charset="2"/>
              <a:buChar char="["/>
              <a:defRPr>
                <a:solidFill>
                  <a:schemeClr val="tx1"/>
                </a:solidFill>
                <a:latin typeface="+mn-lt"/>
                <a:ea typeface="+mn-ea"/>
              </a:defRPr>
            </a:lvl2pPr>
            <a:lvl3pPr marL="979488" indent="-195263" algn="l" defTabSz="784225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-196850" algn="l" defTabSz="784225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Font typeface="Arial" panose="020B0604020202020204" pitchFamily="34" charset="0"/>
              <a:buChar char="▪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1763713" indent="-196850" algn="l" defTabSz="784225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+mn-lt"/>
                <a:ea typeface="宋体" pitchFamily="2" charset="-122"/>
              </a:defRPr>
            </a:lvl5pPr>
            <a:lvl6pPr marL="2220913" indent="-196850" algn="l" defTabSz="784225" rtl="0" fontAlgn="base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+mn-lt"/>
                <a:ea typeface="宋体" pitchFamily="2" charset="-122"/>
              </a:defRPr>
            </a:lvl6pPr>
            <a:lvl7pPr marL="2678113" indent="-196850" algn="l" defTabSz="784225" rtl="0" fontAlgn="base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+mn-lt"/>
                <a:ea typeface="宋体" pitchFamily="2" charset="-122"/>
              </a:defRPr>
            </a:lvl7pPr>
            <a:lvl8pPr marL="3135313" indent="-196850" algn="l" defTabSz="784225" rtl="0" fontAlgn="base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+mn-lt"/>
                <a:ea typeface="宋体" pitchFamily="2" charset="-122"/>
              </a:defRPr>
            </a:lvl8pPr>
            <a:lvl9pPr marL="3592513" indent="-196850" algn="l" defTabSz="784225" rtl="0" fontAlgn="base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chemeClr val="tx1"/>
                </a:solidFill>
                <a:latin typeface="+mn-lt"/>
                <a:ea typeface="宋体" pitchFamily="2" charset="-122"/>
              </a:defRPr>
            </a:lvl9pPr>
          </a:lstStyle>
          <a:p>
            <a:pPr marL="0" indent="0" algn="just">
              <a:buClr>
                <a:schemeClr val="bg2"/>
              </a:buClr>
              <a:buSzPct val="100000"/>
              <a:buNone/>
            </a:pPr>
            <a:r>
              <a:rPr lang="en-US" altLang="zh-CN" b="1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GBP</a:t>
            </a:r>
            <a:r>
              <a:rPr lang="zh-CN" altLang="en-US" b="1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在协议栈的位置</a:t>
            </a:r>
            <a:endParaRPr kumimoji="0" lang="en-US" altLang="zh-CN" b="1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8" name="文本占位符 3"/>
          <p:cNvSpPr txBox="1">
            <a:spLocks/>
          </p:cNvSpPr>
          <p:nvPr/>
        </p:nvSpPr>
        <p:spPr bwMode="gray">
          <a:xfrm>
            <a:off x="468317" y="1245063"/>
            <a:ext cx="11276183" cy="4680000"/>
          </a:xfrm>
          <a:prstGeom prst="rect">
            <a:avLst/>
          </a:prstGeom>
        </p:spPr>
        <p:txBody>
          <a:bodyPr/>
          <a:lstStyle>
            <a:lvl1pPr marL="302279" indent="-302279" algn="l" defTabSz="914034" rtl="0" eaLnBrk="1" latinLnBrk="0" hangingPunct="1">
              <a:lnSpc>
                <a:spcPct val="140000"/>
              </a:lnSpc>
              <a:spcBef>
                <a:spcPts val="792"/>
              </a:spcBef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8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9" name="燕尾形 27">
            <a:extLst>
              <a:ext uri="{FF2B5EF4-FFF2-40B4-BE49-F238E27FC236}">
                <a16:creationId xmlns:a16="http://schemas.microsoft.com/office/drawing/2014/main" id="{178DA290-551B-48C7-AD29-D92C57541F4D}"/>
              </a:ext>
            </a:extLst>
          </p:cNvPr>
          <p:cNvSpPr/>
          <p:nvPr/>
        </p:nvSpPr>
        <p:spPr bwMode="gray">
          <a:xfrm>
            <a:off x="10835310" y="124239"/>
            <a:ext cx="91219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数据推送</a:t>
            </a:r>
            <a:endParaRPr lang="en-US" altLang="zh-CN" sz="12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0" name="燕尾形 27">
            <a:extLst>
              <a:ext uri="{FF2B5EF4-FFF2-40B4-BE49-F238E27FC236}">
                <a16:creationId xmlns:a16="http://schemas.microsoft.com/office/drawing/2014/main" id="{59E12A5D-2A60-4046-84E2-6E08AB5684E2}"/>
              </a:ext>
            </a:extLst>
          </p:cNvPr>
          <p:cNvSpPr/>
          <p:nvPr/>
        </p:nvSpPr>
        <p:spPr bwMode="gray">
          <a:xfrm>
            <a:off x="9992932" y="124239"/>
            <a:ext cx="912190" cy="21240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数据生成</a:t>
            </a:r>
            <a:endParaRPr lang="en-US" altLang="zh-CN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161" name="燕尾形 27">
            <a:extLst>
              <a:ext uri="{FF2B5EF4-FFF2-40B4-BE49-F238E27FC236}">
                <a16:creationId xmlns:a16="http://schemas.microsoft.com/office/drawing/2014/main" id="{C05201DC-B48F-4CCE-B9CF-C5B5668A42D5}"/>
              </a:ext>
            </a:extLst>
          </p:cNvPr>
          <p:cNvSpPr/>
          <p:nvPr/>
        </p:nvSpPr>
        <p:spPr bwMode="gray">
          <a:xfrm>
            <a:off x="9150553" y="124239"/>
            <a:ext cx="91219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数据订阅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2" name="五边形 161"/>
          <p:cNvSpPr/>
          <p:nvPr/>
        </p:nvSpPr>
        <p:spPr bwMode="gray">
          <a:xfrm>
            <a:off x="8407119" y="119698"/>
            <a:ext cx="813245" cy="21240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数据源</a:t>
            </a:r>
          </a:p>
        </p:txBody>
      </p:sp>
      <p:cxnSp>
        <p:nvCxnSpPr>
          <p:cNvPr id="163" name="直接连接符 162">
            <a:extLst>
              <a:ext uri="{FF2B5EF4-FFF2-40B4-BE49-F238E27FC236}">
                <a16:creationId xmlns:a16="http://schemas.microsoft.com/office/drawing/2014/main" id="{0676221F-B438-45DC-A994-70E56635D2B2}"/>
              </a:ext>
            </a:extLst>
          </p:cNvPr>
          <p:cNvCxnSpPr>
            <a:stCxn id="178" idx="0"/>
            <a:endCxn id="173" idx="4"/>
          </p:cNvCxnSpPr>
          <p:nvPr/>
        </p:nvCxnSpPr>
        <p:spPr bwMode="gray">
          <a:xfrm flipH="1" flipV="1">
            <a:off x="1519131" y="5339814"/>
            <a:ext cx="242234" cy="417563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接连接符 163">
            <a:extLst>
              <a:ext uri="{FF2B5EF4-FFF2-40B4-BE49-F238E27FC236}">
                <a16:creationId xmlns:a16="http://schemas.microsoft.com/office/drawing/2014/main" id="{259AAA17-8693-4D90-B919-3D4BF87AA029}"/>
              </a:ext>
            </a:extLst>
          </p:cNvPr>
          <p:cNvCxnSpPr>
            <a:stCxn id="173" idx="4"/>
            <a:endCxn id="175" idx="0"/>
          </p:cNvCxnSpPr>
          <p:nvPr/>
        </p:nvCxnSpPr>
        <p:spPr bwMode="gray">
          <a:xfrm flipH="1">
            <a:off x="1257309" y="5339814"/>
            <a:ext cx="261822" cy="417563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矩形 164">
            <a:extLst>
              <a:ext uri="{FF2B5EF4-FFF2-40B4-BE49-F238E27FC236}">
                <a16:creationId xmlns:a16="http://schemas.microsoft.com/office/drawing/2014/main" id="{B10215FE-C623-4F0A-B37D-DA48B3B33DC5}"/>
              </a:ext>
            </a:extLst>
          </p:cNvPr>
          <p:cNvSpPr/>
          <p:nvPr/>
        </p:nvSpPr>
        <p:spPr bwMode="gray">
          <a:xfrm>
            <a:off x="661638" y="2605521"/>
            <a:ext cx="3600000" cy="595271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数据</a:t>
            </a:r>
            <a:r>
              <a:rPr kumimoji="1"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搜集</a:t>
            </a:r>
            <a:endParaRPr kumimoji="1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5FC892B7-9D2B-4A12-939B-F1224E9A6624}"/>
              </a:ext>
            </a:extLst>
          </p:cNvPr>
          <p:cNvSpPr/>
          <p:nvPr/>
        </p:nvSpPr>
        <p:spPr bwMode="gray">
          <a:xfrm>
            <a:off x="661638" y="3632921"/>
            <a:ext cx="1800000" cy="82423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</a:t>
            </a:r>
            <a:r>
              <a:rPr kumimoji="1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订阅</a:t>
            </a:r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225D9C9C-719D-4E23-A85E-F0073EC754F7}"/>
              </a:ext>
            </a:extLst>
          </p:cNvPr>
          <p:cNvSpPr/>
          <p:nvPr/>
        </p:nvSpPr>
        <p:spPr bwMode="gray">
          <a:xfrm>
            <a:off x="2461638" y="3632921"/>
            <a:ext cx="1800000" cy="82423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</a:t>
            </a:r>
            <a:r>
              <a:rPr kumimoji="1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推送</a:t>
            </a:r>
          </a:p>
        </p:txBody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54AEBBE6-AD0B-475A-8A15-2AAD17300598}"/>
              </a:ext>
            </a:extLst>
          </p:cNvPr>
          <p:cNvSpPr/>
          <p:nvPr/>
        </p:nvSpPr>
        <p:spPr bwMode="gray">
          <a:xfrm>
            <a:off x="661638" y="4463661"/>
            <a:ext cx="3600000" cy="69999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数据生成</a:t>
            </a:r>
          </a:p>
        </p:txBody>
      </p:sp>
      <p:sp>
        <p:nvSpPr>
          <p:cNvPr id="169" name="上箭头 36">
            <a:extLst>
              <a:ext uri="{FF2B5EF4-FFF2-40B4-BE49-F238E27FC236}">
                <a16:creationId xmlns:a16="http://schemas.microsoft.com/office/drawing/2014/main" id="{708FF781-25CE-4F45-B700-F2D982206070}"/>
              </a:ext>
            </a:extLst>
          </p:cNvPr>
          <p:cNvSpPr/>
          <p:nvPr/>
        </p:nvSpPr>
        <p:spPr bwMode="gray">
          <a:xfrm>
            <a:off x="3181918" y="3200793"/>
            <a:ext cx="288000" cy="432128"/>
          </a:xfrm>
          <a:prstGeom prst="upArrow">
            <a:avLst/>
          </a:prstGeom>
          <a:solidFill>
            <a:srgbClr val="00206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0" name="下箭头 37">
            <a:extLst>
              <a:ext uri="{FF2B5EF4-FFF2-40B4-BE49-F238E27FC236}">
                <a16:creationId xmlns:a16="http://schemas.microsoft.com/office/drawing/2014/main" id="{DD43717A-ED12-46A3-88B5-35E98D96E04F}"/>
              </a:ext>
            </a:extLst>
          </p:cNvPr>
          <p:cNvSpPr/>
          <p:nvPr/>
        </p:nvSpPr>
        <p:spPr bwMode="gray">
          <a:xfrm>
            <a:off x="1453758" y="3200793"/>
            <a:ext cx="288000" cy="432128"/>
          </a:xfrm>
          <a:prstGeom prst="downArrow">
            <a:avLst/>
          </a:prstGeom>
          <a:solidFill>
            <a:srgbClr val="00206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77D99D38-263D-48B2-A13F-A11E2D238F43}"/>
              </a:ext>
            </a:extLst>
          </p:cNvPr>
          <p:cNvSpPr/>
          <p:nvPr/>
        </p:nvSpPr>
        <p:spPr bwMode="gray">
          <a:xfrm>
            <a:off x="661638" y="5164721"/>
            <a:ext cx="3600000" cy="75619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</a:t>
            </a:r>
            <a:r>
              <a:rPr kumimoji="1"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源</a:t>
            </a:r>
            <a:endParaRPr kumimoji="1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C47FB0C8-2D41-4700-9156-14492BCAF189}"/>
              </a:ext>
            </a:extLst>
          </p:cNvPr>
          <p:cNvSpPr txBox="1"/>
          <p:nvPr/>
        </p:nvSpPr>
        <p:spPr bwMode="gray">
          <a:xfrm>
            <a:off x="3408590" y="3668460"/>
            <a:ext cx="763200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UDP</a:t>
            </a:r>
            <a:endParaRPr lang="zh-CN" altLang="en-US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3" name="椭圆 172">
            <a:extLst>
              <a:ext uri="{FF2B5EF4-FFF2-40B4-BE49-F238E27FC236}">
                <a16:creationId xmlns:a16="http://schemas.microsoft.com/office/drawing/2014/main" id="{1FB4B6F3-34FB-456E-9DBB-CF5959F03771}"/>
              </a:ext>
            </a:extLst>
          </p:cNvPr>
          <p:cNvSpPr>
            <a:spLocks noChangeAspect="1"/>
          </p:cNvSpPr>
          <p:nvPr/>
        </p:nvSpPr>
        <p:spPr bwMode="gray">
          <a:xfrm>
            <a:off x="1465131" y="5231814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4" name="椭圆 173">
            <a:extLst>
              <a:ext uri="{FF2B5EF4-FFF2-40B4-BE49-F238E27FC236}">
                <a16:creationId xmlns:a16="http://schemas.microsoft.com/office/drawing/2014/main" id="{9341B8D6-27C3-497F-A9A3-C5339D599BDB}"/>
              </a:ext>
            </a:extLst>
          </p:cNvPr>
          <p:cNvSpPr>
            <a:spLocks noChangeAspect="1"/>
          </p:cNvSpPr>
          <p:nvPr/>
        </p:nvSpPr>
        <p:spPr bwMode="gray">
          <a:xfrm>
            <a:off x="1311309" y="5520822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5" name="椭圆 174">
            <a:extLst>
              <a:ext uri="{FF2B5EF4-FFF2-40B4-BE49-F238E27FC236}">
                <a16:creationId xmlns:a16="http://schemas.microsoft.com/office/drawing/2014/main" id="{66D60ADB-D45B-417C-9F11-D4C719E8F6C8}"/>
              </a:ext>
            </a:extLst>
          </p:cNvPr>
          <p:cNvSpPr>
            <a:spLocks noChangeAspect="1"/>
          </p:cNvSpPr>
          <p:nvPr/>
        </p:nvSpPr>
        <p:spPr bwMode="gray">
          <a:xfrm>
            <a:off x="1203309" y="5757377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6" name="椭圆 175">
            <a:extLst>
              <a:ext uri="{FF2B5EF4-FFF2-40B4-BE49-F238E27FC236}">
                <a16:creationId xmlns:a16="http://schemas.microsoft.com/office/drawing/2014/main" id="{B4323A62-6CB3-455E-829A-0CE17A7BFF06}"/>
              </a:ext>
            </a:extLst>
          </p:cNvPr>
          <p:cNvSpPr>
            <a:spLocks noChangeAspect="1"/>
          </p:cNvSpPr>
          <p:nvPr/>
        </p:nvSpPr>
        <p:spPr bwMode="gray">
          <a:xfrm>
            <a:off x="1599341" y="5520822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7" name="椭圆 176">
            <a:extLst>
              <a:ext uri="{FF2B5EF4-FFF2-40B4-BE49-F238E27FC236}">
                <a16:creationId xmlns:a16="http://schemas.microsoft.com/office/drawing/2014/main" id="{0B30B409-97C2-4393-B291-FB114221E5A7}"/>
              </a:ext>
            </a:extLst>
          </p:cNvPr>
          <p:cNvSpPr>
            <a:spLocks noChangeAspect="1"/>
          </p:cNvSpPr>
          <p:nvPr/>
        </p:nvSpPr>
        <p:spPr bwMode="gray">
          <a:xfrm>
            <a:off x="1465131" y="5757377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8" name="椭圆 177">
            <a:extLst>
              <a:ext uri="{FF2B5EF4-FFF2-40B4-BE49-F238E27FC236}">
                <a16:creationId xmlns:a16="http://schemas.microsoft.com/office/drawing/2014/main" id="{BF9C1601-8882-4585-A312-559B698F9BAA}"/>
              </a:ext>
            </a:extLst>
          </p:cNvPr>
          <p:cNvSpPr>
            <a:spLocks noChangeAspect="1"/>
          </p:cNvSpPr>
          <p:nvPr/>
        </p:nvSpPr>
        <p:spPr bwMode="gray">
          <a:xfrm>
            <a:off x="1707365" y="5757377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79" name="直接连接符 178">
            <a:extLst>
              <a:ext uri="{FF2B5EF4-FFF2-40B4-BE49-F238E27FC236}">
                <a16:creationId xmlns:a16="http://schemas.microsoft.com/office/drawing/2014/main" id="{A1DF4C5E-D580-4151-8868-48BCD6AF6D86}"/>
              </a:ext>
            </a:extLst>
          </p:cNvPr>
          <p:cNvCxnSpPr>
            <a:stCxn id="176" idx="4"/>
            <a:endCxn id="177" idx="0"/>
          </p:cNvCxnSpPr>
          <p:nvPr/>
        </p:nvCxnSpPr>
        <p:spPr bwMode="gray">
          <a:xfrm flipH="1">
            <a:off x="1519131" y="5628822"/>
            <a:ext cx="134210" cy="128555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0" name="组合 179">
            <a:extLst>
              <a:ext uri="{FF2B5EF4-FFF2-40B4-BE49-F238E27FC236}">
                <a16:creationId xmlns:a16="http://schemas.microsoft.com/office/drawing/2014/main" id="{200DF4B5-CD22-45E4-8F34-6B6FF7DA0B6E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3253926" y="5200913"/>
            <a:ext cx="726306" cy="720000"/>
            <a:chOff x="7668754" y="1425755"/>
            <a:chExt cx="2832865" cy="2808272"/>
          </a:xfrm>
        </p:grpSpPr>
        <p:cxnSp>
          <p:nvCxnSpPr>
            <p:cNvPr id="181" name="直接连接符 180">
              <a:extLst>
                <a:ext uri="{FF2B5EF4-FFF2-40B4-BE49-F238E27FC236}">
                  <a16:creationId xmlns:a16="http://schemas.microsoft.com/office/drawing/2014/main" id="{2D91241B-454F-4C15-835F-510434F6F1BD}"/>
                </a:ext>
              </a:extLst>
            </p:cNvPr>
            <p:cNvCxnSpPr/>
            <p:nvPr/>
          </p:nvCxnSpPr>
          <p:spPr bwMode="gray">
            <a:xfrm>
              <a:off x="8111944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连接符 181">
              <a:extLst>
                <a:ext uri="{FF2B5EF4-FFF2-40B4-BE49-F238E27FC236}">
                  <a16:creationId xmlns:a16="http://schemas.microsoft.com/office/drawing/2014/main" id="{9A9590CE-FAC0-4CE1-B72F-95AA851BBC56}"/>
                </a:ext>
              </a:extLst>
            </p:cNvPr>
            <p:cNvCxnSpPr/>
            <p:nvPr/>
          </p:nvCxnSpPr>
          <p:spPr bwMode="gray">
            <a:xfrm>
              <a:off x="8192953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连接符 182">
              <a:extLst>
                <a:ext uri="{FF2B5EF4-FFF2-40B4-BE49-F238E27FC236}">
                  <a16:creationId xmlns:a16="http://schemas.microsoft.com/office/drawing/2014/main" id="{3AF468B2-0C7B-4F3E-8DFC-E464F0A10F65}"/>
                </a:ext>
              </a:extLst>
            </p:cNvPr>
            <p:cNvCxnSpPr/>
            <p:nvPr/>
          </p:nvCxnSpPr>
          <p:spPr bwMode="gray">
            <a:xfrm>
              <a:off x="8273962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直接连接符 183">
              <a:extLst>
                <a:ext uri="{FF2B5EF4-FFF2-40B4-BE49-F238E27FC236}">
                  <a16:creationId xmlns:a16="http://schemas.microsoft.com/office/drawing/2014/main" id="{D59A120E-3CB1-4383-A308-00A543B8A938}"/>
                </a:ext>
              </a:extLst>
            </p:cNvPr>
            <p:cNvCxnSpPr/>
            <p:nvPr/>
          </p:nvCxnSpPr>
          <p:spPr bwMode="gray">
            <a:xfrm>
              <a:off x="8354971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直接连接符 184">
              <a:extLst>
                <a:ext uri="{FF2B5EF4-FFF2-40B4-BE49-F238E27FC236}">
                  <a16:creationId xmlns:a16="http://schemas.microsoft.com/office/drawing/2014/main" id="{18D5510D-84AB-421F-8756-1A40FF53C263}"/>
                </a:ext>
              </a:extLst>
            </p:cNvPr>
            <p:cNvCxnSpPr/>
            <p:nvPr/>
          </p:nvCxnSpPr>
          <p:spPr bwMode="gray">
            <a:xfrm>
              <a:off x="8435980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直接连接符 185">
              <a:extLst>
                <a:ext uri="{FF2B5EF4-FFF2-40B4-BE49-F238E27FC236}">
                  <a16:creationId xmlns:a16="http://schemas.microsoft.com/office/drawing/2014/main" id="{1612010A-43AE-4816-BA8E-1F52AF6F7958}"/>
                </a:ext>
              </a:extLst>
            </p:cNvPr>
            <p:cNvCxnSpPr/>
            <p:nvPr/>
          </p:nvCxnSpPr>
          <p:spPr bwMode="gray">
            <a:xfrm>
              <a:off x="8516989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接连接符 186">
              <a:extLst>
                <a:ext uri="{FF2B5EF4-FFF2-40B4-BE49-F238E27FC236}">
                  <a16:creationId xmlns:a16="http://schemas.microsoft.com/office/drawing/2014/main" id="{B7DB17DE-F3AA-4E7A-9660-5D146EBECEA9}"/>
                </a:ext>
              </a:extLst>
            </p:cNvPr>
            <p:cNvCxnSpPr/>
            <p:nvPr/>
          </p:nvCxnSpPr>
          <p:spPr bwMode="gray">
            <a:xfrm>
              <a:off x="8597998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接连接符 187">
              <a:extLst>
                <a:ext uri="{FF2B5EF4-FFF2-40B4-BE49-F238E27FC236}">
                  <a16:creationId xmlns:a16="http://schemas.microsoft.com/office/drawing/2014/main" id="{F6BC6280-2E63-47D7-874E-5A60270A0F79}"/>
                </a:ext>
              </a:extLst>
            </p:cNvPr>
            <p:cNvCxnSpPr/>
            <p:nvPr/>
          </p:nvCxnSpPr>
          <p:spPr bwMode="gray">
            <a:xfrm>
              <a:off x="8679007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直接连接符 188">
              <a:extLst>
                <a:ext uri="{FF2B5EF4-FFF2-40B4-BE49-F238E27FC236}">
                  <a16:creationId xmlns:a16="http://schemas.microsoft.com/office/drawing/2014/main" id="{092F718B-F5DA-4259-93C6-87C3FCAF28A8}"/>
                </a:ext>
              </a:extLst>
            </p:cNvPr>
            <p:cNvCxnSpPr/>
            <p:nvPr/>
          </p:nvCxnSpPr>
          <p:spPr bwMode="gray">
            <a:xfrm>
              <a:off x="8760016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直接连接符 189">
              <a:extLst>
                <a:ext uri="{FF2B5EF4-FFF2-40B4-BE49-F238E27FC236}">
                  <a16:creationId xmlns:a16="http://schemas.microsoft.com/office/drawing/2014/main" id="{2F4F523C-324D-4144-B390-23B843B3FC84}"/>
                </a:ext>
              </a:extLst>
            </p:cNvPr>
            <p:cNvCxnSpPr/>
            <p:nvPr/>
          </p:nvCxnSpPr>
          <p:spPr bwMode="gray">
            <a:xfrm>
              <a:off x="8841025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直接连接符 190">
              <a:extLst>
                <a:ext uri="{FF2B5EF4-FFF2-40B4-BE49-F238E27FC236}">
                  <a16:creationId xmlns:a16="http://schemas.microsoft.com/office/drawing/2014/main" id="{B21DDF58-D7A9-4F91-8C9A-6919874A2CCB}"/>
                </a:ext>
              </a:extLst>
            </p:cNvPr>
            <p:cNvCxnSpPr/>
            <p:nvPr/>
          </p:nvCxnSpPr>
          <p:spPr bwMode="gray">
            <a:xfrm>
              <a:off x="8922034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接连接符 191">
              <a:extLst>
                <a:ext uri="{FF2B5EF4-FFF2-40B4-BE49-F238E27FC236}">
                  <a16:creationId xmlns:a16="http://schemas.microsoft.com/office/drawing/2014/main" id="{24359226-A670-41EA-9F4A-1BF0B7F895C5}"/>
                </a:ext>
              </a:extLst>
            </p:cNvPr>
            <p:cNvCxnSpPr/>
            <p:nvPr/>
          </p:nvCxnSpPr>
          <p:spPr bwMode="gray">
            <a:xfrm>
              <a:off x="9003043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直接连接符 192">
              <a:extLst>
                <a:ext uri="{FF2B5EF4-FFF2-40B4-BE49-F238E27FC236}">
                  <a16:creationId xmlns:a16="http://schemas.microsoft.com/office/drawing/2014/main" id="{16B6BACA-C1A4-4A89-8BD6-8C83D3089C88}"/>
                </a:ext>
              </a:extLst>
            </p:cNvPr>
            <p:cNvCxnSpPr/>
            <p:nvPr/>
          </p:nvCxnSpPr>
          <p:spPr bwMode="gray">
            <a:xfrm>
              <a:off x="9084052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直接连接符 193">
              <a:extLst>
                <a:ext uri="{FF2B5EF4-FFF2-40B4-BE49-F238E27FC236}">
                  <a16:creationId xmlns:a16="http://schemas.microsoft.com/office/drawing/2014/main" id="{1770DF74-EB59-4168-A979-3550DB06BBDA}"/>
                </a:ext>
              </a:extLst>
            </p:cNvPr>
            <p:cNvCxnSpPr/>
            <p:nvPr/>
          </p:nvCxnSpPr>
          <p:spPr bwMode="gray">
            <a:xfrm>
              <a:off x="9165061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接连接符 194">
              <a:extLst>
                <a:ext uri="{FF2B5EF4-FFF2-40B4-BE49-F238E27FC236}">
                  <a16:creationId xmlns:a16="http://schemas.microsoft.com/office/drawing/2014/main" id="{A8E5DD61-FEA2-43B6-B9A8-18A0F9C51ACF}"/>
                </a:ext>
              </a:extLst>
            </p:cNvPr>
            <p:cNvCxnSpPr/>
            <p:nvPr/>
          </p:nvCxnSpPr>
          <p:spPr bwMode="gray">
            <a:xfrm>
              <a:off x="9246070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直接连接符 195">
              <a:extLst>
                <a:ext uri="{FF2B5EF4-FFF2-40B4-BE49-F238E27FC236}">
                  <a16:creationId xmlns:a16="http://schemas.microsoft.com/office/drawing/2014/main" id="{F739AB7E-EFD6-4F2B-8C2F-941C2E76E69E}"/>
                </a:ext>
              </a:extLst>
            </p:cNvPr>
            <p:cNvCxnSpPr/>
            <p:nvPr/>
          </p:nvCxnSpPr>
          <p:spPr bwMode="gray">
            <a:xfrm>
              <a:off x="9327079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直接连接符 196">
              <a:extLst>
                <a:ext uri="{FF2B5EF4-FFF2-40B4-BE49-F238E27FC236}">
                  <a16:creationId xmlns:a16="http://schemas.microsoft.com/office/drawing/2014/main" id="{B6EEB81B-C186-4D34-BDF1-B7236B566AE8}"/>
                </a:ext>
              </a:extLst>
            </p:cNvPr>
            <p:cNvCxnSpPr/>
            <p:nvPr/>
          </p:nvCxnSpPr>
          <p:spPr bwMode="gray">
            <a:xfrm>
              <a:off x="9408088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直接连接符 197">
              <a:extLst>
                <a:ext uri="{FF2B5EF4-FFF2-40B4-BE49-F238E27FC236}">
                  <a16:creationId xmlns:a16="http://schemas.microsoft.com/office/drawing/2014/main" id="{B84F94C7-7523-4DC6-8AEE-EBA50ECCBCAD}"/>
                </a:ext>
              </a:extLst>
            </p:cNvPr>
            <p:cNvCxnSpPr/>
            <p:nvPr/>
          </p:nvCxnSpPr>
          <p:spPr bwMode="gray">
            <a:xfrm>
              <a:off x="9489097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接连接符 198">
              <a:extLst>
                <a:ext uri="{FF2B5EF4-FFF2-40B4-BE49-F238E27FC236}">
                  <a16:creationId xmlns:a16="http://schemas.microsoft.com/office/drawing/2014/main" id="{F55DB9A4-4D63-40F9-9ACC-69A91EEDADF1}"/>
                </a:ext>
              </a:extLst>
            </p:cNvPr>
            <p:cNvCxnSpPr/>
            <p:nvPr/>
          </p:nvCxnSpPr>
          <p:spPr bwMode="gray">
            <a:xfrm>
              <a:off x="9570106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直接连接符 199">
              <a:extLst>
                <a:ext uri="{FF2B5EF4-FFF2-40B4-BE49-F238E27FC236}">
                  <a16:creationId xmlns:a16="http://schemas.microsoft.com/office/drawing/2014/main" id="{63E1FF16-F03D-4D4A-9E82-B4D2F851DA6A}"/>
                </a:ext>
              </a:extLst>
            </p:cNvPr>
            <p:cNvCxnSpPr/>
            <p:nvPr/>
          </p:nvCxnSpPr>
          <p:spPr bwMode="gray">
            <a:xfrm>
              <a:off x="9651115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直接连接符 200">
              <a:extLst>
                <a:ext uri="{FF2B5EF4-FFF2-40B4-BE49-F238E27FC236}">
                  <a16:creationId xmlns:a16="http://schemas.microsoft.com/office/drawing/2014/main" id="{74DAA3C6-194F-4CC9-A1BF-85A925319BC3}"/>
                </a:ext>
              </a:extLst>
            </p:cNvPr>
            <p:cNvCxnSpPr/>
            <p:nvPr/>
          </p:nvCxnSpPr>
          <p:spPr bwMode="gray">
            <a:xfrm>
              <a:off x="9732124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接连接符 201">
              <a:extLst>
                <a:ext uri="{FF2B5EF4-FFF2-40B4-BE49-F238E27FC236}">
                  <a16:creationId xmlns:a16="http://schemas.microsoft.com/office/drawing/2014/main" id="{B8558E23-8B91-4554-9736-9D721C097208}"/>
                </a:ext>
              </a:extLst>
            </p:cNvPr>
            <p:cNvCxnSpPr/>
            <p:nvPr/>
          </p:nvCxnSpPr>
          <p:spPr bwMode="gray">
            <a:xfrm>
              <a:off x="9813133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接连接符 202">
              <a:extLst>
                <a:ext uri="{FF2B5EF4-FFF2-40B4-BE49-F238E27FC236}">
                  <a16:creationId xmlns:a16="http://schemas.microsoft.com/office/drawing/2014/main" id="{0E583B2A-0F5D-4A3D-9E96-EEE4FB5A385C}"/>
                </a:ext>
              </a:extLst>
            </p:cNvPr>
            <p:cNvCxnSpPr/>
            <p:nvPr/>
          </p:nvCxnSpPr>
          <p:spPr bwMode="gray">
            <a:xfrm>
              <a:off x="9894142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直接连接符 203">
              <a:extLst>
                <a:ext uri="{FF2B5EF4-FFF2-40B4-BE49-F238E27FC236}">
                  <a16:creationId xmlns:a16="http://schemas.microsoft.com/office/drawing/2014/main" id="{1E6FB129-9F2B-4907-A966-4C4FE9603131}"/>
                </a:ext>
              </a:extLst>
            </p:cNvPr>
            <p:cNvCxnSpPr/>
            <p:nvPr/>
          </p:nvCxnSpPr>
          <p:spPr bwMode="gray">
            <a:xfrm>
              <a:off x="9975151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直接连接符 204">
              <a:extLst>
                <a:ext uri="{FF2B5EF4-FFF2-40B4-BE49-F238E27FC236}">
                  <a16:creationId xmlns:a16="http://schemas.microsoft.com/office/drawing/2014/main" id="{9CD4222B-FFC5-4356-99A1-41404E5BD270}"/>
                </a:ext>
              </a:extLst>
            </p:cNvPr>
            <p:cNvCxnSpPr/>
            <p:nvPr/>
          </p:nvCxnSpPr>
          <p:spPr bwMode="gray">
            <a:xfrm>
              <a:off x="10056160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接连接符 205">
              <a:extLst>
                <a:ext uri="{FF2B5EF4-FFF2-40B4-BE49-F238E27FC236}">
                  <a16:creationId xmlns:a16="http://schemas.microsoft.com/office/drawing/2014/main" id="{F4154E48-9B6C-432B-B05F-D7A4054C7EF8}"/>
                </a:ext>
              </a:extLst>
            </p:cNvPr>
            <p:cNvCxnSpPr/>
            <p:nvPr/>
          </p:nvCxnSpPr>
          <p:spPr bwMode="gray">
            <a:xfrm>
              <a:off x="8111944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连接符 206">
              <a:extLst>
                <a:ext uri="{FF2B5EF4-FFF2-40B4-BE49-F238E27FC236}">
                  <a16:creationId xmlns:a16="http://schemas.microsoft.com/office/drawing/2014/main" id="{164FC12D-C882-4B15-B0AB-31B181E07803}"/>
                </a:ext>
              </a:extLst>
            </p:cNvPr>
            <p:cNvCxnSpPr/>
            <p:nvPr/>
          </p:nvCxnSpPr>
          <p:spPr bwMode="gray">
            <a:xfrm>
              <a:off x="8192953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接连接符 207">
              <a:extLst>
                <a:ext uri="{FF2B5EF4-FFF2-40B4-BE49-F238E27FC236}">
                  <a16:creationId xmlns:a16="http://schemas.microsoft.com/office/drawing/2014/main" id="{AD6918DC-7078-48F4-A9F7-C69299A8A90A}"/>
                </a:ext>
              </a:extLst>
            </p:cNvPr>
            <p:cNvCxnSpPr/>
            <p:nvPr/>
          </p:nvCxnSpPr>
          <p:spPr bwMode="gray">
            <a:xfrm>
              <a:off x="8273962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接连接符 208">
              <a:extLst>
                <a:ext uri="{FF2B5EF4-FFF2-40B4-BE49-F238E27FC236}">
                  <a16:creationId xmlns:a16="http://schemas.microsoft.com/office/drawing/2014/main" id="{5DC22E81-FC19-4201-9050-6FDB6DF2CD17}"/>
                </a:ext>
              </a:extLst>
            </p:cNvPr>
            <p:cNvCxnSpPr/>
            <p:nvPr/>
          </p:nvCxnSpPr>
          <p:spPr bwMode="gray">
            <a:xfrm>
              <a:off x="8354971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接连接符 209">
              <a:extLst>
                <a:ext uri="{FF2B5EF4-FFF2-40B4-BE49-F238E27FC236}">
                  <a16:creationId xmlns:a16="http://schemas.microsoft.com/office/drawing/2014/main" id="{752E25BC-C024-49F0-A384-8B86930DAB9F}"/>
                </a:ext>
              </a:extLst>
            </p:cNvPr>
            <p:cNvCxnSpPr/>
            <p:nvPr/>
          </p:nvCxnSpPr>
          <p:spPr bwMode="gray">
            <a:xfrm>
              <a:off x="8435980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>
              <a:extLst>
                <a:ext uri="{FF2B5EF4-FFF2-40B4-BE49-F238E27FC236}">
                  <a16:creationId xmlns:a16="http://schemas.microsoft.com/office/drawing/2014/main" id="{7047FE2C-0AB7-4E38-9932-9B553ECBD447}"/>
                </a:ext>
              </a:extLst>
            </p:cNvPr>
            <p:cNvCxnSpPr/>
            <p:nvPr/>
          </p:nvCxnSpPr>
          <p:spPr bwMode="gray">
            <a:xfrm>
              <a:off x="8516989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接连接符 211">
              <a:extLst>
                <a:ext uri="{FF2B5EF4-FFF2-40B4-BE49-F238E27FC236}">
                  <a16:creationId xmlns:a16="http://schemas.microsoft.com/office/drawing/2014/main" id="{59331398-E1E2-482B-B88F-5744156B1675}"/>
                </a:ext>
              </a:extLst>
            </p:cNvPr>
            <p:cNvCxnSpPr/>
            <p:nvPr/>
          </p:nvCxnSpPr>
          <p:spPr bwMode="gray">
            <a:xfrm>
              <a:off x="8597998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接连接符 212">
              <a:extLst>
                <a:ext uri="{FF2B5EF4-FFF2-40B4-BE49-F238E27FC236}">
                  <a16:creationId xmlns:a16="http://schemas.microsoft.com/office/drawing/2014/main" id="{E7543FB2-40E1-4CCF-9BAF-5BFB14AB26A4}"/>
                </a:ext>
              </a:extLst>
            </p:cNvPr>
            <p:cNvCxnSpPr/>
            <p:nvPr/>
          </p:nvCxnSpPr>
          <p:spPr bwMode="gray">
            <a:xfrm>
              <a:off x="8679007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直接连接符 213">
              <a:extLst>
                <a:ext uri="{FF2B5EF4-FFF2-40B4-BE49-F238E27FC236}">
                  <a16:creationId xmlns:a16="http://schemas.microsoft.com/office/drawing/2014/main" id="{EE5DE8CF-ABFF-4ADC-8D2C-57ED2DA959AD}"/>
                </a:ext>
              </a:extLst>
            </p:cNvPr>
            <p:cNvCxnSpPr/>
            <p:nvPr/>
          </p:nvCxnSpPr>
          <p:spPr bwMode="gray">
            <a:xfrm>
              <a:off x="8760016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直接连接符 214">
              <a:extLst>
                <a:ext uri="{FF2B5EF4-FFF2-40B4-BE49-F238E27FC236}">
                  <a16:creationId xmlns:a16="http://schemas.microsoft.com/office/drawing/2014/main" id="{DD404339-ED9A-4E5D-8AF6-0632436D3B94}"/>
                </a:ext>
              </a:extLst>
            </p:cNvPr>
            <p:cNvCxnSpPr/>
            <p:nvPr/>
          </p:nvCxnSpPr>
          <p:spPr bwMode="gray">
            <a:xfrm>
              <a:off x="8841025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接连接符 215">
              <a:extLst>
                <a:ext uri="{FF2B5EF4-FFF2-40B4-BE49-F238E27FC236}">
                  <a16:creationId xmlns:a16="http://schemas.microsoft.com/office/drawing/2014/main" id="{81399817-623A-472F-90AB-A99AB078D10A}"/>
                </a:ext>
              </a:extLst>
            </p:cNvPr>
            <p:cNvCxnSpPr/>
            <p:nvPr/>
          </p:nvCxnSpPr>
          <p:spPr bwMode="gray">
            <a:xfrm>
              <a:off x="8922034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直接连接符 216">
              <a:extLst>
                <a:ext uri="{FF2B5EF4-FFF2-40B4-BE49-F238E27FC236}">
                  <a16:creationId xmlns:a16="http://schemas.microsoft.com/office/drawing/2014/main" id="{9FA464AA-67CE-4B68-90EB-337020BF9431}"/>
                </a:ext>
              </a:extLst>
            </p:cNvPr>
            <p:cNvCxnSpPr/>
            <p:nvPr/>
          </p:nvCxnSpPr>
          <p:spPr bwMode="gray">
            <a:xfrm>
              <a:off x="9003043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直接连接符 217">
              <a:extLst>
                <a:ext uri="{FF2B5EF4-FFF2-40B4-BE49-F238E27FC236}">
                  <a16:creationId xmlns:a16="http://schemas.microsoft.com/office/drawing/2014/main" id="{D0EEA827-416F-4891-A01E-6EED628E14C2}"/>
                </a:ext>
              </a:extLst>
            </p:cNvPr>
            <p:cNvCxnSpPr/>
            <p:nvPr/>
          </p:nvCxnSpPr>
          <p:spPr bwMode="gray">
            <a:xfrm>
              <a:off x="9084052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直接连接符 218">
              <a:extLst>
                <a:ext uri="{FF2B5EF4-FFF2-40B4-BE49-F238E27FC236}">
                  <a16:creationId xmlns:a16="http://schemas.microsoft.com/office/drawing/2014/main" id="{17F0DFCE-648C-46F7-860C-99E561B47764}"/>
                </a:ext>
              </a:extLst>
            </p:cNvPr>
            <p:cNvCxnSpPr/>
            <p:nvPr/>
          </p:nvCxnSpPr>
          <p:spPr bwMode="gray">
            <a:xfrm>
              <a:off x="9165061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接连接符 219">
              <a:extLst>
                <a:ext uri="{FF2B5EF4-FFF2-40B4-BE49-F238E27FC236}">
                  <a16:creationId xmlns:a16="http://schemas.microsoft.com/office/drawing/2014/main" id="{4412ABEB-8BD5-4986-BFFB-E92CDE29435D}"/>
                </a:ext>
              </a:extLst>
            </p:cNvPr>
            <p:cNvCxnSpPr/>
            <p:nvPr/>
          </p:nvCxnSpPr>
          <p:spPr bwMode="gray">
            <a:xfrm>
              <a:off x="9246070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直接连接符 220">
              <a:extLst>
                <a:ext uri="{FF2B5EF4-FFF2-40B4-BE49-F238E27FC236}">
                  <a16:creationId xmlns:a16="http://schemas.microsoft.com/office/drawing/2014/main" id="{F85A99F8-0E82-4037-9DBA-16A91CBFB4D1}"/>
                </a:ext>
              </a:extLst>
            </p:cNvPr>
            <p:cNvCxnSpPr/>
            <p:nvPr/>
          </p:nvCxnSpPr>
          <p:spPr bwMode="gray">
            <a:xfrm>
              <a:off x="9327079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直接连接符 221">
              <a:extLst>
                <a:ext uri="{FF2B5EF4-FFF2-40B4-BE49-F238E27FC236}">
                  <a16:creationId xmlns:a16="http://schemas.microsoft.com/office/drawing/2014/main" id="{8A3A7417-BEE9-4BDB-8C85-5E1C08B49028}"/>
                </a:ext>
              </a:extLst>
            </p:cNvPr>
            <p:cNvCxnSpPr/>
            <p:nvPr/>
          </p:nvCxnSpPr>
          <p:spPr bwMode="gray">
            <a:xfrm>
              <a:off x="9408088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直接连接符 222">
              <a:extLst>
                <a:ext uri="{FF2B5EF4-FFF2-40B4-BE49-F238E27FC236}">
                  <a16:creationId xmlns:a16="http://schemas.microsoft.com/office/drawing/2014/main" id="{6718BAE3-B330-4D31-BB01-F138F6783F12}"/>
                </a:ext>
              </a:extLst>
            </p:cNvPr>
            <p:cNvCxnSpPr/>
            <p:nvPr/>
          </p:nvCxnSpPr>
          <p:spPr bwMode="gray">
            <a:xfrm>
              <a:off x="9489097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直接连接符 223">
              <a:extLst>
                <a:ext uri="{FF2B5EF4-FFF2-40B4-BE49-F238E27FC236}">
                  <a16:creationId xmlns:a16="http://schemas.microsoft.com/office/drawing/2014/main" id="{D3774035-429B-4006-AB7E-B0A89AF67DF2}"/>
                </a:ext>
              </a:extLst>
            </p:cNvPr>
            <p:cNvCxnSpPr/>
            <p:nvPr/>
          </p:nvCxnSpPr>
          <p:spPr bwMode="gray">
            <a:xfrm>
              <a:off x="9570106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直接连接符 224">
              <a:extLst>
                <a:ext uri="{FF2B5EF4-FFF2-40B4-BE49-F238E27FC236}">
                  <a16:creationId xmlns:a16="http://schemas.microsoft.com/office/drawing/2014/main" id="{88B7C0AA-EE0C-4545-B5A9-2B9E9F478EA3}"/>
                </a:ext>
              </a:extLst>
            </p:cNvPr>
            <p:cNvCxnSpPr/>
            <p:nvPr/>
          </p:nvCxnSpPr>
          <p:spPr bwMode="gray">
            <a:xfrm>
              <a:off x="9651115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直接连接符 225">
              <a:extLst>
                <a:ext uri="{FF2B5EF4-FFF2-40B4-BE49-F238E27FC236}">
                  <a16:creationId xmlns:a16="http://schemas.microsoft.com/office/drawing/2014/main" id="{D0046485-1ED3-4DA5-9787-4E60BE1C7AB1}"/>
                </a:ext>
              </a:extLst>
            </p:cNvPr>
            <p:cNvCxnSpPr/>
            <p:nvPr/>
          </p:nvCxnSpPr>
          <p:spPr bwMode="gray">
            <a:xfrm>
              <a:off x="9732124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直接连接符 226">
              <a:extLst>
                <a:ext uri="{FF2B5EF4-FFF2-40B4-BE49-F238E27FC236}">
                  <a16:creationId xmlns:a16="http://schemas.microsoft.com/office/drawing/2014/main" id="{507603F6-845B-4C24-B202-CAA8ABD5877A}"/>
                </a:ext>
              </a:extLst>
            </p:cNvPr>
            <p:cNvCxnSpPr/>
            <p:nvPr/>
          </p:nvCxnSpPr>
          <p:spPr bwMode="gray">
            <a:xfrm>
              <a:off x="9813133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直接连接符 227">
              <a:extLst>
                <a:ext uri="{FF2B5EF4-FFF2-40B4-BE49-F238E27FC236}">
                  <a16:creationId xmlns:a16="http://schemas.microsoft.com/office/drawing/2014/main" id="{7320D229-AFF6-4DE4-9083-EC8927A938EF}"/>
                </a:ext>
              </a:extLst>
            </p:cNvPr>
            <p:cNvCxnSpPr/>
            <p:nvPr/>
          </p:nvCxnSpPr>
          <p:spPr bwMode="gray">
            <a:xfrm>
              <a:off x="9894142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直接连接符 228">
              <a:extLst>
                <a:ext uri="{FF2B5EF4-FFF2-40B4-BE49-F238E27FC236}">
                  <a16:creationId xmlns:a16="http://schemas.microsoft.com/office/drawing/2014/main" id="{D73F669D-4FC9-4288-8570-9637ED3DD783}"/>
                </a:ext>
              </a:extLst>
            </p:cNvPr>
            <p:cNvCxnSpPr/>
            <p:nvPr/>
          </p:nvCxnSpPr>
          <p:spPr bwMode="gray">
            <a:xfrm>
              <a:off x="9975151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直接连接符 229">
              <a:extLst>
                <a:ext uri="{FF2B5EF4-FFF2-40B4-BE49-F238E27FC236}">
                  <a16:creationId xmlns:a16="http://schemas.microsoft.com/office/drawing/2014/main" id="{34F376C5-3915-4BCA-93EF-B66BB98FEE09}"/>
                </a:ext>
              </a:extLst>
            </p:cNvPr>
            <p:cNvCxnSpPr/>
            <p:nvPr/>
          </p:nvCxnSpPr>
          <p:spPr bwMode="gray">
            <a:xfrm>
              <a:off x="10056160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1" name="组合 230">
              <a:extLst>
                <a:ext uri="{FF2B5EF4-FFF2-40B4-BE49-F238E27FC236}">
                  <a16:creationId xmlns:a16="http://schemas.microsoft.com/office/drawing/2014/main" id="{80458274-4013-40B2-9E0A-4816F1E2D5A7}"/>
                </a:ext>
              </a:extLst>
            </p:cNvPr>
            <p:cNvGrpSpPr/>
            <p:nvPr/>
          </p:nvGrpSpPr>
          <p:grpSpPr bwMode="gray">
            <a:xfrm rot="5400000">
              <a:off x="6768702" y="2757831"/>
              <a:ext cx="1944216" cy="144112"/>
              <a:chOff x="6798078" y="2996952"/>
              <a:chExt cx="1944216" cy="144112"/>
            </a:xfrm>
          </p:grpSpPr>
          <p:cxnSp>
            <p:nvCxnSpPr>
              <p:cNvPr id="259" name="直接连接符 258">
                <a:extLst>
                  <a:ext uri="{FF2B5EF4-FFF2-40B4-BE49-F238E27FC236}">
                    <a16:creationId xmlns:a16="http://schemas.microsoft.com/office/drawing/2014/main" id="{BD35CC54-1578-49F0-8CD9-F00CC357E941}"/>
                  </a:ext>
                </a:extLst>
              </p:cNvPr>
              <p:cNvCxnSpPr/>
              <p:nvPr/>
            </p:nvCxnSpPr>
            <p:spPr bwMode="gray">
              <a:xfrm>
                <a:off x="6798078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0" name="直接连接符 259">
                <a:extLst>
                  <a:ext uri="{FF2B5EF4-FFF2-40B4-BE49-F238E27FC236}">
                    <a16:creationId xmlns:a16="http://schemas.microsoft.com/office/drawing/2014/main" id="{236DC243-DD4A-4FE2-87ED-A9732F1268C2}"/>
                  </a:ext>
                </a:extLst>
              </p:cNvPr>
              <p:cNvCxnSpPr/>
              <p:nvPr/>
            </p:nvCxnSpPr>
            <p:spPr bwMode="gray">
              <a:xfrm>
                <a:off x="6879087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1" name="直接连接符 260">
                <a:extLst>
                  <a:ext uri="{FF2B5EF4-FFF2-40B4-BE49-F238E27FC236}">
                    <a16:creationId xmlns:a16="http://schemas.microsoft.com/office/drawing/2014/main" id="{631CE545-6865-45D9-9F98-8329F5C9A55D}"/>
                  </a:ext>
                </a:extLst>
              </p:cNvPr>
              <p:cNvCxnSpPr/>
              <p:nvPr/>
            </p:nvCxnSpPr>
            <p:spPr bwMode="gray">
              <a:xfrm>
                <a:off x="6960096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2" name="直接连接符 261">
                <a:extLst>
                  <a:ext uri="{FF2B5EF4-FFF2-40B4-BE49-F238E27FC236}">
                    <a16:creationId xmlns:a16="http://schemas.microsoft.com/office/drawing/2014/main" id="{EBABE17A-E8EA-4C5E-8E56-1976E9DD774D}"/>
                  </a:ext>
                </a:extLst>
              </p:cNvPr>
              <p:cNvCxnSpPr/>
              <p:nvPr/>
            </p:nvCxnSpPr>
            <p:spPr bwMode="gray">
              <a:xfrm>
                <a:off x="7041105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3" name="直接连接符 262">
                <a:extLst>
                  <a:ext uri="{FF2B5EF4-FFF2-40B4-BE49-F238E27FC236}">
                    <a16:creationId xmlns:a16="http://schemas.microsoft.com/office/drawing/2014/main" id="{C204202D-49FA-4611-A991-F254311A5908}"/>
                  </a:ext>
                </a:extLst>
              </p:cNvPr>
              <p:cNvCxnSpPr/>
              <p:nvPr/>
            </p:nvCxnSpPr>
            <p:spPr bwMode="gray">
              <a:xfrm>
                <a:off x="7122114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4" name="直接连接符 263">
                <a:extLst>
                  <a:ext uri="{FF2B5EF4-FFF2-40B4-BE49-F238E27FC236}">
                    <a16:creationId xmlns:a16="http://schemas.microsoft.com/office/drawing/2014/main" id="{6AAE199A-9E62-47DD-9E37-0C4317077A79}"/>
                  </a:ext>
                </a:extLst>
              </p:cNvPr>
              <p:cNvCxnSpPr/>
              <p:nvPr/>
            </p:nvCxnSpPr>
            <p:spPr bwMode="gray">
              <a:xfrm>
                <a:off x="7203123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直接连接符 264">
                <a:extLst>
                  <a:ext uri="{FF2B5EF4-FFF2-40B4-BE49-F238E27FC236}">
                    <a16:creationId xmlns:a16="http://schemas.microsoft.com/office/drawing/2014/main" id="{3D54DF0E-6B1C-491E-AF50-367B8D44C3AD}"/>
                  </a:ext>
                </a:extLst>
              </p:cNvPr>
              <p:cNvCxnSpPr/>
              <p:nvPr/>
            </p:nvCxnSpPr>
            <p:spPr bwMode="gray">
              <a:xfrm>
                <a:off x="7284132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6" name="直接连接符 265">
                <a:extLst>
                  <a:ext uri="{FF2B5EF4-FFF2-40B4-BE49-F238E27FC236}">
                    <a16:creationId xmlns:a16="http://schemas.microsoft.com/office/drawing/2014/main" id="{547CC9C6-8A0B-4294-9975-E9A7CF188A3F}"/>
                  </a:ext>
                </a:extLst>
              </p:cNvPr>
              <p:cNvCxnSpPr/>
              <p:nvPr/>
            </p:nvCxnSpPr>
            <p:spPr bwMode="gray">
              <a:xfrm>
                <a:off x="7365141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7" name="直接连接符 266">
                <a:extLst>
                  <a:ext uri="{FF2B5EF4-FFF2-40B4-BE49-F238E27FC236}">
                    <a16:creationId xmlns:a16="http://schemas.microsoft.com/office/drawing/2014/main" id="{D308E954-11CC-4E0F-A682-F557794620F0}"/>
                  </a:ext>
                </a:extLst>
              </p:cNvPr>
              <p:cNvCxnSpPr/>
              <p:nvPr/>
            </p:nvCxnSpPr>
            <p:spPr bwMode="gray">
              <a:xfrm>
                <a:off x="7446150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8" name="直接连接符 267">
                <a:extLst>
                  <a:ext uri="{FF2B5EF4-FFF2-40B4-BE49-F238E27FC236}">
                    <a16:creationId xmlns:a16="http://schemas.microsoft.com/office/drawing/2014/main" id="{19AF44A9-0E81-4917-9C24-7CA62359796C}"/>
                  </a:ext>
                </a:extLst>
              </p:cNvPr>
              <p:cNvCxnSpPr/>
              <p:nvPr/>
            </p:nvCxnSpPr>
            <p:spPr bwMode="gray">
              <a:xfrm>
                <a:off x="7527159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直接连接符 268">
                <a:extLst>
                  <a:ext uri="{FF2B5EF4-FFF2-40B4-BE49-F238E27FC236}">
                    <a16:creationId xmlns:a16="http://schemas.microsoft.com/office/drawing/2014/main" id="{62D17C2C-B9EA-408D-8796-CF4A094B8419}"/>
                  </a:ext>
                </a:extLst>
              </p:cNvPr>
              <p:cNvCxnSpPr/>
              <p:nvPr/>
            </p:nvCxnSpPr>
            <p:spPr bwMode="gray">
              <a:xfrm>
                <a:off x="7608168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0" name="直接连接符 269">
                <a:extLst>
                  <a:ext uri="{FF2B5EF4-FFF2-40B4-BE49-F238E27FC236}">
                    <a16:creationId xmlns:a16="http://schemas.microsoft.com/office/drawing/2014/main" id="{285EFC6C-3A8F-4C34-A257-6C9E76BD4D98}"/>
                  </a:ext>
                </a:extLst>
              </p:cNvPr>
              <p:cNvCxnSpPr/>
              <p:nvPr/>
            </p:nvCxnSpPr>
            <p:spPr bwMode="gray">
              <a:xfrm>
                <a:off x="7689177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1" name="直接连接符 270">
                <a:extLst>
                  <a:ext uri="{FF2B5EF4-FFF2-40B4-BE49-F238E27FC236}">
                    <a16:creationId xmlns:a16="http://schemas.microsoft.com/office/drawing/2014/main" id="{572DB6F9-509A-4A34-AB04-CB7558C4891C}"/>
                  </a:ext>
                </a:extLst>
              </p:cNvPr>
              <p:cNvCxnSpPr/>
              <p:nvPr/>
            </p:nvCxnSpPr>
            <p:spPr bwMode="gray">
              <a:xfrm>
                <a:off x="7770186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2" name="直接连接符 271">
                <a:extLst>
                  <a:ext uri="{FF2B5EF4-FFF2-40B4-BE49-F238E27FC236}">
                    <a16:creationId xmlns:a16="http://schemas.microsoft.com/office/drawing/2014/main" id="{DDAFF740-1988-4CFD-B8E5-54F2E508B58A}"/>
                  </a:ext>
                </a:extLst>
              </p:cNvPr>
              <p:cNvCxnSpPr/>
              <p:nvPr/>
            </p:nvCxnSpPr>
            <p:spPr bwMode="gray">
              <a:xfrm>
                <a:off x="7851195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3" name="直接连接符 272">
                <a:extLst>
                  <a:ext uri="{FF2B5EF4-FFF2-40B4-BE49-F238E27FC236}">
                    <a16:creationId xmlns:a16="http://schemas.microsoft.com/office/drawing/2014/main" id="{3E1AF1A4-FA1C-4AFE-BA96-A13D5DB0A3AD}"/>
                  </a:ext>
                </a:extLst>
              </p:cNvPr>
              <p:cNvCxnSpPr/>
              <p:nvPr/>
            </p:nvCxnSpPr>
            <p:spPr bwMode="gray">
              <a:xfrm>
                <a:off x="7932204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4" name="直接连接符 273">
                <a:extLst>
                  <a:ext uri="{FF2B5EF4-FFF2-40B4-BE49-F238E27FC236}">
                    <a16:creationId xmlns:a16="http://schemas.microsoft.com/office/drawing/2014/main" id="{1D5548E7-2656-4AEA-9EAC-CD24048551D7}"/>
                  </a:ext>
                </a:extLst>
              </p:cNvPr>
              <p:cNvCxnSpPr/>
              <p:nvPr/>
            </p:nvCxnSpPr>
            <p:spPr bwMode="gray">
              <a:xfrm>
                <a:off x="8013213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5" name="直接连接符 274">
                <a:extLst>
                  <a:ext uri="{FF2B5EF4-FFF2-40B4-BE49-F238E27FC236}">
                    <a16:creationId xmlns:a16="http://schemas.microsoft.com/office/drawing/2014/main" id="{01E0CE2E-4F71-46C3-B56F-9FF7DA46ECDE}"/>
                  </a:ext>
                </a:extLst>
              </p:cNvPr>
              <p:cNvCxnSpPr/>
              <p:nvPr/>
            </p:nvCxnSpPr>
            <p:spPr bwMode="gray">
              <a:xfrm>
                <a:off x="8094222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" name="直接连接符 275">
                <a:extLst>
                  <a:ext uri="{FF2B5EF4-FFF2-40B4-BE49-F238E27FC236}">
                    <a16:creationId xmlns:a16="http://schemas.microsoft.com/office/drawing/2014/main" id="{277A465F-218B-4B2E-A9C3-D7B737D0AC8D}"/>
                  </a:ext>
                </a:extLst>
              </p:cNvPr>
              <p:cNvCxnSpPr/>
              <p:nvPr/>
            </p:nvCxnSpPr>
            <p:spPr bwMode="gray">
              <a:xfrm>
                <a:off x="8175231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7" name="直接连接符 276">
                <a:extLst>
                  <a:ext uri="{FF2B5EF4-FFF2-40B4-BE49-F238E27FC236}">
                    <a16:creationId xmlns:a16="http://schemas.microsoft.com/office/drawing/2014/main" id="{9701A858-4318-4DB4-B802-C498CE462FF3}"/>
                  </a:ext>
                </a:extLst>
              </p:cNvPr>
              <p:cNvCxnSpPr/>
              <p:nvPr/>
            </p:nvCxnSpPr>
            <p:spPr bwMode="gray">
              <a:xfrm>
                <a:off x="8256240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8" name="直接连接符 277">
                <a:extLst>
                  <a:ext uri="{FF2B5EF4-FFF2-40B4-BE49-F238E27FC236}">
                    <a16:creationId xmlns:a16="http://schemas.microsoft.com/office/drawing/2014/main" id="{CBEFFAB3-8256-487F-B5D8-A142B226B41B}"/>
                  </a:ext>
                </a:extLst>
              </p:cNvPr>
              <p:cNvCxnSpPr/>
              <p:nvPr/>
            </p:nvCxnSpPr>
            <p:spPr bwMode="gray">
              <a:xfrm>
                <a:off x="8337249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9" name="直接连接符 278">
                <a:extLst>
                  <a:ext uri="{FF2B5EF4-FFF2-40B4-BE49-F238E27FC236}">
                    <a16:creationId xmlns:a16="http://schemas.microsoft.com/office/drawing/2014/main" id="{304E4B29-2789-4986-89E7-4E1FC1B8E38D}"/>
                  </a:ext>
                </a:extLst>
              </p:cNvPr>
              <p:cNvCxnSpPr/>
              <p:nvPr/>
            </p:nvCxnSpPr>
            <p:spPr bwMode="gray">
              <a:xfrm>
                <a:off x="8418258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直接连接符 279">
                <a:extLst>
                  <a:ext uri="{FF2B5EF4-FFF2-40B4-BE49-F238E27FC236}">
                    <a16:creationId xmlns:a16="http://schemas.microsoft.com/office/drawing/2014/main" id="{8EAAF83E-E238-4778-AE45-10D08DD82763}"/>
                  </a:ext>
                </a:extLst>
              </p:cNvPr>
              <p:cNvCxnSpPr/>
              <p:nvPr/>
            </p:nvCxnSpPr>
            <p:spPr bwMode="gray">
              <a:xfrm>
                <a:off x="8499267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1" name="直接连接符 280">
                <a:extLst>
                  <a:ext uri="{FF2B5EF4-FFF2-40B4-BE49-F238E27FC236}">
                    <a16:creationId xmlns:a16="http://schemas.microsoft.com/office/drawing/2014/main" id="{7E55AC72-AD84-49F0-ACCD-F7D3782F3946}"/>
                  </a:ext>
                </a:extLst>
              </p:cNvPr>
              <p:cNvCxnSpPr/>
              <p:nvPr/>
            </p:nvCxnSpPr>
            <p:spPr bwMode="gray">
              <a:xfrm>
                <a:off x="8580276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2" name="直接连接符 281">
                <a:extLst>
                  <a:ext uri="{FF2B5EF4-FFF2-40B4-BE49-F238E27FC236}">
                    <a16:creationId xmlns:a16="http://schemas.microsoft.com/office/drawing/2014/main" id="{9EA59839-64DE-47D1-87F7-FD1A8A469A46}"/>
                  </a:ext>
                </a:extLst>
              </p:cNvPr>
              <p:cNvCxnSpPr/>
              <p:nvPr/>
            </p:nvCxnSpPr>
            <p:spPr bwMode="gray">
              <a:xfrm>
                <a:off x="8661285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3" name="直接连接符 282">
                <a:extLst>
                  <a:ext uri="{FF2B5EF4-FFF2-40B4-BE49-F238E27FC236}">
                    <a16:creationId xmlns:a16="http://schemas.microsoft.com/office/drawing/2014/main" id="{CC9146E0-1BFB-4385-B083-78E9A60DBE37}"/>
                  </a:ext>
                </a:extLst>
              </p:cNvPr>
              <p:cNvCxnSpPr/>
              <p:nvPr/>
            </p:nvCxnSpPr>
            <p:spPr bwMode="gray">
              <a:xfrm>
                <a:off x="8742294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2" name="组合 231">
              <a:extLst>
                <a:ext uri="{FF2B5EF4-FFF2-40B4-BE49-F238E27FC236}">
                  <a16:creationId xmlns:a16="http://schemas.microsoft.com/office/drawing/2014/main" id="{4F5F1068-FEE0-4579-AC37-7347982598BB}"/>
                </a:ext>
              </a:extLst>
            </p:cNvPr>
            <p:cNvGrpSpPr/>
            <p:nvPr/>
          </p:nvGrpSpPr>
          <p:grpSpPr bwMode="gray">
            <a:xfrm rot="5400000">
              <a:off x="9457455" y="2757238"/>
              <a:ext cx="1944216" cy="144112"/>
              <a:chOff x="6798078" y="2996952"/>
              <a:chExt cx="1944216" cy="144112"/>
            </a:xfrm>
          </p:grpSpPr>
          <p:cxnSp>
            <p:nvCxnSpPr>
              <p:cNvPr id="234" name="直接连接符 233">
                <a:extLst>
                  <a:ext uri="{FF2B5EF4-FFF2-40B4-BE49-F238E27FC236}">
                    <a16:creationId xmlns:a16="http://schemas.microsoft.com/office/drawing/2014/main" id="{E47BAA56-365B-43BF-AB94-EC1D52EC8F53}"/>
                  </a:ext>
                </a:extLst>
              </p:cNvPr>
              <p:cNvCxnSpPr/>
              <p:nvPr/>
            </p:nvCxnSpPr>
            <p:spPr bwMode="gray">
              <a:xfrm>
                <a:off x="6798078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" name="直接连接符 234">
                <a:extLst>
                  <a:ext uri="{FF2B5EF4-FFF2-40B4-BE49-F238E27FC236}">
                    <a16:creationId xmlns:a16="http://schemas.microsoft.com/office/drawing/2014/main" id="{836ABBEA-F168-4B41-800C-7613987E4209}"/>
                  </a:ext>
                </a:extLst>
              </p:cNvPr>
              <p:cNvCxnSpPr/>
              <p:nvPr/>
            </p:nvCxnSpPr>
            <p:spPr bwMode="gray">
              <a:xfrm>
                <a:off x="6879087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" name="直接连接符 235">
                <a:extLst>
                  <a:ext uri="{FF2B5EF4-FFF2-40B4-BE49-F238E27FC236}">
                    <a16:creationId xmlns:a16="http://schemas.microsoft.com/office/drawing/2014/main" id="{19551D84-7087-4CA3-9AE2-71B84D4670F7}"/>
                  </a:ext>
                </a:extLst>
              </p:cNvPr>
              <p:cNvCxnSpPr/>
              <p:nvPr/>
            </p:nvCxnSpPr>
            <p:spPr bwMode="gray">
              <a:xfrm>
                <a:off x="6960096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7" name="直接连接符 236">
                <a:extLst>
                  <a:ext uri="{FF2B5EF4-FFF2-40B4-BE49-F238E27FC236}">
                    <a16:creationId xmlns:a16="http://schemas.microsoft.com/office/drawing/2014/main" id="{D0BC191B-73ED-4E53-B756-ED1D1671FCCB}"/>
                  </a:ext>
                </a:extLst>
              </p:cNvPr>
              <p:cNvCxnSpPr/>
              <p:nvPr/>
            </p:nvCxnSpPr>
            <p:spPr bwMode="gray">
              <a:xfrm>
                <a:off x="7041105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" name="直接连接符 237">
                <a:extLst>
                  <a:ext uri="{FF2B5EF4-FFF2-40B4-BE49-F238E27FC236}">
                    <a16:creationId xmlns:a16="http://schemas.microsoft.com/office/drawing/2014/main" id="{0F1C8C17-9C1D-4F22-B3FD-1522956BB7F0}"/>
                  </a:ext>
                </a:extLst>
              </p:cNvPr>
              <p:cNvCxnSpPr/>
              <p:nvPr/>
            </p:nvCxnSpPr>
            <p:spPr bwMode="gray">
              <a:xfrm>
                <a:off x="7122114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直接连接符 238">
                <a:extLst>
                  <a:ext uri="{FF2B5EF4-FFF2-40B4-BE49-F238E27FC236}">
                    <a16:creationId xmlns:a16="http://schemas.microsoft.com/office/drawing/2014/main" id="{1AE70F16-B364-47A2-804D-49BCFAD7D4B5}"/>
                  </a:ext>
                </a:extLst>
              </p:cNvPr>
              <p:cNvCxnSpPr/>
              <p:nvPr/>
            </p:nvCxnSpPr>
            <p:spPr bwMode="gray">
              <a:xfrm>
                <a:off x="7203123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直接连接符 239">
                <a:extLst>
                  <a:ext uri="{FF2B5EF4-FFF2-40B4-BE49-F238E27FC236}">
                    <a16:creationId xmlns:a16="http://schemas.microsoft.com/office/drawing/2014/main" id="{F4597BF8-2D1D-4303-BD79-1F294A6DBCDA}"/>
                  </a:ext>
                </a:extLst>
              </p:cNvPr>
              <p:cNvCxnSpPr/>
              <p:nvPr/>
            </p:nvCxnSpPr>
            <p:spPr bwMode="gray">
              <a:xfrm>
                <a:off x="7284132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直接连接符 240">
                <a:extLst>
                  <a:ext uri="{FF2B5EF4-FFF2-40B4-BE49-F238E27FC236}">
                    <a16:creationId xmlns:a16="http://schemas.microsoft.com/office/drawing/2014/main" id="{8B7A71AD-492C-4ECF-B3C6-E6DDDE4183F9}"/>
                  </a:ext>
                </a:extLst>
              </p:cNvPr>
              <p:cNvCxnSpPr/>
              <p:nvPr/>
            </p:nvCxnSpPr>
            <p:spPr bwMode="gray">
              <a:xfrm>
                <a:off x="7365141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直接连接符 241">
                <a:extLst>
                  <a:ext uri="{FF2B5EF4-FFF2-40B4-BE49-F238E27FC236}">
                    <a16:creationId xmlns:a16="http://schemas.microsoft.com/office/drawing/2014/main" id="{C469DB58-65B8-46A3-B64C-3D1060E3C65A}"/>
                  </a:ext>
                </a:extLst>
              </p:cNvPr>
              <p:cNvCxnSpPr/>
              <p:nvPr/>
            </p:nvCxnSpPr>
            <p:spPr bwMode="gray">
              <a:xfrm>
                <a:off x="7446150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直接连接符 242">
                <a:extLst>
                  <a:ext uri="{FF2B5EF4-FFF2-40B4-BE49-F238E27FC236}">
                    <a16:creationId xmlns:a16="http://schemas.microsoft.com/office/drawing/2014/main" id="{49E08CB2-5ADD-4213-AF79-512436888F49}"/>
                  </a:ext>
                </a:extLst>
              </p:cNvPr>
              <p:cNvCxnSpPr/>
              <p:nvPr/>
            </p:nvCxnSpPr>
            <p:spPr bwMode="gray">
              <a:xfrm>
                <a:off x="7527159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直接连接符 243">
                <a:extLst>
                  <a:ext uri="{FF2B5EF4-FFF2-40B4-BE49-F238E27FC236}">
                    <a16:creationId xmlns:a16="http://schemas.microsoft.com/office/drawing/2014/main" id="{E3297084-25BC-4371-A13C-3C262CAB1CEC}"/>
                  </a:ext>
                </a:extLst>
              </p:cNvPr>
              <p:cNvCxnSpPr/>
              <p:nvPr/>
            </p:nvCxnSpPr>
            <p:spPr bwMode="gray">
              <a:xfrm>
                <a:off x="7608168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直接连接符 244">
                <a:extLst>
                  <a:ext uri="{FF2B5EF4-FFF2-40B4-BE49-F238E27FC236}">
                    <a16:creationId xmlns:a16="http://schemas.microsoft.com/office/drawing/2014/main" id="{81709043-AB11-4FBB-8807-4C6A7CA426D1}"/>
                  </a:ext>
                </a:extLst>
              </p:cNvPr>
              <p:cNvCxnSpPr/>
              <p:nvPr/>
            </p:nvCxnSpPr>
            <p:spPr bwMode="gray">
              <a:xfrm>
                <a:off x="7689177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" name="直接连接符 245">
                <a:extLst>
                  <a:ext uri="{FF2B5EF4-FFF2-40B4-BE49-F238E27FC236}">
                    <a16:creationId xmlns:a16="http://schemas.microsoft.com/office/drawing/2014/main" id="{74514C96-5E6E-4D0F-9731-C242A3694D86}"/>
                  </a:ext>
                </a:extLst>
              </p:cNvPr>
              <p:cNvCxnSpPr/>
              <p:nvPr/>
            </p:nvCxnSpPr>
            <p:spPr bwMode="gray">
              <a:xfrm>
                <a:off x="7770186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直接连接符 246">
                <a:extLst>
                  <a:ext uri="{FF2B5EF4-FFF2-40B4-BE49-F238E27FC236}">
                    <a16:creationId xmlns:a16="http://schemas.microsoft.com/office/drawing/2014/main" id="{BF12C0ED-AB5A-4CA1-82F3-B6C7AED62134}"/>
                  </a:ext>
                </a:extLst>
              </p:cNvPr>
              <p:cNvCxnSpPr/>
              <p:nvPr/>
            </p:nvCxnSpPr>
            <p:spPr bwMode="gray">
              <a:xfrm>
                <a:off x="7851195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直接连接符 247">
                <a:extLst>
                  <a:ext uri="{FF2B5EF4-FFF2-40B4-BE49-F238E27FC236}">
                    <a16:creationId xmlns:a16="http://schemas.microsoft.com/office/drawing/2014/main" id="{76E7DB4D-2040-46C1-A3DE-351D9FEC2808}"/>
                  </a:ext>
                </a:extLst>
              </p:cNvPr>
              <p:cNvCxnSpPr/>
              <p:nvPr/>
            </p:nvCxnSpPr>
            <p:spPr bwMode="gray">
              <a:xfrm>
                <a:off x="7932204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直接连接符 248">
                <a:extLst>
                  <a:ext uri="{FF2B5EF4-FFF2-40B4-BE49-F238E27FC236}">
                    <a16:creationId xmlns:a16="http://schemas.microsoft.com/office/drawing/2014/main" id="{123B39B2-EF7F-4CE3-BFF9-D58B22BCFF13}"/>
                  </a:ext>
                </a:extLst>
              </p:cNvPr>
              <p:cNvCxnSpPr/>
              <p:nvPr/>
            </p:nvCxnSpPr>
            <p:spPr bwMode="gray">
              <a:xfrm>
                <a:off x="8013213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直接连接符 249">
                <a:extLst>
                  <a:ext uri="{FF2B5EF4-FFF2-40B4-BE49-F238E27FC236}">
                    <a16:creationId xmlns:a16="http://schemas.microsoft.com/office/drawing/2014/main" id="{F0F92E12-4821-46AE-B725-716B01544D3F}"/>
                  </a:ext>
                </a:extLst>
              </p:cNvPr>
              <p:cNvCxnSpPr/>
              <p:nvPr/>
            </p:nvCxnSpPr>
            <p:spPr bwMode="gray">
              <a:xfrm>
                <a:off x="8094222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直接连接符 250">
                <a:extLst>
                  <a:ext uri="{FF2B5EF4-FFF2-40B4-BE49-F238E27FC236}">
                    <a16:creationId xmlns:a16="http://schemas.microsoft.com/office/drawing/2014/main" id="{C37E87EA-AFDF-4F5E-B7FF-2B7F375DEE76}"/>
                  </a:ext>
                </a:extLst>
              </p:cNvPr>
              <p:cNvCxnSpPr/>
              <p:nvPr/>
            </p:nvCxnSpPr>
            <p:spPr bwMode="gray">
              <a:xfrm>
                <a:off x="8175231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直接连接符 251">
                <a:extLst>
                  <a:ext uri="{FF2B5EF4-FFF2-40B4-BE49-F238E27FC236}">
                    <a16:creationId xmlns:a16="http://schemas.microsoft.com/office/drawing/2014/main" id="{950B6E5C-3E08-4430-AEFF-7225B8A1A349}"/>
                  </a:ext>
                </a:extLst>
              </p:cNvPr>
              <p:cNvCxnSpPr/>
              <p:nvPr/>
            </p:nvCxnSpPr>
            <p:spPr bwMode="gray">
              <a:xfrm>
                <a:off x="8256240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直接连接符 252">
                <a:extLst>
                  <a:ext uri="{FF2B5EF4-FFF2-40B4-BE49-F238E27FC236}">
                    <a16:creationId xmlns:a16="http://schemas.microsoft.com/office/drawing/2014/main" id="{A9EEE8E6-27FA-4469-A95B-D7AB423D8D8C}"/>
                  </a:ext>
                </a:extLst>
              </p:cNvPr>
              <p:cNvCxnSpPr/>
              <p:nvPr/>
            </p:nvCxnSpPr>
            <p:spPr bwMode="gray">
              <a:xfrm>
                <a:off x="8337249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直接连接符 253">
                <a:extLst>
                  <a:ext uri="{FF2B5EF4-FFF2-40B4-BE49-F238E27FC236}">
                    <a16:creationId xmlns:a16="http://schemas.microsoft.com/office/drawing/2014/main" id="{7020F33D-9740-4F3D-8B24-3D106F38AAB5}"/>
                  </a:ext>
                </a:extLst>
              </p:cNvPr>
              <p:cNvCxnSpPr/>
              <p:nvPr/>
            </p:nvCxnSpPr>
            <p:spPr bwMode="gray">
              <a:xfrm>
                <a:off x="8418258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直接连接符 254">
                <a:extLst>
                  <a:ext uri="{FF2B5EF4-FFF2-40B4-BE49-F238E27FC236}">
                    <a16:creationId xmlns:a16="http://schemas.microsoft.com/office/drawing/2014/main" id="{0205A24C-B2E0-40CE-9381-E02CECB8803D}"/>
                  </a:ext>
                </a:extLst>
              </p:cNvPr>
              <p:cNvCxnSpPr/>
              <p:nvPr/>
            </p:nvCxnSpPr>
            <p:spPr bwMode="gray">
              <a:xfrm>
                <a:off x="8499267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直接连接符 255">
                <a:extLst>
                  <a:ext uri="{FF2B5EF4-FFF2-40B4-BE49-F238E27FC236}">
                    <a16:creationId xmlns:a16="http://schemas.microsoft.com/office/drawing/2014/main" id="{5A64BEB2-FED5-4492-8BBA-A7372EC998AF}"/>
                  </a:ext>
                </a:extLst>
              </p:cNvPr>
              <p:cNvCxnSpPr/>
              <p:nvPr/>
            </p:nvCxnSpPr>
            <p:spPr bwMode="gray">
              <a:xfrm>
                <a:off x="8580276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直接连接符 256">
                <a:extLst>
                  <a:ext uri="{FF2B5EF4-FFF2-40B4-BE49-F238E27FC236}">
                    <a16:creationId xmlns:a16="http://schemas.microsoft.com/office/drawing/2014/main" id="{907B9599-0DC0-4693-A9DF-03F58E569155}"/>
                  </a:ext>
                </a:extLst>
              </p:cNvPr>
              <p:cNvCxnSpPr/>
              <p:nvPr/>
            </p:nvCxnSpPr>
            <p:spPr bwMode="gray">
              <a:xfrm>
                <a:off x="8661285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8" name="直接连接符 257">
                <a:extLst>
                  <a:ext uri="{FF2B5EF4-FFF2-40B4-BE49-F238E27FC236}">
                    <a16:creationId xmlns:a16="http://schemas.microsoft.com/office/drawing/2014/main" id="{6D635CC9-A4A8-42FA-B696-7BF5D432E56A}"/>
                  </a:ext>
                </a:extLst>
              </p:cNvPr>
              <p:cNvCxnSpPr/>
              <p:nvPr/>
            </p:nvCxnSpPr>
            <p:spPr bwMode="gray">
              <a:xfrm>
                <a:off x="8742294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3" name="圆角矩形 128">
              <a:extLst>
                <a:ext uri="{FF2B5EF4-FFF2-40B4-BE49-F238E27FC236}">
                  <a16:creationId xmlns:a16="http://schemas.microsoft.com/office/drawing/2014/main" id="{54D0A3B6-2ED9-4CC4-B494-E2108EE8932B}"/>
                </a:ext>
              </a:extLst>
            </p:cNvPr>
            <p:cNvSpPr/>
            <p:nvPr/>
          </p:nvSpPr>
          <p:spPr bwMode="gray">
            <a:xfrm>
              <a:off x="7824192" y="1569747"/>
              <a:ext cx="2520000" cy="2520280"/>
            </a:xfrm>
            <a:prstGeom prst="roundRect">
              <a:avLst>
                <a:gd name="adj" fmla="val 896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rgbClr val="56C4D2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NP</a:t>
              </a:r>
            </a:p>
          </p:txBody>
        </p:sp>
      </p:grpSp>
      <p:sp>
        <p:nvSpPr>
          <p:cNvPr id="284" name="矩形 283">
            <a:extLst>
              <a:ext uri="{FF2B5EF4-FFF2-40B4-BE49-F238E27FC236}">
                <a16:creationId xmlns:a16="http://schemas.microsoft.com/office/drawing/2014/main" id="{48CD44E6-C57F-4AAA-B293-DC732B519DAC}"/>
              </a:ext>
            </a:extLst>
          </p:cNvPr>
          <p:cNvSpPr/>
          <p:nvPr/>
        </p:nvSpPr>
        <p:spPr bwMode="gray">
          <a:xfrm>
            <a:off x="661361" y="1979731"/>
            <a:ext cx="3600000" cy="615804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</a:t>
            </a:r>
            <a:r>
              <a:rPr kumimoji="1"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分析</a:t>
            </a:r>
            <a:endParaRPr kumimoji="1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5" name="文本框 284">
            <a:extLst>
              <a:ext uri="{FF2B5EF4-FFF2-40B4-BE49-F238E27FC236}">
                <a16:creationId xmlns:a16="http://schemas.microsoft.com/office/drawing/2014/main" id="{C47FB0C8-2D41-4700-9156-14492BCAF189}"/>
              </a:ext>
            </a:extLst>
          </p:cNvPr>
          <p:cNvSpPr txBox="1"/>
          <p:nvPr/>
        </p:nvSpPr>
        <p:spPr bwMode="gray">
          <a:xfrm>
            <a:off x="2496387" y="3697560"/>
            <a:ext cx="797391" cy="369332"/>
          </a:xfrm>
          <a:prstGeom prst="rect">
            <a:avLst/>
          </a:prstGeom>
          <a:solidFill>
            <a:srgbClr val="2DA6A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gRPC</a:t>
            </a:r>
            <a:endParaRPr lang="zh-CN" altLang="en-US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6" name="文本框 285">
            <a:extLst>
              <a:ext uri="{FF2B5EF4-FFF2-40B4-BE49-F238E27FC236}">
                <a16:creationId xmlns:a16="http://schemas.microsoft.com/office/drawing/2014/main" id="{C47FB0C8-2D41-4700-9156-14492BCAF189}"/>
              </a:ext>
            </a:extLst>
          </p:cNvPr>
          <p:cNvSpPr txBox="1"/>
          <p:nvPr/>
        </p:nvSpPr>
        <p:spPr bwMode="gray">
          <a:xfrm>
            <a:off x="1187540" y="3697560"/>
            <a:ext cx="797391" cy="369332"/>
          </a:xfrm>
          <a:prstGeom prst="rect">
            <a:avLst/>
          </a:prstGeom>
          <a:solidFill>
            <a:srgbClr val="2DA6A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gRPC</a:t>
            </a:r>
            <a:endParaRPr lang="zh-CN" altLang="en-US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7" name="文本框 286">
            <a:extLst>
              <a:ext uri="{FF2B5EF4-FFF2-40B4-BE49-F238E27FC236}">
                <a16:creationId xmlns:a16="http://schemas.microsoft.com/office/drawing/2014/main" id="{C47FB0C8-2D41-4700-9156-14492BCAF189}"/>
              </a:ext>
            </a:extLst>
          </p:cNvPr>
          <p:cNvSpPr txBox="1"/>
          <p:nvPr/>
        </p:nvSpPr>
        <p:spPr bwMode="gray">
          <a:xfrm>
            <a:off x="1187540" y="2734451"/>
            <a:ext cx="797391" cy="369332"/>
          </a:xfrm>
          <a:prstGeom prst="rect">
            <a:avLst/>
          </a:prstGeom>
          <a:solidFill>
            <a:srgbClr val="2DA6A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gRPC</a:t>
            </a:r>
            <a:endParaRPr lang="zh-CN" altLang="en-US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8" name="文本框 287">
            <a:extLst>
              <a:ext uri="{FF2B5EF4-FFF2-40B4-BE49-F238E27FC236}">
                <a16:creationId xmlns:a16="http://schemas.microsoft.com/office/drawing/2014/main" id="{C47FB0C8-2D41-4700-9156-14492BCAF189}"/>
              </a:ext>
            </a:extLst>
          </p:cNvPr>
          <p:cNvSpPr txBox="1"/>
          <p:nvPr/>
        </p:nvSpPr>
        <p:spPr bwMode="gray">
          <a:xfrm>
            <a:off x="2978746" y="4621801"/>
            <a:ext cx="1234545" cy="369332"/>
          </a:xfrm>
          <a:prstGeom prst="rect">
            <a:avLst/>
          </a:prstGeom>
          <a:solidFill>
            <a:srgbClr val="2DA6A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Protobuf</a:t>
            </a:r>
            <a:endParaRPr lang="zh-CN" altLang="en-US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89870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E05F50-F8E5-4F4D-AF16-B9F9150C329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>
                <a:sym typeface="Huawei Sans" panose="020C0503030203020204" pitchFamily="34" charset="0"/>
              </a:rPr>
              <a:t>GBP</a:t>
            </a:r>
            <a:r>
              <a:rPr lang="zh-CN" altLang="en-US">
                <a:sym typeface="Huawei Sans" panose="020C0503030203020204" pitchFamily="34" charset="0"/>
              </a:rPr>
              <a:t>编码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600" dirty="0">
                <a:sym typeface="Huawei Sans" panose="020C0503030203020204" pitchFamily="34" charset="0"/>
              </a:rPr>
              <a:t>GPB</a:t>
            </a:r>
            <a:r>
              <a:rPr lang="zh-CN" altLang="en-US" sz="1600" dirty="0">
                <a:sym typeface="Huawei Sans" panose="020C0503030203020204" pitchFamily="34" charset="0"/>
              </a:rPr>
              <a:t>通过</a:t>
            </a:r>
            <a:r>
              <a:rPr lang="en-US" altLang="zh-CN" sz="1600" dirty="0">
                <a:sym typeface="Huawei Sans" panose="020C0503030203020204" pitchFamily="34" charset="0"/>
              </a:rPr>
              <a:t>.proto</a:t>
            </a:r>
            <a:r>
              <a:rPr lang="zh-CN" altLang="en-US" sz="1600" dirty="0">
                <a:sym typeface="Huawei Sans" panose="020C0503030203020204" pitchFamily="34" charset="0"/>
              </a:rPr>
              <a:t>文件描述消息格式，使用数字来代替标签名称（关键字名称），如下所示：</a:t>
            </a:r>
          </a:p>
          <a:p>
            <a:endParaRPr lang="zh-CN" altLang="en-US" sz="1600" dirty="0">
              <a:sym typeface="Huawei Sans" panose="020C0503030203020204" pitchFamily="34" charset="0"/>
            </a:endParaRPr>
          </a:p>
        </p:txBody>
      </p:sp>
      <p:graphicFrame>
        <p:nvGraphicFramePr>
          <p:cNvPr id="158" name="表格 157">
            <a:extLst>
              <a:ext uri="{FF2B5EF4-FFF2-40B4-BE49-F238E27FC236}">
                <a16:creationId xmlns:a16="http://schemas.microsoft.com/office/drawing/2014/main" id="{EF768F5F-8AD8-4957-B774-B9F7A9D1A9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1305803"/>
              </p:ext>
            </p:extLst>
          </p:nvPr>
        </p:nvGraphicFramePr>
        <p:xfrm>
          <a:off x="567050" y="1647101"/>
          <a:ext cx="11057899" cy="4394753"/>
        </p:xfrm>
        <a:graphic>
          <a:graphicData uri="http://schemas.openxmlformats.org/drawingml/2006/table">
            <a:tbl>
              <a:tblPr/>
              <a:tblGrid>
                <a:gridCol w="33616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4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116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9914"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GPB</a:t>
                      </a:r>
                      <a:r>
                        <a:rPr lang="zh-CN" altLang="en-US" sz="1400" b="1" baseline="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编码解析前</a:t>
                      </a:r>
                      <a:endParaRPr lang="zh-CN" altLang="en-US" sz="1400" b="1" baseline="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Courier New" panose="02070309020205020404" pitchFamily="49" charset="0"/>
                        <a:sym typeface="Huawei Sans" panose="020C0503030203020204" pitchFamily="34" charset="0"/>
                      </a:endParaRPr>
                    </a:p>
                  </a:txBody>
                  <a:tcPr marL="38101" marR="38101" marT="38090" marB="3809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baseline="0" dirty="0" err="1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huawei-telemetry.proto</a:t>
                      </a:r>
                      <a:endParaRPr lang="zh-CN" altLang="en-US" sz="1400" b="1" baseline="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Courier New" panose="02070309020205020404" pitchFamily="49" charset="0"/>
                        <a:sym typeface="Huawei Sans" panose="020C0503030203020204" pitchFamily="34" charset="0"/>
                      </a:endParaRPr>
                    </a:p>
                  </a:txBody>
                  <a:tcPr marL="38101" marR="38101" marT="38090" marB="380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GPB</a:t>
                      </a:r>
                      <a:r>
                        <a:rPr lang="zh-CN" altLang="en-US" sz="1400" b="1" baseline="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编码解析后</a:t>
                      </a:r>
                      <a:endParaRPr lang="zh-CN" altLang="en-US" sz="1400" b="1" baseline="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Courier New" panose="02070309020205020404" pitchFamily="49" charset="0"/>
                        <a:sym typeface="Huawei Sans" panose="020C0503030203020204" pitchFamily="34" charset="0"/>
                      </a:endParaRPr>
                    </a:p>
                  </a:txBody>
                  <a:tcPr marL="38101" marR="38101" marT="38090" marB="380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4839">
                <a:tc>
                  <a:txBody>
                    <a:bodyPr/>
                    <a:lstStyle/>
                    <a:p>
                      <a:r>
                        <a:rPr lang="en-US" altLang="zh-CN" sz="1200" baseline="0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{</a:t>
                      </a:r>
                    </a:p>
                    <a:p>
                      <a:r>
                        <a:rPr lang="en-US" altLang="zh-CN" sz="1200" baseline="0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1:"HUAWEI"</a:t>
                      </a:r>
                    </a:p>
                    <a:p>
                      <a:r>
                        <a:rPr lang="en-US" altLang="zh-CN" sz="1200" baseline="0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2:"s4"</a:t>
                      </a:r>
                    </a:p>
                    <a:p>
                      <a:r>
                        <a:rPr lang="en-US" altLang="zh-CN" sz="1200" baseline="0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3:"huawei-ifm:ifm/interfaces/interface"</a:t>
                      </a:r>
                    </a:p>
                    <a:p>
                      <a:r>
                        <a:rPr lang="en-US" altLang="zh-CN" sz="1200" baseline="0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4:46</a:t>
                      </a:r>
                    </a:p>
                    <a:p>
                      <a:r>
                        <a:rPr lang="en-US" altLang="zh-CN" sz="1200" baseline="0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5:1515727243419</a:t>
                      </a:r>
                    </a:p>
                    <a:p>
                      <a:r>
                        <a:rPr lang="en-US" altLang="zh-CN" sz="1200" baseline="0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6:1515727243514</a:t>
                      </a:r>
                    </a:p>
                    <a:p>
                      <a:r>
                        <a:rPr lang="en-US" altLang="zh-CN" sz="1200" baseline="0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7{</a:t>
                      </a:r>
                    </a:p>
                    <a:p>
                      <a:r>
                        <a:rPr lang="en-US" altLang="zh-CN" sz="1200" baseline="0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 1[{</a:t>
                      </a:r>
                    </a:p>
                    <a:p>
                      <a:r>
                        <a:rPr lang="en-US" altLang="zh-CN" sz="1200" baseline="0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  1: 1515727243419</a:t>
                      </a:r>
                    </a:p>
                    <a:p>
                      <a:r>
                        <a:rPr lang="en-US" altLang="zh-CN" sz="1200" baseline="0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  2 {</a:t>
                      </a:r>
                    </a:p>
                    <a:p>
                      <a:r>
                        <a:rPr lang="en-US" altLang="zh-CN" sz="1200" baseline="0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   5{</a:t>
                      </a:r>
                    </a:p>
                    <a:p>
                      <a:r>
                        <a:rPr lang="en-US" altLang="zh-CN" sz="1200" baseline="0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    1[{</a:t>
                      </a:r>
                    </a:p>
                    <a:p>
                      <a:r>
                        <a:rPr lang="en-US" altLang="zh-CN" sz="1200" baseline="0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     5:1</a:t>
                      </a:r>
                    </a:p>
                    <a:p>
                      <a:r>
                        <a:rPr lang="en-US" altLang="zh-CN" sz="1200" baseline="0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     16:2</a:t>
                      </a:r>
                    </a:p>
                    <a:p>
                      <a:r>
                        <a:rPr lang="en-US" altLang="zh-CN" sz="1200" baseline="0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     25:"Eth-Trunk1"</a:t>
                      </a:r>
                    </a:p>
                    <a:p>
                      <a:r>
                        <a:rPr lang="en-US" altLang="zh-CN" sz="1200" baseline="0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    }]</a:t>
                      </a:r>
                    </a:p>
                    <a:p>
                      <a:r>
                        <a:rPr lang="en-US" altLang="zh-CN" sz="1200" baseline="0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   }</a:t>
                      </a:r>
                    </a:p>
                    <a:p>
                      <a:r>
                        <a:rPr lang="en-US" altLang="zh-CN" sz="1200" baseline="0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  }</a:t>
                      </a:r>
                    </a:p>
                    <a:p>
                      <a:r>
                        <a:rPr lang="en-US" altLang="zh-CN" sz="1200" baseline="0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 }]</a:t>
                      </a:r>
                    </a:p>
                    <a:p>
                      <a:r>
                        <a:rPr lang="en-US" altLang="zh-CN" sz="1200" baseline="0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}</a:t>
                      </a:r>
                    </a:p>
                    <a:p>
                      <a:r>
                        <a:rPr lang="en-US" altLang="zh-CN" sz="1200" baseline="0" dirty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}</a:t>
                      </a:r>
                      <a:endParaRPr lang="en-US" sz="1200" baseline="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Courier New" panose="02070309020205020404" pitchFamily="49" charset="0"/>
                        <a:sym typeface="Huawei Sans" panose="020C0503030203020204" pitchFamily="34" charset="0"/>
                      </a:endParaRPr>
                    </a:p>
                  </a:txBody>
                  <a:tcPr marL="38101" marR="38101" marT="38090" marB="3809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syntax = "proto3";</a:t>
                      </a:r>
                    </a:p>
                    <a:p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package telemetry;</a:t>
                      </a:r>
                    </a:p>
                    <a:p>
                      <a:endParaRPr lang="en-US" sz="1200" baseline="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  <a:p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message Telemetry {</a:t>
                      </a:r>
                    </a:p>
                    <a:p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 string </a:t>
                      </a:r>
                      <a:r>
                        <a:rPr lang="en-US" sz="1200" baseline="0" dirty="0" err="1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node_id_str</a:t>
                      </a:r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= 1;</a:t>
                      </a:r>
                    </a:p>
                    <a:p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 string   </a:t>
                      </a:r>
                      <a:r>
                        <a:rPr lang="en-US" sz="1200" baseline="0" dirty="0" err="1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subscription_id_str</a:t>
                      </a:r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= 2;</a:t>
                      </a:r>
                    </a:p>
                    <a:p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 string   </a:t>
                      </a:r>
                      <a:r>
                        <a:rPr lang="en-US" sz="1200" baseline="0" dirty="0" err="1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sensor_path</a:t>
                      </a:r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= 3;</a:t>
                      </a:r>
                    </a:p>
                    <a:p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 string   </a:t>
                      </a:r>
                      <a:r>
                        <a:rPr lang="en-US" sz="1200" baseline="0" dirty="0" err="1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proto_path</a:t>
                      </a:r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= 13;</a:t>
                      </a:r>
                    </a:p>
                    <a:p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 uint64   </a:t>
                      </a:r>
                      <a:r>
                        <a:rPr lang="en-US" sz="1200" baseline="0" dirty="0" err="1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collection_id</a:t>
                      </a:r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= 4;</a:t>
                      </a:r>
                    </a:p>
                    <a:p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 uint64   </a:t>
                      </a:r>
                      <a:r>
                        <a:rPr lang="en-US" sz="1200" baseline="0" dirty="0" err="1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collection_start_time</a:t>
                      </a:r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= 5;</a:t>
                      </a:r>
                    </a:p>
                    <a:p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 uint64   </a:t>
                      </a:r>
                      <a:r>
                        <a:rPr lang="en-US" sz="1200" baseline="0" dirty="0" err="1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msg_timestamp</a:t>
                      </a:r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= 6;</a:t>
                      </a:r>
                    </a:p>
                    <a:p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 </a:t>
                      </a:r>
                      <a:r>
                        <a:rPr lang="en-US" sz="1200" baseline="0" dirty="0" err="1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TelemetryGPBTable</a:t>
                      </a:r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</a:t>
                      </a:r>
                      <a:r>
                        <a:rPr lang="en-US" sz="1200" baseline="0" dirty="0" err="1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data_gpb</a:t>
                      </a:r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= 7;</a:t>
                      </a:r>
                    </a:p>
                    <a:p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 uint64 </a:t>
                      </a:r>
                      <a:r>
                        <a:rPr lang="en-US" sz="1200" baseline="0" dirty="0" err="1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collection_end_time</a:t>
                      </a:r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= 8;</a:t>
                      </a:r>
                    </a:p>
                    <a:p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 uint32   </a:t>
                      </a:r>
                      <a:r>
                        <a:rPr lang="en-US" sz="1200" baseline="0" dirty="0" err="1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current_period</a:t>
                      </a:r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= 9;</a:t>
                      </a:r>
                    </a:p>
                    <a:p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 string   </a:t>
                      </a:r>
                      <a:r>
                        <a:rPr lang="en-US" sz="1200" baseline="0" dirty="0" err="1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except_desc</a:t>
                      </a:r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= 10;</a:t>
                      </a:r>
                    </a:p>
                    <a:p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 string   </a:t>
                      </a:r>
                      <a:r>
                        <a:rPr lang="en-US" sz="1200" baseline="0" dirty="0" err="1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product_name</a:t>
                      </a:r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= 11;</a:t>
                      </a:r>
                    </a:p>
                    <a:p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 Encoding   </a:t>
                      </a:r>
                      <a:r>
                        <a:rPr lang="en-US" sz="1200" baseline="0" dirty="0" err="1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encoding</a:t>
                      </a:r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=12;</a:t>
                      </a:r>
                    </a:p>
                    <a:p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 string   </a:t>
                      </a:r>
                      <a:r>
                        <a:rPr lang="en-US" sz="1200" baseline="0" dirty="0" err="1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data_str</a:t>
                      </a:r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= 14;</a:t>
                      </a:r>
                    </a:p>
                    <a:p>
                      <a:endParaRPr lang="en-US" sz="1200" baseline="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  <a:p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}</a:t>
                      </a:r>
                    </a:p>
                    <a:p>
                      <a:endParaRPr lang="en-US" sz="1200" baseline="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Courier New" panose="02070309020205020404" pitchFamily="49" charset="0"/>
                        <a:sym typeface="Huawei Sans" panose="020C0503030203020204" pitchFamily="34" charset="0"/>
                      </a:endParaRPr>
                    </a:p>
                  </a:txBody>
                  <a:tcPr marL="38101" marR="38101" marT="38090" marB="380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{</a:t>
                      </a:r>
                    </a:p>
                    <a:p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"node_id_</a:t>
                      </a:r>
                      <a:r>
                        <a:rPr lang="en-US" sz="1200" baseline="0" dirty="0" err="1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str</a:t>
                      </a:r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":"HUAWEI",</a:t>
                      </a:r>
                    </a:p>
                    <a:p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"subscription_id_str":"s4",</a:t>
                      </a:r>
                    </a:p>
                    <a:p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"sensor_path":"</a:t>
                      </a:r>
                      <a:r>
                        <a:rPr lang="en-US" sz="1200" baseline="0" dirty="0" err="1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huawei-ifm:ifm</a:t>
                      </a:r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/interfaces/interface",</a:t>
                      </a:r>
                    </a:p>
                    <a:p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"collection_id":46,</a:t>
                      </a:r>
                    </a:p>
                    <a:p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"</a:t>
                      </a:r>
                      <a:r>
                        <a:rPr lang="en-US" sz="1200" baseline="0" dirty="0" err="1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collection_start_time":"YY</a:t>
                      </a:r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/MM/DD 11:20:43.419",</a:t>
                      </a:r>
                    </a:p>
                    <a:p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"</a:t>
                      </a:r>
                      <a:r>
                        <a:rPr lang="en-US" sz="1200" baseline="0" dirty="0" err="1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msg_timestamp":"YY</a:t>
                      </a:r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/MM/DD 11:20:43.514",</a:t>
                      </a:r>
                    </a:p>
                    <a:p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"</a:t>
                      </a:r>
                      <a:r>
                        <a:rPr lang="en-US" sz="1200" baseline="0" dirty="0" err="1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data_gpb</a:t>
                      </a:r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":{</a:t>
                      </a:r>
                    </a:p>
                    <a:p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 "row":[{</a:t>
                      </a:r>
                    </a:p>
                    <a:p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  "</a:t>
                      </a:r>
                      <a:r>
                        <a:rPr lang="en-US" sz="1200" baseline="0" dirty="0" err="1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timestamp":“YY</a:t>
                      </a:r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/MM/DD 11:20:43.419",</a:t>
                      </a:r>
                    </a:p>
                    <a:p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  "content":{</a:t>
                      </a:r>
                    </a:p>
                    <a:p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   "interfaces":{</a:t>
                      </a:r>
                    </a:p>
                    <a:p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    "interface":[{</a:t>
                      </a:r>
                    </a:p>
                    <a:p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     "ifAdminStatus":1,</a:t>
                      </a:r>
                    </a:p>
                    <a:p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     "ifIndex":2,</a:t>
                      </a:r>
                    </a:p>
                    <a:p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     "ifName":"Eth-Trunk1"</a:t>
                      </a:r>
                    </a:p>
                    <a:p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    }]</a:t>
                      </a:r>
                    </a:p>
                    <a:p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   }</a:t>
                      </a:r>
                    </a:p>
                    <a:p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  }</a:t>
                      </a:r>
                    </a:p>
                    <a:p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 }]</a:t>
                      </a:r>
                    </a:p>
                    <a:p>
                      <a:r>
                        <a:rPr lang="en-US" sz="1200" baseline="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}</a:t>
                      </a:r>
                      <a:endParaRPr lang="en-US" sz="1200" baseline="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Courier New" panose="02070309020205020404" pitchFamily="49" charset="0"/>
                        <a:sym typeface="Huawei Sans" panose="020C0503030203020204" pitchFamily="34" charset="0"/>
                      </a:endParaRPr>
                    </a:p>
                  </a:txBody>
                  <a:tcPr marL="38101" marR="38101" marT="38090" marB="380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文本占位符 3"/>
          <p:cNvSpPr txBox="1">
            <a:spLocks/>
          </p:cNvSpPr>
          <p:nvPr/>
        </p:nvSpPr>
        <p:spPr bwMode="gray">
          <a:xfrm>
            <a:off x="468317" y="1245063"/>
            <a:ext cx="11276183" cy="4680000"/>
          </a:xfrm>
          <a:prstGeom prst="rect">
            <a:avLst/>
          </a:prstGeom>
        </p:spPr>
        <p:txBody>
          <a:bodyPr/>
          <a:lstStyle>
            <a:lvl1pPr marL="302279" indent="-302279" algn="l" defTabSz="914034" rtl="0" eaLnBrk="1" latinLnBrk="0" hangingPunct="1">
              <a:lnSpc>
                <a:spcPct val="140000"/>
              </a:lnSpc>
              <a:spcBef>
                <a:spcPts val="792"/>
              </a:spcBef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8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" name="燕尾形 27">
            <a:extLst>
              <a:ext uri="{FF2B5EF4-FFF2-40B4-BE49-F238E27FC236}">
                <a16:creationId xmlns:a16="http://schemas.microsoft.com/office/drawing/2014/main" id="{178DA290-551B-48C7-AD29-D92C57541F4D}"/>
              </a:ext>
            </a:extLst>
          </p:cNvPr>
          <p:cNvSpPr/>
          <p:nvPr/>
        </p:nvSpPr>
        <p:spPr bwMode="gray">
          <a:xfrm>
            <a:off x="10835310" y="124239"/>
            <a:ext cx="91219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数据推送</a:t>
            </a:r>
            <a:endParaRPr lang="en-US" altLang="zh-CN" sz="12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" name="燕尾形 27">
            <a:extLst>
              <a:ext uri="{FF2B5EF4-FFF2-40B4-BE49-F238E27FC236}">
                <a16:creationId xmlns:a16="http://schemas.microsoft.com/office/drawing/2014/main" id="{59E12A5D-2A60-4046-84E2-6E08AB5684E2}"/>
              </a:ext>
            </a:extLst>
          </p:cNvPr>
          <p:cNvSpPr/>
          <p:nvPr/>
        </p:nvSpPr>
        <p:spPr bwMode="gray">
          <a:xfrm>
            <a:off x="9992932" y="124239"/>
            <a:ext cx="912190" cy="21240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数据生成</a:t>
            </a:r>
            <a:endParaRPr lang="en-US" altLang="zh-CN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14" name="燕尾形 27">
            <a:extLst>
              <a:ext uri="{FF2B5EF4-FFF2-40B4-BE49-F238E27FC236}">
                <a16:creationId xmlns:a16="http://schemas.microsoft.com/office/drawing/2014/main" id="{C05201DC-B48F-4CCE-B9CF-C5B5668A42D5}"/>
              </a:ext>
            </a:extLst>
          </p:cNvPr>
          <p:cNvSpPr/>
          <p:nvPr/>
        </p:nvSpPr>
        <p:spPr bwMode="gray">
          <a:xfrm>
            <a:off x="9150553" y="124239"/>
            <a:ext cx="91219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数据订阅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" name="五边形 14"/>
          <p:cNvSpPr/>
          <p:nvPr/>
        </p:nvSpPr>
        <p:spPr bwMode="gray">
          <a:xfrm>
            <a:off x="8407119" y="119698"/>
            <a:ext cx="813245" cy="21240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数据源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0EEAF96C-D8B1-C780-D133-A0A486DBC25F}"/>
                  </a:ext>
                </a:extLst>
              </p14:cNvPr>
              <p14:cNvContentPartPr/>
              <p14:nvPr/>
            </p14:nvContentPartPr>
            <p14:xfrm>
              <a:off x="4502809" y="1490719"/>
              <a:ext cx="2145600" cy="54072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0EEAF96C-D8B1-C780-D133-A0A486DBC2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93809" y="1481719"/>
                <a:ext cx="2163240" cy="55836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组合 6">
            <a:extLst>
              <a:ext uri="{FF2B5EF4-FFF2-40B4-BE49-F238E27FC236}">
                <a16:creationId xmlns:a16="http://schemas.microsoft.com/office/drawing/2014/main" id="{28A19FBC-FA25-9545-D667-F082A02FF8F8}"/>
              </a:ext>
            </a:extLst>
          </p:cNvPr>
          <p:cNvGrpSpPr/>
          <p:nvPr/>
        </p:nvGrpSpPr>
        <p:grpSpPr>
          <a:xfrm>
            <a:off x="3372769" y="1663879"/>
            <a:ext cx="839160" cy="289800"/>
            <a:chOff x="3372769" y="1663879"/>
            <a:chExt cx="839160" cy="28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墨迹 3">
                  <a:extLst>
                    <a:ext uri="{FF2B5EF4-FFF2-40B4-BE49-F238E27FC236}">
                      <a16:creationId xmlns:a16="http://schemas.microsoft.com/office/drawing/2014/main" id="{01E98AE6-79FA-1C46-F086-53F783271585}"/>
                    </a:ext>
                  </a:extLst>
                </p14:cNvPr>
                <p14:cNvContentPartPr/>
                <p14:nvPr/>
              </p14:nvContentPartPr>
              <p14:xfrm>
                <a:off x="3372769" y="1798159"/>
                <a:ext cx="831960" cy="16200"/>
              </p14:xfrm>
            </p:contentPart>
          </mc:Choice>
          <mc:Fallback>
            <p:pic>
              <p:nvPicPr>
                <p:cNvPr id="4" name="墨迹 3">
                  <a:extLst>
                    <a:ext uri="{FF2B5EF4-FFF2-40B4-BE49-F238E27FC236}">
                      <a16:creationId xmlns:a16="http://schemas.microsoft.com/office/drawing/2014/main" id="{01E98AE6-79FA-1C46-F086-53F78327158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364129" y="1789519"/>
                  <a:ext cx="8496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9263A6C5-5704-1A0E-CF6D-C28E7A2F9161}"/>
                    </a:ext>
                  </a:extLst>
                </p14:cNvPr>
                <p14:cNvContentPartPr/>
                <p14:nvPr/>
              </p14:nvContentPartPr>
              <p14:xfrm>
                <a:off x="4092769" y="1663879"/>
                <a:ext cx="119160" cy="289800"/>
              </p14:xfrm>
            </p:contentPart>
          </mc:Choice>
          <mc:Fallback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9263A6C5-5704-1A0E-CF6D-C28E7A2F916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084129" y="1655239"/>
                  <a:ext cx="136800" cy="30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985BB99-90C8-27D6-9A80-F647D5A4E1C8}"/>
              </a:ext>
            </a:extLst>
          </p:cNvPr>
          <p:cNvGrpSpPr/>
          <p:nvPr/>
        </p:nvGrpSpPr>
        <p:grpSpPr>
          <a:xfrm>
            <a:off x="6737689" y="1701319"/>
            <a:ext cx="914760" cy="154440"/>
            <a:chOff x="6737689" y="1701319"/>
            <a:chExt cx="914760" cy="15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C0BE6641-285F-328E-231B-30A28F4FB938}"/>
                    </a:ext>
                  </a:extLst>
                </p14:cNvPr>
                <p14:cNvContentPartPr/>
                <p14:nvPr/>
              </p14:nvContentPartPr>
              <p14:xfrm>
                <a:off x="6737689" y="1805719"/>
                <a:ext cx="847440" cy="16200"/>
              </p14:xfrm>
            </p:contentPart>
          </mc:Choice>
          <mc:Fallback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C0BE6641-285F-328E-231B-30A28F4FB93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729049" y="1797079"/>
                  <a:ext cx="8650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D4CBBA4A-ADDF-C94E-C6DA-36C85A17B02C}"/>
                    </a:ext>
                  </a:extLst>
                </p14:cNvPr>
                <p14:cNvContentPartPr/>
                <p14:nvPr/>
              </p14:nvContentPartPr>
              <p14:xfrm>
                <a:off x="7562089" y="1701319"/>
                <a:ext cx="90360" cy="154440"/>
              </p14:xfrm>
            </p:contentPart>
          </mc:Choice>
          <mc:Fallback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D4CBBA4A-ADDF-C94E-C6DA-36C85A17B02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553089" y="1692319"/>
                  <a:ext cx="108000" cy="17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D433A481-EA6C-B532-03CD-CB7C4705BBC1}"/>
              </a:ext>
            </a:extLst>
          </p:cNvPr>
          <p:cNvGrpSpPr/>
          <p:nvPr/>
        </p:nvGrpSpPr>
        <p:grpSpPr>
          <a:xfrm>
            <a:off x="8844049" y="2795359"/>
            <a:ext cx="1566000" cy="8280"/>
            <a:chOff x="8844049" y="2795359"/>
            <a:chExt cx="1566000" cy="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6" name="墨迹 15">
                  <a:extLst>
                    <a:ext uri="{FF2B5EF4-FFF2-40B4-BE49-F238E27FC236}">
                      <a16:creationId xmlns:a16="http://schemas.microsoft.com/office/drawing/2014/main" id="{FC568441-C37C-3C6F-AE13-68ED204186F9}"/>
                    </a:ext>
                  </a:extLst>
                </p14:cNvPr>
                <p14:cNvContentPartPr/>
                <p14:nvPr/>
              </p14:nvContentPartPr>
              <p14:xfrm>
                <a:off x="10253089" y="2803279"/>
                <a:ext cx="62280" cy="360"/>
              </p14:xfrm>
            </p:contentPart>
          </mc:Choice>
          <mc:Fallback>
            <p:pic>
              <p:nvPicPr>
                <p:cNvPr id="16" name="墨迹 15">
                  <a:extLst>
                    <a:ext uri="{FF2B5EF4-FFF2-40B4-BE49-F238E27FC236}">
                      <a16:creationId xmlns:a16="http://schemas.microsoft.com/office/drawing/2014/main" id="{FC568441-C37C-3C6F-AE13-68ED204186F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244449" y="2794279"/>
                  <a:ext cx="799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0D177C0A-F077-A70E-7C39-8851D5F96A03}"/>
                    </a:ext>
                  </a:extLst>
                </p14:cNvPr>
                <p14:cNvContentPartPr/>
                <p14:nvPr/>
              </p14:nvContentPartPr>
              <p14:xfrm>
                <a:off x="8844049" y="2795359"/>
                <a:ext cx="1566000" cy="7200"/>
              </p14:xfrm>
            </p:contentPart>
          </mc:Choice>
          <mc:Fallback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0D177C0A-F077-A70E-7C39-8851D5F96A0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835409" y="2786719"/>
                  <a:ext cx="1583640" cy="2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9" name="墨迹 18">
                <a:extLst>
                  <a:ext uri="{FF2B5EF4-FFF2-40B4-BE49-F238E27FC236}">
                    <a16:creationId xmlns:a16="http://schemas.microsoft.com/office/drawing/2014/main" id="{0757255B-7399-838D-3736-19843F02F472}"/>
                  </a:ext>
                </a:extLst>
              </p14:cNvPr>
              <p14:cNvContentPartPr/>
              <p14:nvPr/>
            </p14:nvContentPartPr>
            <p14:xfrm>
              <a:off x="8514289" y="2518159"/>
              <a:ext cx="303120" cy="360"/>
            </p14:xfrm>
          </p:contentPart>
        </mc:Choice>
        <mc:Fallback>
          <p:pic>
            <p:nvPicPr>
              <p:cNvPr id="19" name="墨迹 18">
                <a:extLst>
                  <a:ext uri="{FF2B5EF4-FFF2-40B4-BE49-F238E27FC236}">
                    <a16:creationId xmlns:a16="http://schemas.microsoft.com/office/drawing/2014/main" id="{0757255B-7399-838D-3736-19843F02F47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505649" y="2509159"/>
                <a:ext cx="32076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742798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E05F50-F8E5-4F4D-AF16-B9F9150C329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>
                <a:sym typeface="Huawei Sans" panose="020C0503030203020204" pitchFamily="34" charset="0"/>
              </a:rPr>
              <a:t>Telemetry</a:t>
            </a:r>
            <a:r>
              <a:rPr lang="zh-CN" altLang="en-US">
                <a:sym typeface="Huawei Sans" panose="020C0503030203020204" pitchFamily="34" charset="0"/>
              </a:rPr>
              <a:t>数据推送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Telemetry</a:t>
            </a:r>
            <a:r>
              <a:rPr lang="zh-CN" altLang="en-US" sz="1800" dirty="0">
                <a:sym typeface="Huawei Sans" panose="020C0503030203020204" pitchFamily="34" charset="0"/>
              </a:rPr>
              <a:t>的数据推送有两种方式，基于</a:t>
            </a:r>
            <a:r>
              <a:rPr lang="en-US" altLang="zh-CN" sz="1800" dirty="0" err="1">
                <a:sym typeface="Huawei Sans" panose="020C0503030203020204" pitchFamily="34" charset="0"/>
              </a:rPr>
              <a:t>gRPC</a:t>
            </a:r>
            <a:r>
              <a:rPr lang="zh-CN" altLang="en-US" sz="1800" dirty="0">
                <a:sym typeface="Huawei Sans" panose="020C0503030203020204" pitchFamily="34" charset="0"/>
              </a:rPr>
              <a:t>方式和基于</a:t>
            </a:r>
            <a:r>
              <a:rPr lang="en-US" altLang="zh-CN" sz="1800" dirty="0">
                <a:sym typeface="Huawei Sans" panose="020C0503030203020204" pitchFamily="34" charset="0"/>
              </a:rPr>
              <a:t>UDP</a:t>
            </a:r>
            <a:r>
              <a:rPr lang="zh-CN" altLang="en-US" sz="1800" dirty="0">
                <a:sym typeface="Huawei Sans" panose="020C0503030203020204" pitchFamily="34" charset="0"/>
              </a:rPr>
              <a:t>方式。</a:t>
            </a: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55CFF29D-FA82-4D39-9542-A39186EBA22F}"/>
              </a:ext>
            </a:extLst>
          </p:cNvPr>
          <p:cNvSpPr/>
          <p:nvPr/>
        </p:nvSpPr>
        <p:spPr bwMode="gray">
          <a:xfrm>
            <a:off x="5922200" y="3512208"/>
            <a:ext cx="1800000" cy="819565"/>
          </a:xfrm>
          <a:prstGeom prst="rect">
            <a:avLst/>
          </a:prstGeom>
          <a:noFill/>
          <a:ln w="50800">
            <a:solidFill>
              <a:srgbClr val="EC70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8" name="文本占位符 3"/>
          <p:cNvSpPr txBox="1">
            <a:spLocks/>
          </p:cNvSpPr>
          <p:nvPr/>
        </p:nvSpPr>
        <p:spPr bwMode="gray">
          <a:xfrm>
            <a:off x="468317" y="1245063"/>
            <a:ext cx="11276183" cy="4680000"/>
          </a:xfrm>
          <a:prstGeom prst="rect">
            <a:avLst/>
          </a:prstGeom>
        </p:spPr>
        <p:txBody>
          <a:bodyPr/>
          <a:lstStyle>
            <a:lvl1pPr marL="302279" indent="-302279" algn="l" defTabSz="914034" rtl="0" eaLnBrk="1" latinLnBrk="0" hangingPunct="1">
              <a:lnSpc>
                <a:spcPct val="140000"/>
              </a:lnSpc>
              <a:spcBef>
                <a:spcPts val="792"/>
              </a:spcBef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8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6" name="燕尾形 27">
            <a:extLst>
              <a:ext uri="{FF2B5EF4-FFF2-40B4-BE49-F238E27FC236}">
                <a16:creationId xmlns:a16="http://schemas.microsoft.com/office/drawing/2014/main" id="{178DA290-551B-48C7-AD29-D92C57541F4D}"/>
              </a:ext>
            </a:extLst>
          </p:cNvPr>
          <p:cNvSpPr/>
          <p:nvPr/>
        </p:nvSpPr>
        <p:spPr bwMode="gray">
          <a:xfrm>
            <a:off x="10835310" y="124239"/>
            <a:ext cx="912190" cy="21240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数据推送</a:t>
            </a:r>
            <a:endParaRPr lang="en-US" altLang="zh-CN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159" name="燕尾形 27">
            <a:extLst>
              <a:ext uri="{FF2B5EF4-FFF2-40B4-BE49-F238E27FC236}">
                <a16:creationId xmlns:a16="http://schemas.microsoft.com/office/drawing/2014/main" id="{59E12A5D-2A60-4046-84E2-6E08AB5684E2}"/>
              </a:ext>
            </a:extLst>
          </p:cNvPr>
          <p:cNvSpPr/>
          <p:nvPr/>
        </p:nvSpPr>
        <p:spPr bwMode="gray">
          <a:xfrm>
            <a:off x="9992932" y="124239"/>
            <a:ext cx="91219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数据生成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0" name="燕尾形 27">
            <a:extLst>
              <a:ext uri="{FF2B5EF4-FFF2-40B4-BE49-F238E27FC236}">
                <a16:creationId xmlns:a16="http://schemas.microsoft.com/office/drawing/2014/main" id="{C05201DC-B48F-4CCE-B9CF-C5B5668A42D5}"/>
              </a:ext>
            </a:extLst>
          </p:cNvPr>
          <p:cNvSpPr/>
          <p:nvPr/>
        </p:nvSpPr>
        <p:spPr bwMode="gray">
          <a:xfrm>
            <a:off x="9150553" y="124239"/>
            <a:ext cx="91219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数据订阅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1" name="五边形 160"/>
          <p:cNvSpPr/>
          <p:nvPr/>
        </p:nvSpPr>
        <p:spPr bwMode="gray">
          <a:xfrm>
            <a:off x="8407119" y="119698"/>
            <a:ext cx="813245" cy="21240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数据源</a:t>
            </a:r>
          </a:p>
        </p:txBody>
      </p:sp>
      <p:cxnSp>
        <p:nvCxnSpPr>
          <p:cNvPr id="288" name="直接连接符 287">
            <a:extLst>
              <a:ext uri="{FF2B5EF4-FFF2-40B4-BE49-F238E27FC236}">
                <a16:creationId xmlns:a16="http://schemas.microsoft.com/office/drawing/2014/main" id="{0676221F-B438-45DC-A994-70E56635D2B2}"/>
              </a:ext>
            </a:extLst>
          </p:cNvPr>
          <p:cNvCxnSpPr>
            <a:stCxn id="303" idx="0"/>
            <a:endCxn id="298" idx="4"/>
          </p:cNvCxnSpPr>
          <p:nvPr/>
        </p:nvCxnSpPr>
        <p:spPr bwMode="gray">
          <a:xfrm flipH="1" flipV="1">
            <a:off x="4979693" y="5216219"/>
            <a:ext cx="242234" cy="417563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直接连接符 288">
            <a:extLst>
              <a:ext uri="{FF2B5EF4-FFF2-40B4-BE49-F238E27FC236}">
                <a16:creationId xmlns:a16="http://schemas.microsoft.com/office/drawing/2014/main" id="{259AAA17-8693-4D90-B919-3D4BF87AA029}"/>
              </a:ext>
            </a:extLst>
          </p:cNvPr>
          <p:cNvCxnSpPr>
            <a:stCxn id="298" idx="4"/>
            <a:endCxn id="300" idx="0"/>
          </p:cNvCxnSpPr>
          <p:nvPr/>
        </p:nvCxnSpPr>
        <p:spPr bwMode="gray">
          <a:xfrm flipH="1">
            <a:off x="4717871" y="5216219"/>
            <a:ext cx="261822" cy="417563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0" name="矩形 289">
            <a:extLst>
              <a:ext uri="{FF2B5EF4-FFF2-40B4-BE49-F238E27FC236}">
                <a16:creationId xmlns:a16="http://schemas.microsoft.com/office/drawing/2014/main" id="{B10215FE-C623-4F0A-B37D-DA48B3B33DC5}"/>
              </a:ext>
            </a:extLst>
          </p:cNvPr>
          <p:cNvSpPr/>
          <p:nvPr/>
        </p:nvSpPr>
        <p:spPr bwMode="gray">
          <a:xfrm>
            <a:off x="4122200" y="2481926"/>
            <a:ext cx="3600000" cy="595271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数据</a:t>
            </a:r>
            <a:r>
              <a:rPr kumimoji="1"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搜集</a:t>
            </a:r>
            <a:endParaRPr kumimoji="1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1" name="矩形 290">
            <a:extLst>
              <a:ext uri="{FF2B5EF4-FFF2-40B4-BE49-F238E27FC236}">
                <a16:creationId xmlns:a16="http://schemas.microsoft.com/office/drawing/2014/main" id="{5FC892B7-9D2B-4A12-939B-F1224E9A6624}"/>
              </a:ext>
            </a:extLst>
          </p:cNvPr>
          <p:cNvSpPr/>
          <p:nvPr/>
        </p:nvSpPr>
        <p:spPr bwMode="gray">
          <a:xfrm>
            <a:off x="4122200" y="3509326"/>
            <a:ext cx="1800000" cy="82423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</a:t>
            </a:r>
            <a:r>
              <a:rPr kumimoji="1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订阅</a:t>
            </a:r>
          </a:p>
        </p:txBody>
      </p:sp>
      <p:sp>
        <p:nvSpPr>
          <p:cNvPr id="292" name="矩形 291">
            <a:extLst>
              <a:ext uri="{FF2B5EF4-FFF2-40B4-BE49-F238E27FC236}">
                <a16:creationId xmlns:a16="http://schemas.microsoft.com/office/drawing/2014/main" id="{225D9C9C-719D-4E23-A85E-F0073EC754F7}"/>
              </a:ext>
            </a:extLst>
          </p:cNvPr>
          <p:cNvSpPr/>
          <p:nvPr/>
        </p:nvSpPr>
        <p:spPr bwMode="gray">
          <a:xfrm>
            <a:off x="5922200" y="3509326"/>
            <a:ext cx="1800000" cy="82423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</a:t>
            </a:r>
            <a:r>
              <a:rPr kumimoji="1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推送</a:t>
            </a:r>
          </a:p>
        </p:txBody>
      </p:sp>
      <p:sp>
        <p:nvSpPr>
          <p:cNvPr id="293" name="矩形 292">
            <a:extLst>
              <a:ext uri="{FF2B5EF4-FFF2-40B4-BE49-F238E27FC236}">
                <a16:creationId xmlns:a16="http://schemas.microsoft.com/office/drawing/2014/main" id="{54AEBBE6-AD0B-475A-8A15-2AAD17300598}"/>
              </a:ext>
            </a:extLst>
          </p:cNvPr>
          <p:cNvSpPr/>
          <p:nvPr/>
        </p:nvSpPr>
        <p:spPr bwMode="gray">
          <a:xfrm>
            <a:off x="4122200" y="4340066"/>
            <a:ext cx="3600000" cy="69999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数据生成</a:t>
            </a:r>
          </a:p>
        </p:txBody>
      </p:sp>
      <p:sp>
        <p:nvSpPr>
          <p:cNvPr id="294" name="上箭头 36">
            <a:extLst>
              <a:ext uri="{FF2B5EF4-FFF2-40B4-BE49-F238E27FC236}">
                <a16:creationId xmlns:a16="http://schemas.microsoft.com/office/drawing/2014/main" id="{708FF781-25CE-4F45-B700-F2D982206070}"/>
              </a:ext>
            </a:extLst>
          </p:cNvPr>
          <p:cNvSpPr/>
          <p:nvPr/>
        </p:nvSpPr>
        <p:spPr bwMode="gray">
          <a:xfrm>
            <a:off x="6642480" y="3077198"/>
            <a:ext cx="288000" cy="432128"/>
          </a:xfrm>
          <a:prstGeom prst="upArrow">
            <a:avLst/>
          </a:prstGeom>
          <a:solidFill>
            <a:srgbClr val="00206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5" name="下箭头 37">
            <a:extLst>
              <a:ext uri="{FF2B5EF4-FFF2-40B4-BE49-F238E27FC236}">
                <a16:creationId xmlns:a16="http://schemas.microsoft.com/office/drawing/2014/main" id="{DD43717A-ED12-46A3-88B5-35E98D96E04F}"/>
              </a:ext>
            </a:extLst>
          </p:cNvPr>
          <p:cNvSpPr/>
          <p:nvPr/>
        </p:nvSpPr>
        <p:spPr bwMode="gray">
          <a:xfrm>
            <a:off x="4914320" y="3077198"/>
            <a:ext cx="288000" cy="432128"/>
          </a:xfrm>
          <a:prstGeom prst="downArrow">
            <a:avLst/>
          </a:prstGeom>
          <a:solidFill>
            <a:srgbClr val="00206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6" name="矩形 295">
            <a:extLst>
              <a:ext uri="{FF2B5EF4-FFF2-40B4-BE49-F238E27FC236}">
                <a16:creationId xmlns:a16="http://schemas.microsoft.com/office/drawing/2014/main" id="{77D99D38-263D-48B2-A13F-A11E2D238F43}"/>
              </a:ext>
            </a:extLst>
          </p:cNvPr>
          <p:cNvSpPr/>
          <p:nvPr/>
        </p:nvSpPr>
        <p:spPr bwMode="gray">
          <a:xfrm>
            <a:off x="4122200" y="5041126"/>
            <a:ext cx="3600000" cy="75619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</a:t>
            </a:r>
            <a:r>
              <a:rPr kumimoji="1"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源</a:t>
            </a:r>
            <a:endParaRPr kumimoji="1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7" name="文本框 296">
            <a:extLst>
              <a:ext uri="{FF2B5EF4-FFF2-40B4-BE49-F238E27FC236}">
                <a16:creationId xmlns:a16="http://schemas.microsoft.com/office/drawing/2014/main" id="{C47FB0C8-2D41-4700-9156-14492BCAF189}"/>
              </a:ext>
            </a:extLst>
          </p:cNvPr>
          <p:cNvSpPr txBox="1"/>
          <p:nvPr/>
        </p:nvSpPr>
        <p:spPr bwMode="gray">
          <a:xfrm>
            <a:off x="6869152" y="3544865"/>
            <a:ext cx="763200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UDP</a:t>
            </a:r>
            <a:endParaRPr lang="zh-CN" altLang="en-US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8" name="椭圆 297">
            <a:extLst>
              <a:ext uri="{FF2B5EF4-FFF2-40B4-BE49-F238E27FC236}">
                <a16:creationId xmlns:a16="http://schemas.microsoft.com/office/drawing/2014/main" id="{1FB4B6F3-34FB-456E-9DBB-CF5959F03771}"/>
              </a:ext>
            </a:extLst>
          </p:cNvPr>
          <p:cNvSpPr>
            <a:spLocks noChangeAspect="1"/>
          </p:cNvSpPr>
          <p:nvPr/>
        </p:nvSpPr>
        <p:spPr bwMode="gray">
          <a:xfrm>
            <a:off x="4925693" y="5108219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9" name="椭圆 298">
            <a:extLst>
              <a:ext uri="{FF2B5EF4-FFF2-40B4-BE49-F238E27FC236}">
                <a16:creationId xmlns:a16="http://schemas.microsoft.com/office/drawing/2014/main" id="{9341B8D6-27C3-497F-A9A3-C5339D599BDB}"/>
              </a:ext>
            </a:extLst>
          </p:cNvPr>
          <p:cNvSpPr>
            <a:spLocks noChangeAspect="1"/>
          </p:cNvSpPr>
          <p:nvPr/>
        </p:nvSpPr>
        <p:spPr bwMode="gray">
          <a:xfrm>
            <a:off x="4771871" y="5397227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0" name="椭圆 299">
            <a:extLst>
              <a:ext uri="{FF2B5EF4-FFF2-40B4-BE49-F238E27FC236}">
                <a16:creationId xmlns:a16="http://schemas.microsoft.com/office/drawing/2014/main" id="{66D60ADB-D45B-417C-9F11-D4C719E8F6C8}"/>
              </a:ext>
            </a:extLst>
          </p:cNvPr>
          <p:cNvSpPr>
            <a:spLocks noChangeAspect="1"/>
          </p:cNvSpPr>
          <p:nvPr/>
        </p:nvSpPr>
        <p:spPr bwMode="gray">
          <a:xfrm>
            <a:off x="4663871" y="5633782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1" name="椭圆 300">
            <a:extLst>
              <a:ext uri="{FF2B5EF4-FFF2-40B4-BE49-F238E27FC236}">
                <a16:creationId xmlns:a16="http://schemas.microsoft.com/office/drawing/2014/main" id="{B4323A62-6CB3-455E-829A-0CE17A7BFF06}"/>
              </a:ext>
            </a:extLst>
          </p:cNvPr>
          <p:cNvSpPr>
            <a:spLocks noChangeAspect="1"/>
          </p:cNvSpPr>
          <p:nvPr/>
        </p:nvSpPr>
        <p:spPr bwMode="gray">
          <a:xfrm>
            <a:off x="5059903" y="5397227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2" name="椭圆 301">
            <a:extLst>
              <a:ext uri="{FF2B5EF4-FFF2-40B4-BE49-F238E27FC236}">
                <a16:creationId xmlns:a16="http://schemas.microsoft.com/office/drawing/2014/main" id="{0B30B409-97C2-4393-B291-FB114221E5A7}"/>
              </a:ext>
            </a:extLst>
          </p:cNvPr>
          <p:cNvSpPr>
            <a:spLocks noChangeAspect="1"/>
          </p:cNvSpPr>
          <p:nvPr/>
        </p:nvSpPr>
        <p:spPr bwMode="gray">
          <a:xfrm>
            <a:off x="4925693" y="5633782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3" name="椭圆 302">
            <a:extLst>
              <a:ext uri="{FF2B5EF4-FFF2-40B4-BE49-F238E27FC236}">
                <a16:creationId xmlns:a16="http://schemas.microsoft.com/office/drawing/2014/main" id="{BF9C1601-8882-4585-A312-559B698F9BAA}"/>
              </a:ext>
            </a:extLst>
          </p:cNvPr>
          <p:cNvSpPr>
            <a:spLocks noChangeAspect="1"/>
          </p:cNvSpPr>
          <p:nvPr/>
        </p:nvSpPr>
        <p:spPr bwMode="gray">
          <a:xfrm>
            <a:off x="5167927" y="5633782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304" name="直接连接符 303">
            <a:extLst>
              <a:ext uri="{FF2B5EF4-FFF2-40B4-BE49-F238E27FC236}">
                <a16:creationId xmlns:a16="http://schemas.microsoft.com/office/drawing/2014/main" id="{A1DF4C5E-D580-4151-8868-48BCD6AF6D86}"/>
              </a:ext>
            </a:extLst>
          </p:cNvPr>
          <p:cNvCxnSpPr>
            <a:stCxn id="301" idx="4"/>
            <a:endCxn id="302" idx="0"/>
          </p:cNvCxnSpPr>
          <p:nvPr/>
        </p:nvCxnSpPr>
        <p:spPr bwMode="gray">
          <a:xfrm flipH="1">
            <a:off x="4979693" y="5505227"/>
            <a:ext cx="134210" cy="128555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5" name="组合 304">
            <a:extLst>
              <a:ext uri="{FF2B5EF4-FFF2-40B4-BE49-F238E27FC236}">
                <a16:creationId xmlns:a16="http://schemas.microsoft.com/office/drawing/2014/main" id="{200DF4B5-CD22-45E4-8F34-6B6FF7DA0B6E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6714488" y="5077318"/>
            <a:ext cx="726306" cy="720000"/>
            <a:chOff x="7668754" y="1425755"/>
            <a:chExt cx="2832865" cy="2808272"/>
          </a:xfrm>
        </p:grpSpPr>
        <p:cxnSp>
          <p:nvCxnSpPr>
            <p:cNvPr id="306" name="直接连接符 305">
              <a:extLst>
                <a:ext uri="{FF2B5EF4-FFF2-40B4-BE49-F238E27FC236}">
                  <a16:creationId xmlns:a16="http://schemas.microsoft.com/office/drawing/2014/main" id="{2D91241B-454F-4C15-835F-510434F6F1BD}"/>
                </a:ext>
              </a:extLst>
            </p:cNvPr>
            <p:cNvCxnSpPr/>
            <p:nvPr/>
          </p:nvCxnSpPr>
          <p:spPr bwMode="gray">
            <a:xfrm>
              <a:off x="8111944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直接连接符 306">
              <a:extLst>
                <a:ext uri="{FF2B5EF4-FFF2-40B4-BE49-F238E27FC236}">
                  <a16:creationId xmlns:a16="http://schemas.microsoft.com/office/drawing/2014/main" id="{9A9590CE-FAC0-4CE1-B72F-95AA851BBC56}"/>
                </a:ext>
              </a:extLst>
            </p:cNvPr>
            <p:cNvCxnSpPr/>
            <p:nvPr/>
          </p:nvCxnSpPr>
          <p:spPr bwMode="gray">
            <a:xfrm>
              <a:off x="8192953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直接连接符 307">
              <a:extLst>
                <a:ext uri="{FF2B5EF4-FFF2-40B4-BE49-F238E27FC236}">
                  <a16:creationId xmlns:a16="http://schemas.microsoft.com/office/drawing/2014/main" id="{3AF468B2-0C7B-4F3E-8DFC-E464F0A10F65}"/>
                </a:ext>
              </a:extLst>
            </p:cNvPr>
            <p:cNvCxnSpPr/>
            <p:nvPr/>
          </p:nvCxnSpPr>
          <p:spPr bwMode="gray">
            <a:xfrm>
              <a:off x="8273962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直接连接符 308">
              <a:extLst>
                <a:ext uri="{FF2B5EF4-FFF2-40B4-BE49-F238E27FC236}">
                  <a16:creationId xmlns:a16="http://schemas.microsoft.com/office/drawing/2014/main" id="{D59A120E-3CB1-4383-A308-00A543B8A938}"/>
                </a:ext>
              </a:extLst>
            </p:cNvPr>
            <p:cNvCxnSpPr/>
            <p:nvPr/>
          </p:nvCxnSpPr>
          <p:spPr bwMode="gray">
            <a:xfrm>
              <a:off x="8354971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直接连接符 309">
              <a:extLst>
                <a:ext uri="{FF2B5EF4-FFF2-40B4-BE49-F238E27FC236}">
                  <a16:creationId xmlns:a16="http://schemas.microsoft.com/office/drawing/2014/main" id="{18D5510D-84AB-421F-8756-1A40FF53C263}"/>
                </a:ext>
              </a:extLst>
            </p:cNvPr>
            <p:cNvCxnSpPr/>
            <p:nvPr/>
          </p:nvCxnSpPr>
          <p:spPr bwMode="gray">
            <a:xfrm>
              <a:off x="8435980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直接连接符 310">
              <a:extLst>
                <a:ext uri="{FF2B5EF4-FFF2-40B4-BE49-F238E27FC236}">
                  <a16:creationId xmlns:a16="http://schemas.microsoft.com/office/drawing/2014/main" id="{1612010A-43AE-4816-BA8E-1F52AF6F7958}"/>
                </a:ext>
              </a:extLst>
            </p:cNvPr>
            <p:cNvCxnSpPr/>
            <p:nvPr/>
          </p:nvCxnSpPr>
          <p:spPr bwMode="gray">
            <a:xfrm>
              <a:off x="8516989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直接连接符 311">
              <a:extLst>
                <a:ext uri="{FF2B5EF4-FFF2-40B4-BE49-F238E27FC236}">
                  <a16:creationId xmlns:a16="http://schemas.microsoft.com/office/drawing/2014/main" id="{B7DB17DE-F3AA-4E7A-9660-5D146EBECEA9}"/>
                </a:ext>
              </a:extLst>
            </p:cNvPr>
            <p:cNvCxnSpPr/>
            <p:nvPr/>
          </p:nvCxnSpPr>
          <p:spPr bwMode="gray">
            <a:xfrm>
              <a:off x="8597998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直接连接符 312">
              <a:extLst>
                <a:ext uri="{FF2B5EF4-FFF2-40B4-BE49-F238E27FC236}">
                  <a16:creationId xmlns:a16="http://schemas.microsoft.com/office/drawing/2014/main" id="{F6BC6280-2E63-47D7-874E-5A60270A0F79}"/>
                </a:ext>
              </a:extLst>
            </p:cNvPr>
            <p:cNvCxnSpPr/>
            <p:nvPr/>
          </p:nvCxnSpPr>
          <p:spPr bwMode="gray">
            <a:xfrm>
              <a:off x="8679007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直接连接符 313">
              <a:extLst>
                <a:ext uri="{FF2B5EF4-FFF2-40B4-BE49-F238E27FC236}">
                  <a16:creationId xmlns:a16="http://schemas.microsoft.com/office/drawing/2014/main" id="{092F718B-F5DA-4259-93C6-87C3FCAF28A8}"/>
                </a:ext>
              </a:extLst>
            </p:cNvPr>
            <p:cNvCxnSpPr/>
            <p:nvPr/>
          </p:nvCxnSpPr>
          <p:spPr bwMode="gray">
            <a:xfrm>
              <a:off x="8760016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直接连接符 314">
              <a:extLst>
                <a:ext uri="{FF2B5EF4-FFF2-40B4-BE49-F238E27FC236}">
                  <a16:creationId xmlns:a16="http://schemas.microsoft.com/office/drawing/2014/main" id="{2F4F523C-324D-4144-B390-23B843B3FC84}"/>
                </a:ext>
              </a:extLst>
            </p:cNvPr>
            <p:cNvCxnSpPr/>
            <p:nvPr/>
          </p:nvCxnSpPr>
          <p:spPr bwMode="gray">
            <a:xfrm>
              <a:off x="8841025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直接连接符 315">
              <a:extLst>
                <a:ext uri="{FF2B5EF4-FFF2-40B4-BE49-F238E27FC236}">
                  <a16:creationId xmlns:a16="http://schemas.microsoft.com/office/drawing/2014/main" id="{B21DDF58-D7A9-4F91-8C9A-6919874A2CCB}"/>
                </a:ext>
              </a:extLst>
            </p:cNvPr>
            <p:cNvCxnSpPr/>
            <p:nvPr/>
          </p:nvCxnSpPr>
          <p:spPr bwMode="gray">
            <a:xfrm>
              <a:off x="8922034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直接连接符 316">
              <a:extLst>
                <a:ext uri="{FF2B5EF4-FFF2-40B4-BE49-F238E27FC236}">
                  <a16:creationId xmlns:a16="http://schemas.microsoft.com/office/drawing/2014/main" id="{24359226-A670-41EA-9F4A-1BF0B7F895C5}"/>
                </a:ext>
              </a:extLst>
            </p:cNvPr>
            <p:cNvCxnSpPr/>
            <p:nvPr/>
          </p:nvCxnSpPr>
          <p:spPr bwMode="gray">
            <a:xfrm>
              <a:off x="9003043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直接连接符 317">
              <a:extLst>
                <a:ext uri="{FF2B5EF4-FFF2-40B4-BE49-F238E27FC236}">
                  <a16:creationId xmlns:a16="http://schemas.microsoft.com/office/drawing/2014/main" id="{16B6BACA-C1A4-4A89-8BD6-8C83D3089C88}"/>
                </a:ext>
              </a:extLst>
            </p:cNvPr>
            <p:cNvCxnSpPr/>
            <p:nvPr/>
          </p:nvCxnSpPr>
          <p:spPr bwMode="gray">
            <a:xfrm>
              <a:off x="9084052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直接连接符 318">
              <a:extLst>
                <a:ext uri="{FF2B5EF4-FFF2-40B4-BE49-F238E27FC236}">
                  <a16:creationId xmlns:a16="http://schemas.microsoft.com/office/drawing/2014/main" id="{1770DF74-EB59-4168-A979-3550DB06BBDA}"/>
                </a:ext>
              </a:extLst>
            </p:cNvPr>
            <p:cNvCxnSpPr/>
            <p:nvPr/>
          </p:nvCxnSpPr>
          <p:spPr bwMode="gray">
            <a:xfrm>
              <a:off x="9165061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直接连接符 319">
              <a:extLst>
                <a:ext uri="{FF2B5EF4-FFF2-40B4-BE49-F238E27FC236}">
                  <a16:creationId xmlns:a16="http://schemas.microsoft.com/office/drawing/2014/main" id="{A8E5DD61-FEA2-43B6-B9A8-18A0F9C51ACF}"/>
                </a:ext>
              </a:extLst>
            </p:cNvPr>
            <p:cNvCxnSpPr/>
            <p:nvPr/>
          </p:nvCxnSpPr>
          <p:spPr bwMode="gray">
            <a:xfrm>
              <a:off x="9246070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直接连接符 320">
              <a:extLst>
                <a:ext uri="{FF2B5EF4-FFF2-40B4-BE49-F238E27FC236}">
                  <a16:creationId xmlns:a16="http://schemas.microsoft.com/office/drawing/2014/main" id="{F739AB7E-EFD6-4F2B-8C2F-941C2E76E69E}"/>
                </a:ext>
              </a:extLst>
            </p:cNvPr>
            <p:cNvCxnSpPr/>
            <p:nvPr/>
          </p:nvCxnSpPr>
          <p:spPr bwMode="gray">
            <a:xfrm>
              <a:off x="9327079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直接连接符 321">
              <a:extLst>
                <a:ext uri="{FF2B5EF4-FFF2-40B4-BE49-F238E27FC236}">
                  <a16:creationId xmlns:a16="http://schemas.microsoft.com/office/drawing/2014/main" id="{B6EEB81B-C186-4D34-BDF1-B7236B566AE8}"/>
                </a:ext>
              </a:extLst>
            </p:cNvPr>
            <p:cNvCxnSpPr/>
            <p:nvPr/>
          </p:nvCxnSpPr>
          <p:spPr bwMode="gray">
            <a:xfrm>
              <a:off x="9408088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直接连接符 322">
              <a:extLst>
                <a:ext uri="{FF2B5EF4-FFF2-40B4-BE49-F238E27FC236}">
                  <a16:creationId xmlns:a16="http://schemas.microsoft.com/office/drawing/2014/main" id="{B84F94C7-7523-4DC6-8AEE-EBA50ECCBCAD}"/>
                </a:ext>
              </a:extLst>
            </p:cNvPr>
            <p:cNvCxnSpPr/>
            <p:nvPr/>
          </p:nvCxnSpPr>
          <p:spPr bwMode="gray">
            <a:xfrm>
              <a:off x="9489097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直接连接符 323">
              <a:extLst>
                <a:ext uri="{FF2B5EF4-FFF2-40B4-BE49-F238E27FC236}">
                  <a16:creationId xmlns:a16="http://schemas.microsoft.com/office/drawing/2014/main" id="{F55DB9A4-4D63-40F9-9ACC-69A91EEDADF1}"/>
                </a:ext>
              </a:extLst>
            </p:cNvPr>
            <p:cNvCxnSpPr/>
            <p:nvPr/>
          </p:nvCxnSpPr>
          <p:spPr bwMode="gray">
            <a:xfrm>
              <a:off x="9570106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直接连接符 324">
              <a:extLst>
                <a:ext uri="{FF2B5EF4-FFF2-40B4-BE49-F238E27FC236}">
                  <a16:creationId xmlns:a16="http://schemas.microsoft.com/office/drawing/2014/main" id="{63E1FF16-F03D-4D4A-9E82-B4D2F851DA6A}"/>
                </a:ext>
              </a:extLst>
            </p:cNvPr>
            <p:cNvCxnSpPr/>
            <p:nvPr/>
          </p:nvCxnSpPr>
          <p:spPr bwMode="gray">
            <a:xfrm>
              <a:off x="9651115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直接连接符 325">
              <a:extLst>
                <a:ext uri="{FF2B5EF4-FFF2-40B4-BE49-F238E27FC236}">
                  <a16:creationId xmlns:a16="http://schemas.microsoft.com/office/drawing/2014/main" id="{74DAA3C6-194F-4CC9-A1BF-85A925319BC3}"/>
                </a:ext>
              </a:extLst>
            </p:cNvPr>
            <p:cNvCxnSpPr/>
            <p:nvPr/>
          </p:nvCxnSpPr>
          <p:spPr bwMode="gray">
            <a:xfrm>
              <a:off x="9732124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直接连接符 326">
              <a:extLst>
                <a:ext uri="{FF2B5EF4-FFF2-40B4-BE49-F238E27FC236}">
                  <a16:creationId xmlns:a16="http://schemas.microsoft.com/office/drawing/2014/main" id="{B8558E23-8B91-4554-9736-9D721C097208}"/>
                </a:ext>
              </a:extLst>
            </p:cNvPr>
            <p:cNvCxnSpPr/>
            <p:nvPr/>
          </p:nvCxnSpPr>
          <p:spPr bwMode="gray">
            <a:xfrm>
              <a:off x="9813133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直接连接符 327">
              <a:extLst>
                <a:ext uri="{FF2B5EF4-FFF2-40B4-BE49-F238E27FC236}">
                  <a16:creationId xmlns:a16="http://schemas.microsoft.com/office/drawing/2014/main" id="{0E583B2A-0F5D-4A3D-9E96-EEE4FB5A385C}"/>
                </a:ext>
              </a:extLst>
            </p:cNvPr>
            <p:cNvCxnSpPr/>
            <p:nvPr/>
          </p:nvCxnSpPr>
          <p:spPr bwMode="gray">
            <a:xfrm>
              <a:off x="9894142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直接连接符 328">
              <a:extLst>
                <a:ext uri="{FF2B5EF4-FFF2-40B4-BE49-F238E27FC236}">
                  <a16:creationId xmlns:a16="http://schemas.microsoft.com/office/drawing/2014/main" id="{1E6FB129-9F2B-4907-A966-4C4FE9603131}"/>
                </a:ext>
              </a:extLst>
            </p:cNvPr>
            <p:cNvCxnSpPr/>
            <p:nvPr/>
          </p:nvCxnSpPr>
          <p:spPr bwMode="gray">
            <a:xfrm>
              <a:off x="9975151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直接连接符 329">
              <a:extLst>
                <a:ext uri="{FF2B5EF4-FFF2-40B4-BE49-F238E27FC236}">
                  <a16:creationId xmlns:a16="http://schemas.microsoft.com/office/drawing/2014/main" id="{9CD4222B-FFC5-4356-99A1-41404E5BD270}"/>
                </a:ext>
              </a:extLst>
            </p:cNvPr>
            <p:cNvCxnSpPr/>
            <p:nvPr/>
          </p:nvCxnSpPr>
          <p:spPr bwMode="gray">
            <a:xfrm>
              <a:off x="10056160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直接连接符 330">
              <a:extLst>
                <a:ext uri="{FF2B5EF4-FFF2-40B4-BE49-F238E27FC236}">
                  <a16:creationId xmlns:a16="http://schemas.microsoft.com/office/drawing/2014/main" id="{F4154E48-9B6C-432B-B05F-D7A4054C7EF8}"/>
                </a:ext>
              </a:extLst>
            </p:cNvPr>
            <p:cNvCxnSpPr/>
            <p:nvPr/>
          </p:nvCxnSpPr>
          <p:spPr bwMode="gray">
            <a:xfrm>
              <a:off x="8111944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直接连接符 331">
              <a:extLst>
                <a:ext uri="{FF2B5EF4-FFF2-40B4-BE49-F238E27FC236}">
                  <a16:creationId xmlns:a16="http://schemas.microsoft.com/office/drawing/2014/main" id="{164FC12D-C882-4B15-B0AB-31B181E07803}"/>
                </a:ext>
              </a:extLst>
            </p:cNvPr>
            <p:cNvCxnSpPr/>
            <p:nvPr/>
          </p:nvCxnSpPr>
          <p:spPr bwMode="gray">
            <a:xfrm>
              <a:off x="8192953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直接连接符 332">
              <a:extLst>
                <a:ext uri="{FF2B5EF4-FFF2-40B4-BE49-F238E27FC236}">
                  <a16:creationId xmlns:a16="http://schemas.microsoft.com/office/drawing/2014/main" id="{AD6918DC-7078-48F4-A9F7-C69299A8A90A}"/>
                </a:ext>
              </a:extLst>
            </p:cNvPr>
            <p:cNvCxnSpPr/>
            <p:nvPr/>
          </p:nvCxnSpPr>
          <p:spPr bwMode="gray">
            <a:xfrm>
              <a:off x="8273962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直接连接符 333">
              <a:extLst>
                <a:ext uri="{FF2B5EF4-FFF2-40B4-BE49-F238E27FC236}">
                  <a16:creationId xmlns:a16="http://schemas.microsoft.com/office/drawing/2014/main" id="{5DC22E81-FC19-4201-9050-6FDB6DF2CD17}"/>
                </a:ext>
              </a:extLst>
            </p:cNvPr>
            <p:cNvCxnSpPr/>
            <p:nvPr/>
          </p:nvCxnSpPr>
          <p:spPr bwMode="gray">
            <a:xfrm>
              <a:off x="8354971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直接连接符 334">
              <a:extLst>
                <a:ext uri="{FF2B5EF4-FFF2-40B4-BE49-F238E27FC236}">
                  <a16:creationId xmlns:a16="http://schemas.microsoft.com/office/drawing/2014/main" id="{752E25BC-C024-49F0-A384-8B86930DAB9F}"/>
                </a:ext>
              </a:extLst>
            </p:cNvPr>
            <p:cNvCxnSpPr/>
            <p:nvPr/>
          </p:nvCxnSpPr>
          <p:spPr bwMode="gray">
            <a:xfrm>
              <a:off x="8435980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直接连接符 335">
              <a:extLst>
                <a:ext uri="{FF2B5EF4-FFF2-40B4-BE49-F238E27FC236}">
                  <a16:creationId xmlns:a16="http://schemas.microsoft.com/office/drawing/2014/main" id="{7047FE2C-0AB7-4E38-9932-9B553ECBD447}"/>
                </a:ext>
              </a:extLst>
            </p:cNvPr>
            <p:cNvCxnSpPr/>
            <p:nvPr/>
          </p:nvCxnSpPr>
          <p:spPr bwMode="gray">
            <a:xfrm>
              <a:off x="8516989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直接连接符 336">
              <a:extLst>
                <a:ext uri="{FF2B5EF4-FFF2-40B4-BE49-F238E27FC236}">
                  <a16:creationId xmlns:a16="http://schemas.microsoft.com/office/drawing/2014/main" id="{59331398-E1E2-482B-B88F-5744156B1675}"/>
                </a:ext>
              </a:extLst>
            </p:cNvPr>
            <p:cNvCxnSpPr/>
            <p:nvPr/>
          </p:nvCxnSpPr>
          <p:spPr bwMode="gray">
            <a:xfrm>
              <a:off x="8597998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直接连接符 337">
              <a:extLst>
                <a:ext uri="{FF2B5EF4-FFF2-40B4-BE49-F238E27FC236}">
                  <a16:creationId xmlns:a16="http://schemas.microsoft.com/office/drawing/2014/main" id="{E7543FB2-40E1-4CCF-9BAF-5BFB14AB26A4}"/>
                </a:ext>
              </a:extLst>
            </p:cNvPr>
            <p:cNvCxnSpPr/>
            <p:nvPr/>
          </p:nvCxnSpPr>
          <p:spPr bwMode="gray">
            <a:xfrm>
              <a:off x="8679007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直接连接符 338">
              <a:extLst>
                <a:ext uri="{FF2B5EF4-FFF2-40B4-BE49-F238E27FC236}">
                  <a16:creationId xmlns:a16="http://schemas.microsoft.com/office/drawing/2014/main" id="{EE5DE8CF-ABFF-4ADC-8D2C-57ED2DA959AD}"/>
                </a:ext>
              </a:extLst>
            </p:cNvPr>
            <p:cNvCxnSpPr/>
            <p:nvPr/>
          </p:nvCxnSpPr>
          <p:spPr bwMode="gray">
            <a:xfrm>
              <a:off x="8760016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直接连接符 339">
              <a:extLst>
                <a:ext uri="{FF2B5EF4-FFF2-40B4-BE49-F238E27FC236}">
                  <a16:creationId xmlns:a16="http://schemas.microsoft.com/office/drawing/2014/main" id="{DD404339-ED9A-4E5D-8AF6-0632436D3B94}"/>
                </a:ext>
              </a:extLst>
            </p:cNvPr>
            <p:cNvCxnSpPr/>
            <p:nvPr/>
          </p:nvCxnSpPr>
          <p:spPr bwMode="gray">
            <a:xfrm>
              <a:off x="8841025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直接连接符 340">
              <a:extLst>
                <a:ext uri="{FF2B5EF4-FFF2-40B4-BE49-F238E27FC236}">
                  <a16:creationId xmlns:a16="http://schemas.microsoft.com/office/drawing/2014/main" id="{81399817-623A-472F-90AB-A99AB078D10A}"/>
                </a:ext>
              </a:extLst>
            </p:cNvPr>
            <p:cNvCxnSpPr/>
            <p:nvPr/>
          </p:nvCxnSpPr>
          <p:spPr bwMode="gray">
            <a:xfrm>
              <a:off x="8922034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直接连接符 341">
              <a:extLst>
                <a:ext uri="{FF2B5EF4-FFF2-40B4-BE49-F238E27FC236}">
                  <a16:creationId xmlns:a16="http://schemas.microsoft.com/office/drawing/2014/main" id="{9FA464AA-67CE-4B68-90EB-337020BF9431}"/>
                </a:ext>
              </a:extLst>
            </p:cNvPr>
            <p:cNvCxnSpPr/>
            <p:nvPr/>
          </p:nvCxnSpPr>
          <p:spPr bwMode="gray">
            <a:xfrm>
              <a:off x="9003043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直接连接符 342">
              <a:extLst>
                <a:ext uri="{FF2B5EF4-FFF2-40B4-BE49-F238E27FC236}">
                  <a16:creationId xmlns:a16="http://schemas.microsoft.com/office/drawing/2014/main" id="{D0EEA827-416F-4891-A01E-6EED628E14C2}"/>
                </a:ext>
              </a:extLst>
            </p:cNvPr>
            <p:cNvCxnSpPr/>
            <p:nvPr/>
          </p:nvCxnSpPr>
          <p:spPr bwMode="gray">
            <a:xfrm>
              <a:off x="9084052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直接连接符 343">
              <a:extLst>
                <a:ext uri="{FF2B5EF4-FFF2-40B4-BE49-F238E27FC236}">
                  <a16:creationId xmlns:a16="http://schemas.microsoft.com/office/drawing/2014/main" id="{17F0DFCE-648C-46F7-860C-99E561B47764}"/>
                </a:ext>
              </a:extLst>
            </p:cNvPr>
            <p:cNvCxnSpPr/>
            <p:nvPr/>
          </p:nvCxnSpPr>
          <p:spPr bwMode="gray">
            <a:xfrm>
              <a:off x="9165061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直接连接符 344">
              <a:extLst>
                <a:ext uri="{FF2B5EF4-FFF2-40B4-BE49-F238E27FC236}">
                  <a16:creationId xmlns:a16="http://schemas.microsoft.com/office/drawing/2014/main" id="{4412ABEB-8BD5-4986-BFFB-E92CDE29435D}"/>
                </a:ext>
              </a:extLst>
            </p:cNvPr>
            <p:cNvCxnSpPr/>
            <p:nvPr/>
          </p:nvCxnSpPr>
          <p:spPr bwMode="gray">
            <a:xfrm>
              <a:off x="9246070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直接连接符 345">
              <a:extLst>
                <a:ext uri="{FF2B5EF4-FFF2-40B4-BE49-F238E27FC236}">
                  <a16:creationId xmlns:a16="http://schemas.microsoft.com/office/drawing/2014/main" id="{F85A99F8-0E82-4037-9DBA-16A91CBFB4D1}"/>
                </a:ext>
              </a:extLst>
            </p:cNvPr>
            <p:cNvCxnSpPr/>
            <p:nvPr/>
          </p:nvCxnSpPr>
          <p:spPr bwMode="gray">
            <a:xfrm>
              <a:off x="9327079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直接连接符 346">
              <a:extLst>
                <a:ext uri="{FF2B5EF4-FFF2-40B4-BE49-F238E27FC236}">
                  <a16:creationId xmlns:a16="http://schemas.microsoft.com/office/drawing/2014/main" id="{8A3A7417-BEE9-4BDB-8C85-5E1C08B49028}"/>
                </a:ext>
              </a:extLst>
            </p:cNvPr>
            <p:cNvCxnSpPr/>
            <p:nvPr/>
          </p:nvCxnSpPr>
          <p:spPr bwMode="gray">
            <a:xfrm>
              <a:off x="9408088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直接连接符 347">
              <a:extLst>
                <a:ext uri="{FF2B5EF4-FFF2-40B4-BE49-F238E27FC236}">
                  <a16:creationId xmlns:a16="http://schemas.microsoft.com/office/drawing/2014/main" id="{6718BAE3-B330-4D31-BB01-F138F6783F12}"/>
                </a:ext>
              </a:extLst>
            </p:cNvPr>
            <p:cNvCxnSpPr/>
            <p:nvPr/>
          </p:nvCxnSpPr>
          <p:spPr bwMode="gray">
            <a:xfrm>
              <a:off x="9489097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直接连接符 348">
              <a:extLst>
                <a:ext uri="{FF2B5EF4-FFF2-40B4-BE49-F238E27FC236}">
                  <a16:creationId xmlns:a16="http://schemas.microsoft.com/office/drawing/2014/main" id="{D3774035-429B-4006-AB7E-B0A89AF67DF2}"/>
                </a:ext>
              </a:extLst>
            </p:cNvPr>
            <p:cNvCxnSpPr/>
            <p:nvPr/>
          </p:nvCxnSpPr>
          <p:spPr bwMode="gray">
            <a:xfrm>
              <a:off x="9570106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直接连接符 349">
              <a:extLst>
                <a:ext uri="{FF2B5EF4-FFF2-40B4-BE49-F238E27FC236}">
                  <a16:creationId xmlns:a16="http://schemas.microsoft.com/office/drawing/2014/main" id="{88B7C0AA-EE0C-4545-B5A9-2B9E9F478EA3}"/>
                </a:ext>
              </a:extLst>
            </p:cNvPr>
            <p:cNvCxnSpPr/>
            <p:nvPr/>
          </p:nvCxnSpPr>
          <p:spPr bwMode="gray">
            <a:xfrm>
              <a:off x="9651115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直接连接符 350">
              <a:extLst>
                <a:ext uri="{FF2B5EF4-FFF2-40B4-BE49-F238E27FC236}">
                  <a16:creationId xmlns:a16="http://schemas.microsoft.com/office/drawing/2014/main" id="{D0046485-1ED3-4DA5-9787-4E60BE1C7AB1}"/>
                </a:ext>
              </a:extLst>
            </p:cNvPr>
            <p:cNvCxnSpPr/>
            <p:nvPr/>
          </p:nvCxnSpPr>
          <p:spPr bwMode="gray">
            <a:xfrm>
              <a:off x="9732124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直接连接符 351">
              <a:extLst>
                <a:ext uri="{FF2B5EF4-FFF2-40B4-BE49-F238E27FC236}">
                  <a16:creationId xmlns:a16="http://schemas.microsoft.com/office/drawing/2014/main" id="{507603F6-845B-4C24-B202-CAA8ABD5877A}"/>
                </a:ext>
              </a:extLst>
            </p:cNvPr>
            <p:cNvCxnSpPr/>
            <p:nvPr/>
          </p:nvCxnSpPr>
          <p:spPr bwMode="gray">
            <a:xfrm>
              <a:off x="9813133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直接连接符 352">
              <a:extLst>
                <a:ext uri="{FF2B5EF4-FFF2-40B4-BE49-F238E27FC236}">
                  <a16:creationId xmlns:a16="http://schemas.microsoft.com/office/drawing/2014/main" id="{7320D229-AFF6-4DE4-9083-EC8927A938EF}"/>
                </a:ext>
              </a:extLst>
            </p:cNvPr>
            <p:cNvCxnSpPr/>
            <p:nvPr/>
          </p:nvCxnSpPr>
          <p:spPr bwMode="gray">
            <a:xfrm>
              <a:off x="9894142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直接连接符 353">
              <a:extLst>
                <a:ext uri="{FF2B5EF4-FFF2-40B4-BE49-F238E27FC236}">
                  <a16:creationId xmlns:a16="http://schemas.microsoft.com/office/drawing/2014/main" id="{D73F669D-4FC9-4288-8570-9637ED3DD783}"/>
                </a:ext>
              </a:extLst>
            </p:cNvPr>
            <p:cNvCxnSpPr/>
            <p:nvPr/>
          </p:nvCxnSpPr>
          <p:spPr bwMode="gray">
            <a:xfrm>
              <a:off x="9975151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直接连接符 354">
              <a:extLst>
                <a:ext uri="{FF2B5EF4-FFF2-40B4-BE49-F238E27FC236}">
                  <a16:creationId xmlns:a16="http://schemas.microsoft.com/office/drawing/2014/main" id="{34F376C5-3915-4BCA-93EF-B66BB98FEE09}"/>
                </a:ext>
              </a:extLst>
            </p:cNvPr>
            <p:cNvCxnSpPr/>
            <p:nvPr/>
          </p:nvCxnSpPr>
          <p:spPr bwMode="gray">
            <a:xfrm>
              <a:off x="10056160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6" name="组合 355">
              <a:extLst>
                <a:ext uri="{FF2B5EF4-FFF2-40B4-BE49-F238E27FC236}">
                  <a16:creationId xmlns:a16="http://schemas.microsoft.com/office/drawing/2014/main" id="{80458274-4013-40B2-9E0A-4816F1E2D5A7}"/>
                </a:ext>
              </a:extLst>
            </p:cNvPr>
            <p:cNvGrpSpPr/>
            <p:nvPr/>
          </p:nvGrpSpPr>
          <p:grpSpPr bwMode="gray">
            <a:xfrm rot="5400000">
              <a:off x="6768702" y="2757831"/>
              <a:ext cx="1944216" cy="144112"/>
              <a:chOff x="6798078" y="2996952"/>
              <a:chExt cx="1944216" cy="144112"/>
            </a:xfrm>
          </p:grpSpPr>
          <p:cxnSp>
            <p:nvCxnSpPr>
              <p:cNvPr id="384" name="直接连接符 383">
                <a:extLst>
                  <a:ext uri="{FF2B5EF4-FFF2-40B4-BE49-F238E27FC236}">
                    <a16:creationId xmlns:a16="http://schemas.microsoft.com/office/drawing/2014/main" id="{BD35CC54-1578-49F0-8CD9-F00CC357E941}"/>
                  </a:ext>
                </a:extLst>
              </p:cNvPr>
              <p:cNvCxnSpPr/>
              <p:nvPr/>
            </p:nvCxnSpPr>
            <p:spPr bwMode="gray">
              <a:xfrm>
                <a:off x="6798078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5" name="直接连接符 384">
                <a:extLst>
                  <a:ext uri="{FF2B5EF4-FFF2-40B4-BE49-F238E27FC236}">
                    <a16:creationId xmlns:a16="http://schemas.microsoft.com/office/drawing/2014/main" id="{236DC243-DD4A-4FE2-87ED-A9732F1268C2}"/>
                  </a:ext>
                </a:extLst>
              </p:cNvPr>
              <p:cNvCxnSpPr/>
              <p:nvPr/>
            </p:nvCxnSpPr>
            <p:spPr bwMode="gray">
              <a:xfrm>
                <a:off x="6879087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6" name="直接连接符 385">
                <a:extLst>
                  <a:ext uri="{FF2B5EF4-FFF2-40B4-BE49-F238E27FC236}">
                    <a16:creationId xmlns:a16="http://schemas.microsoft.com/office/drawing/2014/main" id="{631CE545-6865-45D9-9F98-8329F5C9A55D}"/>
                  </a:ext>
                </a:extLst>
              </p:cNvPr>
              <p:cNvCxnSpPr/>
              <p:nvPr/>
            </p:nvCxnSpPr>
            <p:spPr bwMode="gray">
              <a:xfrm>
                <a:off x="6960096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7" name="直接连接符 386">
                <a:extLst>
                  <a:ext uri="{FF2B5EF4-FFF2-40B4-BE49-F238E27FC236}">
                    <a16:creationId xmlns:a16="http://schemas.microsoft.com/office/drawing/2014/main" id="{EBABE17A-E8EA-4C5E-8E56-1976E9DD774D}"/>
                  </a:ext>
                </a:extLst>
              </p:cNvPr>
              <p:cNvCxnSpPr/>
              <p:nvPr/>
            </p:nvCxnSpPr>
            <p:spPr bwMode="gray">
              <a:xfrm>
                <a:off x="7041105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8" name="直接连接符 387">
                <a:extLst>
                  <a:ext uri="{FF2B5EF4-FFF2-40B4-BE49-F238E27FC236}">
                    <a16:creationId xmlns:a16="http://schemas.microsoft.com/office/drawing/2014/main" id="{C204202D-49FA-4611-A991-F254311A5908}"/>
                  </a:ext>
                </a:extLst>
              </p:cNvPr>
              <p:cNvCxnSpPr/>
              <p:nvPr/>
            </p:nvCxnSpPr>
            <p:spPr bwMode="gray">
              <a:xfrm>
                <a:off x="7122114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" name="直接连接符 388">
                <a:extLst>
                  <a:ext uri="{FF2B5EF4-FFF2-40B4-BE49-F238E27FC236}">
                    <a16:creationId xmlns:a16="http://schemas.microsoft.com/office/drawing/2014/main" id="{6AAE199A-9E62-47DD-9E37-0C4317077A79}"/>
                  </a:ext>
                </a:extLst>
              </p:cNvPr>
              <p:cNvCxnSpPr/>
              <p:nvPr/>
            </p:nvCxnSpPr>
            <p:spPr bwMode="gray">
              <a:xfrm>
                <a:off x="7203123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0" name="直接连接符 389">
                <a:extLst>
                  <a:ext uri="{FF2B5EF4-FFF2-40B4-BE49-F238E27FC236}">
                    <a16:creationId xmlns:a16="http://schemas.microsoft.com/office/drawing/2014/main" id="{3D54DF0E-6B1C-491E-AF50-367B8D44C3AD}"/>
                  </a:ext>
                </a:extLst>
              </p:cNvPr>
              <p:cNvCxnSpPr/>
              <p:nvPr/>
            </p:nvCxnSpPr>
            <p:spPr bwMode="gray">
              <a:xfrm>
                <a:off x="7284132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1" name="直接连接符 390">
                <a:extLst>
                  <a:ext uri="{FF2B5EF4-FFF2-40B4-BE49-F238E27FC236}">
                    <a16:creationId xmlns:a16="http://schemas.microsoft.com/office/drawing/2014/main" id="{547CC9C6-8A0B-4294-9975-E9A7CF188A3F}"/>
                  </a:ext>
                </a:extLst>
              </p:cNvPr>
              <p:cNvCxnSpPr/>
              <p:nvPr/>
            </p:nvCxnSpPr>
            <p:spPr bwMode="gray">
              <a:xfrm>
                <a:off x="7365141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2" name="直接连接符 391">
                <a:extLst>
                  <a:ext uri="{FF2B5EF4-FFF2-40B4-BE49-F238E27FC236}">
                    <a16:creationId xmlns:a16="http://schemas.microsoft.com/office/drawing/2014/main" id="{D308E954-11CC-4E0F-A682-F557794620F0}"/>
                  </a:ext>
                </a:extLst>
              </p:cNvPr>
              <p:cNvCxnSpPr/>
              <p:nvPr/>
            </p:nvCxnSpPr>
            <p:spPr bwMode="gray">
              <a:xfrm>
                <a:off x="7446150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3" name="直接连接符 392">
                <a:extLst>
                  <a:ext uri="{FF2B5EF4-FFF2-40B4-BE49-F238E27FC236}">
                    <a16:creationId xmlns:a16="http://schemas.microsoft.com/office/drawing/2014/main" id="{19AF44A9-0E81-4917-9C24-7CA62359796C}"/>
                  </a:ext>
                </a:extLst>
              </p:cNvPr>
              <p:cNvCxnSpPr/>
              <p:nvPr/>
            </p:nvCxnSpPr>
            <p:spPr bwMode="gray">
              <a:xfrm>
                <a:off x="7527159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4" name="直接连接符 393">
                <a:extLst>
                  <a:ext uri="{FF2B5EF4-FFF2-40B4-BE49-F238E27FC236}">
                    <a16:creationId xmlns:a16="http://schemas.microsoft.com/office/drawing/2014/main" id="{62D17C2C-B9EA-408D-8796-CF4A094B8419}"/>
                  </a:ext>
                </a:extLst>
              </p:cNvPr>
              <p:cNvCxnSpPr/>
              <p:nvPr/>
            </p:nvCxnSpPr>
            <p:spPr bwMode="gray">
              <a:xfrm>
                <a:off x="7608168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5" name="直接连接符 394">
                <a:extLst>
                  <a:ext uri="{FF2B5EF4-FFF2-40B4-BE49-F238E27FC236}">
                    <a16:creationId xmlns:a16="http://schemas.microsoft.com/office/drawing/2014/main" id="{285EFC6C-3A8F-4C34-A257-6C9E76BD4D98}"/>
                  </a:ext>
                </a:extLst>
              </p:cNvPr>
              <p:cNvCxnSpPr/>
              <p:nvPr/>
            </p:nvCxnSpPr>
            <p:spPr bwMode="gray">
              <a:xfrm>
                <a:off x="7689177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6" name="直接连接符 395">
                <a:extLst>
                  <a:ext uri="{FF2B5EF4-FFF2-40B4-BE49-F238E27FC236}">
                    <a16:creationId xmlns:a16="http://schemas.microsoft.com/office/drawing/2014/main" id="{572DB6F9-509A-4A34-AB04-CB7558C4891C}"/>
                  </a:ext>
                </a:extLst>
              </p:cNvPr>
              <p:cNvCxnSpPr/>
              <p:nvPr/>
            </p:nvCxnSpPr>
            <p:spPr bwMode="gray">
              <a:xfrm>
                <a:off x="7770186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7" name="直接连接符 396">
                <a:extLst>
                  <a:ext uri="{FF2B5EF4-FFF2-40B4-BE49-F238E27FC236}">
                    <a16:creationId xmlns:a16="http://schemas.microsoft.com/office/drawing/2014/main" id="{DDAFF740-1988-4CFD-B8E5-54F2E508B58A}"/>
                  </a:ext>
                </a:extLst>
              </p:cNvPr>
              <p:cNvCxnSpPr/>
              <p:nvPr/>
            </p:nvCxnSpPr>
            <p:spPr bwMode="gray">
              <a:xfrm>
                <a:off x="7851195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8" name="直接连接符 397">
                <a:extLst>
                  <a:ext uri="{FF2B5EF4-FFF2-40B4-BE49-F238E27FC236}">
                    <a16:creationId xmlns:a16="http://schemas.microsoft.com/office/drawing/2014/main" id="{3E1AF1A4-FA1C-4AFE-BA96-A13D5DB0A3AD}"/>
                  </a:ext>
                </a:extLst>
              </p:cNvPr>
              <p:cNvCxnSpPr/>
              <p:nvPr/>
            </p:nvCxnSpPr>
            <p:spPr bwMode="gray">
              <a:xfrm>
                <a:off x="7932204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" name="直接连接符 398">
                <a:extLst>
                  <a:ext uri="{FF2B5EF4-FFF2-40B4-BE49-F238E27FC236}">
                    <a16:creationId xmlns:a16="http://schemas.microsoft.com/office/drawing/2014/main" id="{1D5548E7-2656-4AEA-9EAC-CD24048551D7}"/>
                  </a:ext>
                </a:extLst>
              </p:cNvPr>
              <p:cNvCxnSpPr/>
              <p:nvPr/>
            </p:nvCxnSpPr>
            <p:spPr bwMode="gray">
              <a:xfrm>
                <a:off x="8013213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0" name="直接连接符 399">
                <a:extLst>
                  <a:ext uri="{FF2B5EF4-FFF2-40B4-BE49-F238E27FC236}">
                    <a16:creationId xmlns:a16="http://schemas.microsoft.com/office/drawing/2014/main" id="{01E0CE2E-4F71-46C3-B56F-9FF7DA46ECDE}"/>
                  </a:ext>
                </a:extLst>
              </p:cNvPr>
              <p:cNvCxnSpPr/>
              <p:nvPr/>
            </p:nvCxnSpPr>
            <p:spPr bwMode="gray">
              <a:xfrm>
                <a:off x="8094222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1" name="直接连接符 400">
                <a:extLst>
                  <a:ext uri="{FF2B5EF4-FFF2-40B4-BE49-F238E27FC236}">
                    <a16:creationId xmlns:a16="http://schemas.microsoft.com/office/drawing/2014/main" id="{277A465F-218B-4B2E-A9C3-D7B737D0AC8D}"/>
                  </a:ext>
                </a:extLst>
              </p:cNvPr>
              <p:cNvCxnSpPr/>
              <p:nvPr/>
            </p:nvCxnSpPr>
            <p:spPr bwMode="gray">
              <a:xfrm>
                <a:off x="8175231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2" name="直接连接符 401">
                <a:extLst>
                  <a:ext uri="{FF2B5EF4-FFF2-40B4-BE49-F238E27FC236}">
                    <a16:creationId xmlns:a16="http://schemas.microsoft.com/office/drawing/2014/main" id="{9701A858-4318-4DB4-B802-C498CE462FF3}"/>
                  </a:ext>
                </a:extLst>
              </p:cNvPr>
              <p:cNvCxnSpPr/>
              <p:nvPr/>
            </p:nvCxnSpPr>
            <p:spPr bwMode="gray">
              <a:xfrm>
                <a:off x="8256240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3" name="直接连接符 402">
                <a:extLst>
                  <a:ext uri="{FF2B5EF4-FFF2-40B4-BE49-F238E27FC236}">
                    <a16:creationId xmlns:a16="http://schemas.microsoft.com/office/drawing/2014/main" id="{CBEFFAB3-8256-487F-B5D8-A142B226B41B}"/>
                  </a:ext>
                </a:extLst>
              </p:cNvPr>
              <p:cNvCxnSpPr/>
              <p:nvPr/>
            </p:nvCxnSpPr>
            <p:spPr bwMode="gray">
              <a:xfrm>
                <a:off x="8337249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4" name="直接连接符 403">
                <a:extLst>
                  <a:ext uri="{FF2B5EF4-FFF2-40B4-BE49-F238E27FC236}">
                    <a16:creationId xmlns:a16="http://schemas.microsoft.com/office/drawing/2014/main" id="{304E4B29-2789-4986-89E7-4E1FC1B8E38D}"/>
                  </a:ext>
                </a:extLst>
              </p:cNvPr>
              <p:cNvCxnSpPr/>
              <p:nvPr/>
            </p:nvCxnSpPr>
            <p:spPr bwMode="gray">
              <a:xfrm>
                <a:off x="8418258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5" name="直接连接符 404">
                <a:extLst>
                  <a:ext uri="{FF2B5EF4-FFF2-40B4-BE49-F238E27FC236}">
                    <a16:creationId xmlns:a16="http://schemas.microsoft.com/office/drawing/2014/main" id="{8EAAF83E-E238-4778-AE45-10D08DD82763}"/>
                  </a:ext>
                </a:extLst>
              </p:cNvPr>
              <p:cNvCxnSpPr/>
              <p:nvPr/>
            </p:nvCxnSpPr>
            <p:spPr bwMode="gray">
              <a:xfrm>
                <a:off x="8499267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6" name="直接连接符 405">
                <a:extLst>
                  <a:ext uri="{FF2B5EF4-FFF2-40B4-BE49-F238E27FC236}">
                    <a16:creationId xmlns:a16="http://schemas.microsoft.com/office/drawing/2014/main" id="{7E55AC72-AD84-49F0-ACCD-F7D3782F3946}"/>
                  </a:ext>
                </a:extLst>
              </p:cNvPr>
              <p:cNvCxnSpPr/>
              <p:nvPr/>
            </p:nvCxnSpPr>
            <p:spPr bwMode="gray">
              <a:xfrm>
                <a:off x="8580276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7" name="直接连接符 406">
                <a:extLst>
                  <a:ext uri="{FF2B5EF4-FFF2-40B4-BE49-F238E27FC236}">
                    <a16:creationId xmlns:a16="http://schemas.microsoft.com/office/drawing/2014/main" id="{9EA59839-64DE-47D1-87F7-FD1A8A469A46}"/>
                  </a:ext>
                </a:extLst>
              </p:cNvPr>
              <p:cNvCxnSpPr/>
              <p:nvPr/>
            </p:nvCxnSpPr>
            <p:spPr bwMode="gray">
              <a:xfrm>
                <a:off x="8661285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8" name="直接连接符 407">
                <a:extLst>
                  <a:ext uri="{FF2B5EF4-FFF2-40B4-BE49-F238E27FC236}">
                    <a16:creationId xmlns:a16="http://schemas.microsoft.com/office/drawing/2014/main" id="{CC9146E0-1BFB-4385-B083-78E9A60DBE37}"/>
                  </a:ext>
                </a:extLst>
              </p:cNvPr>
              <p:cNvCxnSpPr/>
              <p:nvPr/>
            </p:nvCxnSpPr>
            <p:spPr bwMode="gray">
              <a:xfrm>
                <a:off x="8742294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7" name="组合 356">
              <a:extLst>
                <a:ext uri="{FF2B5EF4-FFF2-40B4-BE49-F238E27FC236}">
                  <a16:creationId xmlns:a16="http://schemas.microsoft.com/office/drawing/2014/main" id="{4F5F1068-FEE0-4579-AC37-7347982598BB}"/>
                </a:ext>
              </a:extLst>
            </p:cNvPr>
            <p:cNvGrpSpPr/>
            <p:nvPr/>
          </p:nvGrpSpPr>
          <p:grpSpPr bwMode="gray">
            <a:xfrm rot="5400000">
              <a:off x="9457455" y="2757238"/>
              <a:ext cx="1944216" cy="144112"/>
              <a:chOff x="6798078" y="2996952"/>
              <a:chExt cx="1944216" cy="144112"/>
            </a:xfrm>
          </p:grpSpPr>
          <p:cxnSp>
            <p:nvCxnSpPr>
              <p:cNvPr id="359" name="直接连接符 358">
                <a:extLst>
                  <a:ext uri="{FF2B5EF4-FFF2-40B4-BE49-F238E27FC236}">
                    <a16:creationId xmlns:a16="http://schemas.microsoft.com/office/drawing/2014/main" id="{E47BAA56-365B-43BF-AB94-EC1D52EC8F53}"/>
                  </a:ext>
                </a:extLst>
              </p:cNvPr>
              <p:cNvCxnSpPr/>
              <p:nvPr/>
            </p:nvCxnSpPr>
            <p:spPr bwMode="gray">
              <a:xfrm>
                <a:off x="6798078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0" name="直接连接符 359">
                <a:extLst>
                  <a:ext uri="{FF2B5EF4-FFF2-40B4-BE49-F238E27FC236}">
                    <a16:creationId xmlns:a16="http://schemas.microsoft.com/office/drawing/2014/main" id="{836ABBEA-F168-4B41-800C-7613987E4209}"/>
                  </a:ext>
                </a:extLst>
              </p:cNvPr>
              <p:cNvCxnSpPr/>
              <p:nvPr/>
            </p:nvCxnSpPr>
            <p:spPr bwMode="gray">
              <a:xfrm>
                <a:off x="6879087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1" name="直接连接符 360">
                <a:extLst>
                  <a:ext uri="{FF2B5EF4-FFF2-40B4-BE49-F238E27FC236}">
                    <a16:creationId xmlns:a16="http://schemas.microsoft.com/office/drawing/2014/main" id="{19551D84-7087-4CA3-9AE2-71B84D4670F7}"/>
                  </a:ext>
                </a:extLst>
              </p:cNvPr>
              <p:cNvCxnSpPr/>
              <p:nvPr/>
            </p:nvCxnSpPr>
            <p:spPr bwMode="gray">
              <a:xfrm>
                <a:off x="6960096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2" name="直接连接符 361">
                <a:extLst>
                  <a:ext uri="{FF2B5EF4-FFF2-40B4-BE49-F238E27FC236}">
                    <a16:creationId xmlns:a16="http://schemas.microsoft.com/office/drawing/2014/main" id="{D0BC191B-73ED-4E53-B756-ED1D1671FCCB}"/>
                  </a:ext>
                </a:extLst>
              </p:cNvPr>
              <p:cNvCxnSpPr/>
              <p:nvPr/>
            </p:nvCxnSpPr>
            <p:spPr bwMode="gray">
              <a:xfrm>
                <a:off x="7041105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3" name="直接连接符 362">
                <a:extLst>
                  <a:ext uri="{FF2B5EF4-FFF2-40B4-BE49-F238E27FC236}">
                    <a16:creationId xmlns:a16="http://schemas.microsoft.com/office/drawing/2014/main" id="{0F1C8C17-9C1D-4F22-B3FD-1522956BB7F0}"/>
                  </a:ext>
                </a:extLst>
              </p:cNvPr>
              <p:cNvCxnSpPr/>
              <p:nvPr/>
            </p:nvCxnSpPr>
            <p:spPr bwMode="gray">
              <a:xfrm>
                <a:off x="7122114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4" name="直接连接符 363">
                <a:extLst>
                  <a:ext uri="{FF2B5EF4-FFF2-40B4-BE49-F238E27FC236}">
                    <a16:creationId xmlns:a16="http://schemas.microsoft.com/office/drawing/2014/main" id="{1AE70F16-B364-47A2-804D-49BCFAD7D4B5}"/>
                  </a:ext>
                </a:extLst>
              </p:cNvPr>
              <p:cNvCxnSpPr/>
              <p:nvPr/>
            </p:nvCxnSpPr>
            <p:spPr bwMode="gray">
              <a:xfrm>
                <a:off x="7203123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5" name="直接连接符 364">
                <a:extLst>
                  <a:ext uri="{FF2B5EF4-FFF2-40B4-BE49-F238E27FC236}">
                    <a16:creationId xmlns:a16="http://schemas.microsoft.com/office/drawing/2014/main" id="{F4597BF8-2D1D-4303-BD79-1F294A6DBCDA}"/>
                  </a:ext>
                </a:extLst>
              </p:cNvPr>
              <p:cNvCxnSpPr/>
              <p:nvPr/>
            </p:nvCxnSpPr>
            <p:spPr bwMode="gray">
              <a:xfrm>
                <a:off x="7284132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6" name="直接连接符 365">
                <a:extLst>
                  <a:ext uri="{FF2B5EF4-FFF2-40B4-BE49-F238E27FC236}">
                    <a16:creationId xmlns:a16="http://schemas.microsoft.com/office/drawing/2014/main" id="{8B7A71AD-492C-4ECF-B3C6-E6DDDE4183F9}"/>
                  </a:ext>
                </a:extLst>
              </p:cNvPr>
              <p:cNvCxnSpPr/>
              <p:nvPr/>
            </p:nvCxnSpPr>
            <p:spPr bwMode="gray">
              <a:xfrm>
                <a:off x="7365141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7" name="直接连接符 366">
                <a:extLst>
                  <a:ext uri="{FF2B5EF4-FFF2-40B4-BE49-F238E27FC236}">
                    <a16:creationId xmlns:a16="http://schemas.microsoft.com/office/drawing/2014/main" id="{C469DB58-65B8-46A3-B64C-3D1060E3C65A}"/>
                  </a:ext>
                </a:extLst>
              </p:cNvPr>
              <p:cNvCxnSpPr/>
              <p:nvPr/>
            </p:nvCxnSpPr>
            <p:spPr bwMode="gray">
              <a:xfrm>
                <a:off x="7446150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8" name="直接连接符 367">
                <a:extLst>
                  <a:ext uri="{FF2B5EF4-FFF2-40B4-BE49-F238E27FC236}">
                    <a16:creationId xmlns:a16="http://schemas.microsoft.com/office/drawing/2014/main" id="{49E08CB2-5ADD-4213-AF79-512436888F49}"/>
                  </a:ext>
                </a:extLst>
              </p:cNvPr>
              <p:cNvCxnSpPr/>
              <p:nvPr/>
            </p:nvCxnSpPr>
            <p:spPr bwMode="gray">
              <a:xfrm>
                <a:off x="7527159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" name="直接连接符 368">
                <a:extLst>
                  <a:ext uri="{FF2B5EF4-FFF2-40B4-BE49-F238E27FC236}">
                    <a16:creationId xmlns:a16="http://schemas.microsoft.com/office/drawing/2014/main" id="{E3297084-25BC-4371-A13C-3C262CAB1CEC}"/>
                  </a:ext>
                </a:extLst>
              </p:cNvPr>
              <p:cNvCxnSpPr/>
              <p:nvPr/>
            </p:nvCxnSpPr>
            <p:spPr bwMode="gray">
              <a:xfrm>
                <a:off x="7608168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0" name="直接连接符 369">
                <a:extLst>
                  <a:ext uri="{FF2B5EF4-FFF2-40B4-BE49-F238E27FC236}">
                    <a16:creationId xmlns:a16="http://schemas.microsoft.com/office/drawing/2014/main" id="{81709043-AB11-4FBB-8807-4C6A7CA426D1}"/>
                  </a:ext>
                </a:extLst>
              </p:cNvPr>
              <p:cNvCxnSpPr/>
              <p:nvPr/>
            </p:nvCxnSpPr>
            <p:spPr bwMode="gray">
              <a:xfrm>
                <a:off x="7689177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1" name="直接连接符 370">
                <a:extLst>
                  <a:ext uri="{FF2B5EF4-FFF2-40B4-BE49-F238E27FC236}">
                    <a16:creationId xmlns:a16="http://schemas.microsoft.com/office/drawing/2014/main" id="{74514C96-5E6E-4D0F-9731-C242A3694D86}"/>
                  </a:ext>
                </a:extLst>
              </p:cNvPr>
              <p:cNvCxnSpPr/>
              <p:nvPr/>
            </p:nvCxnSpPr>
            <p:spPr bwMode="gray">
              <a:xfrm>
                <a:off x="7770186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2" name="直接连接符 371">
                <a:extLst>
                  <a:ext uri="{FF2B5EF4-FFF2-40B4-BE49-F238E27FC236}">
                    <a16:creationId xmlns:a16="http://schemas.microsoft.com/office/drawing/2014/main" id="{BF12C0ED-AB5A-4CA1-82F3-B6C7AED62134}"/>
                  </a:ext>
                </a:extLst>
              </p:cNvPr>
              <p:cNvCxnSpPr/>
              <p:nvPr/>
            </p:nvCxnSpPr>
            <p:spPr bwMode="gray">
              <a:xfrm>
                <a:off x="7851195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3" name="直接连接符 372">
                <a:extLst>
                  <a:ext uri="{FF2B5EF4-FFF2-40B4-BE49-F238E27FC236}">
                    <a16:creationId xmlns:a16="http://schemas.microsoft.com/office/drawing/2014/main" id="{76E7DB4D-2040-46C1-A3DE-351D9FEC2808}"/>
                  </a:ext>
                </a:extLst>
              </p:cNvPr>
              <p:cNvCxnSpPr/>
              <p:nvPr/>
            </p:nvCxnSpPr>
            <p:spPr bwMode="gray">
              <a:xfrm>
                <a:off x="7932204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4" name="直接连接符 373">
                <a:extLst>
                  <a:ext uri="{FF2B5EF4-FFF2-40B4-BE49-F238E27FC236}">
                    <a16:creationId xmlns:a16="http://schemas.microsoft.com/office/drawing/2014/main" id="{123B39B2-EF7F-4CE3-BFF9-D58B22BCFF13}"/>
                  </a:ext>
                </a:extLst>
              </p:cNvPr>
              <p:cNvCxnSpPr/>
              <p:nvPr/>
            </p:nvCxnSpPr>
            <p:spPr bwMode="gray">
              <a:xfrm>
                <a:off x="8013213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5" name="直接连接符 374">
                <a:extLst>
                  <a:ext uri="{FF2B5EF4-FFF2-40B4-BE49-F238E27FC236}">
                    <a16:creationId xmlns:a16="http://schemas.microsoft.com/office/drawing/2014/main" id="{F0F92E12-4821-46AE-B725-716B01544D3F}"/>
                  </a:ext>
                </a:extLst>
              </p:cNvPr>
              <p:cNvCxnSpPr/>
              <p:nvPr/>
            </p:nvCxnSpPr>
            <p:spPr bwMode="gray">
              <a:xfrm>
                <a:off x="8094222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6" name="直接连接符 375">
                <a:extLst>
                  <a:ext uri="{FF2B5EF4-FFF2-40B4-BE49-F238E27FC236}">
                    <a16:creationId xmlns:a16="http://schemas.microsoft.com/office/drawing/2014/main" id="{C37E87EA-AFDF-4F5E-B7FF-2B7F375DEE76}"/>
                  </a:ext>
                </a:extLst>
              </p:cNvPr>
              <p:cNvCxnSpPr/>
              <p:nvPr/>
            </p:nvCxnSpPr>
            <p:spPr bwMode="gray">
              <a:xfrm>
                <a:off x="8175231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7" name="直接连接符 376">
                <a:extLst>
                  <a:ext uri="{FF2B5EF4-FFF2-40B4-BE49-F238E27FC236}">
                    <a16:creationId xmlns:a16="http://schemas.microsoft.com/office/drawing/2014/main" id="{950B6E5C-3E08-4430-AEFF-7225B8A1A349}"/>
                  </a:ext>
                </a:extLst>
              </p:cNvPr>
              <p:cNvCxnSpPr/>
              <p:nvPr/>
            </p:nvCxnSpPr>
            <p:spPr bwMode="gray">
              <a:xfrm>
                <a:off x="8256240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" name="直接连接符 377">
                <a:extLst>
                  <a:ext uri="{FF2B5EF4-FFF2-40B4-BE49-F238E27FC236}">
                    <a16:creationId xmlns:a16="http://schemas.microsoft.com/office/drawing/2014/main" id="{A9EEE8E6-27FA-4469-A95B-D7AB423D8D8C}"/>
                  </a:ext>
                </a:extLst>
              </p:cNvPr>
              <p:cNvCxnSpPr/>
              <p:nvPr/>
            </p:nvCxnSpPr>
            <p:spPr bwMode="gray">
              <a:xfrm>
                <a:off x="8337249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9" name="直接连接符 378">
                <a:extLst>
                  <a:ext uri="{FF2B5EF4-FFF2-40B4-BE49-F238E27FC236}">
                    <a16:creationId xmlns:a16="http://schemas.microsoft.com/office/drawing/2014/main" id="{7020F33D-9740-4F3D-8B24-3D106F38AAB5}"/>
                  </a:ext>
                </a:extLst>
              </p:cNvPr>
              <p:cNvCxnSpPr/>
              <p:nvPr/>
            </p:nvCxnSpPr>
            <p:spPr bwMode="gray">
              <a:xfrm>
                <a:off x="8418258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0" name="直接连接符 379">
                <a:extLst>
                  <a:ext uri="{FF2B5EF4-FFF2-40B4-BE49-F238E27FC236}">
                    <a16:creationId xmlns:a16="http://schemas.microsoft.com/office/drawing/2014/main" id="{0205A24C-B2E0-40CE-9381-E02CECB8803D}"/>
                  </a:ext>
                </a:extLst>
              </p:cNvPr>
              <p:cNvCxnSpPr/>
              <p:nvPr/>
            </p:nvCxnSpPr>
            <p:spPr bwMode="gray">
              <a:xfrm>
                <a:off x="8499267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1" name="直接连接符 380">
                <a:extLst>
                  <a:ext uri="{FF2B5EF4-FFF2-40B4-BE49-F238E27FC236}">
                    <a16:creationId xmlns:a16="http://schemas.microsoft.com/office/drawing/2014/main" id="{5A64BEB2-FED5-4492-8BBA-A7372EC998AF}"/>
                  </a:ext>
                </a:extLst>
              </p:cNvPr>
              <p:cNvCxnSpPr/>
              <p:nvPr/>
            </p:nvCxnSpPr>
            <p:spPr bwMode="gray">
              <a:xfrm>
                <a:off x="8580276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2" name="直接连接符 381">
                <a:extLst>
                  <a:ext uri="{FF2B5EF4-FFF2-40B4-BE49-F238E27FC236}">
                    <a16:creationId xmlns:a16="http://schemas.microsoft.com/office/drawing/2014/main" id="{907B9599-0DC0-4693-A9DF-03F58E569155}"/>
                  </a:ext>
                </a:extLst>
              </p:cNvPr>
              <p:cNvCxnSpPr/>
              <p:nvPr/>
            </p:nvCxnSpPr>
            <p:spPr bwMode="gray">
              <a:xfrm>
                <a:off x="8661285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3" name="直接连接符 382">
                <a:extLst>
                  <a:ext uri="{FF2B5EF4-FFF2-40B4-BE49-F238E27FC236}">
                    <a16:creationId xmlns:a16="http://schemas.microsoft.com/office/drawing/2014/main" id="{6D635CC9-A4A8-42FA-B696-7BF5D432E56A}"/>
                  </a:ext>
                </a:extLst>
              </p:cNvPr>
              <p:cNvCxnSpPr/>
              <p:nvPr/>
            </p:nvCxnSpPr>
            <p:spPr bwMode="gray">
              <a:xfrm>
                <a:off x="8742294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8" name="圆角矩形 128">
              <a:extLst>
                <a:ext uri="{FF2B5EF4-FFF2-40B4-BE49-F238E27FC236}">
                  <a16:creationId xmlns:a16="http://schemas.microsoft.com/office/drawing/2014/main" id="{54D0A3B6-2ED9-4CC4-B494-E2108EE8932B}"/>
                </a:ext>
              </a:extLst>
            </p:cNvPr>
            <p:cNvSpPr/>
            <p:nvPr/>
          </p:nvSpPr>
          <p:spPr bwMode="gray">
            <a:xfrm>
              <a:off x="7824192" y="1569747"/>
              <a:ext cx="2520000" cy="2520280"/>
            </a:xfrm>
            <a:prstGeom prst="roundRect">
              <a:avLst>
                <a:gd name="adj" fmla="val 896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rgbClr val="56C4D2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NP</a:t>
              </a:r>
            </a:p>
          </p:txBody>
        </p:sp>
      </p:grpSp>
      <p:sp>
        <p:nvSpPr>
          <p:cNvPr id="409" name="矩形 408">
            <a:extLst>
              <a:ext uri="{FF2B5EF4-FFF2-40B4-BE49-F238E27FC236}">
                <a16:creationId xmlns:a16="http://schemas.microsoft.com/office/drawing/2014/main" id="{48CD44E6-C57F-4AAA-B293-DC732B519DAC}"/>
              </a:ext>
            </a:extLst>
          </p:cNvPr>
          <p:cNvSpPr/>
          <p:nvPr/>
        </p:nvSpPr>
        <p:spPr bwMode="gray">
          <a:xfrm>
            <a:off x="4121923" y="1856136"/>
            <a:ext cx="3600000" cy="615804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</a:t>
            </a:r>
            <a:r>
              <a:rPr kumimoji="1"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分析</a:t>
            </a:r>
            <a:endParaRPr kumimoji="1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0" name="文本框 409">
            <a:extLst>
              <a:ext uri="{FF2B5EF4-FFF2-40B4-BE49-F238E27FC236}">
                <a16:creationId xmlns:a16="http://schemas.microsoft.com/office/drawing/2014/main" id="{C47FB0C8-2D41-4700-9156-14492BCAF189}"/>
              </a:ext>
            </a:extLst>
          </p:cNvPr>
          <p:cNvSpPr txBox="1"/>
          <p:nvPr/>
        </p:nvSpPr>
        <p:spPr bwMode="gray">
          <a:xfrm>
            <a:off x="5956949" y="3573965"/>
            <a:ext cx="797391" cy="369332"/>
          </a:xfrm>
          <a:prstGeom prst="rect">
            <a:avLst/>
          </a:prstGeom>
          <a:solidFill>
            <a:srgbClr val="2DA6A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gRPC</a:t>
            </a:r>
            <a:endParaRPr lang="zh-CN" altLang="en-US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1" name="文本框 410">
            <a:extLst>
              <a:ext uri="{FF2B5EF4-FFF2-40B4-BE49-F238E27FC236}">
                <a16:creationId xmlns:a16="http://schemas.microsoft.com/office/drawing/2014/main" id="{C47FB0C8-2D41-4700-9156-14492BCAF189}"/>
              </a:ext>
            </a:extLst>
          </p:cNvPr>
          <p:cNvSpPr txBox="1"/>
          <p:nvPr/>
        </p:nvSpPr>
        <p:spPr bwMode="gray">
          <a:xfrm>
            <a:off x="4648102" y="3573965"/>
            <a:ext cx="797391" cy="369332"/>
          </a:xfrm>
          <a:prstGeom prst="rect">
            <a:avLst/>
          </a:prstGeom>
          <a:solidFill>
            <a:srgbClr val="2DA6A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gRPC</a:t>
            </a:r>
            <a:endParaRPr lang="zh-CN" altLang="en-US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2" name="文本框 411">
            <a:extLst>
              <a:ext uri="{FF2B5EF4-FFF2-40B4-BE49-F238E27FC236}">
                <a16:creationId xmlns:a16="http://schemas.microsoft.com/office/drawing/2014/main" id="{C47FB0C8-2D41-4700-9156-14492BCAF189}"/>
              </a:ext>
            </a:extLst>
          </p:cNvPr>
          <p:cNvSpPr txBox="1"/>
          <p:nvPr/>
        </p:nvSpPr>
        <p:spPr bwMode="gray">
          <a:xfrm>
            <a:off x="4648102" y="2610856"/>
            <a:ext cx="797391" cy="369332"/>
          </a:xfrm>
          <a:prstGeom prst="rect">
            <a:avLst/>
          </a:prstGeom>
          <a:solidFill>
            <a:srgbClr val="2DA6A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gRPC</a:t>
            </a:r>
            <a:endParaRPr lang="zh-CN" altLang="en-US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3" name="文本框 412">
            <a:extLst>
              <a:ext uri="{FF2B5EF4-FFF2-40B4-BE49-F238E27FC236}">
                <a16:creationId xmlns:a16="http://schemas.microsoft.com/office/drawing/2014/main" id="{C47FB0C8-2D41-4700-9156-14492BCAF189}"/>
              </a:ext>
            </a:extLst>
          </p:cNvPr>
          <p:cNvSpPr txBox="1"/>
          <p:nvPr/>
        </p:nvSpPr>
        <p:spPr bwMode="gray">
          <a:xfrm>
            <a:off x="6439308" y="4498206"/>
            <a:ext cx="1234545" cy="369332"/>
          </a:xfrm>
          <a:prstGeom prst="rect">
            <a:avLst/>
          </a:prstGeom>
          <a:solidFill>
            <a:srgbClr val="2DA6A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Protobuf</a:t>
            </a:r>
            <a:endParaRPr lang="zh-CN" altLang="en-US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2116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E05F50-F8E5-4F4D-AF16-B9F9150C329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基于</a:t>
            </a:r>
            <a:r>
              <a:rPr lang="en-US" altLang="zh-CN" dirty="0" err="1">
                <a:sym typeface="Huawei Sans" panose="020C0503030203020204" pitchFamily="34" charset="0"/>
              </a:rPr>
              <a:t>gRPC</a:t>
            </a:r>
            <a:r>
              <a:rPr lang="zh-CN" altLang="en-US" dirty="0">
                <a:sym typeface="Huawei Sans" panose="020C0503030203020204" pitchFamily="34" charset="0"/>
              </a:rPr>
              <a:t>的推送流程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600" dirty="0" err="1">
                <a:sym typeface="Huawei Sans" panose="020C0503030203020204" pitchFamily="34" charset="0"/>
              </a:rPr>
              <a:t>gRPC</a:t>
            </a:r>
            <a:r>
              <a:rPr lang="zh-CN" altLang="en-US" sz="1600" dirty="0">
                <a:sym typeface="Huawei Sans" panose="020C0503030203020204" pitchFamily="34" charset="0"/>
              </a:rPr>
              <a:t>面向连接，只在采集器和主控板</a:t>
            </a:r>
            <a:r>
              <a:rPr lang="en-US" altLang="zh-CN" sz="1600" dirty="0">
                <a:sym typeface="Huawei Sans" panose="020C0503030203020204" pitchFamily="34" charset="0"/>
              </a:rPr>
              <a:t>CPU</a:t>
            </a:r>
            <a:r>
              <a:rPr lang="zh-CN" altLang="en-US" sz="1600" dirty="0">
                <a:sym typeface="Huawei Sans" panose="020C0503030203020204" pitchFamily="34" charset="0"/>
              </a:rPr>
              <a:t>之间建立</a:t>
            </a:r>
            <a:r>
              <a:rPr lang="en-US" altLang="zh-CN" sz="1600" dirty="0" err="1">
                <a:sym typeface="Huawei Sans" panose="020C0503030203020204" pitchFamily="34" charset="0"/>
              </a:rPr>
              <a:t>gRPC</a:t>
            </a:r>
            <a:r>
              <a:rPr lang="zh-CN" altLang="en-US" sz="1600" dirty="0">
                <a:sym typeface="Huawei Sans" panose="020C0503030203020204" pitchFamily="34" charset="0"/>
              </a:rPr>
              <a:t>隧道。</a:t>
            </a:r>
          </a:p>
          <a:p>
            <a:endParaRPr lang="zh-CN" altLang="en-US" sz="1600" dirty="0">
              <a:sym typeface="Huawei Sans" panose="020C0503030203020204" pitchFamily="34" charset="0"/>
            </a:endParaRPr>
          </a:p>
        </p:txBody>
      </p:sp>
      <p:cxnSp>
        <p:nvCxnSpPr>
          <p:cNvPr id="563" name="直接连接符 562"/>
          <p:cNvCxnSpPr/>
          <p:nvPr/>
        </p:nvCxnSpPr>
        <p:spPr bwMode="gray">
          <a:xfrm>
            <a:off x="10084053" y="2420676"/>
            <a:ext cx="0" cy="3604934"/>
          </a:xfrm>
          <a:prstGeom prst="line">
            <a:avLst/>
          </a:prstGeom>
          <a:ln w="38100">
            <a:solidFill>
              <a:srgbClr val="FCC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4" name="直接箭头连接符 563"/>
          <p:cNvCxnSpPr/>
          <p:nvPr/>
        </p:nvCxnSpPr>
        <p:spPr bwMode="gray">
          <a:xfrm flipH="1">
            <a:off x="7157084" y="2525733"/>
            <a:ext cx="2923446" cy="442013"/>
          </a:xfrm>
          <a:prstGeom prst="straightConnector1">
            <a:avLst/>
          </a:prstGeom>
          <a:ln w="508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6" name="文本框 565"/>
          <p:cNvSpPr txBox="1"/>
          <p:nvPr/>
        </p:nvSpPr>
        <p:spPr bwMode="gray">
          <a:xfrm rot="21120000">
            <a:off x="7631723" y="2083438"/>
            <a:ext cx="2125492" cy="645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订阅 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 (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通过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gRPC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隧道）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订阅 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 (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通过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gRPC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隧道）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订阅 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 (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通过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gRPC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隧道）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67" name="直接连接符 566"/>
          <p:cNvCxnSpPr/>
          <p:nvPr/>
        </p:nvCxnSpPr>
        <p:spPr bwMode="gray">
          <a:xfrm>
            <a:off x="4201535" y="2295855"/>
            <a:ext cx="0" cy="3429917"/>
          </a:xfrm>
          <a:prstGeom prst="line">
            <a:avLst/>
          </a:prstGeom>
          <a:ln w="38100">
            <a:solidFill>
              <a:srgbClr val="FCC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8" name="直接连接符 567"/>
          <p:cNvCxnSpPr/>
          <p:nvPr/>
        </p:nvCxnSpPr>
        <p:spPr bwMode="gray">
          <a:xfrm>
            <a:off x="1192655" y="2295855"/>
            <a:ext cx="0" cy="3429917"/>
          </a:xfrm>
          <a:prstGeom prst="line">
            <a:avLst/>
          </a:prstGeom>
          <a:ln w="38100">
            <a:solidFill>
              <a:srgbClr val="FCC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9" name="直接箭头连接符 568"/>
          <p:cNvCxnSpPr/>
          <p:nvPr/>
        </p:nvCxnSpPr>
        <p:spPr bwMode="gray">
          <a:xfrm flipH="1">
            <a:off x="4189760" y="3092139"/>
            <a:ext cx="2932616" cy="432692"/>
          </a:xfrm>
          <a:prstGeom prst="straightConnector1">
            <a:avLst/>
          </a:prstGeom>
          <a:ln w="508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0" name="直接箭头连接符 569"/>
          <p:cNvCxnSpPr/>
          <p:nvPr/>
        </p:nvCxnSpPr>
        <p:spPr bwMode="gray">
          <a:xfrm flipH="1">
            <a:off x="1190051" y="3713640"/>
            <a:ext cx="2982357" cy="440031"/>
          </a:xfrm>
          <a:prstGeom prst="straightConnector1">
            <a:avLst/>
          </a:prstGeom>
          <a:ln w="508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8" name="文本框 577"/>
          <p:cNvSpPr txBox="1"/>
          <p:nvPr/>
        </p:nvSpPr>
        <p:spPr bwMode="gray">
          <a:xfrm rot="21120000">
            <a:off x="4988183" y="3014763"/>
            <a:ext cx="16198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订阅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 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订阅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9" name="文本框 578"/>
          <p:cNvSpPr txBox="1"/>
          <p:nvPr/>
        </p:nvSpPr>
        <p:spPr bwMode="gray">
          <a:xfrm rot="21120000">
            <a:off x="1659625" y="3706487"/>
            <a:ext cx="16198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订阅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80" name="直接箭头连接符 579"/>
          <p:cNvCxnSpPr/>
          <p:nvPr/>
        </p:nvCxnSpPr>
        <p:spPr bwMode="gray">
          <a:xfrm>
            <a:off x="1195832" y="4279439"/>
            <a:ext cx="3004583" cy="512488"/>
          </a:xfrm>
          <a:prstGeom prst="straightConnector1">
            <a:avLst/>
          </a:prstGeom>
          <a:ln w="508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1" name="文本框 580"/>
          <p:cNvSpPr txBox="1"/>
          <p:nvPr/>
        </p:nvSpPr>
        <p:spPr bwMode="gray">
          <a:xfrm rot="600000">
            <a:off x="1660377" y="4225276"/>
            <a:ext cx="16198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应答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82" name="直接箭头连接符 581"/>
          <p:cNvCxnSpPr/>
          <p:nvPr/>
        </p:nvCxnSpPr>
        <p:spPr bwMode="gray">
          <a:xfrm>
            <a:off x="4221112" y="3834647"/>
            <a:ext cx="2935972" cy="253686"/>
          </a:xfrm>
          <a:prstGeom prst="straightConnector1">
            <a:avLst/>
          </a:prstGeom>
          <a:ln w="508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3" name="直接箭头连接符 582"/>
          <p:cNvCxnSpPr/>
          <p:nvPr/>
        </p:nvCxnSpPr>
        <p:spPr bwMode="gray">
          <a:xfrm>
            <a:off x="7187893" y="3210411"/>
            <a:ext cx="2893932" cy="314420"/>
          </a:xfrm>
          <a:prstGeom prst="straightConnector1">
            <a:avLst/>
          </a:prstGeom>
          <a:ln w="50800"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4" name="文本框 583"/>
          <p:cNvSpPr txBox="1"/>
          <p:nvPr/>
        </p:nvSpPr>
        <p:spPr bwMode="gray">
          <a:xfrm rot="300000">
            <a:off x="5114359" y="3707328"/>
            <a:ext cx="18318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应答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5" name="文本框 584"/>
          <p:cNvSpPr txBox="1"/>
          <p:nvPr/>
        </p:nvSpPr>
        <p:spPr bwMode="gray">
          <a:xfrm rot="300000">
            <a:off x="7764783" y="3089505"/>
            <a:ext cx="2072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应答 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 (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通过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gRPC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隧道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)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86" name="直接箭头连接符 585"/>
          <p:cNvCxnSpPr/>
          <p:nvPr/>
        </p:nvCxnSpPr>
        <p:spPr bwMode="gray">
          <a:xfrm>
            <a:off x="4201535" y="4903676"/>
            <a:ext cx="2958153" cy="255602"/>
          </a:xfrm>
          <a:prstGeom prst="straightConnector1">
            <a:avLst/>
          </a:prstGeom>
          <a:ln w="508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7" name="文本框 586"/>
          <p:cNvSpPr txBox="1"/>
          <p:nvPr/>
        </p:nvSpPr>
        <p:spPr bwMode="gray">
          <a:xfrm rot="300000">
            <a:off x="5256087" y="4798668"/>
            <a:ext cx="1727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应答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88" name="直接箭头连接符 587"/>
          <p:cNvCxnSpPr/>
          <p:nvPr/>
        </p:nvCxnSpPr>
        <p:spPr bwMode="gray">
          <a:xfrm>
            <a:off x="7187893" y="3399063"/>
            <a:ext cx="2893932" cy="314420"/>
          </a:xfrm>
          <a:prstGeom prst="straightConnector1">
            <a:avLst/>
          </a:prstGeom>
          <a:ln w="50800"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9" name="直接箭头连接符 588"/>
          <p:cNvCxnSpPr/>
          <p:nvPr/>
        </p:nvCxnSpPr>
        <p:spPr bwMode="gray">
          <a:xfrm>
            <a:off x="7187893" y="3587715"/>
            <a:ext cx="2893932" cy="314420"/>
          </a:xfrm>
          <a:prstGeom prst="straightConnector1">
            <a:avLst/>
          </a:prstGeom>
          <a:ln w="50800"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0" name="直接箭头连接符 589"/>
          <p:cNvCxnSpPr/>
          <p:nvPr/>
        </p:nvCxnSpPr>
        <p:spPr bwMode="gray">
          <a:xfrm>
            <a:off x="4221112" y="4023299"/>
            <a:ext cx="2935972" cy="253686"/>
          </a:xfrm>
          <a:prstGeom prst="straightConnector1">
            <a:avLst/>
          </a:prstGeom>
          <a:ln w="508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1" name="直接箭头连接符 590"/>
          <p:cNvCxnSpPr/>
          <p:nvPr/>
        </p:nvCxnSpPr>
        <p:spPr bwMode="gray">
          <a:xfrm>
            <a:off x="4221112" y="4211951"/>
            <a:ext cx="2935972" cy="253686"/>
          </a:xfrm>
          <a:prstGeom prst="straightConnector1">
            <a:avLst/>
          </a:prstGeom>
          <a:ln w="508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2" name="直接箭头连接符 591"/>
          <p:cNvCxnSpPr/>
          <p:nvPr/>
        </p:nvCxnSpPr>
        <p:spPr bwMode="gray">
          <a:xfrm>
            <a:off x="4201535" y="5092328"/>
            <a:ext cx="2958153" cy="255602"/>
          </a:xfrm>
          <a:prstGeom prst="straightConnector1">
            <a:avLst/>
          </a:prstGeom>
          <a:ln w="508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3" name="直接箭头连接符 592"/>
          <p:cNvCxnSpPr/>
          <p:nvPr/>
        </p:nvCxnSpPr>
        <p:spPr bwMode="gray">
          <a:xfrm>
            <a:off x="4201535" y="5280980"/>
            <a:ext cx="2958153" cy="255602"/>
          </a:xfrm>
          <a:prstGeom prst="straightConnector1">
            <a:avLst/>
          </a:prstGeom>
          <a:ln w="508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4" name="直接连接符 593"/>
          <p:cNvCxnSpPr/>
          <p:nvPr/>
        </p:nvCxnSpPr>
        <p:spPr bwMode="gray">
          <a:xfrm>
            <a:off x="7141358" y="2264413"/>
            <a:ext cx="0" cy="3461359"/>
          </a:xfrm>
          <a:prstGeom prst="line">
            <a:avLst/>
          </a:prstGeom>
          <a:ln w="38100">
            <a:solidFill>
              <a:srgbClr val="FCC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5" name="直接箭头连接符 594"/>
          <p:cNvCxnSpPr/>
          <p:nvPr/>
        </p:nvCxnSpPr>
        <p:spPr bwMode="gray">
          <a:xfrm>
            <a:off x="1195832" y="4468091"/>
            <a:ext cx="3004583" cy="512488"/>
          </a:xfrm>
          <a:prstGeom prst="straightConnector1">
            <a:avLst/>
          </a:prstGeom>
          <a:ln w="508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6" name="直接箭头连接符 595"/>
          <p:cNvCxnSpPr/>
          <p:nvPr/>
        </p:nvCxnSpPr>
        <p:spPr bwMode="gray">
          <a:xfrm>
            <a:off x="1195832" y="4656743"/>
            <a:ext cx="3004583" cy="512488"/>
          </a:xfrm>
          <a:prstGeom prst="straightConnector1">
            <a:avLst/>
          </a:prstGeom>
          <a:ln w="508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6" name="组合 605"/>
          <p:cNvGrpSpPr>
            <a:grpSpLocks noChangeAspect="1"/>
          </p:cNvGrpSpPr>
          <p:nvPr/>
        </p:nvGrpSpPr>
        <p:grpSpPr bwMode="gray">
          <a:xfrm>
            <a:off x="6938638" y="2047004"/>
            <a:ext cx="471578" cy="471578"/>
            <a:chOff x="4295800" y="1628800"/>
            <a:chExt cx="1440000" cy="1440000"/>
          </a:xfrm>
          <a:solidFill>
            <a:srgbClr val="30B5C5"/>
          </a:solidFill>
        </p:grpSpPr>
        <p:sp>
          <p:nvSpPr>
            <p:cNvPr id="607" name="圆角矩形 606"/>
            <p:cNvSpPr/>
            <p:nvPr/>
          </p:nvSpPr>
          <p:spPr bwMode="gray">
            <a:xfrm>
              <a:off x="4295800" y="1628800"/>
              <a:ext cx="1440000" cy="1440000"/>
            </a:xfrm>
            <a:prstGeom prst="roundRect">
              <a:avLst>
                <a:gd name="adj" fmla="val 896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</a:t>
              </a:r>
              <a:endParaRPr lang="zh-CN" altLang="en-US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08" name="椭圆 607"/>
            <p:cNvSpPr/>
            <p:nvPr/>
          </p:nvSpPr>
          <p:spPr bwMode="gray">
            <a:xfrm>
              <a:off x="4367808" y="1700808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09" name="椭圆 608"/>
            <p:cNvSpPr/>
            <p:nvPr/>
          </p:nvSpPr>
          <p:spPr bwMode="gray">
            <a:xfrm>
              <a:off x="4511824" y="1700808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10" name="椭圆 609"/>
            <p:cNvSpPr/>
            <p:nvPr/>
          </p:nvSpPr>
          <p:spPr bwMode="gray">
            <a:xfrm>
              <a:off x="4664224" y="1700808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11" name="椭圆 610"/>
            <p:cNvSpPr/>
            <p:nvPr/>
          </p:nvSpPr>
          <p:spPr bwMode="gray">
            <a:xfrm>
              <a:off x="4816624" y="1700808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12" name="椭圆 611"/>
            <p:cNvSpPr/>
            <p:nvPr/>
          </p:nvSpPr>
          <p:spPr bwMode="gray">
            <a:xfrm>
              <a:off x="4969024" y="1700808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13" name="椭圆 612"/>
            <p:cNvSpPr/>
            <p:nvPr/>
          </p:nvSpPr>
          <p:spPr bwMode="gray">
            <a:xfrm>
              <a:off x="5134744" y="1700808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14" name="椭圆 613"/>
            <p:cNvSpPr/>
            <p:nvPr/>
          </p:nvSpPr>
          <p:spPr bwMode="gray">
            <a:xfrm>
              <a:off x="5278760" y="1700808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15" name="椭圆 614"/>
            <p:cNvSpPr/>
            <p:nvPr/>
          </p:nvSpPr>
          <p:spPr bwMode="gray">
            <a:xfrm>
              <a:off x="5431160" y="1700808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16" name="椭圆 615"/>
            <p:cNvSpPr/>
            <p:nvPr/>
          </p:nvSpPr>
          <p:spPr bwMode="gray">
            <a:xfrm>
              <a:off x="5583560" y="1700808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17" name="椭圆 616"/>
            <p:cNvSpPr/>
            <p:nvPr/>
          </p:nvSpPr>
          <p:spPr bwMode="gray">
            <a:xfrm>
              <a:off x="4367808" y="184481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18" name="椭圆 617"/>
            <p:cNvSpPr/>
            <p:nvPr/>
          </p:nvSpPr>
          <p:spPr bwMode="gray">
            <a:xfrm>
              <a:off x="4511824" y="184481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19" name="椭圆 618"/>
            <p:cNvSpPr/>
            <p:nvPr/>
          </p:nvSpPr>
          <p:spPr bwMode="gray">
            <a:xfrm>
              <a:off x="4664224" y="184481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20" name="椭圆 619"/>
            <p:cNvSpPr/>
            <p:nvPr/>
          </p:nvSpPr>
          <p:spPr bwMode="gray">
            <a:xfrm>
              <a:off x="4816624" y="184481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21" name="椭圆 620"/>
            <p:cNvSpPr/>
            <p:nvPr/>
          </p:nvSpPr>
          <p:spPr bwMode="gray">
            <a:xfrm>
              <a:off x="4969024" y="184481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22" name="椭圆 621"/>
            <p:cNvSpPr/>
            <p:nvPr/>
          </p:nvSpPr>
          <p:spPr bwMode="gray">
            <a:xfrm>
              <a:off x="5134744" y="184481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23" name="椭圆 622"/>
            <p:cNvSpPr/>
            <p:nvPr/>
          </p:nvSpPr>
          <p:spPr bwMode="gray">
            <a:xfrm>
              <a:off x="5278760" y="184481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24" name="椭圆 623"/>
            <p:cNvSpPr/>
            <p:nvPr/>
          </p:nvSpPr>
          <p:spPr bwMode="gray">
            <a:xfrm>
              <a:off x="5431160" y="184481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25" name="椭圆 624"/>
            <p:cNvSpPr/>
            <p:nvPr/>
          </p:nvSpPr>
          <p:spPr bwMode="gray">
            <a:xfrm>
              <a:off x="5583560" y="184481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26" name="椭圆 625"/>
            <p:cNvSpPr/>
            <p:nvPr/>
          </p:nvSpPr>
          <p:spPr bwMode="gray">
            <a:xfrm>
              <a:off x="4367808" y="198884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27" name="椭圆 626"/>
            <p:cNvSpPr/>
            <p:nvPr/>
          </p:nvSpPr>
          <p:spPr bwMode="gray">
            <a:xfrm>
              <a:off x="4511824" y="198884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28" name="椭圆 627"/>
            <p:cNvSpPr/>
            <p:nvPr/>
          </p:nvSpPr>
          <p:spPr bwMode="gray">
            <a:xfrm>
              <a:off x="4664224" y="198884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29" name="椭圆 628"/>
            <p:cNvSpPr/>
            <p:nvPr/>
          </p:nvSpPr>
          <p:spPr bwMode="gray">
            <a:xfrm>
              <a:off x="4816624" y="198884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30" name="椭圆 629"/>
            <p:cNvSpPr/>
            <p:nvPr/>
          </p:nvSpPr>
          <p:spPr bwMode="gray">
            <a:xfrm>
              <a:off x="4969024" y="198884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31" name="椭圆 630"/>
            <p:cNvSpPr/>
            <p:nvPr/>
          </p:nvSpPr>
          <p:spPr bwMode="gray">
            <a:xfrm>
              <a:off x="5134744" y="198884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32" name="椭圆 631"/>
            <p:cNvSpPr/>
            <p:nvPr/>
          </p:nvSpPr>
          <p:spPr bwMode="gray">
            <a:xfrm>
              <a:off x="5278760" y="198884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33" name="椭圆 632"/>
            <p:cNvSpPr/>
            <p:nvPr/>
          </p:nvSpPr>
          <p:spPr bwMode="gray">
            <a:xfrm>
              <a:off x="5431160" y="198884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34" name="椭圆 633"/>
            <p:cNvSpPr/>
            <p:nvPr/>
          </p:nvSpPr>
          <p:spPr bwMode="gray">
            <a:xfrm>
              <a:off x="5583560" y="198884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35" name="椭圆 634"/>
            <p:cNvSpPr/>
            <p:nvPr/>
          </p:nvSpPr>
          <p:spPr bwMode="gray">
            <a:xfrm>
              <a:off x="4367808" y="263692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36" name="椭圆 635"/>
            <p:cNvSpPr/>
            <p:nvPr/>
          </p:nvSpPr>
          <p:spPr bwMode="gray">
            <a:xfrm>
              <a:off x="4511824" y="263692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37" name="椭圆 636"/>
            <p:cNvSpPr/>
            <p:nvPr/>
          </p:nvSpPr>
          <p:spPr bwMode="gray">
            <a:xfrm>
              <a:off x="4664224" y="263692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38" name="椭圆 637"/>
            <p:cNvSpPr/>
            <p:nvPr/>
          </p:nvSpPr>
          <p:spPr bwMode="gray">
            <a:xfrm>
              <a:off x="4816624" y="263692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39" name="椭圆 638"/>
            <p:cNvSpPr/>
            <p:nvPr/>
          </p:nvSpPr>
          <p:spPr bwMode="gray">
            <a:xfrm>
              <a:off x="4969024" y="263692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40" name="椭圆 639"/>
            <p:cNvSpPr/>
            <p:nvPr/>
          </p:nvSpPr>
          <p:spPr bwMode="gray">
            <a:xfrm>
              <a:off x="5134744" y="263692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41" name="椭圆 640"/>
            <p:cNvSpPr/>
            <p:nvPr/>
          </p:nvSpPr>
          <p:spPr bwMode="gray">
            <a:xfrm>
              <a:off x="5278760" y="263692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42" name="椭圆 641"/>
            <p:cNvSpPr/>
            <p:nvPr/>
          </p:nvSpPr>
          <p:spPr bwMode="gray">
            <a:xfrm>
              <a:off x="5431160" y="263692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43" name="椭圆 642"/>
            <p:cNvSpPr/>
            <p:nvPr/>
          </p:nvSpPr>
          <p:spPr bwMode="gray">
            <a:xfrm>
              <a:off x="5583560" y="263692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44" name="椭圆 643"/>
            <p:cNvSpPr/>
            <p:nvPr/>
          </p:nvSpPr>
          <p:spPr bwMode="gray">
            <a:xfrm>
              <a:off x="4367808" y="278093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45" name="椭圆 644"/>
            <p:cNvSpPr/>
            <p:nvPr/>
          </p:nvSpPr>
          <p:spPr bwMode="gray">
            <a:xfrm>
              <a:off x="4511824" y="278093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46" name="椭圆 645"/>
            <p:cNvSpPr/>
            <p:nvPr/>
          </p:nvSpPr>
          <p:spPr bwMode="gray">
            <a:xfrm>
              <a:off x="4664224" y="278093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47" name="椭圆 646"/>
            <p:cNvSpPr/>
            <p:nvPr/>
          </p:nvSpPr>
          <p:spPr bwMode="gray">
            <a:xfrm>
              <a:off x="4816624" y="278093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48" name="椭圆 647"/>
            <p:cNvSpPr/>
            <p:nvPr/>
          </p:nvSpPr>
          <p:spPr bwMode="gray">
            <a:xfrm>
              <a:off x="4969024" y="278093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49" name="椭圆 648"/>
            <p:cNvSpPr/>
            <p:nvPr/>
          </p:nvSpPr>
          <p:spPr bwMode="gray">
            <a:xfrm>
              <a:off x="5134744" y="278093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50" name="椭圆 649"/>
            <p:cNvSpPr/>
            <p:nvPr/>
          </p:nvSpPr>
          <p:spPr bwMode="gray">
            <a:xfrm>
              <a:off x="5278760" y="278093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51" name="椭圆 650"/>
            <p:cNvSpPr/>
            <p:nvPr/>
          </p:nvSpPr>
          <p:spPr bwMode="gray">
            <a:xfrm>
              <a:off x="5431160" y="278093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52" name="椭圆 651"/>
            <p:cNvSpPr/>
            <p:nvPr/>
          </p:nvSpPr>
          <p:spPr bwMode="gray">
            <a:xfrm>
              <a:off x="5583560" y="278093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53" name="椭圆 652"/>
            <p:cNvSpPr/>
            <p:nvPr/>
          </p:nvSpPr>
          <p:spPr bwMode="gray">
            <a:xfrm>
              <a:off x="4367808" y="2924952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54" name="椭圆 653"/>
            <p:cNvSpPr/>
            <p:nvPr/>
          </p:nvSpPr>
          <p:spPr bwMode="gray">
            <a:xfrm>
              <a:off x="4511824" y="2924952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55" name="椭圆 654"/>
            <p:cNvSpPr/>
            <p:nvPr/>
          </p:nvSpPr>
          <p:spPr bwMode="gray">
            <a:xfrm>
              <a:off x="4664224" y="2924952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56" name="椭圆 655"/>
            <p:cNvSpPr/>
            <p:nvPr/>
          </p:nvSpPr>
          <p:spPr bwMode="gray">
            <a:xfrm>
              <a:off x="4816624" y="2924952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57" name="椭圆 656"/>
            <p:cNvSpPr/>
            <p:nvPr/>
          </p:nvSpPr>
          <p:spPr bwMode="gray">
            <a:xfrm>
              <a:off x="4969024" y="2924952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58" name="椭圆 657"/>
            <p:cNvSpPr/>
            <p:nvPr/>
          </p:nvSpPr>
          <p:spPr bwMode="gray">
            <a:xfrm>
              <a:off x="5134744" y="2924952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59" name="椭圆 658"/>
            <p:cNvSpPr/>
            <p:nvPr/>
          </p:nvSpPr>
          <p:spPr bwMode="gray">
            <a:xfrm>
              <a:off x="5278760" y="2924952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60" name="椭圆 659"/>
            <p:cNvSpPr/>
            <p:nvPr/>
          </p:nvSpPr>
          <p:spPr bwMode="gray">
            <a:xfrm>
              <a:off x="5431160" y="2924952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61" name="椭圆 660"/>
            <p:cNvSpPr/>
            <p:nvPr/>
          </p:nvSpPr>
          <p:spPr bwMode="gray">
            <a:xfrm>
              <a:off x="5583560" y="2924952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62" name="椭圆 661"/>
            <p:cNvSpPr/>
            <p:nvPr/>
          </p:nvSpPr>
          <p:spPr bwMode="gray">
            <a:xfrm>
              <a:off x="4367808" y="2204864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63" name="椭圆 662"/>
            <p:cNvSpPr/>
            <p:nvPr/>
          </p:nvSpPr>
          <p:spPr bwMode="gray">
            <a:xfrm>
              <a:off x="4511824" y="2204864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64" name="椭圆 663"/>
            <p:cNvSpPr/>
            <p:nvPr/>
          </p:nvSpPr>
          <p:spPr bwMode="gray">
            <a:xfrm>
              <a:off x="4367808" y="2348888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65" name="椭圆 664"/>
            <p:cNvSpPr/>
            <p:nvPr/>
          </p:nvSpPr>
          <p:spPr bwMode="gray">
            <a:xfrm>
              <a:off x="4511824" y="2348888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66" name="椭圆 665"/>
            <p:cNvSpPr/>
            <p:nvPr/>
          </p:nvSpPr>
          <p:spPr bwMode="gray">
            <a:xfrm>
              <a:off x="5447928" y="2204864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67" name="椭圆 666"/>
            <p:cNvSpPr/>
            <p:nvPr/>
          </p:nvSpPr>
          <p:spPr bwMode="gray">
            <a:xfrm>
              <a:off x="5591944" y="2204864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68" name="椭圆 667"/>
            <p:cNvSpPr/>
            <p:nvPr/>
          </p:nvSpPr>
          <p:spPr bwMode="gray">
            <a:xfrm>
              <a:off x="5447928" y="2348888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69" name="椭圆 668"/>
            <p:cNvSpPr/>
            <p:nvPr/>
          </p:nvSpPr>
          <p:spPr bwMode="gray">
            <a:xfrm>
              <a:off x="5591944" y="2348888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670" name="组合 669"/>
          <p:cNvGrpSpPr>
            <a:grpSpLocks noChangeAspect="1"/>
          </p:cNvGrpSpPr>
          <p:nvPr/>
        </p:nvGrpSpPr>
        <p:grpSpPr bwMode="gray">
          <a:xfrm>
            <a:off x="3977356" y="2043369"/>
            <a:ext cx="471578" cy="471578"/>
            <a:chOff x="4295800" y="1628800"/>
            <a:chExt cx="1440000" cy="1440000"/>
          </a:xfrm>
          <a:solidFill>
            <a:srgbClr val="30B5C5"/>
          </a:solidFill>
        </p:grpSpPr>
        <p:sp>
          <p:nvSpPr>
            <p:cNvPr id="671" name="圆角矩形 670"/>
            <p:cNvSpPr/>
            <p:nvPr/>
          </p:nvSpPr>
          <p:spPr bwMode="gray">
            <a:xfrm>
              <a:off x="4295800" y="1628800"/>
              <a:ext cx="1440000" cy="1440000"/>
            </a:xfrm>
            <a:prstGeom prst="roundRect">
              <a:avLst>
                <a:gd name="adj" fmla="val 896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</a:t>
              </a:r>
              <a:endParaRPr lang="zh-CN" altLang="en-US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72" name="椭圆 671"/>
            <p:cNvSpPr/>
            <p:nvPr/>
          </p:nvSpPr>
          <p:spPr bwMode="gray">
            <a:xfrm>
              <a:off x="4367808" y="1700808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73" name="椭圆 672"/>
            <p:cNvSpPr/>
            <p:nvPr/>
          </p:nvSpPr>
          <p:spPr bwMode="gray">
            <a:xfrm>
              <a:off x="4511824" y="1700808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74" name="椭圆 673"/>
            <p:cNvSpPr/>
            <p:nvPr/>
          </p:nvSpPr>
          <p:spPr bwMode="gray">
            <a:xfrm>
              <a:off x="4664224" y="1700808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75" name="椭圆 674"/>
            <p:cNvSpPr/>
            <p:nvPr/>
          </p:nvSpPr>
          <p:spPr bwMode="gray">
            <a:xfrm>
              <a:off x="4816624" y="1700808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76" name="椭圆 675"/>
            <p:cNvSpPr/>
            <p:nvPr/>
          </p:nvSpPr>
          <p:spPr bwMode="gray">
            <a:xfrm>
              <a:off x="4969024" y="1700808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77" name="椭圆 676"/>
            <p:cNvSpPr/>
            <p:nvPr/>
          </p:nvSpPr>
          <p:spPr bwMode="gray">
            <a:xfrm>
              <a:off x="5134744" y="1700808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78" name="椭圆 677"/>
            <p:cNvSpPr/>
            <p:nvPr/>
          </p:nvSpPr>
          <p:spPr bwMode="gray">
            <a:xfrm>
              <a:off x="5278760" y="1700808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79" name="椭圆 678"/>
            <p:cNvSpPr/>
            <p:nvPr/>
          </p:nvSpPr>
          <p:spPr bwMode="gray">
            <a:xfrm>
              <a:off x="5431160" y="1700808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80" name="椭圆 679"/>
            <p:cNvSpPr/>
            <p:nvPr/>
          </p:nvSpPr>
          <p:spPr bwMode="gray">
            <a:xfrm>
              <a:off x="5583560" y="1700808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81" name="椭圆 680"/>
            <p:cNvSpPr/>
            <p:nvPr/>
          </p:nvSpPr>
          <p:spPr bwMode="gray">
            <a:xfrm>
              <a:off x="4367808" y="184481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82" name="椭圆 681"/>
            <p:cNvSpPr/>
            <p:nvPr/>
          </p:nvSpPr>
          <p:spPr bwMode="gray">
            <a:xfrm>
              <a:off x="4511824" y="184481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83" name="椭圆 682"/>
            <p:cNvSpPr/>
            <p:nvPr/>
          </p:nvSpPr>
          <p:spPr bwMode="gray">
            <a:xfrm>
              <a:off x="4664224" y="184481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84" name="椭圆 683"/>
            <p:cNvSpPr/>
            <p:nvPr/>
          </p:nvSpPr>
          <p:spPr bwMode="gray">
            <a:xfrm>
              <a:off x="4816624" y="184481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85" name="椭圆 684"/>
            <p:cNvSpPr/>
            <p:nvPr/>
          </p:nvSpPr>
          <p:spPr bwMode="gray">
            <a:xfrm>
              <a:off x="4969024" y="184481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86" name="椭圆 685"/>
            <p:cNvSpPr/>
            <p:nvPr/>
          </p:nvSpPr>
          <p:spPr bwMode="gray">
            <a:xfrm>
              <a:off x="5134744" y="184481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87" name="椭圆 686"/>
            <p:cNvSpPr/>
            <p:nvPr/>
          </p:nvSpPr>
          <p:spPr bwMode="gray">
            <a:xfrm>
              <a:off x="5278760" y="184481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88" name="椭圆 687"/>
            <p:cNvSpPr/>
            <p:nvPr/>
          </p:nvSpPr>
          <p:spPr bwMode="gray">
            <a:xfrm>
              <a:off x="5431160" y="184481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89" name="椭圆 688"/>
            <p:cNvSpPr/>
            <p:nvPr/>
          </p:nvSpPr>
          <p:spPr bwMode="gray">
            <a:xfrm>
              <a:off x="5583560" y="184481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90" name="椭圆 689"/>
            <p:cNvSpPr/>
            <p:nvPr/>
          </p:nvSpPr>
          <p:spPr bwMode="gray">
            <a:xfrm>
              <a:off x="4367808" y="198884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91" name="椭圆 690"/>
            <p:cNvSpPr/>
            <p:nvPr/>
          </p:nvSpPr>
          <p:spPr bwMode="gray">
            <a:xfrm>
              <a:off x="4511824" y="198884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92" name="椭圆 691"/>
            <p:cNvSpPr/>
            <p:nvPr/>
          </p:nvSpPr>
          <p:spPr bwMode="gray">
            <a:xfrm>
              <a:off x="4664224" y="198884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93" name="椭圆 692"/>
            <p:cNvSpPr/>
            <p:nvPr/>
          </p:nvSpPr>
          <p:spPr bwMode="gray">
            <a:xfrm>
              <a:off x="4816624" y="198884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94" name="椭圆 693"/>
            <p:cNvSpPr/>
            <p:nvPr/>
          </p:nvSpPr>
          <p:spPr bwMode="gray">
            <a:xfrm>
              <a:off x="4969024" y="198884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95" name="椭圆 694"/>
            <p:cNvSpPr/>
            <p:nvPr/>
          </p:nvSpPr>
          <p:spPr bwMode="gray">
            <a:xfrm>
              <a:off x="5134744" y="198884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96" name="椭圆 695"/>
            <p:cNvSpPr/>
            <p:nvPr/>
          </p:nvSpPr>
          <p:spPr bwMode="gray">
            <a:xfrm>
              <a:off x="5278760" y="198884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97" name="椭圆 696"/>
            <p:cNvSpPr/>
            <p:nvPr/>
          </p:nvSpPr>
          <p:spPr bwMode="gray">
            <a:xfrm>
              <a:off x="5431160" y="198884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98" name="椭圆 697"/>
            <p:cNvSpPr/>
            <p:nvPr/>
          </p:nvSpPr>
          <p:spPr bwMode="gray">
            <a:xfrm>
              <a:off x="5583560" y="198884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99" name="椭圆 698"/>
            <p:cNvSpPr/>
            <p:nvPr/>
          </p:nvSpPr>
          <p:spPr bwMode="gray">
            <a:xfrm>
              <a:off x="4367808" y="263692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00" name="椭圆 699"/>
            <p:cNvSpPr/>
            <p:nvPr/>
          </p:nvSpPr>
          <p:spPr bwMode="gray">
            <a:xfrm>
              <a:off x="4511824" y="263692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01" name="椭圆 700"/>
            <p:cNvSpPr/>
            <p:nvPr/>
          </p:nvSpPr>
          <p:spPr bwMode="gray">
            <a:xfrm>
              <a:off x="4664224" y="263692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02" name="椭圆 701"/>
            <p:cNvSpPr/>
            <p:nvPr/>
          </p:nvSpPr>
          <p:spPr bwMode="gray">
            <a:xfrm>
              <a:off x="4816624" y="263692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03" name="椭圆 702"/>
            <p:cNvSpPr/>
            <p:nvPr/>
          </p:nvSpPr>
          <p:spPr bwMode="gray">
            <a:xfrm>
              <a:off x="4969024" y="263692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04" name="椭圆 703"/>
            <p:cNvSpPr/>
            <p:nvPr/>
          </p:nvSpPr>
          <p:spPr bwMode="gray">
            <a:xfrm>
              <a:off x="5134744" y="263692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05" name="椭圆 704"/>
            <p:cNvSpPr/>
            <p:nvPr/>
          </p:nvSpPr>
          <p:spPr bwMode="gray">
            <a:xfrm>
              <a:off x="5278760" y="263692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06" name="椭圆 705"/>
            <p:cNvSpPr/>
            <p:nvPr/>
          </p:nvSpPr>
          <p:spPr bwMode="gray">
            <a:xfrm>
              <a:off x="5431160" y="263692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07" name="椭圆 706"/>
            <p:cNvSpPr/>
            <p:nvPr/>
          </p:nvSpPr>
          <p:spPr bwMode="gray">
            <a:xfrm>
              <a:off x="5583560" y="263692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08" name="椭圆 707"/>
            <p:cNvSpPr/>
            <p:nvPr/>
          </p:nvSpPr>
          <p:spPr bwMode="gray">
            <a:xfrm>
              <a:off x="4367808" y="278093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09" name="椭圆 708"/>
            <p:cNvSpPr/>
            <p:nvPr/>
          </p:nvSpPr>
          <p:spPr bwMode="gray">
            <a:xfrm>
              <a:off x="4511824" y="278093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10" name="椭圆 709"/>
            <p:cNvSpPr/>
            <p:nvPr/>
          </p:nvSpPr>
          <p:spPr bwMode="gray">
            <a:xfrm>
              <a:off x="4664224" y="278093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11" name="椭圆 710"/>
            <p:cNvSpPr/>
            <p:nvPr/>
          </p:nvSpPr>
          <p:spPr bwMode="gray">
            <a:xfrm>
              <a:off x="4816624" y="278093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12" name="椭圆 711"/>
            <p:cNvSpPr/>
            <p:nvPr/>
          </p:nvSpPr>
          <p:spPr bwMode="gray">
            <a:xfrm>
              <a:off x="4969024" y="278093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13" name="椭圆 712"/>
            <p:cNvSpPr/>
            <p:nvPr/>
          </p:nvSpPr>
          <p:spPr bwMode="gray">
            <a:xfrm>
              <a:off x="5134744" y="278093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14" name="椭圆 713"/>
            <p:cNvSpPr/>
            <p:nvPr/>
          </p:nvSpPr>
          <p:spPr bwMode="gray">
            <a:xfrm>
              <a:off x="5278760" y="278093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15" name="椭圆 714"/>
            <p:cNvSpPr/>
            <p:nvPr/>
          </p:nvSpPr>
          <p:spPr bwMode="gray">
            <a:xfrm>
              <a:off x="5431160" y="278093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16" name="椭圆 715"/>
            <p:cNvSpPr/>
            <p:nvPr/>
          </p:nvSpPr>
          <p:spPr bwMode="gray">
            <a:xfrm>
              <a:off x="5583560" y="278093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17" name="椭圆 716"/>
            <p:cNvSpPr/>
            <p:nvPr/>
          </p:nvSpPr>
          <p:spPr bwMode="gray">
            <a:xfrm>
              <a:off x="4367808" y="2924952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18" name="椭圆 717"/>
            <p:cNvSpPr/>
            <p:nvPr/>
          </p:nvSpPr>
          <p:spPr bwMode="gray">
            <a:xfrm>
              <a:off x="4511824" y="2924952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19" name="椭圆 718"/>
            <p:cNvSpPr/>
            <p:nvPr/>
          </p:nvSpPr>
          <p:spPr bwMode="gray">
            <a:xfrm>
              <a:off x="4664224" y="2924952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20" name="椭圆 719"/>
            <p:cNvSpPr/>
            <p:nvPr/>
          </p:nvSpPr>
          <p:spPr bwMode="gray">
            <a:xfrm>
              <a:off x="4816624" y="2924952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21" name="椭圆 720"/>
            <p:cNvSpPr/>
            <p:nvPr/>
          </p:nvSpPr>
          <p:spPr bwMode="gray">
            <a:xfrm>
              <a:off x="4969024" y="2924952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22" name="椭圆 721"/>
            <p:cNvSpPr/>
            <p:nvPr/>
          </p:nvSpPr>
          <p:spPr bwMode="gray">
            <a:xfrm>
              <a:off x="5134744" y="2924952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23" name="椭圆 722"/>
            <p:cNvSpPr/>
            <p:nvPr/>
          </p:nvSpPr>
          <p:spPr bwMode="gray">
            <a:xfrm>
              <a:off x="5278760" y="2924952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24" name="椭圆 723"/>
            <p:cNvSpPr/>
            <p:nvPr/>
          </p:nvSpPr>
          <p:spPr bwMode="gray">
            <a:xfrm>
              <a:off x="5431160" y="2924952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25" name="椭圆 724"/>
            <p:cNvSpPr/>
            <p:nvPr/>
          </p:nvSpPr>
          <p:spPr bwMode="gray">
            <a:xfrm>
              <a:off x="5583560" y="2924952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26" name="椭圆 725"/>
            <p:cNvSpPr/>
            <p:nvPr/>
          </p:nvSpPr>
          <p:spPr bwMode="gray">
            <a:xfrm>
              <a:off x="4367808" y="2204864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27" name="椭圆 726"/>
            <p:cNvSpPr/>
            <p:nvPr/>
          </p:nvSpPr>
          <p:spPr bwMode="gray">
            <a:xfrm>
              <a:off x="4511824" y="2204864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28" name="椭圆 727"/>
            <p:cNvSpPr/>
            <p:nvPr/>
          </p:nvSpPr>
          <p:spPr bwMode="gray">
            <a:xfrm>
              <a:off x="4367808" y="2348888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29" name="椭圆 728"/>
            <p:cNvSpPr/>
            <p:nvPr/>
          </p:nvSpPr>
          <p:spPr bwMode="gray">
            <a:xfrm>
              <a:off x="4511824" y="2348888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30" name="椭圆 729"/>
            <p:cNvSpPr/>
            <p:nvPr/>
          </p:nvSpPr>
          <p:spPr bwMode="gray">
            <a:xfrm>
              <a:off x="5447928" y="2204864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31" name="椭圆 730"/>
            <p:cNvSpPr/>
            <p:nvPr/>
          </p:nvSpPr>
          <p:spPr bwMode="gray">
            <a:xfrm>
              <a:off x="5591944" y="2204864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32" name="椭圆 731"/>
            <p:cNvSpPr/>
            <p:nvPr/>
          </p:nvSpPr>
          <p:spPr bwMode="gray">
            <a:xfrm>
              <a:off x="5447928" y="2348888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33" name="椭圆 732"/>
            <p:cNvSpPr/>
            <p:nvPr/>
          </p:nvSpPr>
          <p:spPr bwMode="gray">
            <a:xfrm>
              <a:off x="5591944" y="2348888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734" name="组合 733"/>
          <p:cNvGrpSpPr>
            <a:grpSpLocks noChangeAspect="1"/>
          </p:cNvGrpSpPr>
          <p:nvPr/>
        </p:nvGrpSpPr>
        <p:grpSpPr bwMode="gray">
          <a:xfrm>
            <a:off x="872627" y="1982597"/>
            <a:ext cx="634276" cy="628771"/>
            <a:chOff x="7668754" y="1425755"/>
            <a:chExt cx="2832865" cy="2808272"/>
          </a:xfrm>
        </p:grpSpPr>
        <p:cxnSp>
          <p:nvCxnSpPr>
            <p:cNvPr id="735" name="直接连接符 734"/>
            <p:cNvCxnSpPr/>
            <p:nvPr/>
          </p:nvCxnSpPr>
          <p:spPr bwMode="gray">
            <a:xfrm>
              <a:off x="8111944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6" name="直接连接符 735"/>
            <p:cNvCxnSpPr/>
            <p:nvPr/>
          </p:nvCxnSpPr>
          <p:spPr bwMode="gray">
            <a:xfrm>
              <a:off x="8192953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7" name="直接连接符 736"/>
            <p:cNvCxnSpPr/>
            <p:nvPr/>
          </p:nvCxnSpPr>
          <p:spPr bwMode="gray">
            <a:xfrm>
              <a:off x="8273962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8" name="直接连接符 737"/>
            <p:cNvCxnSpPr/>
            <p:nvPr/>
          </p:nvCxnSpPr>
          <p:spPr bwMode="gray">
            <a:xfrm>
              <a:off x="8354971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9" name="直接连接符 738"/>
            <p:cNvCxnSpPr/>
            <p:nvPr/>
          </p:nvCxnSpPr>
          <p:spPr bwMode="gray">
            <a:xfrm>
              <a:off x="8435980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0" name="直接连接符 739"/>
            <p:cNvCxnSpPr/>
            <p:nvPr/>
          </p:nvCxnSpPr>
          <p:spPr bwMode="gray">
            <a:xfrm>
              <a:off x="8516989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1" name="直接连接符 740"/>
            <p:cNvCxnSpPr/>
            <p:nvPr/>
          </p:nvCxnSpPr>
          <p:spPr bwMode="gray">
            <a:xfrm>
              <a:off x="8597998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2" name="直接连接符 741"/>
            <p:cNvCxnSpPr/>
            <p:nvPr/>
          </p:nvCxnSpPr>
          <p:spPr bwMode="gray">
            <a:xfrm>
              <a:off x="8679007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3" name="直接连接符 742"/>
            <p:cNvCxnSpPr/>
            <p:nvPr/>
          </p:nvCxnSpPr>
          <p:spPr bwMode="gray">
            <a:xfrm>
              <a:off x="8760016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4" name="直接连接符 743"/>
            <p:cNvCxnSpPr/>
            <p:nvPr/>
          </p:nvCxnSpPr>
          <p:spPr bwMode="gray">
            <a:xfrm>
              <a:off x="8841025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5" name="直接连接符 744"/>
            <p:cNvCxnSpPr/>
            <p:nvPr/>
          </p:nvCxnSpPr>
          <p:spPr bwMode="gray">
            <a:xfrm>
              <a:off x="8922034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6" name="直接连接符 745"/>
            <p:cNvCxnSpPr/>
            <p:nvPr/>
          </p:nvCxnSpPr>
          <p:spPr bwMode="gray">
            <a:xfrm>
              <a:off x="9003043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7" name="直接连接符 746"/>
            <p:cNvCxnSpPr/>
            <p:nvPr/>
          </p:nvCxnSpPr>
          <p:spPr bwMode="gray">
            <a:xfrm>
              <a:off x="9084052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8" name="直接连接符 747"/>
            <p:cNvCxnSpPr/>
            <p:nvPr/>
          </p:nvCxnSpPr>
          <p:spPr bwMode="gray">
            <a:xfrm>
              <a:off x="9165061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9" name="直接连接符 748"/>
            <p:cNvCxnSpPr/>
            <p:nvPr/>
          </p:nvCxnSpPr>
          <p:spPr bwMode="gray">
            <a:xfrm>
              <a:off x="9246070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0" name="直接连接符 749"/>
            <p:cNvCxnSpPr/>
            <p:nvPr/>
          </p:nvCxnSpPr>
          <p:spPr bwMode="gray">
            <a:xfrm>
              <a:off x="9327079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1" name="直接连接符 750"/>
            <p:cNvCxnSpPr/>
            <p:nvPr/>
          </p:nvCxnSpPr>
          <p:spPr bwMode="gray">
            <a:xfrm>
              <a:off x="9408088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2" name="直接连接符 751"/>
            <p:cNvCxnSpPr/>
            <p:nvPr/>
          </p:nvCxnSpPr>
          <p:spPr bwMode="gray">
            <a:xfrm>
              <a:off x="9489097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3" name="直接连接符 752"/>
            <p:cNvCxnSpPr/>
            <p:nvPr/>
          </p:nvCxnSpPr>
          <p:spPr bwMode="gray">
            <a:xfrm>
              <a:off x="9570106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4" name="直接连接符 753"/>
            <p:cNvCxnSpPr/>
            <p:nvPr/>
          </p:nvCxnSpPr>
          <p:spPr bwMode="gray">
            <a:xfrm>
              <a:off x="9651115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5" name="直接连接符 754"/>
            <p:cNvCxnSpPr/>
            <p:nvPr/>
          </p:nvCxnSpPr>
          <p:spPr bwMode="gray">
            <a:xfrm>
              <a:off x="9732124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6" name="直接连接符 755"/>
            <p:cNvCxnSpPr/>
            <p:nvPr/>
          </p:nvCxnSpPr>
          <p:spPr bwMode="gray">
            <a:xfrm>
              <a:off x="9813133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7" name="直接连接符 756"/>
            <p:cNvCxnSpPr/>
            <p:nvPr/>
          </p:nvCxnSpPr>
          <p:spPr bwMode="gray">
            <a:xfrm>
              <a:off x="9894142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8" name="直接连接符 757"/>
            <p:cNvCxnSpPr/>
            <p:nvPr/>
          </p:nvCxnSpPr>
          <p:spPr bwMode="gray">
            <a:xfrm>
              <a:off x="9975151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9" name="直接连接符 758"/>
            <p:cNvCxnSpPr/>
            <p:nvPr/>
          </p:nvCxnSpPr>
          <p:spPr bwMode="gray">
            <a:xfrm>
              <a:off x="10056160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0" name="直接连接符 759"/>
            <p:cNvCxnSpPr/>
            <p:nvPr/>
          </p:nvCxnSpPr>
          <p:spPr bwMode="gray">
            <a:xfrm>
              <a:off x="8111944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1" name="直接连接符 760"/>
            <p:cNvCxnSpPr/>
            <p:nvPr/>
          </p:nvCxnSpPr>
          <p:spPr bwMode="gray">
            <a:xfrm>
              <a:off x="8192953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2" name="直接连接符 761"/>
            <p:cNvCxnSpPr/>
            <p:nvPr/>
          </p:nvCxnSpPr>
          <p:spPr bwMode="gray">
            <a:xfrm>
              <a:off x="8273962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3" name="直接连接符 762"/>
            <p:cNvCxnSpPr/>
            <p:nvPr/>
          </p:nvCxnSpPr>
          <p:spPr bwMode="gray">
            <a:xfrm>
              <a:off x="8354971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4" name="直接连接符 763"/>
            <p:cNvCxnSpPr/>
            <p:nvPr/>
          </p:nvCxnSpPr>
          <p:spPr bwMode="gray">
            <a:xfrm>
              <a:off x="8435980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5" name="直接连接符 764"/>
            <p:cNvCxnSpPr/>
            <p:nvPr/>
          </p:nvCxnSpPr>
          <p:spPr bwMode="gray">
            <a:xfrm>
              <a:off x="8516989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6" name="直接连接符 765"/>
            <p:cNvCxnSpPr/>
            <p:nvPr/>
          </p:nvCxnSpPr>
          <p:spPr bwMode="gray">
            <a:xfrm>
              <a:off x="8597998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7" name="直接连接符 766"/>
            <p:cNvCxnSpPr/>
            <p:nvPr/>
          </p:nvCxnSpPr>
          <p:spPr bwMode="gray">
            <a:xfrm>
              <a:off x="8679007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8" name="直接连接符 767"/>
            <p:cNvCxnSpPr/>
            <p:nvPr/>
          </p:nvCxnSpPr>
          <p:spPr bwMode="gray">
            <a:xfrm>
              <a:off x="8760016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9" name="直接连接符 768"/>
            <p:cNvCxnSpPr/>
            <p:nvPr/>
          </p:nvCxnSpPr>
          <p:spPr bwMode="gray">
            <a:xfrm>
              <a:off x="8841025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0" name="直接连接符 769"/>
            <p:cNvCxnSpPr/>
            <p:nvPr/>
          </p:nvCxnSpPr>
          <p:spPr bwMode="gray">
            <a:xfrm>
              <a:off x="8922034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1" name="直接连接符 770"/>
            <p:cNvCxnSpPr/>
            <p:nvPr/>
          </p:nvCxnSpPr>
          <p:spPr bwMode="gray">
            <a:xfrm>
              <a:off x="9003043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2" name="直接连接符 771"/>
            <p:cNvCxnSpPr/>
            <p:nvPr/>
          </p:nvCxnSpPr>
          <p:spPr bwMode="gray">
            <a:xfrm>
              <a:off x="9084052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3" name="直接连接符 772"/>
            <p:cNvCxnSpPr/>
            <p:nvPr/>
          </p:nvCxnSpPr>
          <p:spPr bwMode="gray">
            <a:xfrm>
              <a:off x="9165061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4" name="直接连接符 773"/>
            <p:cNvCxnSpPr/>
            <p:nvPr/>
          </p:nvCxnSpPr>
          <p:spPr bwMode="gray">
            <a:xfrm>
              <a:off x="9246070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5" name="直接连接符 774"/>
            <p:cNvCxnSpPr/>
            <p:nvPr/>
          </p:nvCxnSpPr>
          <p:spPr bwMode="gray">
            <a:xfrm>
              <a:off x="9327079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6" name="直接连接符 775"/>
            <p:cNvCxnSpPr/>
            <p:nvPr/>
          </p:nvCxnSpPr>
          <p:spPr bwMode="gray">
            <a:xfrm>
              <a:off x="9408088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7" name="直接连接符 776"/>
            <p:cNvCxnSpPr/>
            <p:nvPr/>
          </p:nvCxnSpPr>
          <p:spPr bwMode="gray">
            <a:xfrm>
              <a:off x="9489097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8" name="直接连接符 777"/>
            <p:cNvCxnSpPr/>
            <p:nvPr/>
          </p:nvCxnSpPr>
          <p:spPr bwMode="gray">
            <a:xfrm>
              <a:off x="9570106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9" name="直接连接符 778"/>
            <p:cNvCxnSpPr/>
            <p:nvPr/>
          </p:nvCxnSpPr>
          <p:spPr bwMode="gray">
            <a:xfrm>
              <a:off x="9651115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0" name="直接连接符 779"/>
            <p:cNvCxnSpPr/>
            <p:nvPr/>
          </p:nvCxnSpPr>
          <p:spPr bwMode="gray">
            <a:xfrm>
              <a:off x="9732124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1" name="直接连接符 780"/>
            <p:cNvCxnSpPr/>
            <p:nvPr/>
          </p:nvCxnSpPr>
          <p:spPr bwMode="gray">
            <a:xfrm>
              <a:off x="9813133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2" name="直接连接符 781"/>
            <p:cNvCxnSpPr/>
            <p:nvPr/>
          </p:nvCxnSpPr>
          <p:spPr bwMode="gray">
            <a:xfrm>
              <a:off x="9894142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3" name="直接连接符 782"/>
            <p:cNvCxnSpPr/>
            <p:nvPr/>
          </p:nvCxnSpPr>
          <p:spPr bwMode="gray">
            <a:xfrm>
              <a:off x="9975151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4" name="直接连接符 783"/>
            <p:cNvCxnSpPr/>
            <p:nvPr/>
          </p:nvCxnSpPr>
          <p:spPr bwMode="gray">
            <a:xfrm>
              <a:off x="10056160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85" name="组合 784"/>
            <p:cNvGrpSpPr/>
            <p:nvPr/>
          </p:nvGrpSpPr>
          <p:grpSpPr bwMode="gray">
            <a:xfrm rot="5400000">
              <a:off x="6768702" y="2757831"/>
              <a:ext cx="1944216" cy="144112"/>
              <a:chOff x="6798078" y="2996952"/>
              <a:chExt cx="1944216" cy="144112"/>
            </a:xfrm>
          </p:grpSpPr>
          <p:cxnSp>
            <p:nvCxnSpPr>
              <p:cNvPr id="813" name="直接连接符 812"/>
              <p:cNvCxnSpPr/>
              <p:nvPr/>
            </p:nvCxnSpPr>
            <p:spPr bwMode="gray">
              <a:xfrm>
                <a:off x="6798078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4" name="直接连接符 813"/>
              <p:cNvCxnSpPr/>
              <p:nvPr/>
            </p:nvCxnSpPr>
            <p:spPr bwMode="gray">
              <a:xfrm>
                <a:off x="6879087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5" name="直接连接符 814"/>
              <p:cNvCxnSpPr/>
              <p:nvPr/>
            </p:nvCxnSpPr>
            <p:spPr bwMode="gray">
              <a:xfrm>
                <a:off x="6960096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6" name="直接连接符 815"/>
              <p:cNvCxnSpPr/>
              <p:nvPr/>
            </p:nvCxnSpPr>
            <p:spPr bwMode="gray">
              <a:xfrm>
                <a:off x="7041105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7" name="直接连接符 816"/>
              <p:cNvCxnSpPr/>
              <p:nvPr/>
            </p:nvCxnSpPr>
            <p:spPr bwMode="gray">
              <a:xfrm>
                <a:off x="7122114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8" name="直接连接符 817"/>
              <p:cNvCxnSpPr/>
              <p:nvPr/>
            </p:nvCxnSpPr>
            <p:spPr bwMode="gray">
              <a:xfrm>
                <a:off x="7203123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9" name="直接连接符 818"/>
              <p:cNvCxnSpPr/>
              <p:nvPr/>
            </p:nvCxnSpPr>
            <p:spPr bwMode="gray">
              <a:xfrm>
                <a:off x="7284132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0" name="直接连接符 819"/>
              <p:cNvCxnSpPr/>
              <p:nvPr/>
            </p:nvCxnSpPr>
            <p:spPr bwMode="gray">
              <a:xfrm>
                <a:off x="7365141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1" name="直接连接符 820"/>
              <p:cNvCxnSpPr/>
              <p:nvPr/>
            </p:nvCxnSpPr>
            <p:spPr bwMode="gray">
              <a:xfrm>
                <a:off x="7446150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2" name="直接连接符 821"/>
              <p:cNvCxnSpPr/>
              <p:nvPr/>
            </p:nvCxnSpPr>
            <p:spPr bwMode="gray">
              <a:xfrm>
                <a:off x="7527159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3" name="直接连接符 822"/>
              <p:cNvCxnSpPr/>
              <p:nvPr/>
            </p:nvCxnSpPr>
            <p:spPr bwMode="gray">
              <a:xfrm>
                <a:off x="7608168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4" name="直接连接符 823"/>
              <p:cNvCxnSpPr/>
              <p:nvPr/>
            </p:nvCxnSpPr>
            <p:spPr bwMode="gray">
              <a:xfrm>
                <a:off x="7689177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5" name="直接连接符 824"/>
              <p:cNvCxnSpPr/>
              <p:nvPr/>
            </p:nvCxnSpPr>
            <p:spPr bwMode="gray">
              <a:xfrm>
                <a:off x="7770186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6" name="直接连接符 825"/>
              <p:cNvCxnSpPr/>
              <p:nvPr/>
            </p:nvCxnSpPr>
            <p:spPr bwMode="gray">
              <a:xfrm>
                <a:off x="7851195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7" name="直接连接符 826"/>
              <p:cNvCxnSpPr/>
              <p:nvPr/>
            </p:nvCxnSpPr>
            <p:spPr bwMode="gray">
              <a:xfrm>
                <a:off x="7932204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8" name="直接连接符 827"/>
              <p:cNvCxnSpPr/>
              <p:nvPr/>
            </p:nvCxnSpPr>
            <p:spPr bwMode="gray">
              <a:xfrm>
                <a:off x="8013213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9" name="直接连接符 828"/>
              <p:cNvCxnSpPr/>
              <p:nvPr/>
            </p:nvCxnSpPr>
            <p:spPr bwMode="gray">
              <a:xfrm>
                <a:off x="8094222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0" name="直接连接符 829"/>
              <p:cNvCxnSpPr/>
              <p:nvPr/>
            </p:nvCxnSpPr>
            <p:spPr bwMode="gray">
              <a:xfrm>
                <a:off x="8175231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1" name="直接连接符 830"/>
              <p:cNvCxnSpPr/>
              <p:nvPr/>
            </p:nvCxnSpPr>
            <p:spPr bwMode="gray">
              <a:xfrm>
                <a:off x="8256240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2" name="直接连接符 831"/>
              <p:cNvCxnSpPr/>
              <p:nvPr/>
            </p:nvCxnSpPr>
            <p:spPr bwMode="gray">
              <a:xfrm>
                <a:off x="8337249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3" name="直接连接符 832"/>
              <p:cNvCxnSpPr/>
              <p:nvPr/>
            </p:nvCxnSpPr>
            <p:spPr bwMode="gray">
              <a:xfrm>
                <a:off x="8418258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4" name="直接连接符 833"/>
              <p:cNvCxnSpPr/>
              <p:nvPr/>
            </p:nvCxnSpPr>
            <p:spPr bwMode="gray">
              <a:xfrm>
                <a:off x="8499267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5" name="直接连接符 834"/>
              <p:cNvCxnSpPr/>
              <p:nvPr/>
            </p:nvCxnSpPr>
            <p:spPr bwMode="gray">
              <a:xfrm>
                <a:off x="8580276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6" name="直接连接符 835"/>
              <p:cNvCxnSpPr/>
              <p:nvPr/>
            </p:nvCxnSpPr>
            <p:spPr bwMode="gray">
              <a:xfrm>
                <a:off x="8661285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7" name="直接连接符 836"/>
              <p:cNvCxnSpPr/>
              <p:nvPr/>
            </p:nvCxnSpPr>
            <p:spPr bwMode="gray">
              <a:xfrm>
                <a:off x="8742294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86" name="组合 785"/>
            <p:cNvGrpSpPr/>
            <p:nvPr/>
          </p:nvGrpSpPr>
          <p:grpSpPr bwMode="gray">
            <a:xfrm rot="5400000">
              <a:off x="9457455" y="2757238"/>
              <a:ext cx="1944216" cy="144112"/>
              <a:chOff x="6798078" y="2996952"/>
              <a:chExt cx="1944216" cy="144112"/>
            </a:xfrm>
          </p:grpSpPr>
          <p:cxnSp>
            <p:nvCxnSpPr>
              <p:cNvPr id="788" name="直接连接符 787"/>
              <p:cNvCxnSpPr/>
              <p:nvPr/>
            </p:nvCxnSpPr>
            <p:spPr bwMode="gray">
              <a:xfrm>
                <a:off x="6798078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9" name="直接连接符 788"/>
              <p:cNvCxnSpPr/>
              <p:nvPr/>
            </p:nvCxnSpPr>
            <p:spPr bwMode="gray">
              <a:xfrm>
                <a:off x="6879087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0" name="直接连接符 789"/>
              <p:cNvCxnSpPr/>
              <p:nvPr/>
            </p:nvCxnSpPr>
            <p:spPr bwMode="gray">
              <a:xfrm>
                <a:off x="6960096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1" name="直接连接符 790"/>
              <p:cNvCxnSpPr/>
              <p:nvPr/>
            </p:nvCxnSpPr>
            <p:spPr bwMode="gray">
              <a:xfrm>
                <a:off x="7041105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2" name="直接连接符 791"/>
              <p:cNvCxnSpPr/>
              <p:nvPr/>
            </p:nvCxnSpPr>
            <p:spPr bwMode="gray">
              <a:xfrm>
                <a:off x="7122114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3" name="直接连接符 792"/>
              <p:cNvCxnSpPr/>
              <p:nvPr/>
            </p:nvCxnSpPr>
            <p:spPr bwMode="gray">
              <a:xfrm>
                <a:off x="7203123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4" name="直接连接符 793"/>
              <p:cNvCxnSpPr/>
              <p:nvPr/>
            </p:nvCxnSpPr>
            <p:spPr bwMode="gray">
              <a:xfrm>
                <a:off x="7284132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5" name="直接连接符 794"/>
              <p:cNvCxnSpPr/>
              <p:nvPr/>
            </p:nvCxnSpPr>
            <p:spPr bwMode="gray">
              <a:xfrm>
                <a:off x="7365141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6" name="直接连接符 795"/>
              <p:cNvCxnSpPr/>
              <p:nvPr/>
            </p:nvCxnSpPr>
            <p:spPr bwMode="gray">
              <a:xfrm>
                <a:off x="7446150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7" name="直接连接符 796"/>
              <p:cNvCxnSpPr/>
              <p:nvPr/>
            </p:nvCxnSpPr>
            <p:spPr bwMode="gray">
              <a:xfrm>
                <a:off x="7527159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8" name="直接连接符 797"/>
              <p:cNvCxnSpPr/>
              <p:nvPr/>
            </p:nvCxnSpPr>
            <p:spPr bwMode="gray">
              <a:xfrm>
                <a:off x="7608168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9" name="直接连接符 798"/>
              <p:cNvCxnSpPr/>
              <p:nvPr/>
            </p:nvCxnSpPr>
            <p:spPr bwMode="gray">
              <a:xfrm>
                <a:off x="7689177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0" name="直接连接符 799"/>
              <p:cNvCxnSpPr/>
              <p:nvPr/>
            </p:nvCxnSpPr>
            <p:spPr bwMode="gray">
              <a:xfrm>
                <a:off x="7770186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1" name="直接连接符 800"/>
              <p:cNvCxnSpPr/>
              <p:nvPr/>
            </p:nvCxnSpPr>
            <p:spPr bwMode="gray">
              <a:xfrm>
                <a:off x="7851195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2" name="直接连接符 801"/>
              <p:cNvCxnSpPr/>
              <p:nvPr/>
            </p:nvCxnSpPr>
            <p:spPr bwMode="gray">
              <a:xfrm>
                <a:off x="7932204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3" name="直接连接符 802"/>
              <p:cNvCxnSpPr/>
              <p:nvPr/>
            </p:nvCxnSpPr>
            <p:spPr bwMode="gray">
              <a:xfrm>
                <a:off x="8013213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4" name="直接连接符 803"/>
              <p:cNvCxnSpPr/>
              <p:nvPr/>
            </p:nvCxnSpPr>
            <p:spPr bwMode="gray">
              <a:xfrm>
                <a:off x="8094222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5" name="直接连接符 804"/>
              <p:cNvCxnSpPr/>
              <p:nvPr/>
            </p:nvCxnSpPr>
            <p:spPr bwMode="gray">
              <a:xfrm>
                <a:off x="8175231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6" name="直接连接符 805"/>
              <p:cNvCxnSpPr/>
              <p:nvPr/>
            </p:nvCxnSpPr>
            <p:spPr bwMode="gray">
              <a:xfrm>
                <a:off x="8256240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7" name="直接连接符 806"/>
              <p:cNvCxnSpPr/>
              <p:nvPr/>
            </p:nvCxnSpPr>
            <p:spPr bwMode="gray">
              <a:xfrm>
                <a:off x="8337249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8" name="直接连接符 807"/>
              <p:cNvCxnSpPr/>
              <p:nvPr/>
            </p:nvCxnSpPr>
            <p:spPr bwMode="gray">
              <a:xfrm>
                <a:off x="8418258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9" name="直接连接符 808"/>
              <p:cNvCxnSpPr/>
              <p:nvPr/>
            </p:nvCxnSpPr>
            <p:spPr bwMode="gray">
              <a:xfrm>
                <a:off x="8499267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0" name="直接连接符 809"/>
              <p:cNvCxnSpPr/>
              <p:nvPr/>
            </p:nvCxnSpPr>
            <p:spPr bwMode="gray">
              <a:xfrm>
                <a:off x="8580276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1" name="直接连接符 810"/>
              <p:cNvCxnSpPr/>
              <p:nvPr/>
            </p:nvCxnSpPr>
            <p:spPr bwMode="gray">
              <a:xfrm>
                <a:off x="8661285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2" name="直接连接符 811"/>
              <p:cNvCxnSpPr/>
              <p:nvPr/>
            </p:nvCxnSpPr>
            <p:spPr bwMode="gray">
              <a:xfrm>
                <a:off x="8742294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87" name="圆角矩形 786"/>
            <p:cNvSpPr/>
            <p:nvPr/>
          </p:nvSpPr>
          <p:spPr bwMode="gray">
            <a:xfrm>
              <a:off x="7824192" y="1569747"/>
              <a:ext cx="2520000" cy="2520280"/>
            </a:xfrm>
            <a:prstGeom prst="roundRect">
              <a:avLst>
                <a:gd name="adj" fmla="val 896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solidFill>
                    <a:srgbClr val="56C4D2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NP</a:t>
              </a:r>
            </a:p>
          </p:txBody>
        </p:sp>
      </p:grpSp>
      <p:cxnSp>
        <p:nvCxnSpPr>
          <p:cNvPr id="838" name="直接箭头连接符 837"/>
          <p:cNvCxnSpPr/>
          <p:nvPr/>
        </p:nvCxnSpPr>
        <p:spPr bwMode="gray">
          <a:xfrm>
            <a:off x="7187893" y="4153671"/>
            <a:ext cx="2893932" cy="314420"/>
          </a:xfrm>
          <a:prstGeom prst="straightConnector1">
            <a:avLst/>
          </a:prstGeom>
          <a:ln w="50800"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9" name="直接箭头连接符 838"/>
          <p:cNvCxnSpPr/>
          <p:nvPr/>
        </p:nvCxnSpPr>
        <p:spPr bwMode="gray">
          <a:xfrm>
            <a:off x="7187893" y="4342323"/>
            <a:ext cx="2893932" cy="314420"/>
          </a:xfrm>
          <a:prstGeom prst="straightConnector1">
            <a:avLst/>
          </a:prstGeom>
          <a:ln w="50800"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0" name="直接箭头连接符 839"/>
          <p:cNvCxnSpPr/>
          <p:nvPr/>
        </p:nvCxnSpPr>
        <p:spPr bwMode="gray">
          <a:xfrm>
            <a:off x="7187893" y="4530975"/>
            <a:ext cx="2893932" cy="314420"/>
          </a:xfrm>
          <a:prstGeom prst="straightConnector1">
            <a:avLst/>
          </a:prstGeom>
          <a:ln w="50800"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4" name="直接箭头连接符 843"/>
          <p:cNvCxnSpPr/>
          <p:nvPr/>
        </p:nvCxnSpPr>
        <p:spPr bwMode="gray">
          <a:xfrm>
            <a:off x="7187893" y="5231862"/>
            <a:ext cx="2893932" cy="314420"/>
          </a:xfrm>
          <a:prstGeom prst="straightConnector1">
            <a:avLst/>
          </a:prstGeom>
          <a:ln w="50800"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5" name="直接箭头连接符 844"/>
          <p:cNvCxnSpPr/>
          <p:nvPr/>
        </p:nvCxnSpPr>
        <p:spPr bwMode="gray">
          <a:xfrm>
            <a:off x="7187893" y="5420514"/>
            <a:ext cx="2893932" cy="314420"/>
          </a:xfrm>
          <a:prstGeom prst="straightConnector1">
            <a:avLst/>
          </a:prstGeom>
          <a:ln w="50800"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6" name="直接箭头连接符 845"/>
          <p:cNvCxnSpPr/>
          <p:nvPr/>
        </p:nvCxnSpPr>
        <p:spPr bwMode="gray">
          <a:xfrm>
            <a:off x="7187893" y="5609167"/>
            <a:ext cx="2893932" cy="314420"/>
          </a:xfrm>
          <a:prstGeom prst="straightConnector1">
            <a:avLst/>
          </a:prstGeom>
          <a:ln w="50800"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0" name="文本框 849"/>
          <p:cNvSpPr txBox="1"/>
          <p:nvPr/>
        </p:nvSpPr>
        <p:spPr bwMode="gray">
          <a:xfrm rot="300000">
            <a:off x="7763411" y="4019330"/>
            <a:ext cx="2072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应答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B (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通过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gRPC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隧道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)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51" name="文本框 850"/>
          <p:cNvSpPr txBox="1"/>
          <p:nvPr/>
        </p:nvSpPr>
        <p:spPr bwMode="gray">
          <a:xfrm rot="300000">
            <a:off x="7730808" y="4977007"/>
            <a:ext cx="2072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应答 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  (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通过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gRPC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隧道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)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55" name="圆角矩形 854"/>
          <p:cNvSpPr/>
          <p:nvPr/>
        </p:nvSpPr>
        <p:spPr bwMode="gray">
          <a:xfrm>
            <a:off x="574089" y="1609775"/>
            <a:ext cx="1465541" cy="296701"/>
          </a:xfrm>
          <a:prstGeom prst="roundRect">
            <a:avLst>
              <a:gd name="adj" fmla="val 15000"/>
            </a:avLst>
          </a:prstGeom>
          <a:solidFill>
            <a:srgbClr val="30B5C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线路卡包转发引擎</a:t>
            </a:r>
          </a:p>
        </p:txBody>
      </p:sp>
      <p:sp>
        <p:nvSpPr>
          <p:cNvPr id="856" name="圆角矩形 855"/>
          <p:cNvSpPr/>
          <p:nvPr/>
        </p:nvSpPr>
        <p:spPr bwMode="gray">
          <a:xfrm>
            <a:off x="3806775" y="1611321"/>
            <a:ext cx="1027943" cy="305830"/>
          </a:xfrm>
          <a:prstGeom prst="roundRect">
            <a:avLst>
              <a:gd name="adj" fmla="val 15000"/>
            </a:avLst>
          </a:prstGeom>
          <a:solidFill>
            <a:srgbClr val="30B5C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线路卡</a:t>
            </a:r>
            <a:r>
              <a:rPr lang="en-US" altLang="zh-CN" sz="14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CPU</a:t>
            </a:r>
            <a:endParaRPr lang="zh-CN" altLang="en-US" sz="1400" b="1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57" name="圆角矩形 856"/>
          <p:cNvSpPr/>
          <p:nvPr/>
        </p:nvSpPr>
        <p:spPr bwMode="gray">
          <a:xfrm>
            <a:off x="6742950" y="1602765"/>
            <a:ext cx="1014062" cy="314386"/>
          </a:xfrm>
          <a:prstGeom prst="roundRect">
            <a:avLst>
              <a:gd name="adj" fmla="val 15000"/>
            </a:avLst>
          </a:prstGeom>
          <a:solidFill>
            <a:srgbClr val="30B5C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主控板</a:t>
            </a: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CPU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58" name="圆角矩形 857"/>
          <p:cNvSpPr/>
          <p:nvPr/>
        </p:nvSpPr>
        <p:spPr bwMode="gray">
          <a:xfrm>
            <a:off x="9672445" y="1602764"/>
            <a:ext cx="620796" cy="319979"/>
          </a:xfrm>
          <a:prstGeom prst="roundRect">
            <a:avLst>
              <a:gd name="adj" fmla="val 15000"/>
            </a:avLst>
          </a:prstGeom>
          <a:solidFill>
            <a:srgbClr val="30B5C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采集器</a:t>
            </a:r>
          </a:p>
        </p:txBody>
      </p:sp>
      <p:pic>
        <p:nvPicPr>
          <p:cNvPr id="295" name="图片 294" descr="PC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9801471" y="2044431"/>
            <a:ext cx="470759" cy="361543"/>
          </a:xfrm>
          <a:prstGeom prst="rect">
            <a:avLst/>
          </a:prstGeom>
        </p:spPr>
      </p:pic>
      <p:sp>
        <p:nvSpPr>
          <p:cNvPr id="294" name="文本占位符 3"/>
          <p:cNvSpPr txBox="1">
            <a:spLocks/>
          </p:cNvSpPr>
          <p:nvPr/>
        </p:nvSpPr>
        <p:spPr bwMode="gray">
          <a:xfrm>
            <a:off x="468317" y="1245063"/>
            <a:ext cx="11276183" cy="4680000"/>
          </a:xfrm>
          <a:prstGeom prst="rect">
            <a:avLst/>
          </a:prstGeom>
        </p:spPr>
        <p:txBody>
          <a:bodyPr/>
          <a:lstStyle>
            <a:lvl1pPr marL="302279" indent="-302279" algn="l" defTabSz="914034" rtl="0" eaLnBrk="1" latinLnBrk="0" hangingPunct="1">
              <a:lnSpc>
                <a:spcPct val="140000"/>
              </a:lnSpc>
              <a:spcBef>
                <a:spcPts val="792"/>
              </a:spcBef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8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8" name="燕尾形 27">
            <a:extLst>
              <a:ext uri="{FF2B5EF4-FFF2-40B4-BE49-F238E27FC236}">
                <a16:creationId xmlns:a16="http://schemas.microsoft.com/office/drawing/2014/main" id="{178DA290-551B-48C7-AD29-D92C57541F4D}"/>
              </a:ext>
            </a:extLst>
          </p:cNvPr>
          <p:cNvSpPr/>
          <p:nvPr/>
        </p:nvSpPr>
        <p:spPr bwMode="gray">
          <a:xfrm>
            <a:off x="10835310" y="124239"/>
            <a:ext cx="912190" cy="21240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数据推送</a:t>
            </a:r>
            <a:endParaRPr lang="en-US" altLang="zh-CN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299" name="燕尾形 27">
            <a:extLst>
              <a:ext uri="{FF2B5EF4-FFF2-40B4-BE49-F238E27FC236}">
                <a16:creationId xmlns:a16="http://schemas.microsoft.com/office/drawing/2014/main" id="{59E12A5D-2A60-4046-84E2-6E08AB5684E2}"/>
              </a:ext>
            </a:extLst>
          </p:cNvPr>
          <p:cNvSpPr/>
          <p:nvPr/>
        </p:nvSpPr>
        <p:spPr bwMode="gray">
          <a:xfrm>
            <a:off x="9992932" y="124239"/>
            <a:ext cx="91219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数据生成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0" name="燕尾形 27">
            <a:extLst>
              <a:ext uri="{FF2B5EF4-FFF2-40B4-BE49-F238E27FC236}">
                <a16:creationId xmlns:a16="http://schemas.microsoft.com/office/drawing/2014/main" id="{C05201DC-B48F-4CCE-B9CF-C5B5668A42D5}"/>
              </a:ext>
            </a:extLst>
          </p:cNvPr>
          <p:cNvSpPr/>
          <p:nvPr/>
        </p:nvSpPr>
        <p:spPr bwMode="gray">
          <a:xfrm>
            <a:off x="9150553" y="124239"/>
            <a:ext cx="91219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数据订阅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1" name="五边形 300"/>
          <p:cNvSpPr/>
          <p:nvPr/>
        </p:nvSpPr>
        <p:spPr bwMode="gray">
          <a:xfrm>
            <a:off x="8407119" y="119698"/>
            <a:ext cx="813245" cy="21240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数据源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129C9BDC-AE1F-DA28-D0B6-D018EF4C3E1A}"/>
                  </a:ext>
                </a:extLst>
              </p14:cNvPr>
              <p14:cNvContentPartPr/>
              <p14:nvPr/>
            </p14:nvContentPartPr>
            <p14:xfrm>
              <a:off x="6353209" y="1138999"/>
              <a:ext cx="4456800" cy="159696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129C9BDC-AE1F-DA28-D0B6-D018EF4C3E1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44209" y="1130359"/>
                <a:ext cx="4474440" cy="161460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组合 8">
            <a:extLst>
              <a:ext uri="{FF2B5EF4-FFF2-40B4-BE49-F238E27FC236}">
                <a16:creationId xmlns:a16="http://schemas.microsoft.com/office/drawing/2014/main" id="{9D580F4D-C89A-AD83-AA2A-9BDAA708EF24}"/>
              </a:ext>
            </a:extLst>
          </p:cNvPr>
          <p:cNvGrpSpPr/>
          <p:nvPr/>
        </p:nvGrpSpPr>
        <p:grpSpPr>
          <a:xfrm>
            <a:off x="1595449" y="2240959"/>
            <a:ext cx="5030640" cy="240840"/>
            <a:chOff x="1595449" y="2240959"/>
            <a:chExt cx="5030640" cy="24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墨迹 3">
                  <a:extLst>
                    <a:ext uri="{FF2B5EF4-FFF2-40B4-BE49-F238E27FC236}">
                      <a16:creationId xmlns:a16="http://schemas.microsoft.com/office/drawing/2014/main" id="{FE080D02-C6C2-C847-BF01-D6F7AD15E0E1}"/>
                    </a:ext>
                  </a:extLst>
                </p14:cNvPr>
                <p14:cNvContentPartPr/>
                <p14:nvPr/>
              </p14:nvContentPartPr>
              <p14:xfrm>
                <a:off x="4548529" y="2330239"/>
                <a:ext cx="2077560" cy="45720"/>
              </p14:xfrm>
            </p:contentPart>
          </mc:Choice>
          <mc:Fallback>
            <p:pic>
              <p:nvPicPr>
                <p:cNvPr id="4" name="墨迹 3">
                  <a:extLst>
                    <a:ext uri="{FF2B5EF4-FFF2-40B4-BE49-F238E27FC236}">
                      <a16:creationId xmlns:a16="http://schemas.microsoft.com/office/drawing/2014/main" id="{FE080D02-C6C2-C847-BF01-D6F7AD15E0E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539529" y="2321239"/>
                  <a:ext cx="20952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墨迹 4">
                  <a:extLst>
                    <a:ext uri="{FF2B5EF4-FFF2-40B4-BE49-F238E27FC236}">
                      <a16:creationId xmlns:a16="http://schemas.microsoft.com/office/drawing/2014/main" id="{AF6E7EF4-62B4-73A1-697A-EE5F6B8506D6}"/>
                    </a:ext>
                  </a:extLst>
                </p14:cNvPr>
                <p14:cNvContentPartPr/>
                <p14:nvPr/>
              </p14:nvContentPartPr>
              <p14:xfrm>
                <a:off x="4405609" y="2240959"/>
                <a:ext cx="189360" cy="240840"/>
              </p14:xfrm>
            </p:contentPart>
          </mc:Choice>
          <mc:Fallback>
            <p:pic>
              <p:nvPicPr>
                <p:cNvPr id="5" name="墨迹 4">
                  <a:extLst>
                    <a:ext uri="{FF2B5EF4-FFF2-40B4-BE49-F238E27FC236}">
                      <a16:creationId xmlns:a16="http://schemas.microsoft.com/office/drawing/2014/main" id="{AF6E7EF4-62B4-73A1-697A-EE5F6B8506D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396609" y="2231959"/>
                  <a:ext cx="20700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BD95D667-A340-464B-1E4A-073C90228381}"/>
                    </a:ext>
                  </a:extLst>
                </p14:cNvPr>
                <p14:cNvContentPartPr/>
                <p14:nvPr/>
              </p14:nvContentPartPr>
              <p14:xfrm>
                <a:off x="1595449" y="2307919"/>
                <a:ext cx="2174760" cy="65880"/>
              </p14:xfrm>
            </p:contentPart>
          </mc:Choice>
          <mc:Fallback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BD95D667-A340-464B-1E4A-073C9022838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86449" y="2298919"/>
                  <a:ext cx="21924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93F8CB12-E6BF-F8E4-D4CD-685109CD3151}"/>
                    </a:ext>
                  </a:extLst>
                </p14:cNvPr>
                <p14:cNvContentPartPr/>
                <p14:nvPr/>
              </p14:nvContentPartPr>
              <p14:xfrm>
                <a:off x="1639369" y="2278399"/>
                <a:ext cx="93240" cy="172080"/>
              </p14:xfrm>
            </p:contentPart>
          </mc:Choice>
          <mc:Fallback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93F8CB12-E6BF-F8E4-D4CD-685109CD315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30369" y="2269399"/>
                  <a:ext cx="110880" cy="189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1375326D-B028-482F-1D41-2FD11362AD4B}"/>
                  </a:ext>
                </a:extLst>
              </p14:cNvPr>
              <p14:cNvContentPartPr/>
              <p14:nvPr/>
            </p14:nvContentPartPr>
            <p14:xfrm>
              <a:off x="2801449" y="4349839"/>
              <a:ext cx="343440" cy="194040"/>
            </p14:xfrm>
          </p:contentPart>
        </mc:Choice>
        <mc:Fallback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1375326D-B028-482F-1D41-2FD11362AD4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792809" y="4341199"/>
                <a:ext cx="361080" cy="21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94C49101-4BCC-CF90-013D-DE7E7D743CA9}"/>
                  </a:ext>
                </a:extLst>
              </p14:cNvPr>
              <p14:cNvContentPartPr/>
              <p14:nvPr/>
            </p14:nvContentPartPr>
            <p14:xfrm>
              <a:off x="6310369" y="3753679"/>
              <a:ext cx="321120" cy="182160"/>
            </p14:xfrm>
          </p:contentPart>
        </mc:Choice>
        <mc:Fallback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94C49101-4BCC-CF90-013D-DE7E7D743CA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301369" y="3744679"/>
                <a:ext cx="33876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3" name="墨迹 12">
                <a:extLst>
                  <a:ext uri="{FF2B5EF4-FFF2-40B4-BE49-F238E27FC236}">
                    <a16:creationId xmlns:a16="http://schemas.microsoft.com/office/drawing/2014/main" id="{53A3FF5A-7846-F45C-0B33-67D0C7A3A02B}"/>
                  </a:ext>
                </a:extLst>
              </p14:cNvPr>
              <p14:cNvContentPartPr/>
              <p14:nvPr/>
            </p14:nvContentPartPr>
            <p14:xfrm>
              <a:off x="6581809" y="1431319"/>
              <a:ext cx="1433160" cy="1253160"/>
            </p14:xfrm>
          </p:contentPart>
        </mc:Choice>
        <mc:Fallback>
          <p:pic>
            <p:nvPicPr>
              <p:cNvPr id="13" name="墨迹 12">
                <a:extLst>
                  <a:ext uri="{FF2B5EF4-FFF2-40B4-BE49-F238E27FC236}">
                    <a16:creationId xmlns:a16="http://schemas.microsoft.com/office/drawing/2014/main" id="{53A3FF5A-7846-F45C-0B33-67D0C7A3A02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573169" y="1422679"/>
                <a:ext cx="1450800" cy="127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170782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E05F50-F8E5-4F4D-AF16-B9F9150C329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>
                <a:sym typeface="Huawei Sans" panose="020C0503030203020204" pitchFamily="34" charset="0"/>
              </a:rPr>
              <a:t>基于</a:t>
            </a:r>
            <a:r>
              <a:rPr lang="en-US" altLang="zh-CN">
                <a:sym typeface="Huawei Sans" panose="020C0503030203020204" pitchFamily="34" charset="0"/>
              </a:rPr>
              <a:t>UDP</a:t>
            </a:r>
            <a:r>
              <a:rPr lang="zh-CN" altLang="en-US">
                <a:sym typeface="Huawei Sans" panose="020C0503030203020204" pitchFamily="34" charset="0"/>
              </a:rPr>
              <a:t>的推送流程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600" dirty="0">
                <a:sym typeface="Huawei Sans" panose="020C0503030203020204" pitchFamily="34" charset="0"/>
              </a:rPr>
              <a:t>UDP</a:t>
            </a:r>
            <a:r>
              <a:rPr lang="zh-CN" altLang="en-US" sz="1600" dirty="0">
                <a:sym typeface="Huawei Sans" panose="020C0503030203020204" pitchFamily="34" charset="0"/>
              </a:rPr>
              <a:t>推送相较于</a:t>
            </a:r>
            <a:r>
              <a:rPr lang="en-US" altLang="zh-CN" sz="1600" dirty="0" err="1">
                <a:sym typeface="Huawei Sans" panose="020C0503030203020204" pitchFamily="34" charset="0"/>
              </a:rPr>
              <a:t>gRPC</a:t>
            </a:r>
            <a:r>
              <a:rPr lang="zh-CN" altLang="en-US" sz="1600" dirty="0">
                <a:sym typeface="Huawei Sans" panose="020C0503030203020204" pitchFamily="34" charset="0"/>
              </a:rPr>
              <a:t>推送做了一定优化，采集器也可以和线路卡</a:t>
            </a:r>
            <a:r>
              <a:rPr lang="en-US" altLang="zh-CN" sz="1600" dirty="0">
                <a:sym typeface="Huawei Sans" panose="020C0503030203020204" pitchFamily="34" charset="0"/>
              </a:rPr>
              <a:t>CPU</a:t>
            </a:r>
            <a:r>
              <a:rPr lang="zh-CN" altLang="en-US" sz="1600" dirty="0">
                <a:sym typeface="Huawei Sans" panose="020C0503030203020204" pitchFamily="34" charset="0"/>
              </a:rPr>
              <a:t>之间建立</a:t>
            </a:r>
            <a:r>
              <a:rPr lang="en-US" altLang="zh-CN" sz="1600" dirty="0">
                <a:sym typeface="Huawei Sans" panose="020C0503030203020204" pitchFamily="34" charset="0"/>
              </a:rPr>
              <a:t>UDP</a:t>
            </a:r>
            <a:r>
              <a:rPr lang="zh-CN" altLang="en-US" sz="1600" dirty="0">
                <a:sym typeface="Huawei Sans" panose="020C0503030203020204" pitchFamily="34" charset="0"/>
              </a:rPr>
              <a:t>隧道，由一对一变为多对一建立隧道，缓解了主控板</a:t>
            </a:r>
            <a:r>
              <a:rPr lang="en-US" altLang="zh-CN" sz="1600" dirty="0">
                <a:sym typeface="Huawei Sans" panose="020C0503030203020204" pitchFamily="34" charset="0"/>
              </a:rPr>
              <a:t>CPU</a:t>
            </a:r>
            <a:r>
              <a:rPr lang="zh-CN" altLang="en-US" sz="1600" dirty="0">
                <a:sym typeface="Huawei Sans" panose="020C0503030203020204" pitchFamily="34" charset="0"/>
              </a:rPr>
              <a:t>的压力同时也提升了效率。</a:t>
            </a:r>
          </a:p>
          <a:p>
            <a:endParaRPr lang="zh-CN" altLang="en-US" sz="1600" dirty="0">
              <a:sym typeface="Huawei Sans" panose="020C0503030203020204" pitchFamily="34" charset="0"/>
            </a:endParaRPr>
          </a:p>
        </p:txBody>
      </p:sp>
      <p:cxnSp>
        <p:nvCxnSpPr>
          <p:cNvPr id="563" name="直接连接符 562"/>
          <p:cNvCxnSpPr/>
          <p:nvPr/>
        </p:nvCxnSpPr>
        <p:spPr bwMode="gray">
          <a:xfrm flipH="1">
            <a:off x="10126798" y="2641456"/>
            <a:ext cx="13572" cy="3341575"/>
          </a:xfrm>
          <a:prstGeom prst="line">
            <a:avLst/>
          </a:prstGeom>
          <a:ln w="38100">
            <a:solidFill>
              <a:srgbClr val="FCC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4" name="直接箭头连接符 563"/>
          <p:cNvCxnSpPr/>
          <p:nvPr/>
        </p:nvCxnSpPr>
        <p:spPr bwMode="gray">
          <a:xfrm flipH="1">
            <a:off x="7403410" y="2750137"/>
            <a:ext cx="2734434" cy="416759"/>
          </a:xfrm>
          <a:prstGeom prst="straightConnector1">
            <a:avLst/>
          </a:prstGeom>
          <a:ln w="508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6" name="文本框 565"/>
          <p:cNvSpPr txBox="1"/>
          <p:nvPr/>
        </p:nvSpPr>
        <p:spPr bwMode="gray">
          <a:xfrm rot="21090171">
            <a:off x="7950237" y="2266756"/>
            <a:ext cx="19880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订阅 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 </a:t>
            </a:r>
            <a:r>
              <a:rPr lang="en-US" altLang="zh-CN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(</a:t>
            </a:r>
            <a:r>
              <a:rPr lang="zh-CN" altLang="en-US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通过</a:t>
            </a:r>
            <a:r>
              <a:rPr lang="en-US" altLang="zh-CN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UDP</a:t>
            </a:r>
            <a:r>
              <a:rPr lang="zh-CN" altLang="en-US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隧道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订阅 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 </a:t>
            </a:r>
            <a:r>
              <a:rPr lang="en-US" altLang="zh-CN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(</a:t>
            </a:r>
            <a:r>
              <a:rPr lang="zh-CN" altLang="en-US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通过</a:t>
            </a:r>
            <a:r>
              <a:rPr lang="en-US" altLang="zh-CN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UDP</a:t>
            </a:r>
            <a:r>
              <a:rPr lang="zh-CN" altLang="en-US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隧道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订阅 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 </a:t>
            </a:r>
            <a:r>
              <a:rPr lang="en-US" altLang="zh-CN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(</a:t>
            </a:r>
            <a:r>
              <a:rPr lang="zh-CN" altLang="en-US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通过</a:t>
            </a:r>
            <a:r>
              <a:rPr lang="en-US" altLang="zh-CN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UDP</a:t>
            </a:r>
            <a:r>
              <a:rPr lang="zh-CN" altLang="en-US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隧道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67" name="直接连接符 566"/>
          <p:cNvCxnSpPr/>
          <p:nvPr/>
        </p:nvCxnSpPr>
        <p:spPr bwMode="gray">
          <a:xfrm flipH="1">
            <a:off x="4627935" y="2499931"/>
            <a:ext cx="11013" cy="3452314"/>
          </a:xfrm>
          <a:prstGeom prst="line">
            <a:avLst/>
          </a:prstGeom>
          <a:ln w="38100">
            <a:solidFill>
              <a:srgbClr val="FCC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8" name="直接连接符 567"/>
          <p:cNvCxnSpPr/>
          <p:nvPr/>
        </p:nvCxnSpPr>
        <p:spPr bwMode="gray">
          <a:xfrm flipH="1">
            <a:off x="1804699" y="2499931"/>
            <a:ext cx="19906" cy="3452314"/>
          </a:xfrm>
          <a:prstGeom prst="line">
            <a:avLst/>
          </a:prstGeom>
          <a:ln w="38100">
            <a:solidFill>
              <a:srgbClr val="FCC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9" name="直接箭头连接符 568"/>
          <p:cNvCxnSpPr/>
          <p:nvPr/>
        </p:nvCxnSpPr>
        <p:spPr bwMode="gray">
          <a:xfrm flipH="1">
            <a:off x="4627935" y="3259085"/>
            <a:ext cx="2743011" cy="407970"/>
          </a:xfrm>
          <a:prstGeom prst="straightConnector1">
            <a:avLst/>
          </a:prstGeom>
          <a:ln w="508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0" name="直接箭头连接符 569"/>
          <p:cNvCxnSpPr/>
          <p:nvPr/>
        </p:nvCxnSpPr>
        <p:spPr bwMode="gray">
          <a:xfrm flipH="1">
            <a:off x="1822168" y="3836712"/>
            <a:ext cx="2789536" cy="414890"/>
          </a:xfrm>
          <a:prstGeom prst="straightConnector1">
            <a:avLst/>
          </a:prstGeom>
          <a:ln w="508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8" name="文本框 577"/>
          <p:cNvSpPr txBox="1"/>
          <p:nvPr/>
        </p:nvSpPr>
        <p:spPr bwMode="gray">
          <a:xfrm rot="21120000">
            <a:off x="5374736" y="3169852"/>
            <a:ext cx="15150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订阅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 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订阅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9" name="文本框 578"/>
          <p:cNvSpPr txBox="1"/>
          <p:nvPr/>
        </p:nvSpPr>
        <p:spPr bwMode="gray">
          <a:xfrm rot="21120000">
            <a:off x="2261383" y="3822055"/>
            <a:ext cx="15150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订阅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80" name="直接箭头连接符 579"/>
          <p:cNvCxnSpPr/>
          <p:nvPr/>
        </p:nvCxnSpPr>
        <p:spPr bwMode="gray">
          <a:xfrm>
            <a:off x="1827576" y="4370184"/>
            <a:ext cx="2810325" cy="483207"/>
          </a:xfrm>
          <a:prstGeom prst="straightConnector1">
            <a:avLst/>
          </a:prstGeom>
          <a:ln w="508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1" name="文本框 580"/>
          <p:cNvSpPr txBox="1"/>
          <p:nvPr/>
        </p:nvSpPr>
        <p:spPr bwMode="gray">
          <a:xfrm rot="600000">
            <a:off x="2262086" y="4311202"/>
            <a:ext cx="15150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应答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83" name="直接箭头连接符 582"/>
          <p:cNvCxnSpPr/>
          <p:nvPr/>
        </p:nvCxnSpPr>
        <p:spPr bwMode="gray">
          <a:xfrm>
            <a:off x="7432227" y="3362234"/>
            <a:ext cx="2706828" cy="296456"/>
          </a:xfrm>
          <a:prstGeom prst="straightConnector1">
            <a:avLst/>
          </a:prstGeom>
          <a:ln w="50800"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5" name="文本框 584"/>
          <p:cNvSpPr txBox="1"/>
          <p:nvPr/>
        </p:nvSpPr>
        <p:spPr bwMode="gray">
          <a:xfrm rot="300000">
            <a:off x="7971819" y="3240323"/>
            <a:ext cx="19380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应答 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 </a:t>
            </a:r>
            <a:r>
              <a:rPr lang="en-US" altLang="zh-CN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(</a:t>
            </a:r>
            <a:r>
              <a:rPr lang="zh-CN" altLang="en-US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通过</a:t>
            </a:r>
            <a:r>
              <a:rPr lang="en-US" altLang="zh-CN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UDP</a:t>
            </a:r>
            <a:r>
              <a:rPr lang="zh-CN" altLang="en-US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隧道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)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88" name="直接箭头连接符 587"/>
          <p:cNvCxnSpPr/>
          <p:nvPr/>
        </p:nvCxnSpPr>
        <p:spPr bwMode="gray">
          <a:xfrm>
            <a:off x="7432227" y="3540107"/>
            <a:ext cx="2706828" cy="296456"/>
          </a:xfrm>
          <a:prstGeom prst="straightConnector1">
            <a:avLst/>
          </a:prstGeom>
          <a:ln w="50800"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9" name="直接箭头连接符 588"/>
          <p:cNvCxnSpPr/>
          <p:nvPr/>
        </p:nvCxnSpPr>
        <p:spPr bwMode="gray">
          <a:xfrm>
            <a:off x="7432227" y="3717981"/>
            <a:ext cx="2706828" cy="296456"/>
          </a:xfrm>
          <a:prstGeom prst="straightConnector1">
            <a:avLst/>
          </a:prstGeom>
          <a:ln w="50800"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5" name="直接箭头连接符 594"/>
          <p:cNvCxnSpPr/>
          <p:nvPr/>
        </p:nvCxnSpPr>
        <p:spPr bwMode="gray">
          <a:xfrm>
            <a:off x="1827576" y="4548058"/>
            <a:ext cx="2810325" cy="483207"/>
          </a:xfrm>
          <a:prstGeom prst="straightConnector1">
            <a:avLst/>
          </a:prstGeom>
          <a:ln w="508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6" name="直接箭头连接符 595"/>
          <p:cNvCxnSpPr/>
          <p:nvPr/>
        </p:nvCxnSpPr>
        <p:spPr bwMode="gray">
          <a:xfrm>
            <a:off x="1827576" y="4725931"/>
            <a:ext cx="2810325" cy="483207"/>
          </a:xfrm>
          <a:prstGeom prst="straightConnector1">
            <a:avLst/>
          </a:prstGeom>
          <a:ln w="508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0" name="组合 669"/>
          <p:cNvGrpSpPr>
            <a:grpSpLocks noChangeAspect="1"/>
          </p:cNvGrpSpPr>
          <p:nvPr/>
        </p:nvGrpSpPr>
        <p:grpSpPr bwMode="gray">
          <a:xfrm>
            <a:off x="4429264" y="2261870"/>
            <a:ext cx="441088" cy="444635"/>
            <a:chOff x="4295800" y="1628800"/>
            <a:chExt cx="1440000" cy="1440000"/>
          </a:xfrm>
          <a:solidFill>
            <a:srgbClr val="30B5C5"/>
          </a:solidFill>
        </p:grpSpPr>
        <p:sp>
          <p:nvSpPr>
            <p:cNvPr id="671" name="圆角矩形 670"/>
            <p:cNvSpPr/>
            <p:nvPr/>
          </p:nvSpPr>
          <p:spPr bwMode="gray">
            <a:xfrm>
              <a:off x="4295800" y="1628800"/>
              <a:ext cx="1440000" cy="1440000"/>
            </a:xfrm>
            <a:prstGeom prst="roundRect">
              <a:avLst>
                <a:gd name="adj" fmla="val 896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</a:t>
              </a:r>
              <a:endParaRPr lang="zh-CN" altLang="en-US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72" name="椭圆 671"/>
            <p:cNvSpPr/>
            <p:nvPr/>
          </p:nvSpPr>
          <p:spPr bwMode="gray">
            <a:xfrm>
              <a:off x="4367808" y="1700808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73" name="椭圆 672"/>
            <p:cNvSpPr/>
            <p:nvPr/>
          </p:nvSpPr>
          <p:spPr bwMode="gray">
            <a:xfrm>
              <a:off x="4511824" y="1700808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74" name="椭圆 673"/>
            <p:cNvSpPr/>
            <p:nvPr/>
          </p:nvSpPr>
          <p:spPr bwMode="gray">
            <a:xfrm>
              <a:off x="4664224" y="1700808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75" name="椭圆 674"/>
            <p:cNvSpPr/>
            <p:nvPr/>
          </p:nvSpPr>
          <p:spPr bwMode="gray">
            <a:xfrm>
              <a:off x="4816624" y="1700808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76" name="椭圆 675"/>
            <p:cNvSpPr/>
            <p:nvPr/>
          </p:nvSpPr>
          <p:spPr bwMode="gray">
            <a:xfrm>
              <a:off x="4969024" y="1700808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77" name="椭圆 676"/>
            <p:cNvSpPr/>
            <p:nvPr/>
          </p:nvSpPr>
          <p:spPr bwMode="gray">
            <a:xfrm>
              <a:off x="5134744" y="1700808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78" name="椭圆 677"/>
            <p:cNvSpPr/>
            <p:nvPr/>
          </p:nvSpPr>
          <p:spPr bwMode="gray">
            <a:xfrm>
              <a:off x="5278760" y="1700808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79" name="椭圆 678"/>
            <p:cNvSpPr/>
            <p:nvPr/>
          </p:nvSpPr>
          <p:spPr bwMode="gray">
            <a:xfrm>
              <a:off x="5431160" y="1700808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80" name="椭圆 679"/>
            <p:cNvSpPr/>
            <p:nvPr/>
          </p:nvSpPr>
          <p:spPr bwMode="gray">
            <a:xfrm>
              <a:off x="5583560" y="1700808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81" name="椭圆 680"/>
            <p:cNvSpPr/>
            <p:nvPr/>
          </p:nvSpPr>
          <p:spPr bwMode="gray">
            <a:xfrm>
              <a:off x="4367808" y="184481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82" name="椭圆 681"/>
            <p:cNvSpPr/>
            <p:nvPr/>
          </p:nvSpPr>
          <p:spPr bwMode="gray">
            <a:xfrm>
              <a:off x="4511824" y="184481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83" name="椭圆 682"/>
            <p:cNvSpPr/>
            <p:nvPr/>
          </p:nvSpPr>
          <p:spPr bwMode="gray">
            <a:xfrm>
              <a:off x="4664224" y="184481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84" name="椭圆 683"/>
            <p:cNvSpPr/>
            <p:nvPr/>
          </p:nvSpPr>
          <p:spPr bwMode="gray">
            <a:xfrm>
              <a:off x="4816624" y="184481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85" name="椭圆 684"/>
            <p:cNvSpPr/>
            <p:nvPr/>
          </p:nvSpPr>
          <p:spPr bwMode="gray">
            <a:xfrm>
              <a:off x="4969024" y="184481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86" name="椭圆 685"/>
            <p:cNvSpPr/>
            <p:nvPr/>
          </p:nvSpPr>
          <p:spPr bwMode="gray">
            <a:xfrm>
              <a:off x="5134744" y="184481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87" name="椭圆 686"/>
            <p:cNvSpPr/>
            <p:nvPr/>
          </p:nvSpPr>
          <p:spPr bwMode="gray">
            <a:xfrm>
              <a:off x="5278760" y="184481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88" name="椭圆 687"/>
            <p:cNvSpPr/>
            <p:nvPr/>
          </p:nvSpPr>
          <p:spPr bwMode="gray">
            <a:xfrm>
              <a:off x="5431160" y="184481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89" name="椭圆 688"/>
            <p:cNvSpPr/>
            <p:nvPr/>
          </p:nvSpPr>
          <p:spPr bwMode="gray">
            <a:xfrm>
              <a:off x="5583560" y="184481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90" name="椭圆 689"/>
            <p:cNvSpPr/>
            <p:nvPr/>
          </p:nvSpPr>
          <p:spPr bwMode="gray">
            <a:xfrm>
              <a:off x="4367808" y="198884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91" name="椭圆 690"/>
            <p:cNvSpPr/>
            <p:nvPr/>
          </p:nvSpPr>
          <p:spPr bwMode="gray">
            <a:xfrm>
              <a:off x="4511824" y="198884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92" name="椭圆 691"/>
            <p:cNvSpPr/>
            <p:nvPr/>
          </p:nvSpPr>
          <p:spPr bwMode="gray">
            <a:xfrm>
              <a:off x="4664224" y="198884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93" name="椭圆 692"/>
            <p:cNvSpPr/>
            <p:nvPr/>
          </p:nvSpPr>
          <p:spPr bwMode="gray">
            <a:xfrm>
              <a:off x="4816624" y="198884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94" name="椭圆 693"/>
            <p:cNvSpPr/>
            <p:nvPr/>
          </p:nvSpPr>
          <p:spPr bwMode="gray">
            <a:xfrm>
              <a:off x="4969024" y="198884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95" name="椭圆 694"/>
            <p:cNvSpPr/>
            <p:nvPr/>
          </p:nvSpPr>
          <p:spPr bwMode="gray">
            <a:xfrm>
              <a:off x="5134744" y="198884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96" name="椭圆 695"/>
            <p:cNvSpPr/>
            <p:nvPr/>
          </p:nvSpPr>
          <p:spPr bwMode="gray">
            <a:xfrm>
              <a:off x="5278760" y="198884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97" name="椭圆 696"/>
            <p:cNvSpPr/>
            <p:nvPr/>
          </p:nvSpPr>
          <p:spPr bwMode="gray">
            <a:xfrm>
              <a:off x="5431160" y="198884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98" name="椭圆 697"/>
            <p:cNvSpPr/>
            <p:nvPr/>
          </p:nvSpPr>
          <p:spPr bwMode="gray">
            <a:xfrm>
              <a:off x="5583560" y="198884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99" name="椭圆 698"/>
            <p:cNvSpPr/>
            <p:nvPr/>
          </p:nvSpPr>
          <p:spPr bwMode="gray">
            <a:xfrm>
              <a:off x="4367808" y="263692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00" name="椭圆 699"/>
            <p:cNvSpPr/>
            <p:nvPr/>
          </p:nvSpPr>
          <p:spPr bwMode="gray">
            <a:xfrm>
              <a:off x="4511824" y="263692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01" name="椭圆 700"/>
            <p:cNvSpPr/>
            <p:nvPr/>
          </p:nvSpPr>
          <p:spPr bwMode="gray">
            <a:xfrm>
              <a:off x="4664224" y="263692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02" name="椭圆 701"/>
            <p:cNvSpPr/>
            <p:nvPr/>
          </p:nvSpPr>
          <p:spPr bwMode="gray">
            <a:xfrm>
              <a:off x="4816624" y="263692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03" name="椭圆 702"/>
            <p:cNvSpPr/>
            <p:nvPr/>
          </p:nvSpPr>
          <p:spPr bwMode="gray">
            <a:xfrm>
              <a:off x="4969024" y="263692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04" name="椭圆 703"/>
            <p:cNvSpPr/>
            <p:nvPr/>
          </p:nvSpPr>
          <p:spPr bwMode="gray">
            <a:xfrm>
              <a:off x="5134744" y="263692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05" name="椭圆 704"/>
            <p:cNvSpPr/>
            <p:nvPr/>
          </p:nvSpPr>
          <p:spPr bwMode="gray">
            <a:xfrm>
              <a:off x="5278760" y="263692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06" name="椭圆 705"/>
            <p:cNvSpPr/>
            <p:nvPr/>
          </p:nvSpPr>
          <p:spPr bwMode="gray">
            <a:xfrm>
              <a:off x="5431160" y="263692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07" name="椭圆 706"/>
            <p:cNvSpPr/>
            <p:nvPr/>
          </p:nvSpPr>
          <p:spPr bwMode="gray">
            <a:xfrm>
              <a:off x="5583560" y="263692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08" name="椭圆 707"/>
            <p:cNvSpPr/>
            <p:nvPr/>
          </p:nvSpPr>
          <p:spPr bwMode="gray">
            <a:xfrm>
              <a:off x="4367808" y="278093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09" name="椭圆 708"/>
            <p:cNvSpPr/>
            <p:nvPr/>
          </p:nvSpPr>
          <p:spPr bwMode="gray">
            <a:xfrm>
              <a:off x="4511824" y="278093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10" name="椭圆 709"/>
            <p:cNvSpPr/>
            <p:nvPr/>
          </p:nvSpPr>
          <p:spPr bwMode="gray">
            <a:xfrm>
              <a:off x="4664224" y="278093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11" name="椭圆 710"/>
            <p:cNvSpPr/>
            <p:nvPr/>
          </p:nvSpPr>
          <p:spPr bwMode="gray">
            <a:xfrm>
              <a:off x="4816624" y="278093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12" name="椭圆 711"/>
            <p:cNvSpPr/>
            <p:nvPr/>
          </p:nvSpPr>
          <p:spPr bwMode="gray">
            <a:xfrm>
              <a:off x="4969024" y="278093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13" name="椭圆 712"/>
            <p:cNvSpPr/>
            <p:nvPr/>
          </p:nvSpPr>
          <p:spPr bwMode="gray">
            <a:xfrm>
              <a:off x="5134744" y="278093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14" name="椭圆 713"/>
            <p:cNvSpPr/>
            <p:nvPr/>
          </p:nvSpPr>
          <p:spPr bwMode="gray">
            <a:xfrm>
              <a:off x="5278760" y="278093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15" name="椭圆 714"/>
            <p:cNvSpPr/>
            <p:nvPr/>
          </p:nvSpPr>
          <p:spPr bwMode="gray">
            <a:xfrm>
              <a:off x="5431160" y="278093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16" name="椭圆 715"/>
            <p:cNvSpPr/>
            <p:nvPr/>
          </p:nvSpPr>
          <p:spPr bwMode="gray">
            <a:xfrm>
              <a:off x="5583560" y="278093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17" name="椭圆 716"/>
            <p:cNvSpPr/>
            <p:nvPr/>
          </p:nvSpPr>
          <p:spPr bwMode="gray">
            <a:xfrm>
              <a:off x="4367808" y="2924952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18" name="椭圆 717"/>
            <p:cNvSpPr/>
            <p:nvPr/>
          </p:nvSpPr>
          <p:spPr bwMode="gray">
            <a:xfrm>
              <a:off x="4511824" y="2924952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19" name="椭圆 718"/>
            <p:cNvSpPr/>
            <p:nvPr/>
          </p:nvSpPr>
          <p:spPr bwMode="gray">
            <a:xfrm>
              <a:off x="4664224" y="2924952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20" name="椭圆 719"/>
            <p:cNvSpPr/>
            <p:nvPr/>
          </p:nvSpPr>
          <p:spPr bwMode="gray">
            <a:xfrm>
              <a:off x="4816624" y="2924952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21" name="椭圆 720"/>
            <p:cNvSpPr/>
            <p:nvPr/>
          </p:nvSpPr>
          <p:spPr bwMode="gray">
            <a:xfrm>
              <a:off x="4969024" y="2924952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22" name="椭圆 721"/>
            <p:cNvSpPr/>
            <p:nvPr/>
          </p:nvSpPr>
          <p:spPr bwMode="gray">
            <a:xfrm>
              <a:off x="5134744" y="2924952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23" name="椭圆 722"/>
            <p:cNvSpPr/>
            <p:nvPr/>
          </p:nvSpPr>
          <p:spPr bwMode="gray">
            <a:xfrm>
              <a:off x="5278760" y="2924952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24" name="椭圆 723"/>
            <p:cNvSpPr/>
            <p:nvPr/>
          </p:nvSpPr>
          <p:spPr bwMode="gray">
            <a:xfrm>
              <a:off x="5431160" y="2924952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25" name="椭圆 724"/>
            <p:cNvSpPr/>
            <p:nvPr/>
          </p:nvSpPr>
          <p:spPr bwMode="gray">
            <a:xfrm>
              <a:off x="5583560" y="2924952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26" name="椭圆 725"/>
            <p:cNvSpPr/>
            <p:nvPr/>
          </p:nvSpPr>
          <p:spPr bwMode="gray">
            <a:xfrm>
              <a:off x="4367808" y="2204864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27" name="椭圆 726"/>
            <p:cNvSpPr/>
            <p:nvPr/>
          </p:nvSpPr>
          <p:spPr bwMode="gray">
            <a:xfrm>
              <a:off x="4511824" y="2204864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28" name="椭圆 727"/>
            <p:cNvSpPr/>
            <p:nvPr/>
          </p:nvSpPr>
          <p:spPr bwMode="gray">
            <a:xfrm>
              <a:off x="4367808" y="2348888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29" name="椭圆 728"/>
            <p:cNvSpPr/>
            <p:nvPr/>
          </p:nvSpPr>
          <p:spPr bwMode="gray">
            <a:xfrm>
              <a:off x="4511824" y="2348888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30" name="椭圆 729"/>
            <p:cNvSpPr/>
            <p:nvPr/>
          </p:nvSpPr>
          <p:spPr bwMode="gray">
            <a:xfrm>
              <a:off x="5447928" y="2204864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31" name="椭圆 730"/>
            <p:cNvSpPr/>
            <p:nvPr/>
          </p:nvSpPr>
          <p:spPr bwMode="gray">
            <a:xfrm>
              <a:off x="5591944" y="2204864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32" name="椭圆 731"/>
            <p:cNvSpPr/>
            <p:nvPr/>
          </p:nvSpPr>
          <p:spPr bwMode="gray">
            <a:xfrm>
              <a:off x="5447928" y="2348888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33" name="椭圆 732"/>
            <p:cNvSpPr/>
            <p:nvPr/>
          </p:nvSpPr>
          <p:spPr bwMode="gray">
            <a:xfrm>
              <a:off x="5591944" y="2348888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734" name="组合 733"/>
          <p:cNvGrpSpPr>
            <a:grpSpLocks noChangeAspect="1"/>
          </p:cNvGrpSpPr>
          <p:nvPr/>
        </p:nvGrpSpPr>
        <p:grpSpPr bwMode="gray">
          <a:xfrm>
            <a:off x="1525268" y="2204571"/>
            <a:ext cx="593268" cy="592846"/>
            <a:chOff x="7668754" y="1425755"/>
            <a:chExt cx="2832865" cy="2808272"/>
          </a:xfrm>
        </p:grpSpPr>
        <p:cxnSp>
          <p:nvCxnSpPr>
            <p:cNvPr id="735" name="直接连接符 734"/>
            <p:cNvCxnSpPr/>
            <p:nvPr/>
          </p:nvCxnSpPr>
          <p:spPr bwMode="gray">
            <a:xfrm>
              <a:off x="8111944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6" name="直接连接符 735"/>
            <p:cNvCxnSpPr/>
            <p:nvPr/>
          </p:nvCxnSpPr>
          <p:spPr bwMode="gray">
            <a:xfrm>
              <a:off x="8192953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7" name="直接连接符 736"/>
            <p:cNvCxnSpPr/>
            <p:nvPr/>
          </p:nvCxnSpPr>
          <p:spPr bwMode="gray">
            <a:xfrm>
              <a:off x="8273962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8" name="直接连接符 737"/>
            <p:cNvCxnSpPr/>
            <p:nvPr/>
          </p:nvCxnSpPr>
          <p:spPr bwMode="gray">
            <a:xfrm>
              <a:off x="8354971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9" name="直接连接符 738"/>
            <p:cNvCxnSpPr/>
            <p:nvPr/>
          </p:nvCxnSpPr>
          <p:spPr bwMode="gray">
            <a:xfrm>
              <a:off x="8435980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0" name="直接连接符 739"/>
            <p:cNvCxnSpPr/>
            <p:nvPr/>
          </p:nvCxnSpPr>
          <p:spPr bwMode="gray">
            <a:xfrm>
              <a:off x="8516989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1" name="直接连接符 740"/>
            <p:cNvCxnSpPr/>
            <p:nvPr/>
          </p:nvCxnSpPr>
          <p:spPr bwMode="gray">
            <a:xfrm>
              <a:off x="8597998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2" name="直接连接符 741"/>
            <p:cNvCxnSpPr/>
            <p:nvPr/>
          </p:nvCxnSpPr>
          <p:spPr bwMode="gray">
            <a:xfrm>
              <a:off x="8679007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3" name="直接连接符 742"/>
            <p:cNvCxnSpPr/>
            <p:nvPr/>
          </p:nvCxnSpPr>
          <p:spPr bwMode="gray">
            <a:xfrm>
              <a:off x="8760016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4" name="直接连接符 743"/>
            <p:cNvCxnSpPr/>
            <p:nvPr/>
          </p:nvCxnSpPr>
          <p:spPr bwMode="gray">
            <a:xfrm>
              <a:off x="8841025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5" name="直接连接符 744"/>
            <p:cNvCxnSpPr/>
            <p:nvPr/>
          </p:nvCxnSpPr>
          <p:spPr bwMode="gray">
            <a:xfrm>
              <a:off x="8922034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6" name="直接连接符 745"/>
            <p:cNvCxnSpPr/>
            <p:nvPr/>
          </p:nvCxnSpPr>
          <p:spPr bwMode="gray">
            <a:xfrm>
              <a:off x="9003043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7" name="直接连接符 746"/>
            <p:cNvCxnSpPr/>
            <p:nvPr/>
          </p:nvCxnSpPr>
          <p:spPr bwMode="gray">
            <a:xfrm>
              <a:off x="9084052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8" name="直接连接符 747"/>
            <p:cNvCxnSpPr/>
            <p:nvPr/>
          </p:nvCxnSpPr>
          <p:spPr bwMode="gray">
            <a:xfrm>
              <a:off x="9165061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9" name="直接连接符 748"/>
            <p:cNvCxnSpPr/>
            <p:nvPr/>
          </p:nvCxnSpPr>
          <p:spPr bwMode="gray">
            <a:xfrm>
              <a:off x="9246070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0" name="直接连接符 749"/>
            <p:cNvCxnSpPr/>
            <p:nvPr/>
          </p:nvCxnSpPr>
          <p:spPr bwMode="gray">
            <a:xfrm>
              <a:off x="9327079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1" name="直接连接符 750"/>
            <p:cNvCxnSpPr/>
            <p:nvPr/>
          </p:nvCxnSpPr>
          <p:spPr bwMode="gray">
            <a:xfrm>
              <a:off x="9408088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2" name="直接连接符 751"/>
            <p:cNvCxnSpPr/>
            <p:nvPr/>
          </p:nvCxnSpPr>
          <p:spPr bwMode="gray">
            <a:xfrm>
              <a:off x="9489097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3" name="直接连接符 752"/>
            <p:cNvCxnSpPr/>
            <p:nvPr/>
          </p:nvCxnSpPr>
          <p:spPr bwMode="gray">
            <a:xfrm>
              <a:off x="9570106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4" name="直接连接符 753"/>
            <p:cNvCxnSpPr/>
            <p:nvPr/>
          </p:nvCxnSpPr>
          <p:spPr bwMode="gray">
            <a:xfrm>
              <a:off x="9651115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5" name="直接连接符 754"/>
            <p:cNvCxnSpPr/>
            <p:nvPr/>
          </p:nvCxnSpPr>
          <p:spPr bwMode="gray">
            <a:xfrm>
              <a:off x="9732124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6" name="直接连接符 755"/>
            <p:cNvCxnSpPr/>
            <p:nvPr/>
          </p:nvCxnSpPr>
          <p:spPr bwMode="gray">
            <a:xfrm>
              <a:off x="9813133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7" name="直接连接符 756"/>
            <p:cNvCxnSpPr/>
            <p:nvPr/>
          </p:nvCxnSpPr>
          <p:spPr bwMode="gray">
            <a:xfrm>
              <a:off x="9894142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8" name="直接连接符 757"/>
            <p:cNvCxnSpPr/>
            <p:nvPr/>
          </p:nvCxnSpPr>
          <p:spPr bwMode="gray">
            <a:xfrm>
              <a:off x="9975151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9" name="直接连接符 758"/>
            <p:cNvCxnSpPr/>
            <p:nvPr/>
          </p:nvCxnSpPr>
          <p:spPr bwMode="gray">
            <a:xfrm>
              <a:off x="10056160" y="142575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0" name="直接连接符 759"/>
            <p:cNvCxnSpPr/>
            <p:nvPr/>
          </p:nvCxnSpPr>
          <p:spPr bwMode="gray">
            <a:xfrm>
              <a:off x="8111944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1" name="直接连接符 760"/>
            <p:cNvCxnSpPr/>
            <p:nvPr/>
          </p:nvCxnSpPr>
          <p:spPr bwMode="gray">
            <a:xfrm>
              <a:off x="8192953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2" name="直接连接符 761"/>
            <p:cNvCxnSpPr/>
            <p:nvPr/>
          </p:nvCxnSpPr>
          <p:spPr bwMode="gray">
            <a:xfrm>
              <a:off x="8273962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3" name="直接连接符 762"/>
            <p:cNvCxnSpPr/>
            <p:nvPr/>
          </p:nvCxnSpPr>
          <p:spPr bwMode="gray">
            <a:xfrm>
              <a:off x="8354971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4" name="直接连接符 763"/>
            <p:cNvCxnSpPr/>
            <p:nvPr/>
          </p:nvCxnSpPr>
          <p:spPr bwMode="gray">
            <a:xfrm>
              <a:off x="8435980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5" name="直接连接符 764"/>
            <p:cNvCxnSpPr/>
            <p:nvPr/>
          </p:nvCxnSpPr>
          <p:spPr bwMode="gray">
            <a:xfrm>
              <a:off x="8516989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6" name="直接连接符 765"/>
            <p:cNvCxnSpPr/>
            <p:nvPr/>
          </p:nvCxnSpPr>
          <p:spPr bwMode="gray">
            <a:xfrm>
              <a:off x="8597998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7" name="直接连接符 766"/>
            <p:cNvCxnSpPr/>
            <p:nvPr/>
          </p:nvCxnSpPr>
          <p:spPr bwMode="gray">
            <a:xfrm>
              <a:off x="8679007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8" name="直接连接符 767"/>
            <p:cNvCxnSpPr/>
            <p:nvPr/>
          </p:nvCxnSpPr>
          <p:spPr bwMode="gray">
            <a:xfrm>
              <a:off x="8760016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9" name="直接连接符 768"/>
            <p:cNvCxnSpPr/>
            <p:nvPr/>
          </p:nvCxnSpPr>
          <p:spPr bwMode="gray">
            <a:xfrm>
              <a:off x="8841025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0" name="直接连接符 769"/>
            <p:cNvCxnSpPr/>
            <p:nvPr/>
          </p:nvCxnSpPr>
          <p:spPr bwMode="gray">
            <a:xfrm>
              <a:off x="8922034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1" name="直接连接符 770"/>
            <p:cNvCxnSpPr/>
            <p:nvPr/>
          </p:nvCxnSpPr>
          <p:spPr bwMode="gray">
            <a:xfrm>
              <a:off x="9003043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2" name="直接连接符 771"/>
            <p:cNvCxnSpPr/>
            <p:nvPr/>
          </p:nvCxnSpPr>
          <p:spPr bwMode="gray">
            <a:xfrm>
              <a:off x="9084052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3" name="直接连接符 772"/>
            <p:cNvCxnSpPr/>
            <p:nvPr/>
          </p:nvCxnSpPr>
          <p:spPr bwMode="gray">
            <a:xfrm>
              <a:off x="9165061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4" name="直接连接符 773"/>
            <p:cNvCxnSpPr/>
            <p:nvPr/>
          </p:nvCxnSpPr>
          <p:spPr bwMode="gray">
            <a:xfrm>
              <a:off x="9246070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5" name="直接连接符 774"/>
            <p:cNvCxnSpPr/>
            <p:nvPr/>
          </p:nvCxnSpPr>
          <p:spPr bwMode="gray">
            <a:xfrm>
              <a:off x="9327079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6" name="直接连接符 775"/>
            <p:cNvCxnSpPr/>
            <p:nvPr/>
          </p:nvCxnSpPr>
          <p:spPr bwMode="gray">
            <a:xfrm>
              <a:off x="9408088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7" name="直接连接符 776"/>
            <p:cNvCxnSpPr/>
            <p:nvPr/>
          </p:nvCxnSpPr>
          <p:spPr bwMode="gray">
            <a:xfrm>
              <a:off x="9489097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8" name="直接连接符 777"/>
            <p:cNvCxnSpPr/>
            <p:nvPr/>
          </p:nvCxnSpPr>
          <p:spPr bwMode="gray">
            <a:xfrm>
              <a:off x="9570106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9" name="直接连接符 778"/>
            <p:cNvCxnSpPr/>
            <p:nvPr/>
          </p:nvCxnSpPr>
          <p:spPr bwMode="gray">
            <a:xfrm>
              <a:off x="9651115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0" name="直接连接符 779"/>
            <p:cNvCxnSpPr/>
            <p:nvPr/>
          </p:nvCxnSpPr>
          <p:spPr bwMode="gray">
            <a:xfrm>
              <a:off x="9732124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1" name="直接连接符 780"/>
            <p:cNvCxnSpPr/>
            <p:nvPr/>
          </p:nvCxnSpPr>
          <p:spPr bwMode="gray">
            <a:xfrm>
              <a:off x="9813133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2" name="直接连接符 781"/>
            <p:cNvCxnSpPr/>
            <p:nvPr/>
          </p:nvCxnSpPr>
          <p:spPr bwMode="gray">
            <a:xfrm>
              <a:off x="9894142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3" name="直接连接符 782"/>
            <p:cNvCxnSpPr/>
            <p:nvPr/>
          </p:nvCxnSpPr>
          <p:spPr bwMode="gray">
            <a:xfrm>
              <a:off x="9975151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4" name="直接连接符 783"/>
            <p:cNvCxnSpPr/>
            <p:nvPr/>
          </p:nvCxnSpPr>
          <p:spPr bwMode="gray">
            <a:xfrm>
              <a:off x="10056160" y="4089915"/>
              <a:ext cx="0" cy="144112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85" name="组合 784"/>
            <p:cNvGrpSpPr/>
            <p:nvPr/>
          </p:nvGrpSpPr>
          <p:grpSpPr bwMode="gray">
            <a:xfrm rot="5400000">
              <a:off x="6768702" y="2757831"/>
              <a:ext cx="1944216" cy="144112"/>
              <a:chOff x="6798078" y="2996952"/>
              <a:chExt cx="1944216" cy="144112"/>
            </a:xfrm>
          </p:grpSpPr>
          <p:cxnSp>
            <p:nvCxnSpPr>
              <p:cNvPr id="813" name="直接连接符 812"/>
              <p:cNvCxnSpPr/>
              <p:nvPr/>
            </p:nvCxnSpPr>
            <p:spPr bwMode="gray">
              <a:xfrm>
                <a:off x="6798078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4" name="直接连接符 813"/>
              <p:cNvCxnSpPr/>
              <p:nvPr/>
            </p:nvCxnSpPr>
            <p:spPr bwMode="gray">
              <a:xfrm>
                <a:off x="6879087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5" name="直接连接符 814"/>
              <p:cNvCxnSpPr/>
              <p:nvPr/>
            </p:nvCxnSpPr>
            <p:spPr bwMode="gray">
              <a:xfrm>
                <a:off x="6960096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6" name="直接连接符 815"/>
              <p:cNvCxnSpPr/>
              <p:nvPr/>
            </p:nvCxnSpPr>
            <p:spPr bwMode="gray">
              <a:xfrm>
                <a:off x="7041105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7" name="直接连接符 816"/>
              <p:cNvCxnSpPr/>
              <p:nvPr/>
            </p:nvCxnSpPr>
            <p:spPr bwMode="gray">
              <a:xfrm>
                <a:off x="7122114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8" name="直接连接符 817"/>
              <p:cNvCxnSpPr/>
              <p:nvPr/>
            </p:nvCxnSpPr>
            <p:spPr bwMode="gray">
              <a:xfrm>
                <a:off x="7203123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9" name="直接连接符 818"/>
              <p:cNvCxnSpPr/>
              <p:nvPr/>
            </p:nvCxnSpPr>
            <p:spPr bwMode="gray">
              <a:xfrm>
                <a:off x="7284132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0" name="直接连接符 819"/>
              <p:cNvCxnSpPr/>
              <p:nvPr/>
            </p:nvCxnSpPr>
            <p:spPr bwMode="gray">
              <a:xfrm>
                <a:off x="7365141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1" name="直接连接符 820"/>
              <p:cNvCxnSpPr/>
              <p:nvPr/>
            </p:nvCxnSpPr>
            <p:spPr bwMode="gray">
              <a:xfrm>
                <a:off x="7446150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2" name="直接连接符 821"/>
              <p:cNvCxnSpPr/>
              <p:nvPr/>
            </p:nvCxnSpPr>
            <p:spPr bwMode="gray">
              <a:xfrm>
                <a:off x="7527159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3" name="直接连接符 822"/>
              <p:cNvCxnSpPr/>
              <p:nvPr/>
            </p:nvCxnSpPr>
            <p:spPr bwMode="gray">
              <a:xfrm>
                <a:off x="7608168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4" name="直接连接符 823"/>
              <p:cNvCxnSpPr/>
              <p:nvPr/>
            </p:nvCxnSpPr>
            <p:spPr bwMode="gray">
              <a:xfrm>
                <a:off x="7689177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5" name="直接连接符 824"/>
              <p:cNvCxnSpPr/>
              <p:nvPr/>
            </p:nvCxnSpPr>
            <p:spPr bwMode="gray">
              <a:xfrm>
                <a:off x="7770186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6" name="直接连接符 825"/>
              <p:cNvCxnSpPr/>
              <p:nvPr/>
            </p:nvCxnSpPr>
            <p:spPr bwMode="gray">
              <a:xfrm>
                <a:off x="7851195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7" name="直接连接符 826"/>
              <p:cNvCxnSpPr/>
              <p:nvPr/>
            </p:nvCxnSpPr>
            <p:spPr bwMode="gray">
              <a:xfrm>
                <a:off x="7932204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8" name="直接连接符 827"/>
              <p:cNvCxnSpPr/>
              <p:nvPr/>
            </p:nvCxnSpPr>
            <p:spPr bwMode="gray">
              <a:xfrm>
                <a:off x="8013213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9" name="直接连接符 828"/>
              <p:cNvCxnSpPr/>
              <p:nvPr/>
            </p:nvCxnSpPr>
            <p:spPr bwMode="gray">
              <a:xfrm>
                <a:off x="8094222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0" name="直接连接符 829"/>
              <p:cNvCxnSpPr/>
              <p:nvPr/>
            </p:nvCxnSpPr>
            <p:spPr bwMode="gray">
              <a:xfrm>
                <a:off x="8175231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1" name="直接连接符 830"/>
              <p:cNvCxnSpPr/>
              <p:nvPr/>
            </p:nvCxnSpPr>
            <p:spPr bwMode="gray">
              <a:xfrm>
                <a:off x="8256240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2" name="直接连接符 831"/>
              <p:cNvCxnSpPr/>
              <p:nvPr/>
            </p:nvCxnSpPr>
            <p:spPr bwMode="gray">
              <a:xfrm>
                <a:off x="8337249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3" name="直接连接符 832"/>
              <p:cNvCxnSpPr/>
              <p:nvPr/>
            </p:nvCxnSpPr>
            <p:spPr bwMode="gray">
              <a:xfrm>
                <a:off x="8418258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4" name="直接连接符 833"/>
              <p:cNvCxnSpPr/>
              <p:nvPr/>
            </p:nvCxnSpPr>
            <p:spPr bwMode="gray">
              <a:xfrm>
                <a:off x="8499267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5" name="直接连接符 834"/>
              <p:cNvCxnSpPr/>
              <p:nvPr/>
            </p:nvCxnSpPr>
            <p:spPr bwMode="gray">
              <a:xfrm>
                <a:off x="8580276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6" name="直接连接符 835"/>
              <p:cNvCxnSpPr/>
              <p:nvPr/>
            </p:nvCxnSpPr>
            <p:spPr bwMode="gray">
              <a:xfrm>
                <a:off x="8661285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7" name="直接连接符 836"/>
              <p:cNvCxnSpPr/>
              <p:nvPr/>
            </p:nvCxnSpPr>
            <p:spPr bwMode="gray">
              <a:xfrm>
                <a:off x="8742294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86" name="组合 785"/>
            <p:cNvGrpSpPr/>
            <p:nvPr/>
          </p:nvGrpSpPr>
          <p:grpSpPr bwMode="gray">
            <a:xfrm rot="5400000">
              <a:off x="9457455" y="2757238"/>
              <a:ext cx="1944216" cy="144112"/>
              <a:chOff x="6798078" y="2996952"/>
              <a:chExt cx="1944216" cy="144112"/>
            </a:xfrm>
          </p:grpSpPr>
          <p:cxnSp>
            <p:nvCxnSpPr>
              <p:cNvPr id="788" name="直接连接符 787"/>
              <p:cNvCxnSpPr/>
              <p:nvPr/>
            </p:nvCxnSpPr>
            <p:spPr bwMode="gray">
              <a:xfrm>
                <a:off x="6798078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9" name="直接连接符 788"/>
              <p:cNvCxnSpPr/>
              <p:nvPr/>
            </p:nvCxnSpPr>
            <p:spPr bwMode="gray">
              <a:xfrm>
                <a:off x="6879087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0" name="直接连接符 789"/>
              <p:cNvCxnSpPr/>
              <p:nvPr/>
            </p:nvCxnSpPr>
            <p:spPr bwMode="gray">
              <a:xfrm>
                <a:off x="6960096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1" name="直接连接符 790"/>
              <p:cNvCxnSpPr/>
              <p:nvPr/>
            </p:nvCxnSpPr>
            <p:spPr bwMode="gray">
              <a:xfrm>
                <a:off x="7041105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2" name="直接连接符 791"/>
              <p:cNvCxnSpPr/>
              <p:nvPr/>
            </p:nvCxnSpPr>
            <p:spPr bwMode="gray">
              <a:xfrm>
                <a:off x="7122114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3" name="直接连接符 792"/>
              <p:cNvCxnSpPr/>
              <p:nvPr/>
            </p:nvCxnSpPr>
            <p:spPr bwMode="gray">
              <a:xfrm>
                <a:off x="7203123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4" name="直接连接符 793"/>
              <p:cNvCxnSpPr/>
              <p:nvPr/>
            </p:nvCxnSpPr>
            <p:spPr bwMode="gray">
              <a:xfrm>
                <a:off x="7284132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5" name="直接连接符 794"/>
              <p:cNvCxnSpPr/>
              <p:nvPr/>
            </p:nvCxnSpPr>
            <p:spPr bwMode="gray">
              <a:xfrm>
                <a:off x="7365141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6" name="直接连接符 795"/>
              <p:cNvCxnSpPr/>
              <p:nvPr/>
            </p:nvCxnSpPr>
            <p:spPr bwMode="gray">
              <a:xfrm>
                <a:off x="7446150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7" name="直接连接符 796"/>
              <p:cNvCxnSpPr/>
              <p:nvPr/>
            </p:nvCxnSpPr>
            <p:spPr bwMode="gray">
              <a:xfrm>
                <a:off x="7527159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8" name="直接连接符 797"/>
              <p:cNvCxnSpPr/>
              <p:nvPr/>
            </p:nvCxnSpPr>
            <p:spPr bwMode="gray">
              <a:xfrm>
                <a:off x="7608168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9" name="直接连接符 798"/>
              <p:cNvCxnSpPr/>
              <p:nvPr/>
            </p:nvCxnSpPr>
            <p:spPr bwMode="gray">
              <a:xfrm>
                <a:off x="7689177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0" name="直接连接符 799"/>
              <p:cNvCxnSpPr/>
              <p:nvPr/>
            </p:nvCxnSpPr>
            <p:spPr bwMode="gray">
              <a:xfrm>
                <a:off x="7770186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1" name="直接连接符 800"/>
              <p:cNvCxnSpPr/>
              <p:nvPr/>
            </p:nvCxnSpPr>
            <p:spPr bwMode="gray">
              <a:xfrm>
                <a:off x="7851195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2" name="直接连接符 801"/>
              <p:cNvCxnSpPr/>
              <p:nvPr/>
            </p:nvCxnSpPr>
            <p:spPr bwMode="gray">
              <a:xfrm>
                <a:off x="7932204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3" name="直接连接符 802"/>
              <p:cNvCxnSpPr/>
              <p:nvPr/>
            </p:nvCxnSpPr>
            <p:spPr bwMode="gray">
              <a:xfrm>
                <a:off x="8013213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4" name="直接连接符 803"/>
              <p:cNvCxnSpPr/>
              <p:nvPr/>
            </p:nvCxnSpPr>
            <p:spPr bwMode="gray">
              <a:xfrm>
                <a:off x="8094222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5" name="直接连接符 804"/>
              <p:cNvCxnSpPr/>
              <p:nvPr/>
            </p:nvCxnSpPr>
            <p:spPr bwMode="gray">
              <a:xfrm>
                <a:off x="8175231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6" name="直接连接符 805"/>
              <p:cNvCxnSpPr/>
              <p:nvPr/>
            </p:nvCxnSpPr>
            <p:spPr bwMode="gray">
              <a:xfrm>
                <a:off x="8256240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7" name="直接连接符 806"/>
              <p:cNvCxnSpPr/>
              <p:nvPr/>
            </p:nvCxnSpPr>
            <p:spPr bwMode="gray">
              <a:xfrm>
                <a:off x="8337249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8" name="直接连接符 807"/>
              <p:cNvCxnSpPr/>
              <p:nvPr/>
            </p:nvCxnSpPr>
            <p:spPr bwMode="gray">
              <a:xfrm>
                <a:off x="8418258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9" name="直接连接符 808"/>
              <p:cNvCxnSpPr/>
              <p:nvPr/>
            </p:nvCxnSpPr>
            <p:spPr bwMode="gray">
              <a:xfrm>
                <a:off x="8499267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0" name="直接连接符 809"/>
              <p:cNvCxnSpPr/>
              <p:nvPr/>
            </p:nvCxnSpPr>
            <p:spPr bwMode="gray">
              <a:xfrm>
                <a:off x="8580276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1" name="直接连接符 810"/>
              <p:cNvCxnSpPr/>
              <p:nvPr/>
            </p:nvCxnSpPr>
            <p:spPr bwMode="gray">
              <a:xfrm>
                <a:off x="8661285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2" name="直接连接符 811"/>
              <p:cNvCxnSpPr/>
              <p:nvPr/>
            </p:nvCxnSpPr>
            <p:spPr bwMode="gray">
              <a:xfrm>
                <a:off x="8742294" y="2996952"/>
                <a:ext cx="0" cy="144112"/>
              </a:xfrm>
              <a:prstGeom prst="line">
                <a:avLst/>
              </a:prstGeom>
              <a:ln w="381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87" name="圆角矩形 786"/>
            <p:cNvSpPr/>
            <p:nvPr/>
          </p:nvSpPr>
          <p:spPr bwMode="gray">
            <a:xfrm>
              <a:off x="7824190" y="1569748"/>
              <a:ext cx="2677429" cy="2520281"/>
            </a:xfrm>
            <a:prstGeom prst="roundRect">
              <a:avLst>
                <a:gd name="adj" fmla="val 896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solidFill>
                    <a:srgbClr val="56C4D2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NP</a:t>
              </a:r>
            </a:p>
          </p:txBody>
        </p:sp>
      </p:grpSp>
      <p:sp>
        <p:nvSpPr>
          <p:cNvPr id="850" name="文本框 849"/>
          <p:cNvSpPr txBox="1"/>
          <p:nvPr/>
        </p:nvSpPr>
        <p:spPr bwMode="gray">
          <a:xfrm rot="300000">
            <a:off x="5431259" y="3999254"/>
            <a:ext cx="19380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应答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B </a:t>
            </a:r>
            <a:r>
              <a:rPr lang="en-US" altLang="zh-CN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(</a:t>
            </a:r>
            <a:r>
              <a:rPr lang="zh-CN" altLang="en-US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通过</a:t>
            </a:r>
            <a:r>
              <a:rPr lang="en-US" altLang="zh-CN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UDP</a:t>
            </a:r>
            <a:r>
              <a:rPr lang="zh-CN" altLang="en-US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隧道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)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51" name="文本框 850"/>
          <p:cNvSpPr txBox="1"/>
          <p:nvPr/>
        </p:nvSpPr>
        <p:spPr bwMode="gray">
          <a:xfrm rot="300000">
            <a:off x="5416872" y="4899370"/>
            <a:ext cx="19380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应答 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  </a:t>
            </a:r>
            <a:r>
              <a:rPr lang="en-US" altLang="zh-CN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(</a:t>
            </a:r>
            <a:r>
              <a:rPr lang="zh-CN" altLang="en-US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通过</a:t>
            </a:r>
            <a:r>
              <a:rPr lang="en-US" altLang="zh-CN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UDP</a:t>
            </a:r>
            <a:r>
              <a:rPr lang="zh-CN" altLang="en-US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隧道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)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55" name="圆角矩形 854"/>
          <p:cNvSpPr/>
          <p:nvPr/>
        </p:nvSpPr>
        <p:spPr bwMode="gray">
          <a:xfrm>
            <a:off x="1246031" y="1853049"/>
            <a:ext cx="1562152" cy="314735"/>
          </a:xfrm>
          <a:prstGeom prst="roundRect">
            <a:avLst>
              <a:gd name="adj" fmla="val 15000"/>
            </a:avLst>
          </a:prstGeom>
          <a:solidFill>
            <a:srgbClr val="30B5C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线路卡包转发引擎</a:t>
            </a:r>
          </a:p>
        </p:txBody>
      </p:sp>
      <p:sp>
        <p:nvSpPr>
          <p:cNvPr id="856" name="圆角矩形 855"/>
          <p:cNvSpPr/>
          <p:nvPr/>
        </p:nvSpPr>
        <p:spPr bwMode="gray">
          <a:xfrm>
            <a:off x="4269711" y="1854507"/>
            <a:ext cx="1036148" cy="311350"/>
          </a:xfrm>
          <a:prstGeom prst="roundRect">
            <a:avLst>
              <a:gd name="adj" fmla="val 15000"/>
            </a:avLst>
          </a:prstGeom>
          <a:solidFill>
            <a:srgbClr val="30B5C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线路卡</a:t>
            </a:r>
            <a:r>
              <a:rPr lang="en-US" altLang="zh-CN" sz="14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CPU</a:t>
            </a:r>
            <a:endParaRPr lang="zh-CN" altLang="en-US" sz="1400" b="1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57" name="圆角矩形 856"/>
          <p:cNvSpPr/>
          <p:nvPr/>
        </p:nvSpPr>
        <p:spPr bwMode="gray">
          <a:xfrm>
            <a:off x="7016051" y="1846440"/>
            <a:ext cx="1029901" cy="347821"/>
          </a:xfrm>
          <a:prstGeom prst="roundRect">
            <a:avLst>
              <a:gd name="adj" fmla="val 15000"/>
            </a:avLst>
          </a:prstGeom>
          <a:solidFill>
            <a:srgbClr val="30B5C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zh-CN" altLang="en-US" sz="14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主控板</a:t>
            </a:r>
            <a:r>
              <a:rPr lang="en-US" altLang="zh-CN" sz="14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CPU</a:t>
            </a:r>
            <a:endParaRPr lang="zh-CN" altLang="en-US" sz="1400" b="1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323" name="直接箭头连接符 322"/>
          <p:cNvCxnSpPr/>
          <p:nvPr/>
        </p:nvCxnSpPr>
        <p:spPr bwMode="gray">
          <a:xfrm>
            <a:off x="4702565" y="4976097"/>
            <a:ext cx="5432228" cy="591502"/>
          </a:xfrm>
          <a:prstGeom prst="straightConnector1">
            <a:avLst/>
          </a:prstGeom>
          <a:ln w="50800"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直接箭头连接符 327"/>
          <p:cNvCxnSpPr/>
          <p:nvPr/>
        </p:nvCxnSpPr>
        <p:spPr bwMode="gray">
          <a:xfrm>
            <a:off x="4701516" y="5150496"/>
            <a:ext cx="5432228" cy="591502"/>
          </a:xfrm>
          <a:prstGeom prst="straightConnector1">
            <a:avLst/>
          </a:prstGeom>
          <a:ln w="50800"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直接箭头连接符 332"/>
          <p:cNvCxnSpPr/>
          <p:nvPr/>
        </p:nvCxnSpPr>
        <p:spPr bwMode="gray">
          <a:xfrm>
            <a:off x="4694794" y="5334557"/>
            <a:ext cx="5432228" cy="591502"/>
          </a:xfrm>
          <a:prstGeom prst="straightConnector1">
            <a:avLst/>
          </a:prstGeom>
          <a:ln w="50800"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直接箭头连接符 346"/>
          <p:cNvCxnSpPr/>
          <p:nvPr/>
        </p:nvCxnSpPr>
        <p:spPr bwMode="gray">
          <a:xfrm>
            <a:off x="4701516" y="4132322"/>
            <a:ext cx="5432228" cy="591502"/>
          </a:xfrm>
          <a:prstGeom prst="straightConnector1">
            <a:avLst/>
          </a:prstGeom>
          <a:ln w="50800"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直接箭头连接符 361"/>
          <p:cNvCxnSpPr/>
          <p:nvPr/>
        </p:nvCxnSpPr>
        <p:spPr bwMode="gray">
          <a:xfrm>
            <a:off x="4693217" y="4324733"/>
            <a:ext cx="5432228" cy="591502"/>
          </a:xfrm>
          <a:prstGeom prst="straightConnector1">
            <a:avLst/>
          </a:prstGeom>
          <a:ln w="50800"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7" name="直接箭头连接符 366"/>
          <p:cNvCxnSpPr/>
          <p:nvPr/>
        </p:nvCxnSpPr>
        <p:spPr bwMode="gray">
          <a:xfrm>
            <a:off x="4693217" y="4525511"/>
            <a:ext cx="5432228" cy="591502"/>
          </a:xfrm>
          <a:prstGeom prst="straightConnector1">
            <a:avLst/>
          </a:prstGeom>
          <a:ln w="50800"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4" name="直接连接符 593"/>
          <p:cNvCxnSpPr/>
          <p:nvPr/>
        </p:nvCxnSpPr>
        <p:spPr bwMode="gray">
          <a:xfrm>
            <a:off x="7394772" y="2688649"/>
            <a:ext cx="0" cy="3263596"/>
          </a:xfrm>
          <a:prstGeom prst="line">
            <a:avLst/>
          </a:prstGeom>
          <a:ln w="38100">
            <a:solidFill>
              <a:srgbClr val="FCC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8" name="图片 307" descr="PC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9876827" y="2262871"/>
            <a:ext cx="440323" cy="340887"/>
          </a:xfrm>
          <a:prstGeom prst="rect">
            <a:avLst/>
          </a:prstGeom>
        </p:spPr>
      </p:pic>
      <p:sp>
        <p:nvSpPr>
          <p:cNvPr id="306" name="圆角矩形 305"/>
          <p:cNvSpPr/>
          <p:nvPr/>
        </p:nvSpPr>
        <p:spPr bwMode="gray">
          <a:xfrm>
            <a:off x="9756143" y="1846439"/>
            <a:ext cx="580659" cy="301697"/>
          </a:xfrm>
          <a:prstGeom prst="roundRect">
            <a:avLst>
              <a:gd name="adj" fmla="val 15000"/>
            </a:avLst>
          </a:prstGeom>
          <a:solidFill>
            <a:srgbClr val="30B5C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4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采集器</a:t>
            </a:r>
          </a:p>
        </p:txBody>
      </p:sp>
      <p:sp>
        <p:nvSpPr>
          <p:cNvPr id="320" name="文本占位符 3"/>
          <p:cNvSpPr txBox="1">
            <a:spLocks/>
          </p:cNvSpPr>
          <p:nvPr/>
        </p:nvSpPr>
        <p:spPr bwMode="gray">
          <a:xfrm>
            <a:off x="468317" y="1245063"/>
            <a:ext cx="11276183" cy="780062"/>
          </a:xfrm>
          <a:prstGeom prst="rect">
            <a:avLst/>
          </a:prstGeom>
        </p:spPr>
        <p:txBody>
          <a:bodyPr/>
          <a:lstStyle>
            <a:lvl1pPr marL="302279" indent="-302279" algn="l" defTabSz="914034" rtl="0" eaLnBrk="1" latinLnBrk="0" hangingPunct="1">
              <a:lnSpc>
                <a:spcPct val="140000"/>
              </a:lnSpc>
              <a:spcBef>
                <a:spcPts val="792"/>
              </a:spcBef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zh-CN" altLang="en-US" sz="18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11" name="燕尾形 27">
            <a:extLst>
              <a:ext uri="{FF2B5EF4-FFF2-40B4-BE49-F238E27FC236}">
                <a16:creationId xmlns:a16="http://schemas.microsoft.com/office/drawing/2014/main" id="{178DA290-551B-48C7-AD29-D92C57541F4D}"/>
              </a:ext>
            </a:extLst>
          </p:cNvPr>
          <p:cNvSpPr/>
          <p:nvPr/>
        </p:nvSpPr>
        <p:spPr bwMode="gray">
          <a:xfrm>
            <a:off x="10835310" y="124239"/>
            <a:ext cx="912190" cy="21240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数据推送</a:t>
            </a:r>
            <a:endParaRPr lang="en-US" altLang="zh-CN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312" name="燕尾形 27">
            <a:extLst>
              <a:ext uri="{FF2B5EF4-FFF2-40B4-BE49-F238E27FC236}">
                <a16:creationId xmlns:a16="http://schemas.microsoft.com/office/drawing/2014/main" id="{59E12A5D-2A60-4046-84E2-6E08AB5684E2}"/>
              </a:ext>
            </a:extLst>
          </p:cNvPr>
          <p:cNvSpPr/>
          <p:nvPr/>
        </p:nvSpPr>
        <p:spPr bwMode="gray">
          <a:xfrm>
            <a:off x="9992932" y="124239"/>
            <a:ext cx="91219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数据生成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13" name="燕尾形 27">
            <a:extLst>
              <a:ext uri="{FF2B5EF4-FFF2-40B4-BE49-F238E27FC236}">
                <a16:creationId xmlns:a16="http://schemas.microsoft.com/office/drawing/2014/main" id="{C05201DC-B48F-4CCE-B9CF-C5B5668A42D5}"/>
              </a:ext>
            </a:extLst>
          </p:cNvPr>
          <p:cNvSpPr/>
          <p:nvPr/>
        </p:nvSpPr>
        <p:spPr bwMode="gray">
          <a:xfrm>
            <a:off x="9150553" y="124239"/>
            <a:ext cx="91219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数据订阅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14" name="五边形 313"/>
          <p:cNvSpPr/>
          <p:nvPr/>
        </p:nvSpPr>
        <p:spPr bwMode="gray">
          <a:xfrm>
            <a:off x="8407119" y="119698"/>
            <a:ext cx="813245" cy="21240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数据源</a:t>
            </a:r>
          </a:p>
        </p:txBody>
      </p:sp>
      <p:grpSp>
        <p:nvGrpSpPr>
          <p:cNvPr id="606" name="组合 605"/>
          <p:cNvGrpSpPr>
            <a:grpSpLocks noChangeAspect="1"/>
          </p:cNvGrpSpPr>
          <p:nvPr/>
        </p:nvGrpSpPr>
        <p:grpSpPr bwMode="gray">
          <a:xfrm>
            <a:off x="7199087" y="2265298"/>
            <a:ext cx="441088" cy="444635"/>
            <a:chOff x="4295800" y="1628800"/>
            <a:chExt cx="1440000" cy="1440000"/>
          </a:xfrm>
          <a:solidFill>
            <a:srgbClr val="30B5C5"/>
          </a:solidFill>
        </p:grpSpPr>
        <p:sp>
          <p:nvSpPr>
            <p:cNvPr id="607" name="圆角矩形 606"/>
            <p:cNvSpPr/>
            <p:nvPr/>
          </p:nvSpPr>
          <p:spPr bwMode="gray">
            <a:xfrm>
              <a:off x="4295800" y="1628800"/>
              <a:ext cx="1440000" cy="1440000"/>
            </a:xfrm>
            <a:prstGeom prst="roundRect">
              <a:avLst>
                <a:gd name="adj" fmla="val 896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</a:t>
              </a:r>
              <a:endParaRPr lang="zh-CN" altLang="en-US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08" name="椭圆 607"/>
            <p:cNvSpPr/>
            <p:nvPr/>
          </p:nvSpPr>
          <p:spPr bwMode="gray">
            <a:xfrm>
              <a:off x="4367808" y="1700808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09" name="椭圆 608"/>
            <p:cNvSpPr/>
            <p:nvPr/>
          </p:nvSpPr>
          <p:spPr bwMode="gray">
            <a:xfrm>
              <a:off x="4511824" y="1700808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10" name="椭圆 609"/>
            <p:cNvSpPr/>
            <p:nvPr/>
          </p:nvSpPr>
          <p:spPr bwMode="gray">
            <a:xfrm>
              <a:off x="4664224" y="1700808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11" name="椭圆 610"/>
            <p:cNvSpPr/>
            <p:nvPr/>
          </p:nvSpPr>
          <p:spPr bwMode="gray">
            <a:xfrm>
              <a:off x="4816624" y="1700808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12" name="椭圆 611"/>
            <p:cNvSpPr/>
            <p:nvPr/>
          </p:nvSpPr>
          <p:spPr bwMode="gray">
            <a:xfrm>
              <a:off x="4969024" y="1700808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13" name="椭圆 612"/>
            <p:cNvSpPr/>
            <p:nvPr/>
          </p:nvSpPr>
          <p:spPr bwMode="gray">
            <a:xfrm>
              <a:off x="5134744" y="1700808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14" name="椭圆 613"/>
            <p:cNvSpPr/>
            <p:nvPr/>
          </p:nvSpPr>
          <p:spPr bwMode="gray">
            <a:xfrm>
              <a:off x="5278760" y="1700808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15" name="椭圆 614"/>
            <p:cNvSpPr/>
            <p:nvPr/>
          </p:nvSpPr>
          <p:spPr bwMode="gray">
            <a:xfrm>
              <a:off x="5431160" y="1700808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16" name="椭圆 615"/>
            <p:cNvSpPr/>
            <p:nvPr/>
          </p:nvSpPr>
          <p:spPr bwMode="gray">
            <a:xfrm>
              <a:off x="5583560" y="1700808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17" name="椭圆 616"/>
            <p:cNvSpPr/>
            <p:nvPr/>
          </p:nvSpPr>
          <p:spPr bwMode="gray">
            <a:xfrm>
              <a:off x="4367808" y="184481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18" name="椭圆 617"/>
            <p:cNvSpPr/>
            <p:nvPr/>
          </p:nvSpPr>
          <p:spPr bwMode="gray">
            <a:xfrm>
              <a:off x="4511824" y="184481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19" name="椭圆 618"/>
            <p:cNvSpPr/>
            <p:nvPr/>
          </p:nvSpPr>
          <p:spPr bwMode="gray">
            <a:xfrm>
              <a:off x="4664224" y="184481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20" name="椭圆 619"/>
            <p:cNvSpPr/>
            <p:nvPr/>
          </p:nvSpPr>
          <p:spPr bwMode="gray">
            <a:xfrm>
              <a:off x="4816624" y="184481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21" name="椭圆 620"/>
            <p:cNvSpPr/>
            <p:nvPr/>
          </p:nvSpPr>
          <p:spPr bwMode="gray">
            <a:xfrm>
              <a:off x="4969024" y="184481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22" name="椭圆 621"/>
            <p:cNvSpPr/>
            <p:nvPr/>
          </p:nvSpPr>
          <p:spPr bwMode="gray">
            <a:xfrm>
              <a:off x="5134744" y="184481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23" name="椭圆 622"/>
            <p:cNvSpPr/>
            <p:nvPr/>
          </p:nvSpPr>
          <p:spPr bwMode="gray">
            <a:xfrm>
              <a:off x="5278760" y="184481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24" name="椭圆 623"/>
            <p:cNvSpPr/>
            <p:nvPr/>
          </p:nvSpPr>
          <p:spPr bwMode="gray">
            <a:xfrm>
              <a:off x="5431160" y="184481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25" name="椭圆 624"/>
            <p:cNvSpPr/>
            <p:nvPr/>
          </p:nvSpPr>
          <p:spPr bwMode="gray">
            <a:xfrm>
              <a:off x="5583560" y="184481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26" name="椭圆 625"/>
            <p:cNvSpPr/>
            <p:nvPr/>
          </p:nvSpPr>
          <p:spPr bwMode="gray">
            <a:xfrm>
              <a:off x="4367808" y="198884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27" name="椭圆 626"/>
            <p:cNvSpPr/>
            <p:nvPr/>
          </p:nvSpPr>
          <p:spPr bwMode="gray">
            <a:xfrm>
              <a:off x="4511824" y="198884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28" name="椭圆 627"/>
            <p:cNvSpPr/>
            <p:nvPr/>
          </p:nvSpPr>
          <p:spPr bwMode="gray">
            <a:xfrm>
              <a:off x="4664224" y="198884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29" name="椭圆 628"/>
            <p:cNvSpPr/>
            <p:nvPr/>
          </p:nvSpPr>
          <p:spPr bwMode="gray">
            <a:xfrm>
              <a:off x="4816624" y="198884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30" name="椭圆 629"/>
            <p:cNvSpPr/>
            <p:nvPr/>
          </p:nvSpPr>
          <p:spPr bwMode="gray">
            <a:xfrm>
              <a:off x="4969024" y="198884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31" name="椭圆 630"/>
            <p:cNvSpPr/>
            <p:nvPr/>
          </p:nvSpPr>
          <p:spPr bwMode="gray">
            <a:xfrm>
              <a:off x="5134744" y="198884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32" name="椭圆 631"/>
            <p:cNvSpPr/>
            <p:nvPr/>
          </p:nvSpPr>
          <p:spPr bwMode="gray">
            <a:xfrm>
              <a:off x="5278760" y="198884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33" name="椭圆 632"/>
            <p:cNvSpPr/>
            <p:nvPr/>
          </p:nvSpPr>
          <p:spPr bwMode="gray">
            <a:xfrm>
              <a:off x="5431160" y="198884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34" name="椭圆 633"/>
            <p:cNvSpPr/>
            <p:nvPr/>
          </p:nvSpPr>
          <p:spPr bwMode="gray">
            <a:xfrm>
              <a:off x="5583560" y="198884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35" name="椭圆 634"/>
            <p:cNvSpPr/>
            <p:nvPr/>
          </p:nvSpPr>
          <p:spPr bwMode="gray">
            <a:xfrm>
              <a:off x="4367808" y="263692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36" name="椭圆 635"/>
            <p:cNvSpPr/>
            <p:nvPr/>
          </p:nvSpPr>
          <p:spPr bwMode="gray">
            <a:xfrm>
              <a:off x="4511824" y="263692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37" name="椭圆 636"/>
            <p:cNvSpPr/>
            <p:nvPr/>
          </p:nvSpPr>
          <p:spPr bwMode="gray">
            <a:xfrm>
              <a:off x="4664224" y="263692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38" name="椭圆 637"/>
            <p:cNvSpPr/>
            <p:nvPr/>
          </p:nvSpPr>
          <p:spPr bwMode="gray">
            <a:xfrm>
              <a:off x="4816624" y="263692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39" name="椭圆 638"/>
            <p:cNvSpPr/>
            <p:nvPr/>
          </p:nvSpPr>
          <p:spPr bwMode="gray">
            <a:xfrm>
              <a:off x="4969024" y="263692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40" name="椭圆 639"/>
            <p:cNvSpPr/>
            <p:nvPr/>
          </p:nvSpPr>
          <p:spPr bwMode="gray">
            <a:xfrm>
              <a:off x="5134744" y="263692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41" name="椭圆 640"/>
            <p:cNvSpPr/>
            <p:nvPr/>
          </p:nvSpPr>
          <p:spPr bwMode="gray">
            <a:xfrm>
              <a:off x="5278760" y="263692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42" name="椭圆 641"/>
            <p:cNvSpPr/>
            <p:nvPr/>
          </p:nvSpPr>
          <p:spPr bwMode="gray">
            <a:xfrm>
              <a:off x="5431160" y="263692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43" name="椭圆 642"/>
            <p:cNvSpPr/>
            <p:nvPr/>
          </p:nvSpPr>
          <p:spPr bwMode="gray">
            <a:xfrm>
              <a:off x="5583560" y="2636920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44" name="椭圆 643"/>
            <p:cNvSpPr/>
            <p:nvPr/>
          </p:nvSpPr>
          <p:spPr bwMode="gray">
            <a:xfrm>
              <a:off x="4367808" y="278093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45" name="椭圆 644"/>
            <p:cNvSpPr/>
            <p:nvPr/>
          </p:nvSpPr>
          <p:spPr bwMode="gray">
            <a:xfrm>
              <a:off x="4511824" y="278093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46" name="椭圆 645"/>
            <p:cNvSpPr/>
            <p:nvPr/>
          </p:nvSpPr>
          <p:spPr bwMode="gray">
            <a:xfrm>
              <a:off x="4664224" y="278093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47" name="椭圆 646"/>
            <p:cNvSpPr/>
            <p:nvPr/>
          </p:nvSpPr>
          <p:spPr bwMode="gray">
            <a:xfrm>
              <a:off x="4816624" y="278093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48" name="椭圆 647"/>
            <p:cNvSpPr/>
            <p:nvPr/>
          </p:nvSpPr>
          <p:spPr bwMode="gray">
            <a:xfrm>
              <a:off x="4969024" y="278093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49" name="椭圆 648"/>
            <p:cNvSpPr/>
            <p:nvPr/>
          </p:nvSpPr>
          <p:spPr bwMode="gray">
            <a:xfrm>
              <a:off x="5134744" y="278093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50" name="椭圆 649"/>
            <p:cNvSpPr/>
            <p:nvPr/>
          </p:nvSpPr>
          <p:spPr bwMode="gray">
            <a:xfrm>
              <a:off x="5278760" y="278093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51" name="椭圆 650"/>
            <p:cNvSpPr/>
            <p:nvPr/>
          </p:nvSpPr>
          <p:spPr bwMode="gray">
            <a:xfrm>
              <a:off x="5431160" y="278093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52" name="椭圆 651"/>
            <p:cNvSpPr/>
            <p:nvPr/>
          </p:nvSpPr>
          <p:spPr bwMode="gray">
            <a:xfrm>
              <a:off x="5583560" y="2780936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53" name="椭圆 652"/>
            <p:cNvSpPr/>
            <p:nvPr/>
          </p:nvSpPr>
          <p:spPr bwMode="gray">
            <a:xfrm>
              <a:off x="4367808" y="2924952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54" name="椭圆 653"/>
            <p:cNvSpPr/>
            <p:nvPr/>
          </p:nvSpPr>
          <p:spPr bwMode="gray">
            <a:xfrm>
              <a:off x="4511824" y="2924952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55" name="椭圆 654"/>
            <p:cNvSpPr/>
            <p:nvPr/>
          </p:nvSpPr>
          <p:spPr bwMode="gray">
            <a:xfrm>
              <a:off x="4664224" y="2924952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56" name="椭圆 655"/>
            <p:cNvSpPr/>
            <p:nvPr/>
          </p:nvSpPr>
          <p:spPr bwMode="gray">
            <a:xfrm>
              <a:off x="4816624" y="2924952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57" name="椭圆 656"/>
            <p:cNvSpPr/>
            <p:nvPr/>
          </p:nvSpPr>
          <p:spPr bwMode="gray">
            <a:xfrm>
              <a:off x="4969024" y="2924952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58" name="椭圆 657"/>
            <p:cNvSpPr/>
            <p:nvPr/>
          </p:nvSpPr>
          <p:spPr bwMode="gray">
            <a:xfrm>
              <a:off x="5134744" y="2924952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59" name="椭圆 658"/>
            <p:cNvSpPr/>
            <p:nvPr/>
          </p:nvSpPr>
          <p:spPr bwMode="gray">
            <a:xfrm>
              <a:off x="5278760" y="2924952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60" name="椭圆 659"/>
            <p:cNvSpPr/>
            <p:nvPr/>
          </p:nvSpPr>
          <p:spPr bwMode="gray">
            <a:xfrm>
              <a:off x="5431160" y="2924952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61" name="椭圆 660"/>
            <p:cNvSpPr/>
            <p:nvPr/>
          </p:nvSpPr>
          <p:spPr bwMode="gray">
            <a:xfrm>
              <a:off x="5583560" y="2924952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62" name="椭圆 661"/>
            <p:cNvSpPr/>
            <p:nvPr/>
          </p:nvSpPr>
          <p:spPr bwMode="gray">
            <a:xfrm>
              <a:off x="4367808" y="2204864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63" name="椭圆 662"/>
            <p:cNvSpPr/>
            <p:nvPr/>
          </p:nvSpPr>
          <p:spPr bwMode="gray">
            <a:xfrm>
              <a:off x="4511824" y="2204864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64" name="椭圆 663"/>
            <p:cNvSpPr/>
            <p:nvPr/>
          </p:nvSpPr>
          <p:spPr bwMode="gray">
            <a:xfrm>
              <a:off x="4367808" y="2348888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65" name="椭圆 664"/>
            <p:cNvSpPr/>
            <p:nvPr/>
          </p:nvSpPr>
          <p:spPr bwMode="gray">
            <a:xfrm>
              <a:off x="4511824" y="2348888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66" name="椭圆 665"/>
            <p:cNvSpPr/>
            <p:nvPr/>
          </p:nvSpPr>
          <p:spPr bwMode="gray">
            <a:xfrm>
              <a:off x="5447928" y="2204864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67" name="椭圆 666"/>
            <p:cNvSpPr/>
            <p:nvPr/>
          </p:nvSpPr>
          <p:spPr bwMode="gray">
            <a:xfrm>
              <a:off x="5591944" y="2204864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68" name="椭圆 667"/>
            <p:cNvSpPr/>
            <p:nvPr/>
          </p:nvSpPr>
          <p:spPr bwMode="gray">
            <a:xfrm>
              <a:off x="5447928" y="2348888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69" name="椭圆 668"/>
            <p:cNvSpPr/>
            <p:nvPr/>
          </p:nvSpPr>
          <p:spPr bwMode="gray">
            <a:xfrm>
              <a:off x="5591944" y="2348888"/>
              <a:ext cx="72008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8BAA405F-0A99-71AA-29DA-D606C62CCF07}"/>
                  </a:ext>
                </a:extLst>
              </p14:cNvPr>
              <p14:cNvContentPartPr/>
              <p14:nvPr/>
            </p14:nvContentPartPr>
            <p14:xfrm>
              <a:off x="5628889" y="1506199"/>
              <a:ext cx="2769480" cy="13644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8BAA405F-0A99-71AA-29DA-D606C62CCF0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19889" y="1497559"/>
                <a:ext cx="278712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13AB6E6D-FCF9-3195-F8A6-9A32BE651482}"/>
                  </a:ext>
                </a:extLst>
              </p14:cNvPr>
              <p14:cNvContentPartPr/>
              <p14:nvPr/>
            </p14:nvContentPartPr>
            <p14:xfrm>
              <a:off x="6953329" y="1767559"/>
              <a:ext cx="1088640" cy="96948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13AB6E6D-FCF9-3195-F8A6-9A32BE65148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944329" y="1758559"/>
                <a:ext cx="1106280" cy="9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82B71B97-5E08-AAA3-B151-B56FAC73022A}"/>
                  </a:ext>
                </a:extLst>
              </p14:cNvPr>
              <p14:cNvContentPartPr/>
              <p14:nvPr/>
            </p14:nvContentPartPr>
            <p14:xfrm>
              <a:off x="1188289" y="1761079"/>
              <a:ext cx="1511640" cy="124056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82B71B97-5E08-AAA3-B151-B56FAC73022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79289" y="1752439"/>
                <a:ext cx="1529280" cy="125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组合 11">
            <a:extLst>
              <a:ext uri="{FF2B5EF4-FFF2-40B4-BE49-F238E27FC236}">
                <a16:creationId xmlns:a16="http://schemas.microsoft.com/office/drawing/2014/main" id="{F1086DF0-4C39-D2EE-8D89-89D65E60605E}"/>
              </a:ext>
            </a:extLst>
          </p:cNvPr>
          <p:cNvGrpSpPr/>
          <p:nvPr/>
        </p:nvGrpSpPr>
        <p:grpSpPr>
          <a:xfrm>
            <a:off x="4646809" y="4017199"/>
            <a:ext cx="5490000" cy="1838160"/>
            <a:chOff x="4646809" y="4017199"/>
            <a:chExt cx="5490000" cy="183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E473B55D-CED8-CB5F-5F07-C108A13893CA}"/>
                    </a:ext>
                  </a:extLst>
                </p14:cNvPr>
                <p14:cNvContentPartPr/>
                <p14:nvPr/>
              </p14:nvContentPartPr>
              <p14:xfrm>
                <a:off x="4646809" y="4017199"/>
                <a:ext cx="5475960" cy="854640"/>
              </p14:xfrm>
            </p:contentPart>
          </mc:Choice>
          <mc:Fallback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E473B55D-CED8-CB5F-5F07-C108A13893C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637809" y="4008199"/>
                  <a:ext cx="5493600" cy="87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6A0E6665-E1C7-0C72-B27D-EEC3DC6F152E}"/>
                    </a:ext>
                  </a:extLst>
                </p14:cNvPr>
                <p14:cNvContentPartPr/>
                <p14:nvPr/>
              </p14:nvContentPartPr>
              <p14:xfrm>
                <a:off x="9879409" y="4811719"/>
                <a:ext cx="257400" cy="211680"/>
              </p14:xfrm>
            </p:contentPart>
          </mc:Choice>
          <mc:Fallback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6A0E6665-E1C7-0C72-B27D-EEC3DC6F152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870769" y="4803079"/>
                  <a:ext cx="2750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005108D4-23F1-F159-AD44-248DB56FDC31}"/>
                    </a:ext>
                  </a:extLst>
                </p14:cNvPr>
                <p14:cNvContentPartPr/>
                <p14:nvPr/>
              </p14:nvContentPartPr>
              <p14:xfrm>
                <a:off x="4661569" y="5073799"/>
                <a:ext cx="5317200" cy="637920"/>
              </p14:xfrm>
            </p:contentPart>
          </mc:Choice>
          <mc:Fallback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005108D4-23F1-F159-AD44-248DB56FDC3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652929" y="5065159"/>
                  <a:ext cx="5334840" cy="65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083FCB3B-91C0-E59E-AF24-29176FC9BD22}"/>
                    </a:ext>
                  </a:extLst>
                </p14:cNvPr>
                <p14:cNvContentPartPr/>
                <p14:nvPr/>
              </p14:nvContentPartPr>
              <p14:xfrm>
                <a:off x="9755569" y="5605879"/>
                <a:ext cx="301320" cy="249480"/>
              </p14:xfrm>
            </p:contentPart>
          </mc:Choice>
          <mc:Fallback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083FCB3B-91C0-E59E-AF24-29176FC9BD2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746929" y="5597239"/>
                  <a:ext cx="318960" cy="267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171922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E05F50-F8E5-4F4D-AF16-B9F9150C329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推送数据格式定义 </a:t>
            </a:r>
            <a:r>
              <a:rPr lang="en-US" altLang="zh-CN" dirty="0">
                <a:sym typeface="Huawei Sans" panose="020C0503030203020204" pitchFamily="34" charset="0"/>
              </a:rPr>
              <a:t>(</a:t>
            </a:r>
            <a:r>
              <a:rPr lang="zh-CN" altLang="en-US" dirty="0">
                <a:sym typeface="Huawei Sans" panose="020C0503030203020204" pitchFamily="34" charset="0"/>
              </a:rPr>
              <a:t>基于</a:t>
            </a:r>
            <a:r>
              <a:rPr lang="en-US" altLang="zh-CN" dirty="0" err="1">
                <a:sym typeface="Huawei Sans" panose="020C0503030203020204" pitchFamily="34" charset="0"/>
              </a:rPr>
              <a:t>gRPC</a:t>
            </a:r>
            <a:r>
              <a:rPr lang="zh-CN" altLang="en-US" dirty="0">
                <a:sym typeface="Huawei Sans" panose="020C0503030203020204" pitchFamily="34" charset="0"/>
              </a:rPr>
              <a:t>协议</a:t>
            </a:r>
            <a:r>
              <a:rPr lang="en-US" altLang="zh-CN" dirty="0">
                <a:sym typeface="Huawei Sans" panose="020C0503030203020204" pitchFamily="34" charset="0"/>
              </a:rPr>
              <a:t>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600" dirty="0" err="1">
                <a:sym typeface="Huawei Sans" panose="020C0503030203020204" pitchFamily="34" charset="0"/>
              </a:rPr>
              <a:t>gRPC</a:t>
            </a:r>
            <a:r>
              <a:rPr lang="zh-CN" altLang="en-US" sz="1600" dirty="0">
                <a:sym typeface="Huawei Sans" panose="020C0503030203020204" pitchFamily="34" charset="0"/>
              </a:rPr>
              <a:t>封装层由</a:t>
            </a:r>
            <a:r>
              <a:rPr lang="en-US" altLang="zh-CN" sz="1600" dirty="0" err="1">
                <a:sym typeface="Huawei Sans" panose="020C0503030203020204" pitchFamily="34" charset="0"/>
              </a:rPr>
              <a:t>gRPC</a:t>
            </a:r>
            <a:r>
              <a:rPr lang="zh-CN" altLang="en-US" sz="1600" dirty="0">
                <a:sym typeface="Huawei Sans" panose="020C0503030203020204" pitchFamily="34" charset="0"/>
              </a:rPr>
              <a:t>开源软件提供，基于</a:t>
            </a:r>
            <a:r>
              <a:rPr lang="en-US" altLang="zh-CN" sz="1600" dirty="0" err="1">
                <a:sym typeface="Huawei Sans" panose="020C0503030203020204" pitchFamily="34" charset="0"/>
              </a:rPr>
              <a:t>gRPC</a:t>
            </a:r>
            <a:r>
              <a:rPr lang="zh-CN" altLang="en-US" sz="1600" dirty="0">
                <a:sym typeface="Huawei Sans" panose="020C0503030203020204" pitchFamily="34" charset="0"/>
              </a:rPr>
              <a:t>推送数据的协议栈如下：</a:t>
            </a:r>
          </a:p>
          <a:p>
            <a:endParaRPr lang="zh-CN" altLang="en-US" sz="1600" dirty="0">
              <a:sym typeface="Huawei Sans" panose="020C0503030203020204" pitchFamily="34" charset="0"/>
            </a:endParaRPr>
          </a:p>
        </p:txBody>
      </p:sp>
      <p:graphicFrame>
        <p:nvGraphicFramePr>
          <p:cNvPr id="156" name="表格 155">
            <a:extLst>
              <a:ext uri="{FF2B5EF4-FFF2-40B4-BE49-F238E27FC236}">
                <a16:creationId xmlns:a16="http://schemas.microsoft.com/office/drawing/2014/main" id="{ED169032-4C0C-4FD0-8AE0-A264C9B3C1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7644848"/>
              </p:ext>
            </p:extLst>
          </p:nvPr>
        </p:nvGraphicFramePr>
        <p:xfrm>
          <a:off x="504763" y="1601658"/>
          <a:ext cx="11182474" cy="4190371"/>
        </p:xfrm>
        <a:graphic>
          <a:graphicData uri="http://schemas.openxmlformats.org/drawingml/2006/table">
            <a:tbl>
              <a:tblPr firstRow="1" firstCol="1" bandRow="1"/>
              <a:tblGrid>
                <a:gridCol w="13622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7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130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7164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层次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说明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729">
                <a:tc gridSpan="2">
                  <a:txBody>
                    <a:bodyPr/>
                    <a:lstStyle/>
                    <a:p>
                      <a:pPr marL="0" lvl="0" indent="0" algn="l" defTabSz="914034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TCP</a:t>
                      </a:r>
                      <a:r>
                        <a:rPr lang="zh-CN" sz="14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层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defTabSz="914034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r>
                        <a:rPr lang="zh-CN" sz="14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底层通信协议，基于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TCP</a:t>
                      </a:r>
                      <a:r>
                        <a:rPr lang="zh-CN" sz="14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连接。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729">
                <a:tc gridSpan="2">
                  <a:txBody>
                    <a:bodyPr/>
                    <a:lstStyle/>
                    <a:p>
                      <a:pPr marL="0" lvl="0" indent="0" algn="l" defTabSz="914034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TLS</a:t>
                      </a:r>
                      <a:r>
                        <a:rPr lang="zh-CN" sz="14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层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defTabSz="914034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r>
                        <a:rPr lang="zh-CN" sz="14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该层是可选的，基于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TLS 1.2</a:t>
                      </a:r>
                      <a:r>
                        <a:rPr lang="zh-CN" sz="14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加密通道和双向证书认证等。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629">
                <a:tc gridSpan="2">
                  <a:txBody>
                    <a:bodyPr/>
                    <a:lstStyle/>
                    <a:p>
                      <a:pPr marL="0" lvl="0" indent="0" algn="l" defTabSz="914034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HTTP2</a:t>
                      </a:r>
                      <a:r>
                        <a:rPr lang="zh-CN" sz="14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层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defTabSz="914034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r>
                        <a:rPr lang="en-US" altLang="zh-CN" sz="1400" kern="0" dirty="0" err="1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gRPC</a:t>
                      </a:r>
                      <a:r>
                        <a:rPr lang="zh-CN" sz="14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承载在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HTTP2</a:t>
                      </a:r>
                      <a:r>
                        <a:rPr lang="zh-CN" sz="14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协议上，利用了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HTTP2</a:t>
                      </a:r>
                      <a:r>
                        <a:rPr lang="zh-CN" sz="14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的双向流、流控、头部压缩、单连接上的多路复用请求等特性。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729">
                <a:tc gridSpan="2">
                  <a:txBody>
                    <a:bodyPr/>
                    <a:lstStyle/>
                    <a:p>
                      <a:pPr marL="0" lvl="0" indent="0" algn="l" defTabSz="914034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r>
                        <a:rPr lang="en-US" sz="1400" kern="0" dirty="0" err="1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gRPC</a:t>
                      </a:r>
                      <a:r>
                        <a:rPr lang="zh-CN" sz="14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层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defTabSz="914034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r>
                        <a:rPr lang="zh-CN" sz="14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远程过程调用，定义了远程过程调用的协议交互格式。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1977">
                <a:tc rowSpan="3">
                  <a:txBody>
                    <a:bodyPr/>
                    <a:lstStyle/>
                    <a:p>
                      <a:pPr marL="0" lvl="0" indent="0" algn="l" defTabSz="914034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endParaRPr lang="en-US" altLang="zh-CN" sz="1400" kern="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  <a:p>
                      <a:pPr marL="0" lvl="0" indent="0" algn="l" defTabSz="914034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endParaRPr lang="en-US" altLang="zh-CN" sz="1400" kern="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  <a:p>
                      <a:pPr marL="0" lvl="0" indent="0" algn="l" defTabSz="914034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r>
                        <a:rPr lang="zh-CN" sz="14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数据模型层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defTabSz="914034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RPC</a:t>
                      </a:r>
                      <a:r>
                        <a:rPr lang="zh-CN" sz="14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defTabSz="914034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Telemetry</a:t>
                      </a:r>
                      <a:r>
                        <a:rPr lang="zh-CN" altLang="en-US" sz="14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主动向采集器发起</a:t>
                      </a:r>
                      <a:r>
                        <a:rPr lang="en-US" altLang="zh-CN" sz="1400" kern="0" dirty="0" err="1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rpc</a:t>
                      </a:r>
                      <a:r>
                        <a:rPr lang="zh-CN" altLang="en-US" sz="14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请求。</a:t>
                      </a:r>
                      <a:r>
                        <a:rPr lang="zh-CN" sz="14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在</a:t>
                      </a:r>
                      <a:r>
                        <a:rPr lang="en-US" sz="1400" kern="0" dirty="0" err="1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huawei-gRPC-dialout.proto</a:t>
                      </a:r>
                      <a:r>
                        <a:rPr lang="zh-CN" sz="14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文件中定义</a:t>
                      </a:r>
                      <a:r>
                        <a:rPr lang="zh-CN" altLang="en-US" sz="14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。</a:t>
                      </a:r>
                      <a:endParaRPr lang="zh-CN" sz="1400" kern="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  <a:p>
                      <a:pPr marL="0" lvl="0" indent="0" algn="l" defTabSz="914034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r>
                        <a:rPr lang="zh-CN" altLang="en-US" sz="14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采集器主动向设备发起</a:t>
                      </a:r>
                      <a:r>
                        <a:rPr lang="zh-CN" sz="14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动态订阅</a:t>
                      </a:r>
                      <a:r>
                        <a:rPr lang="zh-CN" altLang="en-US" sz="14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的</a:t>
                      </a:r>
                      <a:r>
                        <a:rPr lang="en-US" altLang="zh-CN" sz="1400" kern="0" dirty="0" err="1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rpc</a:t>
                      </a:r>
                      <a:r>
                        <a:rPr lang="zh-CN" altLang="en-US" sz="14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请求。</a:t>
                      </a:r>
                      <a:r>
                        <a:rPr lang="zh-CN" sz="14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在</a:t>
                      </a:r>
                      <a:r>
                        <a:rPr lang="en-US" sz="1400" kern="0" dirty="0" err="1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huawei-gRPC-dialin.proto</a:t>
                      </a:r>
                      <a:r>
                        <a:rPr lang="zh-CN" sz="14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文件中定义。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72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defTabSz="914034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Telemetry</a:t>
                      </a:r>
                      <a:r>
                        <a:rPr lang="zh-CN" sz="14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defTabSz="914034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r>
                        <a:rPr lang="zh-CN" sz="14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在</a:t>
                      </a:r>
                      <a:r>
                        <a:rPr lang="en-US" sz="1400" kern="0" dirty="0" err="1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huawei-telemetry.proto</a:t>
                      </a:r>
                      <a:r>
                        <a:rPr lang="zh-CN" sz="14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文件中定义。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36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defTabSz="914034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endParaRPr lang="en-US" altLang="zh-CN" sz="1400" kern="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  <a:p>
                      <a:pPr marL="0" lvl="0" indent="0" algn="l" defTabSz="914034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r>
                        <a:rPr lang="zh-CN" sz="14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业务数据层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defTabSz="914034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r>
                        <a:rPr lang="zh-CN" altLang="en-US" sz="14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业务层数据内容将根据相应的业务</a:t>
                      </a:r>
                      <a:r>
                        <a:rPr lang="en-US" altLang="zh-CN" sz="14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proto</a:t>
                      </a:r>
                      <a:r>
                        <a:rPr lang="zh-CN" altLang="en-US" sz="14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文件进行</a:t>
                      </a:r>
                      <a:r>
                        <a:rPr lang="en-US" altLang="zh-CN" sz="14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GPB</a:t>
                      </a:r>
                      <a:r>
                        <a:rPr lang="zh-CN" altLang="en-US" sz="14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编码；将来网管解码时，也需要使用相应的业务</a:t>
                      </a:r>
                      <a:r>
                        <a:rPr lang="en-US" altLang="zh-CN" sz="14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proto</a:t>
                      </a:r>
                      <a:r>
                        <a:rPr lang="zh-CN" altLang="en-US" sz="14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文件进行解码。例如：</a:t>
                      </a:r>
                      <a:r>
                        <a:rPr lang="zh-CN" sz="14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当</a:t>
                      </a:r>
                      <a:r>
                        <a:rPr lang="zh-CN" altLang="en-US" sz="14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采样路径为</a:t>
                      </a:r>
                      <a:r>
                        <a:rPr lang="en-US" altLang="zh-CN" sz="1400" kern="0" dirty="0" err="1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huawei-debug:debug</a:t>
                      </a:r>
                      <a:r>
                        <a:rPr lang="en-US" altLang="zh-CN" sz="14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/</a:t>
                      </a:r>
                      <a:r>
                        <a:rPr lang="en-US" altLang="zh-CN" sz="1400" kern="0" dirty="0" err="1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cpu-infos</a:t>
                      </a:r>
                      <a:r>
                        <a:rPr lang="en-US" altLang="zh-CN" sz="14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/</a:t>
                      </a:r>
                      <a:r>
                        <a:rPr lang="en-US" altLang="zh-CN" sz="1400" kern="0" dirty="0" err="1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cpu</a:t>
                      </a:r>
                      <a:r>
                        <a:rPr lang="en-US" altLang="zh-CN" sz="14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-info</a:t>
                      </a:r>
                      <a:r>
                        <a:rPr lang="zh-CN" altLang="en-US" sz="14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时，需要通过</a:t>
                      </a:r>
                      <a:r>
                        <a:rPr lang="en-US" altLang="zh-CN" sz="1400" kern="0" dirty="0" err="1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huawei-debug.proto</a:t>
                      </a:r>
                      <a:r>
                        <a:rPr lang="zh-CN" altLang="en-US" sz="14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文件进行编解码。</a:t>
                      </a:r>
                      <a:endParaRPr lang="zh-CN" sz="1400" kern="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文本占位符 3"/>
          <p:cNvSpPr txBox="1">
            <a:spLocks/>
          </p:cNvSpPr>
          <p:nvPr/>
        </p:nvSpPr>
        <p:spPr bwMode="gray">
          <a:xfrm>
            <a:off x="468317" y="1245063"/>
            <a:ext cx="11276183" cy="4680000"/>
          </a:xfrm>
          <a:prstGeom prst="rect">
            <a:avLst/>
          </a:prstGeom>
        </p:spPr>
        <p:txBody>
          <a:bodyPr/>
          <a:lstStyle>
            <a:lvl1pPr marL="302279" indent="-302279" algn="l" defTabSz="914034" rtl="0" eaLnBrk="1" latinLnBrk="0" hangingPunct="1">
              <a:lnSpc>
                <a:spcPct val="140000"/>
              </a:lnSpc>
              <a:spcBef>
                <a:spcPts val="792"/>
              </a:spcBef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8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" name="燕尾形 27">
            <a:extLst>
              <a:ext uri="{FF2B5EF4-FFF2-40B4-BE49-F238E27FC236}">
                <a16:creationId xmlns:a16="http://schemas.microsoft.com/office/drawing/2014/main" id="{178DA290-551B-48C7-AD29-D92C57541F4D}"/>
              </a:ext>
            </a:extLst>
          </p:cNvPr>
          <p:cNvSpPr/>
          <p:nvPr/>
        </p:nvSpPr>
        <p:spPr bwMode="gray">
          <a:xfrm>
            <a:off x="10835310" y="124239"/>
            <a:ext cx="912190" cy="21240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数据推送</a:t>
            </a:r>
            <a:endParaRPr lang="en-US" altLang="zh-CN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13" name="燕尾形 27">
            <a:extLst>
              <a:ext uri="{FF2B5EF4-FFF2-40B4-BE49-F238E27FC236}">
                <a16:creationId xmlns:a16="http://schemas.microsoft.com/office/drawing/2014/main" id="{59E12A5D-2A60-4046-84E2-6E08AB5684E2}"/>
              </a:ext>
            </a:extLst>
          </p:cNvPr>
          <p:cNvSpPr/>
          <p:nvPr/>
        </p:nvSpPr>
        <p:spPr bwMode="gray">
          <a:xfrm>
            <a:off x="9992932" y="124239"/>
            <a:ext cx="91219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数据生成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" name="燕尾形 27">
            <a:extLst>
              <a:ext uri="{FF2B5EF4-FFF2-40B4-BE49-F238E27FC236}">
                <a16:creationId xmlns:a16="http://schemas.microsoft.com/office/drawing/2014/main" id="{C05201DC-B48F-4CCE-B9CF-C5B5668A42D5}"/>
              </a:ext>
            </a:extLst>
          </p:cNvPr>
          <p:cNvSpPr/>
          <p:nvPr/>
        </p:nvSpPr>
        <p:spPr bwMode="gray">
          <a:xfrm>
            <a:off x="9150553" y="124239"/>
            <a:ext cx="91219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数据订阅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" name="五边形 14"/>
          <p:cNvSpPr/>
          <p:nvPr/>
        </p:nvSpPr>
        <p:spPr bwMode="gray">
          <a:xfrm>
            <a:off x="8407119" y="119698"/>
            <a:ext cx="813245" cy="21240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数据源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06344F71-4F83-AE83-21FD-300C4EA85989}"/>
                  </a:ext>
                </a:extLst>
              </p14:cNvPr>
              <p14:cNvContentPartPr/>
              <p14:nvPr/>
            </p14:nvContentPartPr>
            <p14:xfrm>
              <a:off x="3027889" y="1984639"/>
              <a:ext cx="531000" cy="28692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06344F71-4F83-AE83-21FD-300C4EA8598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18889" y="1975999"/>
                <a:ext cx="548640" cy="30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D6680482-5D87-5E5B-E1B8-11AC3D3CCBAF}"/>
                  </a:ext>
                </a:extLst>
              </p14:cNvPr>
              <p14:cNvContentPartPr/>
              <p14:nvPr/>
            </p14:nvContentPartPr>
            <p14:xfrm>
              <a:off x="1570969" y="4616599"/>
              <a:ext cx="1915920" cy="141732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D6680482-5D87-5E5B-E1B8-11AC3D3CCBA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61969" y="4607959"/>
                <a:ext cx="1933560" cy="143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238192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E05F50-F8E5-4F4D-AF16-B9F9150C329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>
                <a:sym typeface="Huawei Sans" panose="020C0503030203020204" pitchFamily="34" charset="0"/>
              </a:rPr>
              <a:t>推送数据格式定义 </a:t>
            </a:r>
            <a:r>
              <a:rPr lang="en-US" altLang="zh-CN">
                <a:sym typeface="Huawei Sans" panose="020C0503030203020204" pitchFamily="34" charset="0"/>
              </a:rPr>
              <a:t>(</a:t>
            </a:r>
            <a:r>
              <a:rPr lang="zh-CN" altLang="en-US">
                <a:sym typeface="Huawei Sans" panose="020C0503030203020204" pitchFamily="34" charset="0"/>
              </a:rPr>
              <a:t>基于</a:t>
            </a:r>
            <a:r>
              <a:rPr lang="en-US" altLang="zh-CN">
                <a:sym typeface="Huawei Sans" panose="020C0503030203020204" pitchFamily="34" charset="0"/>
              </a:rPr>
              <a:t>UDP</a:t>
            </a:r>
            <a:r>
              <a:rPr lang="zh-CN" altLang="en-US">
                <a:sym typeface="Huawei Sans" panose="020C0503030203020204" pitchFamily="34" charset="0"/>
              </a:rPr>
              <a:t>协议</a:t>
            </a:r>
            <a:r>
              <a:rPr lang="en-US" altLang="zh-CN">
                <a:sym typeface="Huawei Sans" panose="020C0503030203020204" pitchFamily="34" charset="0"/>
              </a:rPr>
              <a:t>)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>
                <a:sym typeface="Huawei Sans" panose="020C0503030203020204" pitchFamily="34" charset="0"/>
              </a:rPr>
              <a:t>基于</a:t>
            </a:r>
            <a:r>
              <a:rPr lang="en-US" altLang="zh-CN" sz="1800" dirty="0">
                <a:sym typeface="Huawei Sans" panose="020C0503030203020204" pitchFamily="34" charset="0"/>
              </a:rPr>
              <a:t>UDP</a:t>
            </a:r>
            <a:r>
              <a:rPr lang="zh-CN" altLang="en-US" sz="1800" dirty="0">
                <a:sym typeface="Huawei Sans" panose="020C0503030203020204" pitchFamily="34" charset="0"/>
              </a:rPr>
              <a:t>的推送数据格式如下：</a:t>
            </a: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6DDD7374-865A-41ED-B557-4CF415F336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0339207"/>
              </p:ext>
            </p:extLst>
          </p:nvPr>
        </p:nvGraphicFramePr>
        <p:xfrm>
          <a:off x="582379" y="1719154"/>
          <a:ext cx="11027241" cy="3000681"/>
        </p:xfrm>
        <a:graphic>
          <a:graphicData uri="http://schemas.openxmlformats.org/drawingml/2006/table">
            <a:tbl>
              <a:tblPr firstRow="1" firstCol="1" bandRow="1"/>
              <a:tblGrid>
                <a:gridCol w="9131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0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337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3650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层次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说明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731">
                <a:tc gridSpan="2">
                  <a:txBody>
                    <a:bodyPr/>
                    <a:lstStyle/>
                    <a:p>
                      <a:pPr marL="0" lvl="0" indent="0" algn="l" defTabSz="914034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r>
                        <a:rPr lang="en-US" sz="13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UDP</a:t>
                      </a:r>
                      <a:r>
                        <a:rPr lang="zh-CN" sz="13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层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defTabSz="914034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r>
                        <a:rPr lang="zh-CN" sz="13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底层通信协议，基于</a:t>
                      </a:r>
                      <a:r>
                        <a:rPr lang="en-US" altLang="zh-CN" sz="13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UDP</a:t>
                      </a:r>
                      <a:r>
                        <a:rPr lang="zh-CN" altLang="en-US" sz="13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无连接。</a:t>
                      </a:r>
                      <a:endParaRPr lang="zh-CN" sz="1300" kern="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731">
                <a:tc gridSpan="2">
                  <a:txBody>
                    <a:bodyPr/>
                    <a:lstStyle/>
                    <a:p>
                      <a:pPr marL="0" lvl="0" indent="0" algn="l" defTabSz="914034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r>
                        <a:rPr lang="en-US" sz="13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DTLS</a:t>
                      </a:r>
                      <a:r>
                        <a:rPr lang="zh-CN" sz="13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层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defTabSz="914034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r>
                        <a:rPr lang="zh-CN" sz="13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该层是可选的，基于</a:t>
                      </a:r>
                      <a:r>
                        <a:rPr lang="en-US" sz="13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TLS 1.2</a:t>
                      </a:r>
                      <a:r>
                        <a:rPr lang="zh-CN" sz="13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加密通道和双向证书认证等。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0746">
                <a:tc gridSpan="2">
                  <a:txBody>
                    <a:bodyPr/>
                    <a:lstStyle/>
                    <a:p>
                      <a:pPr marL="0" lvl="0" indent="0" algn="l" defTabSz="914034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endParaRPr lang="en-US" altLang="zh-CN" sz="1300" kern="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  <a:p>
                      <a:pPr marL="0" lvl="0" indent="0" algn="l" defTabSz="914034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endParaRPr lang="en-US" altLang="zh-CN" sz="1300" kern="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  <a:p>
                      <a:pPr marL="0" lvl="0" indent="0" algn="l" defTabSz="914034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endParaRPr lang="en-US" altLang="zh-CN" sz="1300" kern="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  <a:p>
                      <a:pPr marL="0" lvl="0" indent="0" algn="l" defTabSz="914034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r>
                        <a:rPr lang="zh-CN" altLang="en-US" sz="13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消息头层</a:t>
                      </a:r>
                      <a:endParaRPr lang="zh-CN" sz="1300" kern="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defTabSz="914034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r>
                        <a:rPr lang="zh-CN" altLang="en-US" sz="13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描述</a:t>
                      </a:r>
                      <a:r>
                        <a:rPr lang="en-US" altLang="zh-CN" sz="13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Telemetry</a:t>
                      </a:r>
                      <a:r>
                        <a:rPr lang="zh-CN" altLang="en-US" sz="13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上送数据的消息头格式。</a:t>
                      </a:r>
                      <a:r>
                        <a:rPr lang="en-US" altLang="zh-CN" sz="1300" kern="0" dirty="0" err="1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ietf</a:t>
                      </a:r>
                      <a:r>
                        <a:rPr lang="zh-CN" altLang="en-US" sz="13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草案定义：</a:t>
                      </a:r>
                      <a:endParaRPr lang="en-US" altLang="zh-CN" sz="1300" kern="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  <a:p>
                      <a:pPr marL="0" lvl="0" indent="0" algn="l" defTabSz="914034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r>
                        <a:rPr lang="en-US" altLang="zh-CN" sz="13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https://datatracker.ietf.org/doc/draft-ietf-netconf-udp-pub-channel/01/?include_text=1</a:t>
                      </a:r>
                    </a:p>
                    <a:p>
                      <a:pPr marL="0" lvl="0" indent="0" algn="l" defTabSz="914034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r>
                        <a:rPr lang="zh-CN" altLang="en-US" sz="13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草案有</a:t>
                      </a:r>
                      <a:r>
                        <a:rPr lang="en-US" altLang="zh-CN" sz="13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00~05</a:t>
                      </a:r>
                      <a:r>
                        <a:rPr lang="zh-CN" altLang="en-US" sz="13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共</a:t>
                      </a:r>
                      <a:r>
                        <a:rPr lang="en-US" altLang="zh-CN" sz="13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6</a:t>
                      </a:r>
                      <a:r>
                        <a:rPr lang="zh-CN" altLang="en-US" sz="13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个版本，当前</a:t>
                      </a:r>
                      <a:r>
                        <a:rPr lang="en-US" altLang="zh-CN" sz="13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Telemetry</a:t>
                      </a:r>
                      <a:r>
                        <a:rPr lang="zh-CN" altLang="en-US" sz="13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的实现是按照</a:t>
                      </a:r>
                      <a:r>
                        <a:rPr lang="en-US" altLang="zh-CN" sz="13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01</a:t>
                      </a:r>
                      <a:r>
                        <a:rPr lang="zh-CN" altLang="en-US" sz="13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版本做的。</a:t>
                      </a:r>
                      <a:endParaRPr lang="en-US" altLang="zh-CN" sz="1300" kern="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731">
                <a:tc rowSpan="2">
                  <a:txBody>
                    <a:bodyPr/>
                    <a:lstStyle/>
                    <a:p>
                      <a:pPr marL="0" lvl="0" indent="0" algn="l" defTabSz="914034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endParaRPr lang="en-US" altLang="zh-CN" sz="1300" kern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  <a:p>
                      <a:pPr marL="0" lvl="0" indent="0" algn="l" defTabSz="914034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r>
                        <a:rPr lang="zh-CN" altLang="en-US" sz="1300" kern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通知</a:t>
                      </a:r>
                      <a:r>
                        <a:rPr lang="zh-CN" altLang="en-US" sz="13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消息层</a:t>
                      </a:r>
                      <a:endParaRPr lang="zh-CN" sz="1300" kern="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defTabSz="914034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r>
                        <a:rPr lang="en-US" sz="13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Telemetry</a:t>
                      </a:r>
                      <a:r>
                        <a:rPr lang="zh-CN" sz="13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defTabSz="914034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r>
                        <a:rPr lang="zh-CN" sz="13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在</a:t>
                      </a:r>
                      <a:r>
                        <a:rPr lang="en-US" sz="1300" kern="0" dirty="0" err="1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huawei-telemetry.proto</a:t>
                      </a:r>
                      <a:r>
                        <a:rPr lang="zh-CN" sz="13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文件中定义。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95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defTabSz="914034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endParaRPr lang="en-US" altLang="zh-CN" sz="1300" kern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  <a:p>
                      <a:pPr marL="0" lvl="0" indent="0" algn="l" defTabSz="914034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r>
                        <a:rPr lang="zh-CN" sz="1300" kern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业务</a:t>
                      </a:r>
                      <a:r>
                        <a:rPr lang="zh-CN" sz="13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数据层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defTabSz="914034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r>
                        <a:rPr lang="zh-CN" altLang="en-US" sz="13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业务层数据内容将根据相应的业务</a:t>
                      </a:r>
                      <a:r>
                        <a:rPr lang="en-US" altLang="zh-CN" sz="13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proto</a:t>
                      </a:r>
                      <a:r>
                        <a:rPr lang="zh-CN" altLang="en-US" sz="13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文件进行</a:t>
                      </a:r>
                      <a:r>
                        <a:rPr lang="en-US" altLang="zh-CN" sz="13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GPB</a:t>
                      </a:r>
                      <a:r>
                        <a:rPr lang="zh-CN" altLang="en-US" sz="13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编码；将来网管解码时，也需要使用相应的业务</a:t>
                      </a:r>
                      <a:r>
                        <a:rPr lang="en-US" altLang="zh-CN" sz="13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proto</a:t>
                      </a:r>
                      <a:r>
                        <a:rPr lang="zh-CN" altLang="en-US" sz="13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文件进行解码。例如：</a:t>
                      </a:r>
                      <a:r>
                        <a:rPr lang="zh-CN" sz="13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当</a:t>
                      </a:r>
                      <a:r>
                        <a:rPr lang="zh-CN" altLang="en-US" sz="13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采样路径为</a:t>
                      </a:r>
                      <a:r>
                        <a:rPr lang="en-US" altLang="zh-CN" sz="1300" kern="0" dirty="0" err="1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huawei-debug:debug</a:t>
                      </a:r>
                      <a:r>
                        <a:rPr lang="en-US" altLang="zh-CN" sz="13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/</a:t>
                      </a:r>
                      <a:r>
                        <a:rPr lang="en-US" altLang="zh-CN" sz="1300" kern="0" dirty="0" err="1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cpu-infos</a:t>
                      </a:r>
                      <a:r>
                        <a:rPr lang="en-US" altLang="zh-CN" sz="13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/</a:t>
                      </a:r>
                      <a:r>
                        <a:rPr lang="en-US" altLang="zh-CN" sz="1300" kern="0" dirty="0" err="1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cpu</a:t>
                      </a:r>
                      <a:r>
                        <a:rPr lang="en-US" altLang="zh-CN" sz="13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-info</a:t>
                      </a:r>
                      <a:r>
                        <a:rPr lang="zh-CN" altLang="en-US" sz="13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时，需要通过</a:t>
                      </a:r>
                      <a:r>
                        <a:rPr lang="en-US" altLang="zh-CN" sz="1300" kern="0" dirty="0" err="1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huawei-debug.proto</a:t>
                      </a:r>
                      <a:r>
                        <a:rPr lang="zh-CN" altLang="en-US" sz="1300" kern="0" dirty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文件进行编解码。</a:t>
                      </a:r>
                      <a:endParaRPr lang="zh-CN" sz="1300" kern="0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文本占位符 3"/>
          <p:cNvSpPr txBox="1">
            <a:spLocks/>
          </p:cNvSpPr>
          <p:nvPr/>
        </p:nvSpPr>
        <p:spPr bwMode="gray">
          <a:xfrm>
            <a:off x="468317" y="1245063"/>
            <a:ext cx="11276183" cy="4680000"/>
          </a:xfrm>
          <a:prstGeom prst="rect">
            <a:avLst/>
          </a:prstGeom>
        </p:spPr>
        <p:txBody>
          <a:bodyPr/>
          <a:lstStyle>
            <a:lvl1pPr marL="302279" indent="-302279" algn="l" defTabSz="914034" rtl="0" eaLnBrk="1" latinLnBrk="0" hangingPunct="1">
              <a:lnSpc>
                <a:spcPct val="140000"/>
              </a:lnSpc>
              <a:spcBef>
                <a:spcPts val="792"/>
              </a:spcBef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8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" name="燕尾形 27">
            <a:extLst>
              <a:ext uri="{FF2B5EF4-FFF2-40B4-BE49-F238E27FC236}">
                <a16:creationId xmlns:a16="http://schemas.microsoft.com/office/drawing/2014/main" id="{178DA290-551B-48C7-AD29-D92C57541F4D}"/>
              </a:ext>
            </a:extLst>
          </p:cNvPr>
          <p:cNvSpPr/>
          <p:nvPr/>
        </p:nvSpPr>
        <p:spPr bwMode="gray">
          <a:xfrm>
            <a:off x="10835310" y="124239"/>
            <a:ext cx="912190" cy="21240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数据推送</a:t>
            </a:r>
            <a:endParaRPr lang="en-US" altLang="zh-CN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15" name="燕尾形 27">
            <a:extLst>
              <a:ext uri="{FF2B5EF4-FFF2-40B4-BE49-F238E27FC236}">
                <a16:creationId xmlns:a16="http://schemas.microsoft.com/office/drawing/2014/main" id="{59E12A5D-2A60-4046-84E2-6E08AB5684E2}"/>
              </a:ext>
            </a:extLst>
          </p:cNvPr>
          <p:cNvSpPr/>
          <p:nvPr/>
        </p:nvSpPr>
        <p:spPr bwMode="gray">
          <a:xfrm>
            <a:off x="9992932" y="124239"/>
            <a:ext cx="91219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数据生成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" name="燕尾形 27">
            <a:extLst>
              <a:ext uri="{FF2B5EF4-FFF2-40B4-BE49-F238E27FC236}">
                <a16:creationId xmlns:a16="http://schemas.microsoft.com/office/drawing/2014/main" id="{C05201DC-B48F-4CCE-B9CF-C5B5668A42D5}"/>
              </a:ext>
            </a:extLst>
          </p:cNvPr>
          <p:cNvSpPr/>
          <p:nvPr/>
        </p:nvSpPr>
        <p:spPr bwMode="gray">
          <a:xfrm>
            <a:off x="9150553" y="124239"/>
            <a:ext cx="91219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数据订阅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五边形 16"/>
          <p:cNvSpPr/>
          <p:nvPr/>
        </p:nvSpPr>
        <p:spPr bwMode="gray">
          <a:xfrm>
            <a:off x="8407119" y="119698"/>
            <a:ext cx="813245" cy="21240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数据源</a:t>
            </a:r>
          </a:p>
        </p:txBody>
      </p:sp>
    </p:spTree>
    <p:extLst>
      <p:ext uri="{BB962C8B-B14F-4D97-AF65-F5344CB8AC3E}">
        <p14:creationId xmlns:p14="http://schemas.microsoft.com/office/powerpoint/2010/main" val="40835944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Telemetry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概述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Telemetry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技术原理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b="1" dirty="0">
                <a:sym typeface="Huawei Sans" panose="020C0503030203020204" pitchFamily="34" charset="0"/>
              </a:rPr>
              <a:t>Telemetry</a:t>
            </a:r>
            <a:r>
              <a:rPr lang="zh-CN" altLang="en-US" b="1" dirty="0">
                <a:sym typeface="Huawei Sans" panose="020C0503030203020204" pitchFamily="34" charset="0"/>
              </a:rPr>
              <a:t>配置与实践</a:t>
            </a:r>
          </a:p>
        </p:txBody>
      </p:sp>
    </p:spTree>
    <p:extLst>
      <p:ext uri="{BB962C8B-B14F-4D97-AF65-F5344CB8AC3E}">
        <p14:creationId xmlns:p14="http://schemas.microsoft.com/office/powerpoint/2010/main" val="4684503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8D19C945-FB7C-43B3-9617-D7EAE256D0BC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>
                <a:sym typeface="Huawei Sans" panose="020C0503030203020204" pitchFamily="34" charset="0"/>
              </a:rPr>
              <a:t>案例：配置</a:t>
            </a:r>
            <a:r>
              <a:rPr lang="en-US" altLang="zh-CN">
                <a:sym typeface="Huawei Sans" panose="020C0503030203020204" pitchFamily="34" charset="0"/>
              </a:rPr>
              <a:t>Telemetry</a:t>
            </a:r>
            <a:r>
              <a:rPr lang="zh-CN" altLang="en-US">
                <a:sym typeface="Huawei Sans" panose="020C0503030203020204" pitchFamily="34" charset="0"/>
              </a:rPr>
              <a:t>静态订阅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>
                <a:sym typeface="Huawei Sans" panose="020C0503030203020204" pitchFamily="34" charset="0"/>
              </a:rPr>
              <a:t>案例描述：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pPr lvl="1"/>
            <a:r>
              <a:rPr lang="zh-CN" altLang="zh-CN" sz="1600" dirty="0">
                <a:sym typeface="Huawei Sans" panose="020C0503030203020204" pitchFamily="34" charset="0"/>
              </a:rPr>
              <a:t>某公司现有一台</a:t>
            </a:r>
            <a:r>
              <a:rPr lang="en-US" altLang="zh-CN" sz="1600" dirty="0">
                <a:sym typeface="Huawei Sans" panose="020C0503030203020204" pitchFamily="34" charset="0"/>
              </a:rPr>
              <a:t>CE12800</a:t>
            </a:r>
            <a:r>
              <a:rPr lang="zh-CN" altLang="zh-CN" sz="1600" dirty="0">
                <a:sym typeface="Huawei Sans" panose="020C0503030203020204" pitchFamily="34" charset="0"/>
              </a:rPr>
              <a:t>设备，管理</a:t>
            </a:r>
            <a:r>
              <a:rPr lang="en-US" altLang="zh-CN" sz="1600" dirty="0">
                <a:sym typeface="Huawei Sans" panose="020C0503030203020204" pitchFamily="34" charset="0"/>
              </a:rPr>
              <a:t>IP</a:t>
            </a:r>
            <a:r>
              <a:rPr lang="zh-CN" altLang="zh-CN" sz="1600" dirty="0">
                <a:sym typeface="Huawei Sans" panose="020C0503030203020204" pitchFamily="34" charset="0"/>
              </a:rPr>
              <a:t>地址为</a:t>
            </a:r>
            <a:r>
              <a:rPr lang="en-US" altLang="zh-CN" sz="1600" dirty="0">
                <a:sym typeface="Huawei Sans" panose="020C0503030203020204" pitchFamily="34" charset="0"/>
              </a:rPr>
              <a:t>192.168.56.100</a:t>
            </a:r>
            <a:r>
              <a:rPr lang="zh-CN" altLang="zh-CN" sz="1600" dirty="0">
                <a:sym typeface="Huawei Sans" panose="020C0503030203020204" pitchFamily="34" charset="0"/>
              </a:rPr>
              <a:t>。为了更好的采集设备性能数据，现在要求通过</a:t>
            </a:r>
            <a:r>
              <a:rPr lang="en-US" altLang="zh-CN" sz="1600" dirty="0">
                <a:sym typeface="Huawei Sans" panose="020C0503030203020204" pitchFamily="34" charset="0"/>
              </a:rPr>
              <a:t>Telemetry</a:t>
            </a:r>
            <a:r>
              <a:rPr lang="zh-CN" altLang="zh-CN" sz="1600" dirty="0">
                <a:sym typeface="Huawei Sans" panose="020C0503030203020204" pitchFamily="34" charset="0"/>
              </a:rPr>
              <a:t>静态订阅方式，设备推送</a:t>
            </a:r>
            <a:r>
              <a:rPr lang="en-US" altLang="zh-CN" sz="1600" dirty="0">
                <a:sym typeface="Huawei Sans" panose="020C0503030203020204" pitchFamily="34" charset="0"/>
              </a:rPr>
              <a:t>CPU</a:t>
            </a:r>
            <a:r>
              <a:rPr lang="zh-CN" altLang="zh-CN" sz="1600" dirty="0">
                <a:sym typeface="Huawei Sans" panose="020C0503030203020204" pitchFamily="34" charset="0"/>
              </a:rPr>
              <a:t>信息到服务端。</a:t>
            </a:r>
          </a:p>
          <a:p>
            <a:pPr lvl="1"/>
            <a:endParaRPr lang="en-US" altLang="zh-CN" sz="1600" dirty="0">
              <a:sym typeface="Huawei Sans" panose="020C0503030203020204" pitchFamily="34" charset="0"/>
            </a:endParaRPr>
          </a:p>
          <a:p>
            <a:pPr lvl="1"/>
            <a:endParaRPr lang="zh-CN" altLang="en-US" sz="1600" dirty="0">
              <a:sym typeface="Huawei Sans" panose="020C0503030203020204" pitchFamily="34" charset="0"/>
            </a:endParaRPr>
          </a:p>
          <a:p>
            <a:endParaRPr lang="en-US" altLang="zh-CN" sz="1800" dirty="0">
              <a:sym typeface="Huawei Sans" panose="020C0503030203020204" pitchFamily="34" charset="0"/>
            </a:endParaRPr>
          </a:p>
          <a:p>
            <a:endParaRPr lang="en-US" altLang="zh-CN" sz="1800" dirty="0">
              <a:sym typeface="Huawei Sans" panose="020C0503030203020204" pitchFamily="34" charset="0"/>
            </a:endParaRPr>
          </a:p>
          <a:p>
            <a:endParaRPr lang="en-US" altLang="zh-CN" sz="1800" dirty="0">
              <a:sym typeface="Huawei Sans" panose="020C0503030203020204" pitchFamily="34" charset="0"/>
            </a:endParaRPr>
          </a:p>
          <a:p>
            <a:endParaRPr lang="en-US" altLang="zh-CN" sz="1800" dirty="0">
              <a:sym typeface="Huawei Sans" panose="020C0503030203020204" pitchFamily="34" charset="0"/>
            </a:endParaRPr>
          </a:p>
        </p:txBody>
      </p: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1D3C8CF5-5A8D-4753-9D94-EEA573CC72CB}"/>
              </a:ext>
            </a:extLst>
          </p:cNvPr>
          <p:cNvGrpSpPr/>
          <p:nvPr/>
        </p:nvGrpSpPr>
        <p:grpSpPr bwMode="gray">
          <a:xfrm>
            <a:off x="2100011" y="3296800"/>
            <a:ext cx="7603975" cy="1210928"/>
            <a:chOff x="1990164" y="1344713"/>
            <a:chExt cx="7603975" cy="1210928"/>
          </a:xfrm>
        </p:grpSpPr>
        <p:sp>
          <p:nvSpPr>
            <p:cNvPr id="90" name="矩形: 圆角 23">
              <a:extLst>
                <a:ext uri="{FF2B5EF4-FFF2-40B4-BE49-F238E27FC236}">
                  <a16:creationId xmlns:a16="http://schemas.microsoft.com/office/drawing/2014/main" id="{FCA78E05-2E38-43E2-B379-4EC2C561C5AA}"/>
                </a:ext>
              </a:extLst>
            </p:cNvPr>
            <p:cNvSpPr/>
            <p:nvPr/>
          </p:nvSpPr>
          <p:spPr bwMode="gray">
            <a:xfrm>
              <a:off x="1990164" y="1344713"/>
              <a:ext cx="7603975" cy="121092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56C4D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pic>
          <p:nvPicPr>
            <p:cNvPr id="91" name="图片 90">
              <a:extLst>
                <a:ext uri="{FF2B5EF4-FFF2-40B4-BE49-F238E27FC236}">
                  <a16:creationId xmlns:a16="http://schemas.microsoft.com/office/drawing/2014/main" id="{865642D9-F5C4-4F05-AB6D-EC41C4249A54}"/>
                </a:ext>
              </a:extLst>
            </p:cNvPr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3645279" y="1877723"/>
              <a:ext cx="540000" cy="442800"/>
            </a:xfrm>
            <a:prstGeom prst="rect">
              <a:avLst/>
            </a:prstGeom>
          </p:spPr>
        </p:pic>
        <p:pic>
          <p:nvPicPr>
            <p:cNvPr id="92" name="图片 91" descr="PC.png">
              <a:extLst>
                <a:ext uri="{FF2B5EF4-FFF2-40B4-BE49-F238E27FC236}">
                  <a16:creationId xmlns:a16="http://schemas.microsoft.com/office/drawing/2014/main" id="{FAF8B3F2-9812-44D2-88D0-3D714BD62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 bwMode="gray">
            <a:xfrm>
              <a:off x="7115207" y="1888868"/>
              <a:ext cx="539063" cy="414000"/>
            </a:xfrm>
            <a:prstGeom prst="rect">
              <a:avLst/>
            </a:prstGeom>
          </p:spPr>
        </p:pic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4E6C53B9-8234-4E7F-B6A4-301B84C20E21}"/>
                </a:ext>
              </a:extLst>
            </p:cNvPr>
            <p:cNvCxnSpPr>
              <a:cxnSpLocks/>
              <a:stCxn id="92" idx="1"/>
              <a:endCxn id="91" idx="3"/>
            </p:cNvCxnSpPr>
            <p:nvPr/>
          </p:nvCxnSpPr>
          <p:spPr bwMode="gray">
            <a:xfrm flipH="1">
              <a:off x="4185279" y="2095868"/>
              <a:ext cx="2929928" cy="325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B9781689-051C-471B-87F8-A16330B40AE4}"/>
                </a:ext>
              </a:extLst>
            </p:cNvPr>
            <p:cNvSpPr txBox="1"/>
            <p:nvPr/>
          </p:nvSpPr>
          <p:spPr bwMode="gray">
            <a:xfrm>
              <a:off x="4356796" y="1721532"/>
              <a:ext cx="851515" cy="307777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GE1/0/0</a:t>
              </a:r>
              <a:endPara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FDEB4104-2868-4CDC-B074-9C4E6F60E61A}"/>
                </a:ext>
              </a:extLst>
            </p:cNvPr>
            <p:cNvSpPr txBox="1"/>
            <p:nvPr/>
          </p:nvSpPr>
          <p:spPr bwMode="gray">
            <a:xfrm>
              <a:off x="6775439" y="1410100"/>
              <a:ext cx="1218603" cy="307777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192.168.56.1</a:t>
              </a:r>
              <a:endPara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id="{AD9C5971-1048-41C8-9BC0-07A2BCA40623}"/>
                </a:ext>
              </a:extLst>
            </p:cNvPr>
            <p:cNvSpPr txBox="1"/>
            <p:nvPr/>
          </p:nvSpPr>
          <p:spPr bwMode="gray">
            <a:xfrm>
              <a:off x="3924807" y="1410100"/>
              <a:ext cx="1420582" cy="307777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192.168.56.100</a:t>
              </a:r>
              <a:endPara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77A4502C-F66C-4C6A-81AF-DBD4FF816CA0}"/>
                </a:ext>
              </a:extLst>
            </p:cNvPr>
            <p:cNvSpPr txBox="1"/>
            <p:nvPr/>
          </p:nvSpPr>
          <p:spPr bwMode="gray">
            <a:xfrm>
              <a:off x="2303741" y="1950177"/>
              <a:ext cx="1005403" cy="338554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网络设备</a:t>
              </a:r>
            </a:p>
          </p:txBody>
        </p: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B885BED1-0EC0-435F-AECC-01CB43FD768C}"/>
                </a:ext>
              </a:extLst>
            </p:cNvPr>
            <p:cNvSpPr txBox="1"/>
            <p:nvPr/>
          </p:nvSpPr>
          <p:spPr bwMode="gray">
            <a:xfrm>
              <a:off x="7655436" y="1950177"/>
              <a:ext cx="1863011" cy="584775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采集器</a:t>
              </a:r>
              <a:endPara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 algn="ctr"/>
              <a:r>
                <a:rPr lang="zh-CN" altLang="en-US" sz="16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（本例为本地</a:t>
              </a:r>
              <a:r>
                <a:rPr lang="en-US" altLang="zh-CN" sz="16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PC</a:t>
              </a:r>
              <a:r>
                <a:rPr lang="zh-CN" altLang="en-US" sz="16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21149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8D19C945-FB7C-43B3-9617-D7EAE256D0BC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>
                <a:sym typeface="Huawei Sans" panose="020C0503030203020204" pitchFamily="34" charset="0"/>
              </a:rPr>
              <a:t>配置思路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>
          <a:xfrm>
            <a:off x="455613" y="3120483"/>
            <a:ext cx="5611892" cy="2761185"/>
          </a:xfrm>
        </p:spPr>
        <p:txBody>
          <a:bodyPr/>
          <a:lstStyle/>
          <a:p>
            <a:r>
              <a:rPr lang="zh-CN" altLang="en-US" sz="1600" dirty="0">
                <a:sym typeface="Huawei Sans" panose="020C0503030203020204" pitchFamily="34" charset="0"/>
              </a:rPr>
              <a:t>设备的配置：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400" dirty="0">
                <a:sym typeface="Huawei Sans" panose="020C0503030203020204" pitchFamily="34" charset="0"/>
              </a:rPr>
              <a:t>进入</a:t>
            </a:r>
            <a:r>
              <a:rPr lang="en-US" altLang="zh-CN" sz="1400" dirty="0">
                <a:sym typeface="Huawei Sans" panose="020C0503030203020204" pitchFamily="34" charset="0"/>
              </a:rPr>
              <a:t>Telemetry</a:t>
            </a:r>
            <a:r>
              <a:rPr lang="zh-CN" altLang="en-US" sz="1400" dirty="0">
                <a:sym typeface="Huawei Sans" panose="020C0503030203020204" pitchFamily="34" charset="0"/>
              </a:rPr>
              <a:t>视图</a:t>
            </a:r>
            <a:endParaRPr lang="en-US" altLang="zh-CN" sz="14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400" dirty="0">
                <a:sym typeface="Huawei Sans" panose="020C0503030203020204" pitchFamily="34" charset="0"/>
              </a:rPr>
              <a:t>配置设备推送目标</a:t>
            </a:r>
            <a:endParaRPr lang="en-US" altLang="zh-CN" sz="14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400" dirty="0">
                <a:sym typeface="Huawei Sans" panose="020C0503030203020204" pitchFamily="34" charset="0"/>
              </a:rPr>
              <a:t>配置设备采样数据</a:t>
            </a:r>
            <a:endParaRPr lang="en-US" altLang="zh-CN" sz="14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400" dirty="0">
                <a:sym typeface="Huawei Sans" panose="020C0503030203020204" pitchFamily="34" charset="0"/>
              </a:rPr>
              <a:t>创建静态订阅</a:t>
            </a:r>
          </a:p>
        </p:txBody>
      </p:sp>
      <p:sp>
        <p:nvSpPr>
          <p:cNvPr id="100" name="文本占位符 2"/>
          <p:cNvSpPr txBox="1">
            <a:spLocks/>
          </p:cNvSpPr>
          <p:nvPr/>
        </p:nvSpPr>
        <p:spPr bwMode="gray">
          <a:xfrm>
            <a:off x="6067504" y="3120483"/>
            <a:ext cx="5649912" cy="2625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fontAlgn="base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21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lvl="1" indent="-251899" defTabSz="914034" fontAlgn="base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defTabSz="914034" fontAlgn="base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marL="1399840" indent="-197921" defTabSz="914034" fontAlgn="base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defTabSz="914034" fontAlgn="base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  <a:lvl6pPr marL="2513594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6pPr>
            <a:lvl7pPr marL="2970611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7pPr>
            <a:lvl8pPr marL="3427628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8pPr>
            <a:lvl9pPr marL="3884646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9pPr>
          </a:lstStyle>
          <a:p>
            <a:r>
              <a:rPr lang="zh-CN" altLang="en-US" sz="1600" dirty="0">
                <a:sym typeface="Huawei Sans" panose="020C0503030203020204" pitchFamily="34" charset="0"/>
              </a:rPr>
              <a:t>采集器的配置：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400" dirty="0">
                <a:sym typeface="Huawei Sans" panose="020C0503030203020204" pitchFamily="34" charset="0"/>
              </a:rPr>
              <a:t>准备并编译</a:t>
            </a:r>
            <a:r>
              <a:rPr lang="en-US" altLang="zh-CN" sz="1400" dirty="0">
                <a:sym typeface="Huawei Sans" panose="020C0503030203020204" pitchFamily="34" charset="0"/>
              </a:rPr>
              <a:t>proto</a:t>
            </a:r>
            <a:r>
              <a:rPr lang="zh-CN" altLang="en-US" sz="1400" dirty="0">
                <a:sym typeface="Huawei Sans" panose="020C0503030203020204" pitchFamily="34" charset="0"/>
              </a:rPr>
              <a:t>文件</a:t>
            </a:r>
            <a:endParaRPr lang="en-US" altLang="zh-CN" sz="14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400" dirty="0">
                <a:sym typeface="Huawei Sans" panose="020C0503030203020204" pitchFamily="34" charset="0"/>
              </a:rPr>
              <a:t>编写</a:t>
            </a:r>
            <a:r>
              <a:rPr lang="en-US" altLang="zh-CN" sz="1400" dirty="0">
                <a:sym typeface="Huawei Sans" panose="020C0503030203020204" pitchFamily="34" charset="0"/>
              </a:rPr>
              <a:t>Python</a:t>
            </a:r>
            <a:r>
              <a:rPr lang="zh-CN" altLang="en-US" sz="1400" dirty="0">
                <a:sym typeface="Huawei Sans" panose="020C0503030203020204" pitchFamily="34" charset="0"/>
              </a:rPr>
              <a:t>代码</a:t>
            </a:r>
            <a:r>
              <a:rPr lang="en-US" altLang="zh-CN" sz="1400" dirty="0">
                <a:sym typeface="Huawei Sans" panose="020C0503030203020204" pitchFamily="34" charset="0"/>
              </a:rPr>
              <a:t>:</a:t>
            </a:r>
            <a:r>
              <a:rPr lang="zh-CN" altLang="en-US" sz="1400" dirty="0">
                <a:sym typeface="Huawei Sans" panose="020C0503030203020204" pitchFamily="34" charset="0"/>
              </a:rPr>
              <a:t>导入模块，创建</a:t>
            </a:r>
            <a:r>
              <a:rPr lang="en-US" altLang="zh-CN" sz="1400" dirty="0" err="1">
                <a:sym typeface="Huawei Sans" panose="020C0503030203020204" pitchFamily="34" charset="0"/>
              </a:rPr>
              <a:t>gRPC</a:t>
            </a:r>
            <a:r>
              <a:rPr lang="zh-CN" altLang="en-US" sz="1400" dirty="0">
                <a:sym typeface="Huawei Sans" panose="020C0503030203020204" pitchFamily="34" charset="0"/>
              </a:rPr>
              <a:t>服务器，获取</a:t>
            </a:r>
            <a:r>
              <a:rPr lang="en-US" altLang="zh-CN" sz="1400" dirty="0">
                <a:sym typeface="Huawei Sans" panose="020C0503030203020204" pitchFamily="34" charset="0"/>
              </a:rPr>
              <a:t>Telemetry</a:t>
            </a:r>
            <a:r>
              <a:rPr lang="zh-CN" altLang="en-US" sz="1400" dirty="0">
                <a:sym typeface="Huawei Sans" panose="020C0503030203020204" pitchFamily="34" charset="0"/>
              </a:rPr>
              <a:t>数据，解码</a:t>
            </a:r>
            <a:r>
              <a:rPr lang="en-US" altLang="zh-CN" sz="1400" dirty="0">
                <a:sym typeface="Huawei Sans" panose="020C0503030203020204" pitchFamily="34" charset="0"/>
              </a:rPr>
              <a:t>Telemetry</a:t>
            </a:r>
            <a:r>
              <a:rPr lang="zh-CN" altLang="en-US" sz="1400" dirty="0">
                <a:sym typeface="Huawei Sans" panose="020C0503030203020204" pitchFamily="34" charset="0"/>
              </a:rPr>
              <a:t>数据</a:t>
            </a:r>
            <a:endParaRPr lang="en-US" altLang="zh-CN" sz="1400" dirty="0">
              <a:sym typeface="Huawei Sans" panose="020C0503030203020204" pitchFamily="34" charset="0"/>
            </a:endParaRPr>
          </a:p>
          <a:p>
            <a:pPr lvl="1"/>
            <a:endParaRPr lang="en-US" altLang="zh-CN" sz="1400" dirty="0">
              <a:sym typeface="Huawei Sans" panose="020C0503030203020204" pitchFamily="34" charset="0"/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1D3C8CF5-5A8D-4753-9D94-EEA573CC72CB}"/>
              </a:ext>
            </a:extLst>
          </p:cNvPr>
          <p:cNvGrpSpPr/>
          <p:nvPr/>
        </p:nvGrpSpPr>
        <p:grpSpPr bwMode="gray">
          <a:xfrm>
            <a:off x="2336300" y="1844361"/>
            <a:ext cx="7603975" cy="1210928"/>
            <a:chOff x="1990164" y="1344713"/>
            <a:chExt cx="7603975" cy="1210928"/>
          </a:xfrm>
        </p:grpSpPr>
        <p:sp>
          <p:nvSpPr>
            <p:cNvPr id="28" name="矩形: 圆角 23">
              <a:extLst>
                <a:ext uri="{FF2B5EF4-FFF2-40B4-BE49-F238E27FC236}">
                  <a16:creationId xmlns:a16="http://schemas.microsoft.com/office/drawing/2014/main" id="{FCA78E05-2E38-43E2-B379-4EC2C561C5AA}"/>
                </a:ext>
              </a:extLst>
            </p:cNvPr>
            <p:cNvSpPr/>
            <p:nvPr/>
          </p:nvSpPr>
          <p:spPr bwMode="gray">
            <a:xfrm>
              <a:off x="1990164" y="1344713"/>
              <a:ext cx="7603975" cy="121092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56C4D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865642D9-F5C4-4F05-AB6D-EC41C4249A54}"/>
                </a:ext>
              </a:extLst>
            </p:cNvPr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3645279" y="1877723"/>
              <a:ext cx="540000" cy="442800"/>
            </a:xfrm>
            <a:prstGeom prst="rect">
              <a:avLst/>
            </a:prstGeom>
          </p:spPr>
        </p:pic>
        <p:pic>
          <p:nvPicPr>
            <p:cNvPr id="30" name="图片 29" descr="PC.png">
              <a:extLst>
                <a:ext uri="{FF2B5EF4-FFF2-40B4-BE49-F238E27FC236}">
                  <a16:creationId xmlns:a16="http://schemas.microsoft.com/office/drawing/2014/main" id="{FAF8B3F2-9812-44D2-88D0-3D714BD62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 bwMode="gray">
            <a:xfrm>
              <a:off x="7115207" y="1888868"/>
              <a:ext cx="539063" cy="414000"/>
            </a:xfrm>
            <a:prstGeom prst="rect">
              <a:avLst/>
            </a:prstGeom>
          </p:spPr>
        </p:pic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4E6C53B9-8234-4E7F-B6A4-301B84C20E21}"/>
                </a:ext>
              </a:extLst>
            </p:cNvPr>
            <p:cNvCxnSpPr>
              <a:cxnSpLocks/>
              <a:stCxn id="30" idx="1"/>
              <a:endCxn id="29" idx="3"/>
            </p:cNvCxnSpPr>
            <p:nvPr/>
          </p:nvCxnSpPr>
          <p:spPr bwMode="gray">
            <a:xfrm flipH="1">
              <a:off x="4185279" y="2095868"/>
              <a:ext cx="2929928" cy="325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9781689-051C-471B-87F8-A16330B40AE4}"/>
                </a:ext>
              </a:extLst>
            </p:cNvPr>
            <p:cNvSpPr txBox="1"/>
            <p:nvPr/>
          </p:nvSpPr>
          <p:spPr bwMode="gray">
            <a:xfrm>
              <a:off x="4356796" y="1721532"/>
              <a:ext cx="851515" cy="307777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GE1/0/0</a:t>
              </a:r>
              <a:endPara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FDEB4104-2868-4CDC-B074-9C4E6F60E61A}"/>
                </a:ext>
              </a:extLst>
            </p:cNvPr>
            <p:cNvSpPr txBox="1"/>
            <p:nvPr/>
          </p:nvSpPr>
          <p:spPr bwMode="gray">
            <a:xfrm>
              <a:off x="6775439" y="1410100"/>
              <a:ext cx="1218603" cy="307777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192.168.56.1</a:t>
              </a:r>
              <a:endPara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AD9C5971-1048-41C8-9BC0-07A2BCA40623}"/>
                </a:ext>
              </a:extLst>
            </p:cNvPr>
            <p:cNvSpPr txBox="1"/>
            <p:nvPr/>
          </p:nvSpPr>
          <p:spPr bwMode="gray">
            <a:xfrm>
              <a:off x="3924807" y="1410100"/>
              <a:ext cx="1420582" cy="307777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192.168.56.100</a:t>
              </a:r>
              <a:endPara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77A4502C-F66C-4C6A-81AF-DBD4FF816CA0}"/>
                </a:ext>
              </a:extLst>
            </p:cNvPr>
            <p:cNvSpPr txBox="1"/>
            <p:nvPr/>
          </p:nvSpPr>
          <p:spPr bwMode="gray">
            <a:xfrm>
              <a:off x="2303741" y="1950177"/>
              <a:ext cx="1005403" cy="338554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网络设备</a:t>
              </a: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B885BED1-0EC0-435F-AECC-01CB43FD768C}"/>
                </a:ext>
              </a:extLst>
            </p:cNvPr>
            <p:cNvSpPr txBox="1"/>
            <p:nvPr/>
          </p:nvSpPr>
          <p:spPr bwMode="gray">
            <a:xfrm>
              <a:off x="7655436" y="1950177"/>
              <a:ext cx="1863011" cy="584775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采集器</a:t>
              </a:r>
              <a:endPara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 algn="ctr"/>
              <a:r>
                <a:rPr lang="zh-CN" altLang="en-US" sz="16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（本例为本地</a:t>
              </a:r>
              <a:r>
                <a:rPr lang="en-US" altLang="zh-CN" sz="16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PC</a:t>
              </a:r>
              <a:r>
                <a:rPr lang="zh-CN" altLang="en-US" sz="16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）</a:t>
              </a:r>
              <a:endPara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7" name="组合 6"/>
          <p:cNvGrpSpPr/>
          <p:nvPr/>
        </p:nvGrpSpPr>
        <p:grpSpPr bwMode="gray">
          <a:xfrm>
            <a:off x="1784377" y="1265272"/>
            <a:ext cx="8722245" cy="351975"/>
            <a:chOff x="2860156" y="1322655"/>
            <a:chExt cx="8722245" cy="351975"/>
          </a:xfrm>
        </p:grpSpPr>
        <p:sp>
          <p:nvSpPr>
            <p:cNvPr id="41" name="圆角矩形 11">
              <a:extLst>
                <a:ext uri="{FF2B5EF4-FFF2-40B4-BE49-F238E27FC236}">
                  <a16:creationId xmlns:a16="http://schemas.microsoft.com/office/drawing/2014/main" id="{701E0E72-A8AF-4A06-B6EF-16D484D4FF4A}"/>
                </a:ext>
              </a:extLst>
            </p:cNvPr>
            <p:cNvSpPr/>
            <p:nvPr/>
          </p:nvSpPr>
          <p:spPr bwMode="gray">
            <a:xfrm>
              <a:off x="2860156" y="1329025"/>
              <a:ext cx="958370" cy="327639"/>
            </a:xfrm>
            <a:prstGeom prst="roundRect">
              <a:avLst>
                <a:gd name="adj" fmla="val 429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配置推送</a:t>
              </a:r>
              <a:endPara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3" name="圆角矩形 11">
              <a:extLst>
                <a:ext uri="{FF2B5EF4-FFF2-40B4-BE49-F238E27FC236}">
                  <a16:creationId xmlns:a16="http://schemas.microsoft.com/office/drawing/2014/main" id="{701E0E72-A8AF-4A06-B6EF-16D484D4FF4A}"/>
                </a:ext>
              </a:extLst>
            </p:cNvPr>
            <p:cNvSpPr/>
            <p:nvPr/>
          </p:nvSpPr>
          <p:spPr bwMode="gray">
            <a:xfrm>
              <a:off x="5681925" y="1329527"/>
              <a:ext cx="1353763" cy="345103"/>
            </a:xfrm>
            <a:prstGeom prst="roundRect">
              <a:avLst>
                <a:gd name="adj" fmla="val 429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创建静态订阅</a:t>
              </a:r>
              <a:endPara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4" name="圆角矩形 11">
              <a:extLst>
                <a:ext uri="{FF2B5EF4-FFF2-40B4-BE49-F238E27FC236}">
                  <a16:creationId xmlns:a16="http://schemas.microsoft.com/office/drawing/2014/main" id="{701E0E72-A8AF-4A06-B6EF-16D484D4FF4A}"/>
                </a:ext>
              </a:extLst>
            </p:cNvPr>
            <p:cNvSpPr/>
            <p:nvPr/>
          </p:nvSpPr>
          <p:spPr bwMode="gray">
            <a:xfrm>
              <a:off x="4309586" y="1329023"/>
              <a:ext cx="942091" cy="345103"/>
            </a:xfrm>
            <a:prstGeom prst="roundRect">
              <a:avLst>
                <a:gd name="adj" fmla="val 429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配置采样</a:t>
              </a:r>
              <a:endPara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5" name="圆角矩形 12">
              <a:extLst>
                <a:ext uri="{FF2B5EF4-FFF2-40B4-BE49-F238E27FC236}">
                  <a16:creationId xmlns:a16="http://schemas.microsoft.com/office/drawing/2014/main" id="{7E1C0CD0-705F-43E8-93C5-8AA73F3C40FD}"/>
                </a:ext>
              </a:extLst>
            </p:cNvPr>
            <p:cNvSpPr/>
            <p:nvPr/>
          </p:nvSpPr>
          <p:spPr bwMode="gray">
            <a:xfrm>
              <a:off x="7456030" y="1329527"/>
              <a:ext cx="1433970" cy="345103"/>
            </a:xfrm>
            <a:prstGeom prst="roundRect">
              <a:avLst>
                <a:gd name="adj" fmla="val 429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编译</a:t>
              </a:r>
              <a:r>
                <a:rPr lang="en-US" altLang="zh-CN" sz="14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proto</a:t>
              </a:r>
              <a:r>
                <a:rPr lang="zh-CN" altLang="en-US" sz="14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文件</a:t>
              </a:r>
              <a:endPara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123AA511-BE26-485F-AC84-C8225487E8EA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842252" y="1525687"/>
              <a:ext cx="429675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123AA511-BE26-485F-AC84-C8225487E8EA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5269837" y="1525687"/>
              <a:ext cx="420341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123AA511-BE26-485F-AC84-C8225487E8EA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035688" y="1525687"/>
              <a:ext cx="420341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123AA511-BE26-485F-AC84-C8225487E8EA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897180" y="1525687"/>
              <a:ext cx="399908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0" name="圆角矩形 12">
              <a:extLst>
                <a:ext uri="{FF2B5EF4-FFF2-40B4-BE49-F238E27FC236}">
                  <a16:creationId xmlns:a16="http://schemas.microsoft.com/office/drawing/2014/main" id="{605A06C5-BF3A-417C-B6E3-668468C81F0A}"/>
                </a:ext>
              </a:extLst>
            </p:cNvPr>
            <p:cNvSpPr/>
            <p:nvPr/>
          </p:nvSpPr>
          <p:spPr bwMode="gray">
            <a:xfrm>
              <a:off x="9340045" y="1329527"/>
              <a:ext cx="915263" cy="345103"/>
            </a:xfrm>
            <a:prstGeom prst="roundRect">
              <a:avLst>
                <a:gd name="adj" fmla="val 429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编写代码</a:t>
              </a:r>
              <a:endPara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123AA511-BE26-485F-AC84-C8225487E8EA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10271871" y="1549295"/>
              <a:ext cx="399908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8" name="圆角矩形 12">
              <a:extLst>
                <a:ext uri="{FF2B5EF4-FFF2-40B4-BE49-F238E27FC236}">
                  <a16:creationId xmlns:a16="http://schemas.microsoft.com/office/drawing/2014/main" id="{605A06C5-BF3A-417C-B6E3-668468C81F0A}"/>
                </a:ext>
              </a:extLst>
            </p:cNvPr>
            <p:cNvSpPr/>
            <p:nvPr/>
          </p:nvSpPr>
          <p:spPr bwMode="gray">
            <a:xfrm>
              <a:off x="10675397" y="1322655"/>
              <a:ext cx="907004" cy="345103"/>
            </a:xfrm>
            <a:prstGeom prst="roundRect">
              <a:avLst>
                <a:gd name="adj" fmla="val 429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结果验证</a:t>
              </a:r>
              <a:endPara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817239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>
                <a:sym typeface="Huawei Sans" panose="020C0503030203020204" pitchFamily="34" charset="0"/>
              </a:rPr>
              <a:t>步骤：设备配置推送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>
          <a:xfrm>
            <a:off x="455613" y="3352789"/>
            <a:ext cx="5640388" cy="2494275"/>
          </a:xfrm>
        </p:spPr>
        <p:txBody>
          <a:bodyPr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zh-CN" altLang="en-US" sz="1600" dirty="0">
                <a:sym typeface="Huawei Sans" panose="020C0503030203020204" pitchFamily="34" charset="0"/>
              </a:rPr>
              <a:t>进入</a:t>
            </a:r>
            <a:r>
              <a:rPr lang="en-US" altLang="zh-CN" sz="1600" dirty="0">
                <a:sym typeface="Huawei Sans" panose="020C0503030203020204" pitchFamily="34" charset="0"/>
              </a:rPr>
              <a:t>Telemetry</a:t>
            </a:r>
            <a:r>
              <a:rPr lang="zh-CN" altLang="en-US" sz="1600" dirty="0">
                <a:sym typeface="Huawei Sans" panose="020C0503030203020204" pitchFamily="34" charset="0"/>
              </a:rPr>
              <a:t>视图。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marL="0" indent="0">
              <a:buNone/>
            </a:pPr>
            <a:endParaRPr lang="en-US" altLang="zh-CN" sz="1600" dirty="0">
              <a:sym typeface="Huawei Sans" panose="020C0503030203020204" pitchFamily="34" charset="0"/>
            </a:endParaRPr>
          </a:p>
          <a:p>
            <a:pPr marL="0" indent="0">
              <a:buNone/>
            </a:pPr>
            <a:endParaRPr lang="en-US" altLang="zh-CN" sz="1600" dirty="0">
              <a:sym typeface="Huawei Sans" panose="020C0503030203020204" pitchFamily="34" charset="0"/>
            </a:endParaRPr>
          </a:p>
          <a:p>
            <a:pPr marL="0" indent="0">
              <a:buNone/>
            </a:pPr>
            <a:endParaRPr lang="zh-CN" altLang="en-US" sz="1600" dirty="0">
              <a:sym typeface="Huawei Sans" panose="020C0503030203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73D837C-8D89-4B32-AD1E-4199EF71F59D}"/>
              </a:ext>
            </a:extLst>
          </p:cNvPr>
          <p:cNvSpPr txBox="1"/>
          <p:nvPr/>
        </p:nvSpPr>
        <p:spPr bwMode="gray">
          <a:xfrm>
            <a:off x="615827" y="3833750"/>
            <a:ext cx="4864180" cy="738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&lt;CE1&gt; 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system-view immediately </a:t>
            </a:r>
            <a:endParaRPr lang="zh-CN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[CE1] 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telemetry</a:t>
            </a:r>
            <a:endParaRPr lang="zh-CN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[CE1-telemetry]</a:t>
            </a:r>
            <a:endParaRPr lang="zh-CN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" name="文本占位符 2"/>
          <p:cNvSpPr txBox="1">
            <a:spLocks/>
          </p:cNvSpPr>
          <p:nvPr/>
        </p:nvSpPr>
        <p:spPr bwMode="gray">
          <a:xfrm>
            <a:off x="6056426" y="3352789"/>
            <a:ext cx="5627683" cy="24828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auto" latinLnBrk="0" hangingPunct="1">
              <a:lnSpc>
                <a:spcPct val="140000"/>
              </a:lnSpc>
              <a:spcBef>
                <a:spcPts val="792"/>
              </a:spcBef>
              <a:buClrTx/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00000"/>
              </a:lnSpc>
              <a:buFont typeface="+mj-lt"/>
              <a:buAutoNum type="arabicPeriod" startAt="2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配置设备推送目标。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本例中创建目标组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Dest1</a:t>
            </a:r>
            <a:r>
              <a:rPr lang="zh-CN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。推送目标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地址为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192.168.56.1</a:t>
            </a:r>
            <a:r>
              <a:rPr lang="zh-CN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，端口为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20000</a:t>
            </a:r>
            <a:r>
              <a:rPr lang="zh-CN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20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73D837C-8D89-4B32-AD1E-4199EF71F59D}"/>
              </a:ext>
            </a:extLst>
          </p:cNvPr>
          <p:cNvSpPr txBox="1"/>
          <p:nvPr/>
        </p:nvSpPr>
        <p:spPr bwMode="gray">
          <a:xfrm>
            <a:off x="6187381" y="4250540"/>
            <a:ext cx="4864180" cy="738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[CE1-telemetry] 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destination-group Dest1</a:t>
            </a:r>
            <a:endParaRPr lang="zh-CN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[CE1-telemetry-destination-group-Dest1] 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ipv4-address 192.168.56.1 port 20000 protocol </a:t>
            </a:r>
            <a:r>
              <a:rPr lang="en-US" altLang="zh-CN" sz="1400" b="1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gRPC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no-</a:t>
            </a:r>
            <a:r>
              <a:rPr lang="en-US" altLang="zh-CN" sz="1400" b="1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tls</a:t>
            </a:r>
            <a:endParaRPr lang="zh-CN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1D3C8CF5-5A8D-4753-9D94-EEA573CC72CB}"/>
              </a:ext>
            </a:extLst>
          </p:cNvPr>
          <p:cNvGrpSpPr/>
          <p:nvPr/>
        </p:nvGrpSpPr>
        <p:grpSpPr bwMode="gray">
          <a:xfrm>
            <a:off x="2336300" y="1844361"/>
            <a:ext cx="7603975" cy="1210928"/>
            <a:chOff x="1990164" y="1344713"/>
            <a:chExt cx="7603975" cy="1210928"/>
          </a:xfrm>
        </p:grpSpPr>
        <p:sp>
          <p:nvSpPr>
            <p:cNvPr id="53" name="矩形: 圆角 23">
              <a:extLst>
                <a:ext uri="{FF2B5EF4-FFF2-40B4-BE49-F238E27FC236}">
                  <a16:creationId xmlns:a16="http://schemas.microsoft.com/office/drawing/2014/main" id="{FCA78E05-2E38-43E2-B379-4EC2C561C5AA}"/>
                </a:ext>
              </a:extLst>
            </p:cNvPr>
            <p:cNvSpPr/>
            <p:nvPr/>
          </p:nvSpPr>
          <p:spPr bwMode="gray">
            <a:xfrm>
              <a:off x="1990164" y="1344713"/>
              <a:ext cx="7603975" cy="121092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56C4D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pic>
          <p:nvPicPr>
            <p:cNvPr id="54" name="图片 53">
              <a:extLst>
                <a:ext uri="{FF2B5EF4-FFF2-40B4-BE49-F238E27FC236}">
                  <a16:creationId xmlns:a16="http://schemas.microsoft.com/office/drawing/2014/main" id="{865642D9-F5C4-4F05-AB6D-EC41C4249A54}"/>
                </a:ext>
              </a:extLst>
            </p:cNvPr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3645279" y="1877723"/>
              <a:ext cx="540000" cy="442800"/>
            </a:xfrm>
            <a:prstGeom prst="rect">
              <a:avLst/>
            </a:prstGeom>
          </p:spPr>
        </p:pic>
        <p:pic>
          <p:nvPicPr>
            <p:cNvPr id="55" name="图片 54" descr="PC.png">
              <a:extLst>
                <a:ext uri="{FF2B5EF4-FFF2-40B4-BE49-F238E27FC236}">
                  <a16:creationId xmlns:a16="http://schemas.microsoft.com/office/drawing/2014/main" id="{FAF8B3F2-9812-44D2-88D0-3D714BD62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 bwMode="gray">
            <a:xfrm>
              <a:off x="7115207" y="1888868"/>
              <a:ext cx="539063" cy="414000"/>
            </a:xfrm>
            <a:prstGeom prst="rect">
              <a:avLst/>
            </a:prstGeom>
          </p:spPr>
        </p:pic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4E6C53B9-8234-4E7F-B6A4-301B84C20E21}"/>
                </a:ext>
              </a:extLst>
            </p:cNvPr>
            <p:cNvCxnSpPr>
              <a:cxnSpLocks/>
              <a:stCxn id="55" idx="1"/>
              <a:endCxn id="54" idx="3"/>
            </p:cNvCxnSpPr>
            <p:nvPr/>
          </p:nvCxnSpPr>
          <p:spPr bwMode="gray">
            <a:xfrm flipH="1">
              <a:off x="4185279" y="2095868"/>
              <a:ext cx="2929928" cy="325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B9781689-051C-471B-87F8-A16330B40AE4}"/>
                </a:ext>
              </a:extLst>
            </p:cNvPr>
            <p:cNvSpPr txBox="1"/>
            <p:nvPr/>
          </p:nvSpPr>
          <p:spPr bwMode="gray">
            <a:xfrm>
              <a:off x="4356796" y="1721532"/>
              <a:ext cx="851515" cy="307777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GE1/0/0</a:t>
              </a:r>
              <a:endPara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FDEB4104-2868-4CDC-B074-9C4E6F60E61A}"/>
                </a:ext>
              </a:extLst>
            </p:cNvPr>
            <p:cNvSpPr txBox="1"/>
            <p:nvPr/>
          </p:nvSpPr>
          <p:spPr bwMode="gray">
            <a:xfrm>
              <a:off x="6775439" y="1410100"/>
              <a:ext cx="1218603" cy="307777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192.168.56.1</a:t>
              </a:r>
              <a:endPara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AD9C5971-1048-41C8-9BC0-07A2BCA40623}"/>
                </a:ext>
              </a:extLst>
            </p:cNvPr>
            <p:cNvSpPr txBox="1"/>
            <p:nvPr/>
          </p:nvSpPr>
          <p:spPr bwMode="gray">
            <a:xfrm>
              <a:off x="3924807" y="1410100"/>
              <a:ext cx="1420582" cy="307777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192.168.56.100</a:t>
              </a:r>
              <a:endPara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77A4502C-F66C-4C6A-81AF-DBD4FF816CA0}"/>
                </a:ext>
              </a:extLst>
            </p:cNvPr>
            <p:cNvSpPr txBox="1"/>
            <p:nvPr/>
          </p:nvSpPr>
          <p:spPr bwMode="gray">
            <a:xfrm>
              <a:off x="2303741" y="1950177"/>
              <a:ext cx="1005403" cy="338554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网络设备</a:t>
              </a:r>
              <a:endPara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B885BED1-0EC0-435F-AECC-01CB43FD768C}"/>
                </a:ext>
              </a:extLst>
            </p:cNvPr>
            <p:cNvSpPr txBox="1"/>
            <p:nvPr/>
          </p:nvSpPr>
          <p:spPr bwMode="gray">
            <a:xfrm>
              <a:off x="7655436" y="1950177"/>
              <a:ext cx="1863011" cy="584775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采集器</a:t>
              </a:r>
              <a:endPara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 algn="ctr"/>
              <a:r>
                <a:rPr lang="zh-CN" altLang="en-US" sz="16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（本例为本地</a:t>
              </a:r>
              <a:r>
                <a:rPr lang="en-US" altLang="zh-CN" sz="16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PC</a:t>
              </a:r>
              <a:r>
                <a:rPr lang="zh-CN" altLang="en-US" sz="16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）</a:t>
              </a:r>
              <a:endPara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32" name="组合 31"/>
          <p:cNvGrpSpPr/>
          <p:nvPr/>
        </p:nvGrpSpPr>
        <p:grpSpPr bwMode="gray">
          <a:xfrm>
            <a:off x="1784377" y="1265272"/>
            <a:ext cx="8722245" cy="351975"/>
            <a:chOff x="2860156" y="1322655"/>
            <a:chExt cx="8722245" cy="351975"/>
          </a:xfrm>
        </p:grpSpPr>
        <p:sp>
          <p:nvSpPr>
            <p:cNvPr id="33" name="圆角矩形 11">
              <a:extLst>
                <a:ext uri="{FF2B5EF4-FFF2-40B4-BE49-F238E27FC236}">
                  <a16:creationId xmlns:a16="http://schemas.microsoft.com/office/drawing/2014/main" id="{701E0E72-A8AF-4A06-B6EF-16D484D4FF4A}"/>
                </a:ext>
              </a:extLst>
            </p:cNvPr>
            <p:cNvSpPr/>
            <p:nvPr/>
          </p:nvSpPr>
          <p:spPr bwMode="gray">
            <a:xfrm>
              <a:off x="2860156" y="1329025"/>
              <a:ext cx="958370" cy="327639"/>
            </a:xfrm>
            <a:prstGeom prst="roundRect">
              <a:avLst>
                <a:gd name="adj" fmla="val 4298"/>
              </a:avLst>
            </a:prstGeom>
            <a:solidFill>
              <a:srgbClr val="30B5C5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配置推送</a:t>
              </a:r>
            </a:p>
          </p:txBody>
        </p:sp>
        <p:sp>
          <p:nvSpPr>
            <p:cNvPr id="34" name="圆角矩形 11">
              <a:extLst>
                <a:ext uri="{FF2B5EF4-FFF2-40B4-BE49-F238E27FC236}">
                  <a16:creationId xmlns:a16="http://schemas.microsoft.com/office/drawing/2014/main" id="{701E0E72-A8AF-4A06-B6EF-16D484D4FF4A}"/>
                </a:ext>
              </a:extLst>
            </p:cNvPr>
            <p:cNvSpPr/>
            <p:nvPr/>
          </p:nvSpPr>
          <p:spPr bwMode="gray">
            <a:xfrm>
              <a:off x="5681925" y="1329527"/>
              <a:ext cx="1353763" cy="345103"/>
            </a:xfrm>
            <a:prstGeom prst="roundRect">
              <a:avLst>
                <a:gd name="adj" fmla="val 429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创建静态订阅</a:t>
              </a:r>
            </a:p>
          </p:txBody>
        </p:sp>
        <p:sp>
          <p:nvSpPr>
            <p:cNvPr id="35" name="圆角矩形 11">
              <a:extLst>
                <a:ext uri="{FF2B5EF4-FFF2-40B4-BE49-F238E27FC236}">
                  <a16:creationId xmlns:a16="http://schemas.microsoft.com/office/drawing/2014/main" id="{701E0E72-A8AF-4A06-B6EF-16D484D4FF4A}"/>
                </a:ext>
              </a:extLst>
            </p:cNvPr>
            <p:cNvSpPr/>
            <p:nvPr/>
          </p:nvSpPr>
          <p:spPr bwMode="gray">
            <a:xfrm>
              <a:off x="4309586" y="1329023"/>
              <a:ext cx="942091" cy="345103"/>
            </a:xfrm>
            <a:prstGeom prst="roundRect">
              <a:avLst>
                <a:gd name="adj" fmla="val 429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配置采样</a:t>
              </a:r>
              <a:endPara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6" name="圆角矩形 12">
              <a:extLst>
                <a:ext uri="{FF2B5EF4-FFF2-40B4-BE49-F238E27FC236}">
                  <a16:creationId xmlns:a16="http://schemas.microsoft.com/office/drawing/2014/main" id="{7E1C0CD0-705F-43E8-93C5-8AA73F3C40FD}"/>
                </a:ext>
              </a:extLst>
            </p:cNvPr>
            <p:cNvSpPr/>
            <p:nvPr/>
          </p:nvSpPr>
          <p:spPr bwMode="gray">
            <a:xfrm>
              <a:off x="7456030" y="1329527"/>
              <a:ext cx="1433970" cy="345103"/>
            </a:xfrm>
            <a:prstGeom prst="roundRect">
              <a:avLst>
                <a:gd name="adj" fmla="val 429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编译</a:t>
              </a:r>
              <a:r>
                <a:rPr lang="en-US" altLang="zh-CN" sz="14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proto</a:t>
              </a:r>
              <a:r>
                <a:rPr lang="zh-CN" altLang="en-US" sz="14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文件</a:t>
              </a:r>
              <a:endPara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123AA511-BE26-485F-AC84-C8225487E8EA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842252" y="1525687"/>
              <a:ext cx="429675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123AA511-BE26-485F-AC84-C8225487E8EA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5269837" y="1525687"/>
              <a:ext cx="420341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123AA511-BE26-485F-AC84-C8225487E8EA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035688" y="1525687"/>
              <a:ext cx="420341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123AA511-BE26-485F-AC84-C8225487E8EA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897180" y="1525687"/>
              <a:ext cx="399908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62" name="圆角矩形 12">
              <a:extLst>
                <a:ext uri="{FF2B5EF4-FFF2-40B4-BE49-F238E27FC236}">
                  <a16:creationId xmlns:a16="http://schemas.microsoft.com/office/drawing/2014/main" id="{605A06C5-BF3A-417C-B6E3-668468C81F0A}"/>
                </a:ext>
              </a:extLst>
            </p:cNvPr>
            <p:cNvSpPr/>
            <p:nvPr/>
          </p:nvSpPr>
          <p:spPr bwMode="gray">
            <a:xfrm>
              <a:off x="9340045" y="1329527"/>
              <a:ext cx="915263" cy="345103"/>
            </a:xfrm>
            <a:prstGeom prst="roundRect">
              <a:avLst>
                <a:gd name="adj" fmla="val 429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编写代码</a:t>
              </a:r>
              <a:endPara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123AA511-BE26-485F-AC84-C8225487E8EA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10271871" y="1549295"/>
              <a:ext cx="399908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64" name="圆角矩形 12">
              <a:extLst>
                <a:ext uri="{FF2B5EF4-FFF2-40B4-BE49-F238E27FC236}">
                  <a16:creationId xmlns:a16="http://schemas.microsoft.com/office/drawing/2014/main" id="{605A06C5-BF3A-417C-B6E3-668468C81F0A}"/>
                </a:ext>
              </a:extLst>
            </p:cNvPr>
            <p:cNvSpPr/>
            <p:nvPr/>
          </p:nvSpPr>
          <p:spPr bwMode="gray">
            <a:xfrm>
              <a:off x="10675397" y="1322655"/>
              <a:ext cx="907004" cy="345103"/>
            </a:xfrm>
            <a:prstGeom prst="roundRect">
              <a:avLst>
                <a:gd name="adj" fmla="val 429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结果验证</a:t>
              </a:r>
              <a:endPara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33D30-2CF3-A729-376E-E8BE7FB0B4BB}"/>
              </a:ext>
            </a:extLst>
          </p:cNvPr>
          <p:cNvGrpSpPr/>
          <p:nvPr/>
        </p:nvGrpSpPr>
        <p:grpSpPr>
          <a:xfrm>
            <a:off x="6123529" y="4679239"/>
            <a:ext cx="3643560" cy="366480"/>
            <a:chOff x="6123529" y="4679239"/>
            <a:chExt cx="3643560" cy="36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墨迹 3">
                  <a:extLst>
                    <a:ext uri="{FF2B5EF4-FFF2-40B4-BE49-F238E27FC236}">
                      <a16:creationId xmlns:a16="http://schemas.microsoft.com/office/drawing/2014/main" id="{F9F779CE-3297-3060-1A89-9EC3A0499F17}"/>
                    </a:ext>
                  </a:extLst>
                </p14:cNvPr>
                <p14:cNvContentPartPr/>
                <p14:nvPr/>
              </p14:nvContentPartPr>
              <p14:xfrm>
                <a:off x="6123529" y="4941679"/>
                <a:ext cx="1127520" cy="89280"/>
              </p14:xfrm>
            </p:contentPart>
          </mc:Choice>
          <mc:Fallback>
            <p:pic>
              <p:nvPicPr>
                <p:cNvPr id="4" name="墨迹 3">
                  <a:extLst>
                    <a:ext uri="{FF2B5EF4-FFF2-40B4-BE49-F238E27FC236}">
                      <a16:creationId xmlns:a16="http://schemas.microsoft.com/office/drawing/2014/main" id="{F9F779CE-3297-3060-1A89-9EC3A0499F1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114529" y="4933039"/>
                  <a:ext cx="11451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C85BEE02-5E93-7A00-CCBA-7F89181D2C82}"/>
                    </a:ext>
                  </a:extLst>
                </p14:cNvPr>
                <p14:cNvContentPartPr/>
                <p14:nvPr/>
              </p14:nvContentPartPr>
              <p14:xfrm>
                <a:off x="7622569" y="4965439"/>
                <a:ext cx="515160" cy="55440"/>
              </p14:xfrm>
            </p:contentPart>
          </mc:Choice>
          <mc:Fallback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C85BEE02-5E93-7A00-CCBA-7F89181D2C8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613569" y="4956439"/>
                  <a:ext cx="5328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DB93EB2D-A181-01F6-48B6-F4A7D47FF9C9}"/>
                    </a:ext>
                  </a:extLst>
                </p14:cNvPr>
                <p14:cNvContentPartPr/>
                <p14:nvPr/>
              </p14:nvContentPartPr>
              <p14:xfrm>
                <a:off x="8439049" y="4983439"/>
                <a:ext cx="719280" cy="55080"/>
              </p14:xfrm>
            </p:contentPart>
          </mc:Choice>
          <mc:Fallback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DB93EB2D-A181-01F6-48B6-F4A7D47FF9C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430409" y="4974439"/>
                  <a:ext cx="7369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D3134849-323A-48F9-FCE8-1E2440755F21}"/>
                    </a:ext>
                  </a:extLst>
                </p14:cNvPr>
                <p14:cNvContentPartPr/>
                <p14:nvPr/>
              </p14:nvContentPartPr>
              <p14:xfrm>
                <a:off x="9137449" y="4679239"/>
                <a:ext cx="629640" cy="366480"/>
              </p14:xfrm>
            </p:contentPart>
          </mc:Choice>
          <mc:Fallback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D3134849-323A-48F9-FCE8-1E2440755F2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128809" y="4670239"/>
                  <a:ext cx="647280" cy="384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938024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>
                <a:sym typeface="Huawei Sans" panose="020C0503030203020204" pitchFamily="34" charset="0"/>
              </a:rPr>
              <a:t>步骤：设备配置采样和静态订阅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>
          <a:xfrm>
            <a:off x="455613" y="3116598"/>
            <a:ext cx="5644164" cy="2810957"/>
          </a:xfrm>
        </p:spPr>
        <p:txBody>
          <a:bodyPr/>
          <a:lstStyle/>
          <a:p>
            <a:pPr marL="342900" indent="-342900">
              <a:lnSpc>
                <a:spcPct val="130000"/>
              </a:lnSpc>
              <a:buSzPct val="100000"/>
              <a:buFont typeface="+mj-lt"/>
              <a:buAutoNum type="arabicPeriod" startAt="3"/>
            </a:pPr>
            <a:r>
              <a:rPr lang="zh-CN" altLang="en-US" sz="1600" dirty="0">
                <a:sym typeface="Huawei Sans" panose="020C0503030203020204" pitchFamily="34" charset="0"/>
              </a:rPr>
              <a:t>配置设备采样数据。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zh-CN" altLang="zh-CN" sz="1400" dirty="0">
                <a:sym typeface="Huawei Sans" panose="020C0503030203020204" pitchFamily="34" charset="0"/>
              </a:rPr>
              <a:t>配置</a:t>
            </a:r>
            <a:r>
              <a:rPr lang="en-US" altLang="zh-CN" sz="1400" dirty="0">
                <a:sym typeface="Huawei Sans" panose="020C0503030203020204" pitchFamily="34" charset="0"/>
              </a:rPr>
              <a:t>Telemetry</a:t>
            </a:r>
            <a:r>
              <a:rPr lang="zh-CN" altLang="zh-CN" sz="1400" dirty="0">
                <a:sym typeface="Huawei Sans" panose="020C0503030203020204" pitchFamily="34" charset="0"/>
              </a:rPr>
              <a:t>静态订阅采样数据时，需要创建采样传感器组，并指定好采样路径。本例中创建采样组</a:t>
            </a:r>
            <a:r>
              <a:rPr lang="en-US" altLang="zh-CN" sz="1400" dirty="0">
                <a:sym typeface="Huawei Sans" panose="020C0503030203020204" pitchFamily="34" charset="0"/>
              </a:rPr>
              <a:t>Sensor1</a:t>
            </a:r>
            <a:r>
              <a:rPr lang="zh-CN" altLang="zh-CN" sz="1400" dirty="0">
                <a:sym typeface="Huawei Sans" panose="020C0503030203020204" pitchFamily="34" charset="0"/>
              </a:rPr>
              <a:t>。采样路径为</a:t>
            </a:r>
            <a:r>
              <a:rPr lang="en-US" altLang="zh-CN" sz="1400" dirty="0">
                <a:sym typeface="Huawei Sans" panose="020C0503030203020204" pitchFamily="34" charset="0"/>
              </a:rPr>
              <a:t>CPU</a:t>
            </a:r>
            <a:r>
              <a:rPr lang="zh-CN" altLang="zh-CN" sz="1400" dirty="0">
                <a:sym typeface="Huawei Sans" panose="020C0503030203020204" pitchFamily="34" charset="0"/>
              </a:rPr>
              <a:t>信息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  <a:endParaRPr lang="en-US" altLang="zh-CN" sz="1400" dirty="0">
              <a:sym typeface="Huawei Sans" panose="020C0503030203020204" pitchFamily="34" charset="0"/>
            </a:endParaRPr>
          </a:p>
          <a:p>
            <a:pPr marL="0" indent="0">
              <a:lnSpc>
                <a:spcPct val="130000"/>
              </a:lnSpc>
              <a:buNone/>
            </a:pPr>
            <a:endParaRPr lang="en-US" altLang="zh-CN" sz="1600" dirty="0">
              <a:sym typeface="Huawei Sans" panose="020C0503030203020204" pitchFamily="34" charset="0"/>
            </a:endParaRPr>
          </a:p>
          <a:p>
            <a:pPr marL="0" indent="0">
              <a:lnSpc>
                <a:spcPct val="130000"/>
              </a:lnSpc>
              <a:buNone/>
            </a:pPr>
            <a:endParaRPr lang="en-US" altLang="zh-CN" sz="1600" dirty="0">
              <a:sym typeface="Huawei Sans" panose="020C0503030203020204" pitchFamily="34" charset="0"/>
            </a:endParaRPr>
          </a:p>
          <a:p>
            <a:pPr marL="0" indent="0">
              <a:lnSpc>
                <a:spcPct val="130000"/>
              </a:lnSpc>
              <a:buNone/>
            </a:pPr>
            <a:endParaRPr lang="en-US" altLang="zh-CN" sz="1600" dirty="0">
              <a:sym typeface="Huawei Sans" panose="020C0503030203020204" pitchFamily="34" charset="0"/>
            </a:endParaRPr>
          </a:p>
          <a:p>
            <a:pPr marL="0" indent="0">
              <a:lnSpc>
                <a:spcPct val="130000"/>
              </a:lnSpc>
              <a:buNone/>
            </a:pPr>
            <a:endParaRPr lang="zh-CN" altLang="en-US" sz="1600" dirty="0">
              <a:sym typeface="Huawei Sans" panose="020C0503030203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73D837C-8D89-4B32-AD1E-4199EF71F59D}"/>
              </a:ext>
            </a:extLst>
          </p:cNvPr>
          <p:cNvSpPr txBox="1"/>
          <p:nvPr/>
        </p:nvSpPr>
        <p:spPr bwMode="gray">
          <a:xfrm>
            <a:off x="550801" y="4469118"/>
            <a:ext cx="4864180" cy="738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[CE1-telemetry] 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sensor-group Sensor1</a:t>
            </a:r>
            <a:endParaRPr lang="zh-CN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[CE1-telemetry-sensor-group-Sensor1] 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sensor-path </a:t>
            </a:r>
            <a:r>
              <a:rPr lang="en-US" altLang="zh-CN" sz="1400" b="1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huawei-devm:devm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/</a:t>
            </a:r>
            <a:r>
              <a:rPr lang="en-US" altLang="zh-CN" sz="1400" b="1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cpuInfos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/</a:t>
            </a:r>
            <a:r>
              <a:rPr lang="en-US" altLang="zh-CN" sz="1400" b="1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cpuInfo</a:t>
            </a:r>
            <a:endParaRPr lang="zh-CN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" name="文本占位符 2"/>
          <p:cNvSpPr txBox="1">
            <a:spLocks/>
          </p:cNvSpPr>
          <p:nvPr/>
        </p:nvSpPr>
        <p:spPr bwMode="gray">
          <a:xfrm>
            <a:off x="6078101" y="3116598"/>
            <a:ext cx="5627683" cy="24828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auto" latinLnBrk="0" hangingPunct="1">
              <a:lnSpc>
                <a:spcPct val="140000"/>
              </a:lnSpc>
              <a:spcBef>
                <a:spcPts val="792"/>
              </a:spcBef>
              <a:buClrTx/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30000"/>
              </a:lnSpc>
              <a:buFont typeface="+mj-lt"/>
              <a:buAutoNum type="arabicPeriod" startAt="4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创建静态订阅。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 fontAlgn="base">
              <a:lnSpc>
                <a:spcPct val="130000"/>
              </a:lnSpc>
              <a:buSzPct val="50000"/>
              <a:buNone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创建订阅，将配置好的上送目标组和采样传感器组进行关联，完成数据上送。本例中关联目标组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Dest1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与传感器组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Sensor1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，并设置采样间隔为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1000ms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。配置完后，设备将持续向目标推送数据。</a:t>
            </a:r>
          </a:p>
          <a:p>
            <a:pPr marL="0" indent="0">
              <a:buNone/>
            </a:pPr>
            <a:endParaRPr lang="zh-CN" altLang="en-US" sz="20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73D837C-8D89-4B32-AD1E-4199EF71F59D}"/>
              </a:ext>
            </a:extLst>
          </p:cNvPr>
          <p:cNvSpPr txBox="1"/>
          <p:nvPr/>
        </p:nvSpPr>
        <p:spPr bwMode="gray">
          <a:xfrm>
            <a:off x="6201485" y="4469118"/>
            <a:ext cx="5380916" cy="9541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[CE1-telemetry]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subscription Sub1</a:t>
            </a:r>
            <a:endParaRPr lang="zh-CN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[CE1-telemetry-subscription-Sub1]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destination-group Dest1 </a:t>
            </a:r>
            <a:endParaRPr lang="zh-CN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[CE1-telemetry-subscription-Sub1]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sensor-group Sensor1 sample-interval 1000</a:t>
            </a:r>
            <a:endParaRPr lang="zh-CN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1D3C8CF5-5A8D-4753-9D94-EEA573CC72CB}"/>
              </a:ext>
            </a:extLst>
          </p:cNvPr>
          <p:cNvGrpSpPr/>
          <p:nvPr/>
        </p:nvGrpSpPr>
        <p:grpSpPr bwMode="gray">
          <a:xfrm>
            <a:off x="2336300" y="1844361"/>
            <a:ext cx="7603975" cy="1210928"/>
            <a:chOff x="1990164" y="1344713"/>
            <a:chExt cx="7603975" cy="1210928"/>
          </a:xfrm>
        </p:grpSpPr>
        <p:sp>
          <p:nvSpPr>
            <p:cNvPr id="53" name="矩形: 圆角 23">
              <a:extLst>
                <a:ext uri="{FF2B5EF4-FFF2-40B4-BE49-F238E27FC236}">
                  <a16:creationId xmlns:a16="http://schemas.microsoft.com/office/drawing/2014/main" id="{FCA78E05-2E38-43E2-B379-4EC2C561C5AA}"/>
                </a:ext>
              </a:extLst>
            </p:cNvPr>
            <p:cNvSpPr/>
            <p:nvPr/>
          </p:nvSpPr>
          <p:spPr bwMode="gray">
            <a:xfrm>
              <a:off x="1990164" y="1344713"/>
              <a:ext cx="7603975" cy="121092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56C4D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pic>
          <p:nvPicPr>
            <p:cNvPr id="54" name="图片 53">
              <a:extLst>
                <a:ext uri="{FF2B5EF4-FFF2-40B4-BE49-F238E27FC236}">
                  <a16:creationId xmlns:a16="http://schemas.microsoft.com/office/drawing/2014/main" id="{865642D9-F5C4-4F05-AB6D-EC41C4249A54}"/>
                </a:ext>
              </a:extLst>
            </p:cNvPr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3645279" y="1877723"/>
              <a:ext cx="540000" cy="442800"/>
            </a:xfrm>
            <a:prstGeom prst="rect">
              <a:avLst/>
            </a:prstGeom>
          </p:spPr>
        </p:pic>
        <p:pic>
          <p:nvPicPr>
            <p:cNvPr id="55" name="图片 54" descr="PC.png">
              <a:extLst>
                <a:ext uri="{FF2B5EF4-FFF2-40B4-BE49-F238E27FC236}">
                  <a16:creationId xmlns:a16="http://schemas.microsoft.com/office/drawing/2014/main" id="{FAF8B3F2-9812-44D2-88D0-3D714BD62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 bwMode="gray">
            <a:xfrm>
              <a:off x="7115207" y="1888868"/>
              <a:ext cx="539063" cy="414000"/>
            </a:xfrm>
            <a:prstGeom prst="rect">
              <a:avLst/>
            </a:prstGeom>
          </p:spPr>
        </p:pic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4E6C53B9-8234-4E7F-B6A4-301B84C20E21}"/>
                </a:ext>
              </a:extLst>
            </p:cNvPr>
            <p:cNvCxnSpPr>
              <a:cxnSpLocks/>
              <a:stCxn id="55" idx="1"/>
              <a:endCxn id="54" idx="3"/>
            </p:cNvCxnSpPr>
            <p:nvPr/>
          </p:nvCxnSpPr>
          <p:spPr bwMode="gray">
            <a:xfrm flipH="1">
              <a:off x="4185279" y="2095868"/>
              <a:ext cx="2929928" cy="325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B9781689-051C-471B-87F8-A16330B40AE4}"/>
                </a:ext>
              </a:extLst>
            </p:cNvPr>
            <p:cNvSpPr txBox="1"/>
            <p:nvPr/>
          </p:nvSpPr>
          <p:spPr bwMode="gray">
            <a:xfrm>
              <a:off x="4356796" y="1721532"/>
              <a:ext cx="851515" cy="307777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GE1/0/0</a:t>
              </a:r>
              <a:endPara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FDEB4104-2868-4CDC-B074-9C4E6F60E61A}"/>
                </a:ext>
              </a:extLst>
            </p:cNvPr>
            <p:cNvSpPr txBox="1"/>
            <p:nvPr/>
          </p:nvSpPr>
          <p:spPr bwMode="gray">
            <a:xfrm>
              <a:off x="6775439" y="1410100"/>
              <a:ext cx="1218603" cy="307777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192.168.56.1</a:t>
              </a:r>
              <a:endPara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AD9C5971-1048-41C8-9BC0-07A2BCA40623}"/>
                </a:ext>
              </a:extLst>
            </p:cNvPr>
            <p:cNvSpPr txBox="1"/>
            <p:nvPr/>
          </p:nvSpPr>
          <p:spPr bwMode="gray">
            <a:xfrm>
              <a:off x="3924807" y="1410100"/>
              <a:ext cx="1420582" cy="307777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192.168.56.100</a:t>
              </a:r>
              <a:endPara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77A4502C-F66C-4C6A-81AF-DBD4FF816CA0}"/>
                </a:ext>
              </a:extLst>
            </p:cNvPr>
            <p:cNvSpPr txBox="1"/>
            <p:nvPr/>
          </p:nvSpPr>
          <p:spPr bwMode="gray">
            <a:xfrm>
              <a:off x="2303741" y="1950177"/>
              <a:ext cx="1005403" cy="338554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网络设备</a:t>
              </a:r>
              <a:endPara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B885BED1-0EC0-435F-AECC-01CB43FD768C}"/>
                </a:ext>
              </a:extLst>
            </p:cNvPr>
            <p:cNvSpPr txBox="1"/>
            <p:nvPr/>
          </p:nvSpPr>
          <p:spPr bwMode="gray">
            <a:xfrm>
              <a:off x="7655436" y="1950177"/>
              <a:ext cx="1863011" cy="584775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采集器</a:t>
              </a:r>
              <a:endPara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 algn="ctr"/>
              <a:r>
                <a:rPr lang="zh-CN" altLang="en-US" sz="16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（本例为本地</a:t>
              </a:r>
              <a:r>
                <a:rPr lang="en-US" altLang="zh-CN" sz="16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PC</a:t>
              </a:r>
              <a:r>
                <a:rPr lang="zh-CN" altLang="en-US" sz="16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）</a:t>
              </a:r>
              <a:endPara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32" name="组合 31"/>
          <p:cNvGrpSpPr/>
          <p:nvPr/>
        </p:nvGrpSpPr>
        <p:grpSpPr bwMode="gray">
          <a:xfrm>
            <a:off x="1784377" y="1265272"/>
            <a:ext cx="8722245" cy="351975"/>
            <a:chOff x="2860156" y="1322655"/>
            <a:chExt cx="8722245" cy="351975"/>
          </a:xfrm>
        </p:grpSpPr>
        <p:sp>
          <p:nvSpPr>
            <p:cNvPr id="33" name="圆角矩形 11">
              <a:extLst>
                <a:ext uri="{FF2B5EF4-FFF2-40B4-BE49-F238E27FC236}">
                  <a16:creationId xmlns:a16="http://schemas.microsoft.com/office/drawing/2014/main" id="{701E0E72-A8AF-4A06-B6EF-16D484D4FF4A}"/>
                </a:ext>
              </a:extLst>
            </p:cNvPr>
            <p:cNvSpPr/>
            <p:nvPr/>
          </p:nvSpPr>
          <p:spPr bwMode="gray">
            <a:xfrm>
              <a:off x="2860156" y="1329025"/>
              <a:ext cx="958370" cy="327639"/>
            </a:xfrm>
            <a:prstGeom prst="roundRect">
              <a:avLst>
                <a:gd name="adj" fmla="val 4298"/>
              </a:avLst>
            </a:prstGeom>
            <a:solidFill>
              <a:srgbClr val="FFFF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配置推送</a:t>
              </a:r>
              <a:endPara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4" name="圆角矩形 11">
              <a:extLst>
                <a:ext uri="{FF2B5EF4-FFF2-40B4-BE49-F238E27FC236}">
                  <a16:creationId xmlns:a16="http://schemas.microsoft.com/office/drawing/2014/main" id="{701E0E72-A8AF-4A06-B6EF-16D484D4FF4A}"/>
                </a:ext>
              </a:extLst>
            </p:cNvPr>
            <p:cNvSpPr/>
            <p:nvPr/>
          </p:nvSpPr>
          <p:spPr bwMode="gray">
            <a:xfrm>
              <a:off x="5681925" y="1329527"/>
              <a:ext cx="1353763" cy="345103"/>
            </a:xfrm>
            <a:prstGeom prst="roundRect">
              <a:avLst>
                <a:gd name="adj" fmla="val 4298"/>
              </a:avLst>
            </a:prstGeom>
            <a:solidFill>
              <a:srgbClr val="30B5C5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创建静态订阅</a:t>
              </a:r>
            </a:p>
          </p:txBody>
        </p:sp>
        <p:sp>
          <p:nvSpPr>
            <p:cNvPr id="35" name="圆角矩形 11">
              <a:extLst>
                <a:ext uri="{FF2B5EF4-FFF2-40B4-BE49-F238E27FC236}">
                  <a16:creationId xmlns:a16="http://schemas.microsoft.com/office/drawing/2014/main" id="{701E0E72-A8AF-4A06-B6EF-16D484D4FF4A}"/>
                </a:ext>
              </a:extLst>
            </p:cNvPr>
            <p:cNvSpPr/>
            <p:nvPr/>
          </p:nvSpPr>
          <p:spPr bwMode="gray">
            <a:xfrm>
              <a:off x="4309586" y="1329023"/>
              <a:ext cx="942091" cy="345103"/>
            </a:xfrm>
            <a:prstGeom prst="roundRect">
              <a:avLst>
                <a:gd name="adj" fmla="val 4298"/>
              </a:avLst>
            </a:prstGeom>
            <a:solidFill>
              <a:srgbClr val="30B5C5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配置采样</a:t>
              </a:r>
            </a:p>
          </p:txBody>
        </p:sp>
        <p:sp>
          <p:nvSpPr>
            <p:cNvPr id="36" name="圆角矩形 12">
              <a:extLst>
                <a:ext uri="{FF2B5EF4-FFF2-40B4-BE49-F238E27FC236}">
                  <a16:creationId xmlns:a16="http://schemas.microsoft.com/office/drawing/2014/main" id="{7E1C0CD0-705F-43E8-93C5-8AA73F3C40FD}"/>
                </a:ext>
              </a:extLst>
            </p:cNvPr>
            <p:cNvSpPr/>
            <p:nvPr/>
          </p:nvSpPr>
          <p:spPr bwMode="gray">
            <a:xfrm>
              <a:off x="7456030" y="1329527"/>
              <a:ext cx="1433970" cy="345103"/>
            </a:xfrm>
            <a:prstGeom prst="roundRect">
              <a:avLst>
                <a:gd name="adj" fmla="val 429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编译</a:t>
              </a:r>
              <a:r>
                <a:rPr lang="en-US" altLang="zh-CN" sz="14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proto</a:t>
              </a:r>
              <a:r>
                <a:rPr lang="zh-CN" altLang="en-US" sz="14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文件</a:t>
              </a:r>
              <a:endPara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123AA511-BE26-485F-AC84-C8225487E8EA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842252" y="1525687"/>
              <a:ext cx="429675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123AA511-BE26-485F-AC84-C8225487E8EA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5269837" y="1525687"/>
              <a:ext cx="420341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123AA511-BE26-485F-AC84-C8225487E8EA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035688" y="1525687"/>
              <a:ext cx="420341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123AA511-BE26-485F-AC84-C8225487E8EA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897180" y="1525687"/>
              <a:ext cx="399908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62" name="圆角矩形 12">
              <a:extLst>
                <a:ext uri="{FF2B5EF4-FFF2-40B4-BE49-F238E27FC236}">
                  <a16:creationId xmlns:a16="http://schemas.microsoft.com/office/drawing/2014/main" id="{605A06C5-BF3A-417C-B6E3-668468C81F0A}"/>
                </a:ext>
              </a:extLst>
            </p:cNvPr>
            <p:cNvSpPr/>
            <p:nvPr/>
          </p:nvSpPr>
          <p:spPr bwMode="gray">
            <a:xfrm>
              <a:off x="9340045" y="1329527"/>
              <a:ext cx="915263" cy="345103"/>
            </a:xfrm>
            <a:prstGeom prst="roundRect">
              <a:avLst>
                <a:gd name="adj" fmla="val 429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编写代码</a:t>
              </a:r>
              <a:endPara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123AA511-BE26-485F-AC84-C8225487E8EA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10271871" y="1549295"/>
              <a:ext cx="399908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64" name="圆角矩形 12">
              <a:extLst>
                <a:ext uri="{FF2B5EF4-FFF2-40B4-BE49-F238E27FC236}">
                  <a16:creationId xmlns:a16="http://schemas.microsoft.com/office/drawing/2014/main" id="{605A06C5-BF3A-417C-B6E3-668468C81F0A}"/>
                </a:ext>
              </a:extLst>
            </p:cNvPr>
            <p:cNvSpPr/>
            <p:nvPr/>
          </p:nvSpPr>
          <p:spPr bwMode="gray">
            <a:xfrm>
              <a:off x="10675397" y="1322655"/>
              <a:ext cx="907004" cy="345103"/>
            </a:xfrm>
            <a:prstGeom prst="roundRect">
              <a:avLst>
                <a:gd name="adj" fmla="val 429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结果验证</a:t>
              </a:r>
              <a:endPara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BA8E48D7-DC4A-BE12-73D6-0EBC5E6401F9}"/>
              </a:ext>
            </a:extLst>
          </p:cNvPr>
          <p:cNvGrpSpPr/>
          <p:nvPr/>
        </p:nvGrpSpPr>
        <p:grpSpPr>
          <a:xfrm>
            <a:off x="8753329" y="4608319"/>
            <a:ext cx="2363760" cy="766440"/>
            <a:chOff x="8753329" y="4608319"/>
            <a:chExt cx="2363760" cy="76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墨迹 3">
                  <a:extLst>
                    <a:ext uri="{FF2B5EF4-FFF2-40B4-BE49-F238E27FC236}">
                      <a16:creationId xmlns:a16="http://schemas.microsoft.com/office/drawing/2014/main" id="{FA3F4994-6E8B-2460-022C-9DC4E6315F13}"/>
                    </a:ext>
                  </a:extLst>
                </p14:cNvPr>
                <p14:cNvContentPartPr/>
                <p14:nvPr/>
              </p14:nvContentPartPr>
              <p14:xfrm>
                <a:off x="8828929" y="4608319"/>
                <a:ext cx="2001960" cy="353880"/>
              </p14:xfrm>
            </p:contentPart>
          </mc:Choice>
          <mc:Fallback>
            <p:pic>
              <p:nvPicPr>
                <p:cNvPr id="4" name="墨迹 3">
                  <a:extLst>
                    <a:ext uri="{FF2B5EF4-FFF2-40B4-BE49-F238E27FC236}">
                      <a16:creationId xmlns:a16="http://schemas.microsoft.com/office/drawing/2014/main" id="{FA3F4994-6E8B-2460-022C-9DC4E6315F1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819929" y="4599679"/>
                  <a:ext cx="201960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D95B2D00-2027-AFB5-7293-769781B75D6F}"/>
                    </a:ext>
                  </a:extLst>
                </p14:cNvPr>
                <p14:cNvContentPartPr/>
                <p14:nvPr/>
              </p14:nvContentPartPr>
              <p14:xfrm>
                <a:off x="8753329" y="4885159"/>
                <a:ext cx="2363760" cy="489600"/>
              </p14:xfrm>
            </p:contentPart>
          </mc:Choice>
          <mc:Fallback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D95B2D00-2027-AFB5-7293-769781B75D6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744689" y="4876159"/>
                  <a:ext cx="2381400" cy="50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7B1A5E6-D65A-B2FF-05FC-A49E4CB1C73E}"/>
              </a:ext>
            </a:extLst>
          </p:cNvPr>
          <p:cNvGrpSpPr/>
          <p:nvPr/>
        </p:nvGrpSpPr>
        <p:grpSpPr>
          <a:xfrm>
            <a:off x="6625729" y="5411479"/>
            <a:ext cx="212400" cy="172440"/>
            <a:chOff x="6625729" y="5411479"/>
            <a:chExt cx="212400" cy="17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695F699E-3F20-2C34-AC77-934ED282A624}"/>
                    </a:ext>
                  </a:extLst>
                </p14:cNvPr>
                <p14:cNvContentPartPr/>
                <p14:nvPr/>
              </p14:nvContentPartPr>
              <p14:xfrm>
                <a:off x="6805369" y="5411479"/>
                <a:ext cx="360" cy="360"/>
              </p14:xfrm>
            </p:contentPart>
          </mc:Choice>
          <mc:Fallback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695F699E-3F20-2C34-AC77-934ED282A62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796369" y="5402479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604308AD-E5FF-0412-AD10-346CE03D5AF5}"/>
                    </a:ext>
                  </a:extLst>
                </p14:cNvPr>
                <p14:cNvContentPartPr/>
                <p14:nvPr/>
              </p14:nvContentPartPr>
              <p14:xfrm>
                <a:off x="6671089" y="5463679"/>
                <a:ext cx="97200" cy="76320"/>
              </p14:xfrm>
            </p:contentPart>
          </mc:Choice>
          <mc:Fallback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604308AD-E5FF-0412-AD10-346CE03D5AF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662089" y="5454679"/>
                  <a:ext cx="1148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616696D2-64C9-B7F1-E640-380BA37B2084}"/>
                    </a:ext>
                  </a:extLst>
                </p14:cNvPr>
                <p14:cNvContentPartPr/>
                <p14:nvPr/>
              </p14:nvContentPartPr>
              <p14:xfrm>
                <a:off x="6625729" y="5428399"/>
                <a:ext cx="212400" cy="155520"/>
              </p14:xfrm>
            </p:contentPart>
          </mc:Choice>
          <mc:Fallback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616696D2-64C9-B7F1-E640-380BA37B208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616729" y="5419759"/>
                  <a:ext cx="230040" cy="173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08801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A0B8B18-12A5-4A8A-93D1-0300DAAE6B3D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>
                <a:sym typeface="Huawei Sans" panose="020C0503030203020204" pitchFamily="34" charset="0"/>
              </a:rPr>
              <a:t>步骤：采集器编译</a:t>
            </a:r>
            <a:r>
              <a:rPr lang="en-US" altLang="zh-CN">
                <a:sym typeface="Huawei Sans" panose="020C0503030203020204" pitchFamily="34" charset="0"/>
              </a:rPr>
              <a:t>proto</a:t>
            </a:r>
            <a:r>
              <a:rPr lang="zh-CN" altLang="en-US">
                <a:sym typeface="Huawei Sans" panose="020C0503030203020204" pitchFamily="34" charset="0"/>
              </a:rPr>
              <a:t>文件 </a:t>
            </a:r>
            <a:r>
              <a:rPr lang="en-US" altLang="zh-CN">
                <a:sym typeface="Huawei Sans" panose="020C0503030203020204" pitchFamily="34" charset="0"/>
              </a:rPr>
              <a:t>(1)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C56799-BB48-4B43-992E-032D2B8966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455612" y="1718553"/>
            <a:ext cx="11293475" cy="4209002"/>
          </a:xfrm>
        </p:spPr>
        <p:txBody>
          <a:bodyPr/>
          <a:lstStyle/>
          <a:p>
            <a:pPr marL="342900" indent="-342900">
              <a:lnSpc>
                <a:spcPct val="120000"/>
              </a:lnSpc>
              <a:buSzPct val="100000"/>
              <a:buFont typeface="+mj-lt"/>
              <a:buAutoNum type="arabicPeriod" startAt="5"/>
            </a:pPr>
            <a:r>
              <a:rPr lang="zh-CN" altLang="en-US" sz="1800" dirty="0">
                <a:sym typeface="Huawei Sans" panose="020C0503030203020204" pitchFamily="34" charset="0"/>
              </a:rPr>
              <a:t>编译</a:t>
            </a:r>
            <a:r>
              <a:rPr lang="en-US" altLang="zh-CN" sz="1800" dirty="0">
                <a:sym typeface="Huawei Sans" panose="020C0503030203020204" pitchFamily="34" charset="0"/>
              </a:rPr>
              <a:t>proto</a:t>
            </a:r>
            <a:r>
              <a:rPr lang="zh-CN" altLang="en-US" sz="1800" dirty="0">
                <a:sym typeface="Huawei Sans" panose="020C0503030203020204" pitchFamily="34" charset="0"/>
              </a:rPr>
              <a:t>文件。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1800" dirty="0">
                <a:sym typeface="Huawei Sans" panose="020C0503030203020204" pitchFamily="34" charset="0"/>
              </a:rPr>
              <a:t>Telemetry</a:t>
            </a:r>
            <a:r>
              <a:rPr lang="zh-CN" altLang="en-US" sz="1800" dirty="0">
                <a:sym typeface="Huawei Sans" panose="020C0503030203020204" pitchFamily="34" charset="0"/>
              </a:rPr>
              <a:t>将采样数据推送给采集器之后，需要采集器适配对接才能获取设备上的采样信息。对接配置需要具备</a:t>
            </a:r>
            <a:r>
              <a:rPr lang="en-US" altLang="zh-CN" sz="1800" dirty="0" err="1">
                <a:sym typeface="Huawei Sans" panose="020C0503030203020204" pitchFamily="34" charset="0"/>
              </a:rPr>
              <a:t>gRPC</a:t>
            </a:r>
            <a:r>
              <a:rPr lang="zh-CN" altLang="en-US" sz="1800" dirty="0">
                <a:sym typeface="Huawei Sans" panose="020C0503030203020204" pitchFamily="34" charset="0"/>
              </a:rPr>
              <a:t>和</a:t>
            </a:r>
            <a:r>
              <a:rPr lang="en-US" altLang="zh-CN" sz="1800" dirty="0">
                <a:sym typeface="Huawei Sans" panose="020C0503030203020204" pitchFamily="34" charset="0"/>
              </a:rPr>
              <a:t>GPB</a:t>
            </a:r>
            <a:r>
              <a:rPr lang="zh-CN" altLang="en-US" sz="1800" dirty="0">
                <a:sym typeface="Huawei Sans" panose="020C0503030203020204" pitchFamily="34" charset="0"/>
              </a:rPr>
              <a:t>相关知识和开发经验。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1800" dirty="0">
                <a:sym typeface="Huawei Sans" panose="020C0503030203020204" pitchFamily="34" charset="0"/>
              </a:rPr>
              <a:t>设备会发布</a:t>
            </a:r>
            <a:r>
              <a:rPr lang="en-US" altLang="zh-CN" sz="1800" dirty="0">
                <a:sym typeface="Huawei Sans" panose="020C0503030203020204" pitchFamily="34" charset="0"/>
              </a:rPr>
              <a:t>proto</a:t>
            </a:r>
            <a:r>
              <a:rPr lang="zh-CN" altLang="en-US" sz="1800" dirty="0">
                <a:sym typeface="Huawei Sans" panose="020C0503030203020204" pitchFamily="34" charset="0"/>
              </a:rPr>
              <a:t>文件，采集器需要基于这些</a:t>
            </a:r>
            <a:r>
              <a:rPr lang="en-US" altLang="zh-CN" sz="1800" dirty="0">
                <a:sym typeface="Huawei Sans" panose="020C0503030203020204" pitchFamily="34" charset="0"/>
              </a:rPr>
              <a:t>proto</a:t>
            </a:r>
            <a:r>
              <a:rPr lang="zh-CN" altLang="en-US" sz="1800" dirty="0">
                <a:sym typeface="Huawei Sans" panose="020C0503030203020204" pitchFamily="34" charset="0"/>
              </a:rPr>
              <a:t>文件进行二次开发，以对接设备。可在</a:t>
            </a:r>
            <a:r>
              <a:rPr lang="zh-CN" altLang="zh-CN" sz="1800" dirty="0">
                <a:sym typeface="Huawei Sans" panose="020C0503030203020204" pitchFamily="34" charset="0"/>
              </a:rPr>
              <a:t>官网下载华为设备对应发布的</a:t>
            </a:r>
            <a:r>
              <a:rPr lang="en-US" altLang="zh-CN" sz="1800" dirty="0">
                <a:sym typeface="Huawei Sans" panose="020C0503030203020204" pitchFamily="34" charset="0"/>
              </a:rPr>
              <a:t>.proto</a:t>
            </a:r>
            <a:r>
              <a:rPr lang="zh-CN" altLang="zh-CN" sz="1800" dirty="0">
                <a:sym typeface="Huawei Sans" panose="020C0503030203020204" pitchFamily="34" charset="0"/>
              </a:rPr>
              <a:t>文件。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pPr marL="403039" lvl="1" indent="0">
              <a:lnSpc>
                <a:spcPct val="120000"/>
              </a:lnSpc>
              <a:buNone/>
            </a:pPr>
            <a:r>
              <a:rPr lang="zh-CN" altLang="en-US" sz="1600" dirty="0">
                <a:sym typeface="Huawei Sans" panose="020C0503030203020204" pitchFamily="34" charset="0"/>
              </a:rPr>
              <a:t>公共</a:t>
            </a:r>
            <a:r>
              <a:rPr lang="en-US" altLang="zh-CN" sz="1600" dirty="0">
                <a:sym typeface="Huawei Sans" panose="020C0503030203020204" pitchFamily="34" charset="0"/>
              </a:rPr>
              <a:t>proto</a:t>
            </a:r>
            <a:r>
              <a:rPr lang="zh-CN" altLang="en-US" sz="1600" dirty="0">
                <a:sym typeface="Huawei Sans" panose="020C0503030203020204" pitchFamily="34" charset="0"/>
              </a:rPr>
              <a:t>文件：</a:t>
            </a:r>
          </a:p>
          <a:p>
            <a:pPr marL="802479" lvl="2" indent="0">
              <a:lnSpc>
                <a:spcPct val="120000"/>
              </a:lnSpc>
              <a:buNone/>
            </a:pPr>
            <a:r>
              <a:rPr lang="en-US" altLang="zh-CN" sz="1400" dirty="0" err="1">
                <a:sym typeface="Huawei Sans" panose="020C0503030203020204" pitchFamily="34" charset="0"/>
              </a:rPr>
              <a:t>huawei-gRPC-dialin.proto</a:t>
            </a:r>
            <a:r>
              <a:rPr lang="en-US" altLang="zh-CN" sz="1400" dirty="0">
                <a:sym typeface="Huawei Sans" panose="020C0503030203020204" pitchFamily="34" charset="0"/>
              </a:rPr>
              <a:t>: </a:t>
            </a:r>
            <a:r>
              <a:rPr lang="zh-CN" altLang="en-US" sz="1400" dirty="0">
                <a:sym typeface="Huawei Sans" panose="020C0503030203020204" pitchFamily="34" charset="0"/>
              </a:rPr>
              <a:t>采集器作为客户端向设备发起</a:t>
            </a:r>
            <a:r>
              <a:rPr lang="en-US" altLang="zh-CN" sz="1400" dirty="0" err="1">
                <a:sym typeface="Huawei Sans" panose="020C0503030203020204" pitchFamily="34" charset="0"/>
              </a:rPr>
              <a:t>rpc</a:t>
            </a:r>
            <a:r>
              <a:rPr lang="zh-CN" altLang="en-US" sz="1400" dirty="0">
                <a:sym typeface="Huawei Sans" panose="020C0503030203020204" pitchFamily="34" charset="0"/>
              </a:rPr>
              <a:t>请求，订阅采样数据，用于</a:t>
            </a:r>
            <a:r>
              <a:rPr lang="en-US" altLang="zh-CN" sz="1400" dirty="0">
                <a:sym typeface="Huawei Sans" panose="020C0503030203020204" pitchFamily="34" charset="0"/>
              </a:rPr>
              <a:t>Telemetry</a:t>
            </a:r>
            <a:r>
              <a:rPr lang="zh-CN" altLang="en-US" sz="1400" dirty="0">
                <a:sym typeface="Huawei Sans" panose="020C0503030203020204" pitchFamily="34" charset="0"/>
              </a:rPr>
              <a:t>动态订阅</a:t>
            </a:r>
          </a:p>
          <a:p>
            <a:pPr marL="802479" lvl="2" indent="0">
              <a:lnSpc>
                <a:spcPct val="120000"/>
              </a:lnSpc>
              <a:buNone/>
            </a:pPr>
            <a:r>
              <a:rPr lang="en-US" altLang="zh-CN" sz="1400" dirty="0" err="1">
                <a:sym typeface="Huawei Sans" panose="020C0503030203020204" pitchFamily="34" charset="0"/>
              </a:rPr>
              <a:t>huawei-gRPC-dialout.proto</a:t>
            </a:r>
            <a:r>
              <a:rPr lang="en-US" altLang="zh-CN" sz="1400" dirty="0">
                <a:sym typeface="Huawei Sans" panose="020C0503030203020204" pitchFamily="34" charset="0"/>
              </a:rPr>
              <a:t>: </a:t>
            </a:r>
            <a:r>
              <a:rPr lang="zh-CN" altLang="en-US" sz="1400" dirty="0">
                <a:sym typeface="Huawei Sans" panose="020C0503030203020204" pitchFamily="34" charset="0"/>
              </a:rPr>
              <a:t>设备作为客户端主动向采集器发起</a:t>
            </a:r>
            <a:r>
              <a:rPr lang="en-US" altLang="zh-CN" sz="1400" dirty="0" err="1">
                <a:sym typeface="Huawei Sans" panose="020C0503030203020204" pitchFamily="34" charset="0"/>
              </a:rPr>
              <a:t>rpc</a:t>
            </a:r>
            <a:r>
              <a:rPr lang="zh-CN" altLang="en-US" sz="1400" dirty="0">
                <a:sym typeface="Huawei Sans" panose="020C0503030203020204" pitchFamily="34" charset="0"/>
              </a:rPr>
              <a:t>请求，推送数据，用于</a:t>
            </a:r>
            <a:r>
              <a:rPr lang="en-US" altLang="zh-CN" sz="1400" dirty="0">
                <a:sym typeface="Huawei Sans" panose="020C0503030203020204" pitchFamily="34" charset="0"/>
              </a:rPr>
              <a:t>Telemetry</a:t>
            </a:r>
            <a:r>
              <a:rPr lang="zh-CN" altLang="en-US" sz="1400" dirty="0">
                <a:sym typeface="Huawei Sans" panose="020C0503030203020204" pitchFamily="34" charset="0"/>
              </a:rPr>
              <a:t>静态订阅</a:t>
            </a:r>
          </a:p>
          <a:p>
            <a:pPr marL="802479" lvl="2" indent="0">
              <a:lnSpc>
                <a:spcPct val="120000"/>
              </a:lnSpc>
              <a:buNone/>
            </a:pPr>
            <a:r>
              <a:rPr lang="en-US" altLang="zh-CN" sz="1400" dirty="0" err="1">
                <a:sym typeface="Huawei Sans" panose="020C0503030203020204" pitchFamily="34" charset="0"/>
              </a:rPr>
              <a:t>huawei-telemetry.proto</a:t>
            </a:r>
            <a:r>
              <a:rPr lang="zh-CN" altLang="en-US" sz="1400" dirty="0">
                <a:sym typeface="Huawei Sans" panose="020C0503030203020204" pitchFamily="34" charset="0"/>
              </a:rPr>
              <a:t>：设备采样业务数据之后，用</a:t>
            </a:r>
            <a:r>
              <a:rPr lang="en-US" altLang="zh-CN" sz="1400" dirty="0">
                <a:sym typeface="Huawei Sans" panose="020C0503030203020204" pitchFamily="34" charset="0"/>
              </a:rPr>
              <a:t>Telemetry</a:t>
            </a:r>
            <a:r>
              <a:rPr lang="zh-CN" altLang="en-US" sz="1400" dirty="0">
                <a:sym typeface="Huawei Sans" panose="020C0503030203020204" pitchFamily="34" charset="0"/>
              </a:rPr>
              <a:t>头进行封装，方便对接</a:t>
            </a:r>
          </a:p>
          <a:p>
            <a:pPr marL="403039" lvl="1" indent="0">
              <a:lnSpc>
                <a:spcPct val="120000"/>
              </a:lnSpc>
              <a:buNone/>
            </a:pPr>
            <a:r>
              <a:rPr lang="zh-CN" altLang="en-US" sz="1600" dirty="0">
                <a:sym typeface="Huawei Sans" panose="020C0503030203020204" pitchFamily="34" charset="0"/>
              </a:rPr>
              <a:t>业务</a:t>
            </a:r>
            <a:r>
              <a:rPr lang="en-US" altLang="zh-CN" sz="1600" dirty="0">
                <a:sym typeface="Huawei Sans" panose="020C0503030203020204" pitchFamily="34" charset="0"/>
              </a:rPr>
              <a:t>proto</a:t>
            </a:r>
            <a:r>
              <a:rPr lang="zh-CN" altLang="en-US" sz="1600" dirty="0">
                <a:sym typeface="Huawei Sans" panose="020C0503030203020204" pitchFamily="34" charset="0"/>
              </a:rPr>
              <a:t>文件：</a:t>
            </a:r>
          </a:p>
          <a:p>
            <a:pPr marL="802479" lvl="2" indent="0">
              <a:lnSpc>
                <a:spcPct val="120000"/>
              </a:lnSpc>
              <a:buNone/>
            </a:pPr>
            <a:r>
              <a:rPr lang="en-US" altLang="zh-CN" sz="1400" dirty="0" err="1">
                <a:sym typeface="Huawei Sans" panose="020C0503030203020204" pitchFamily="34" charset="0"/>
              </a:rPr>
              <a:t>huawei-xxx.proto</a:t>
            </a:r>
            <a:r>
              <a:rPr lang="zh-CN" altLang="en-US" sz="1400" dirty="0">
                <a:sym typeface="Huawei Sans" panose="020C0503030203020204" pitchFamily="34" charset="0"/>
              </a:rPr>
              <a:t>：设备采样业务数据之后，按此文件进行</a:t>
            </a:r>
            <a:r>
              <a:rPr lang="en-US" altLang="zh-CN" sz="1400" dirty="0">
                <a:sym typeface="Huawei Sans" panose="020C0503030203020204" pitchFamily="34" charset="0"/>
              </a:rPr>
              <a:t>GPB</a:t>
            </a:r>
            <a:r>
              <a:rPr lang="zh-CN" altLang="en-US" sz="1400" dirty="0">
                <a:sym typeface="Huawei Sans" panose="020C0503030203020204" pitchFamily="34" charset="0"/>
              </a:rPr>
              <a:t>编码，网管按此文件解码。如</a:t>
            </a:r>
            <a:r>
              <a:rPr lang="en-US" altLang="zh-CN" sz="1400" dirty="0" err="1">
                <a:sym typeface="Huawei Sans" panose="020C0503030203020204" pitchFamily="34" charset="0"/>
              </a:rPr>
              <a:t>huawei-mac.proto</a:t>
            </a:r>
            <a:r>
              <a:rPr lang="zh-CN" altLang="en-US" sz="1400" dirty="0">
                <a:sym typeface="Huawei Sans" panose="020C0503030203020204" pitchFamily="34" charset="0"/>
              </a:rPr>
              <a:t>，</a:t>
            </a:r>
            <a:r>
              <a:rPr lang="en-US" altLang="zh-CN" sz="1400" dirty="0" err="1">
                <a:sym typeface="Huawei Sans" panose="020C0503030203020204" pitchFamily="34" charset="0"/>
              </a:rPr>
              <a:t>huawei-mpls.proto</a:t>
            </a:r>
            <a:endParaRPr lang="zh-CN" altLang="en-US" sz="1400" dirty="0">
              <a:sym typeface="Huawei Sans" panose="020C0503030203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1800" dirty="0">
              <a:sym typeface="Huawei Sans" panose="020C0503030203020204" pitchFamily="34" charset="0"/>
            </a:endParaRPr>
          </a:p>
        </p:txBody>
      </p:sp>
      <p:grpSp>
        <p:nvGrpSpPr>
          <p:cNvPr id="18" name="组合 17"/>
          <p:cNvGrpSpPr/>
          <p:nvPr/>
        </p:nvGrpSpPr>
        <p:grpSpPr bwMode="gray">
          <a:xfrm>
            <a:off x="1784377" y="1265272"/>
            <a:ext cx="8722245" cy="351975"/>
            <a:chOff x="2860156" y="1322655"/>
            <a:chExt cx="8722245" cy="351975"/>
          </a:xfrm>
        </p:grpSpPr>
        <p:sp>
          <p:nvSpPr>
            <p:cNvPr id="33" name="圆角矩形 11">
              <a:extLst>
                <a:ext uri="{FF2B5EF4-FFF2-40B4-BE49-F238E27FC236}">
                  <a16:creationId xmlns:a16="http://schemas.microsoft.com/office/drawing/2014/main" id="{701E0E72-A8AF-4A06-B6EF-16D484D4FF4A}"/>
                </a:ext>
              </a:extLst>
            </p:cNvPr>
            <p:cNvSpPr/>
            <p:nvPr/>
          </p:nvSpPr>
          <p:spPr bwMode="gray">
            <a:xfrm>
              <a:off x="2860156" y="1329025"/>
              <a:ext cx="958370" cy="327639"/>
            </a:xfrm>
            <a:prstGeom prst="roundRect">
              <a:avLst>
                <a:gd name="adj" fmla="val 429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配置推送</a:t>
              </a:r>
              <a:endPara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4" name="圆角矩形 11">
              <a:extLst>
                <a:ext uri="{FF2B5EF4-FFF2-40B4-BE49-F238E27FC236}">
                  <a16:creationId xmlns:a16="http://schemas.microsoft.com/office/drawing/2014/main" id="{701E0E72-A8AF-4A06-B6EF-16D484D4FF4A}"/>
                </a:ext>
              </a:extLst>
            </p:cNvPr>
            <p:cNvSpPr/>
            <p:nvPr/>
          </p:nvSpPr>
          <p:spPr bwMode="gray">
            <a:xfrm>
              <a:off x="5681925" y="1329527"/>
              <a:ext cx="1353763" cy="345103"/>
            </a:xfrm>
            <a:prstGeom prst="roundRect">
              <a:avLst>
                <a:gd name="adj" fmla="val 429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创建静态订阅</a:t>
              </a:r>
              <a:endPara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5" name="圆角矩形 11">
              <a:extLst>
                <a:ext uri="{FF2B5EF4-FFF2-40B4-BE49-F238E27FC236}">
                  <a16:creationId xmlns:a16="http://schemas.microsoft.com/office/drawing/2014/main" id="{701E0E72-A8AF-4A06-B6EF-16D484D4FF4A}"/>
                </a:ext>
              </a:extLst>
            </p:cNvPr>
            <p:cNvSpPr/>
            <p:nvPr/>
          </p:nvSpPr>
          <p:spPr bwMode="gray">
            <a:xfrm>
              <a:off x="4309586" y="1329023"/>
              <a:ext cx="942091" cy="345103"/>
            </a:xfrm>
            <a:prstGeom prst="roundRect">
              <a:avLst>
                <a:gd name="adj" fmla="val 429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配置采样</a:t>
              </a:r>
              <a:endPara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6" name="圆角矩形 12">
              <a:extLst>
                <a:ext uri="{FF2B5EF4-FFF2-40B4-BE49-F238E27FC236}">
                  <a16:creationId xmlns:a16="http://schemas.microsoft.com/office/drawing/2014/main" id="{7E1C0CD0-705F-43E8-93C5-8AA73F3C40FD}"/>
                </a:ext>
              </a:extLst>
            </p:cNvPr>
            <p:cNvSpPr/>
            <p:nvPr/>
          </p:nvSpPr>
          <p:spPr bwMode="gray">
            <a:xfrm>
              <a:off x="7456030" y="1329527"/>
              <a:ext cx="1433970" cy="345103"/>
            </a:xfrm>
            <a:prstGeom prst="roundRect">
              <a:avLst>
                <a:gd name="adj" fmla="val 4298"/>
              </a:avLst>
            </a:prstGeom>
            <a:solidFill>
              <a:srgbClr val="30B5C5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编译</a:t>
              </a:r>
              <a:r>
                <a:rPr lang="en-US" altLang="zh-CN" sz="14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proto</a:t>
              </a:r>
              <a:r>
                <a:rPr lang="zh-CN" altLang="en-US" sz="14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文件</a:t>
              </a:r>
            </a:p>
          </p:txBody>
        </p: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123AA511-BE26-485F-AC84-C8225487E8EA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842252" y="1525687"/>
              <a:ext cx="429675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123AA511-BE26-485F-AC84-C8225487E8EA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5269837" y="1525687"/>
              <a:ext cx="420341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123AA511-BE26-485F-AC84-C8225487E8EA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035688" y="1525687"/>
              <a:ext cx="420341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123AA511-BE26-485F-AC84-C8225487E8EA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897180" y="1525687"/>
              <a:ext cx="399908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1" name="圆角矩形 12">
              <a:extLst>
                <a:ext uri="{FF2B5EF4-FFF2-40B4-BE49-F238E27FC236}">
                  <a16:creationId xmlns:a16="http://schemas.microsoft.com/office/drawing/2014/main" id="{605A06C5-BF3A-417C-B6E3-668468C81F0A}"/>
                </a:ext>
              </a:extLst>
            </p:cNvPr>
            <p:cNvSpPr/>
            <p:nvPr/>
          </p:nvSpPr>
          <p:spPr bwMode="gray">
            <a:xfrm>
              <a:off x="9340045" y="1329527"/>
              <a:ext cx="915263" cy="345103"/>
            </a:xfrm>
            <a:prstGeom prst="roundRect">
              <a:avLst>
                <a:gd name="adj" fmla="val 429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编写代码</a:t>
              </a:r>
              <a:endPara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123AA511-BE26-485F-AC84-C8225487E8EA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10271871" y="1549295"/>
              <a:ext cx="399908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3" name="圆角矩形 12">
              <a:extLst>
                <a:ext uri="{FF2B5EF4-FFF2-40B4-BE49-F238E27FC236}">
                  <a16:creationId xmlns:a16="http://schemas.microsoft.com/office/drawing/2014/main" id="{605A06C5-BF3A-417C-B6E3-668468C81F0A}"/>
                </a:ext>
              </a:extLst>
            </p:cNvPr>
            <p:cNvSpPr/>
            <p:nvPr/>
          </p:nvSpPr>
          <p:spPr bwMode="gray">
            <a:xfrm>
              <a:off x="10675397" y="1322655"/>
              <a:ext cx="907004" cy="345103"/>
            </a:xfrm>
            <a:prstGeom prst="roundRect">
              <a:avLst>
                <a:gd name="adj" fmla="val 429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结果验证</a:t>
              </a:r>
              <a:endPara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28129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步骤：采集器编译</a:t>
            </a:r>
            <a:r>
              <a:rPr lang="en-US" altLang="zh-CN" dirty="0">
                <a:sym typeface="Huawei Sans" panose="020C0503030203020204" pitchFamily="34" charset="0"/>
              </a:rPr>
              <a:t>proto</a:t>
            </a:r>
            <a:r>
              <a:rPr lang="zh-CN" altLang="en-US" dirty="0">
                <a:sym typeface="Huawei Sans" panose="020C0503030203020204" pitchFamily="34" charset="0"/>
              </a:rPr>
              <a:t>文件 </a:t>
            </a:r>
            <a:r>
              <a:rPr lang="en-US" altLang="zh-CN" dirty="0">
                <a:sym typeface="Huawei Sans" panose="020C0503030203020204" pitchFamily="34" charset="0"/>
              </a:rPr>
              <a:t>(2)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>
          <a:xfrm>
            <a:off x="455612" y="1718553"/>
            <a:ext cx="11293475" cy="4209002"/>
          </a:xfrm>
        </p:spPr>
        <p:txBody>
          <a:bodyPr/>
          <a:lstStyle/>
          <a:p>
            <a:r>
              <a:rPr lang="zh-CN" altLang="zh-CN" sz="1400" dirty="0">
                <a:sym typeface="Huawei Sans" panose="020C0503030203020204" pitchFamily="34" charset="0"/>
              </a:rPr>
              <a:t>编译</a:t>
            </a:r>
            <a:r>
              <a:rPr lang="en-US" altLang="zh-CN" sz="1400" dirty="0">
                <a:sym typeface="Huawei Sans" panose="020C0503030203020204" pitchFamily="34" charset="0"/>
              </a:rPr>
              <a:t>proto</a:t>
            </a:r>
            <a:r>
              <a:rPr lang="zh-CN" altLang="zh-CN" sz="1400" dirty="0">
                <a:sym typeface="Huawei Sans" panose="020C0503030203020204" pitchFamily="34" charset="0"/>
              </a:rPr>
              <a:t>文件得到服务端调用方法。</a:t>
            </a:r>
            <a:r>
              <a:rPr lang="zh-CN" altLang="en-US" sz="1400" dirty="0">
                <a:sym typeface="Huawei Sans" panose="020C0503030203020204" pitchFamily="34" charset="0"/>
              </a:rPr>
              <a:t>可通过创建一个</a:t>
            </a:r>
            <a:r>
              <a:rPr lang="en-US" altLang="zh-CN" sz="1400" dirty="0">
                <a:sym typeface="Huawei Sans" panose="020C0503030203020204" pitchFamily="34" charset="0"/>
              </a:rPr>
              <a:t>python</a:t>
            </a:r>
            <a:r>
              <a:rPr lang="zh-CN" altLang="en-US" sz="1400" dirty="0">
                <a:sym typeface="Huawei Sans" panose="020C0503030203020204" pitchFamily="34" charset="0"/>
              </a:rPr>
              <a:t>脚本如</a:t>
            </a:r>
            <a:r>
              <a:rPr lang="en-US" altLang="zh-CN" sz="1400" dirty="0">
                <a:sym typeface="Huawei Sans" panose="020C0503030203020204" pitchFamily="34" charset="0"/>
              </a:rPr>
              <a:t>run_codegen.py</a:t>
            </a:r>
            <a:r>
              <a:rPr lang="zh-CN" altLang="en-US" sz="1400" dirty="0">
                <a:sym typeface="Huawei Sans" panose="020C0503030203020204" pitchFamily="34" charset="0"/>
              </a:rPr>
              <a:t>并编写如下代码运行，实现</a:t>
            </a:r>
            <a:r>
              <a:rPr lang="en-US" altLang="zh-CN" sz="1400" dirty="0">
                <a:sym typeface="Huawei Sans" panose="020C0503030203020204" pitchFamily="34" charset="0"/>
              </a:rPr>
              <a:t>proto</a:t>
            </a:r>
            <a:r>
              <a:rPr lang="zh-CN" altLang="en-US" sz="1400" dirty="0">
                <a:sym typeface="Huawei Sans" panose="020C0503030203020204" pitchFamily="34" charset="0"/>
              </a:rPr>
              <a:t>文件的编译。</a:t>
            </a:r>
            <a:endParaRPr lang="en-US" altLang="zh-CN" sz="1400" dirty="0">
              <a:sym typeface="Huawei Sans" panose="020C0503030203020204" pitchFamily="34" charset="0"/>
            </a:endParaRPr>
          </a:p>
          <a:p>
            <a:endParaRPr lang="en-US" altLang="zh-CN" sz="1400" dirty="0">
              <a:sym typeface="Huawei Sans" panose="020C0503030203020204" pitchFamily="34" charset="0"/>
            </a:endParaRPr>
          </a:p>
          <a:p>
            <a:endParaRPr lang="zh-CN" altLang="en-US" sz="1400" dirty="0">
              <a:sym typeface="Huawei Sans" panose="020C0503030203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73D837C-8D89-4B32-AD1E-4199EF71F59D}"/>
              </a:ext>
            </a:extLst>
          </p:cNvPr>
          <p:cNvSpPr txBox="1"/>
          <p:nvPr/>
        </p:nvSpPr>
        <p:spPr bwMode="gray">
          <a:xfrm>
            <a:off x="996868" y="2276234"/>
            <a:ext cx="4834177" cy="1938992"/>
          </a:xfrm>
          <a:prstGeom prst="rect">
            <a:avLst/>
          </a:prstGeom>
          <a:noFill/>
          <a:ln>
            <a:solidFill>
              <a:srgbClr val="56C4D2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defRPr>
            </a:lvl1pPr>
          </a:lstStyle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from </a:t>
            </a:r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gRPC_tools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import </a:t>
            </a:r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protoc</a:t>
            </a:r>
            <a:endParaRPr lang="zh-CN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protoc.main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(</a:t>
            </a:r>
            <a:endParaRPr lang="zh-CN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(</a:t>
            </a:r>
            <a:endParaRPr lang="zh-CN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'',</a:t>
            </a:r>
            <a:endParaRPr lang="zh-CN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'-I./</a:t>
            </a:r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protos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',</a:t>
            </a:r>
            <a:endParaRPr lang="zh-CN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'--</a:t>
            </a:r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python_out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=.',</a:t>
            </a:r>
            <a:endParaRPr lang="zh-CN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'--</a:t>
            </a:r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gRPC_python_out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=.',</a:t>
            </a:r>
            <a:endParaRPr lang="zh-CN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‘./</a:t>
            </a:r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protos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/</a:t>
            </a:r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huawei-gRPC-dialout.proto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’, #</a:t>
            </a:r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dialout</a:t>
            </a:r>
            <a:r>
              <a:rPr lang="zh-CN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文件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路径</a:t>
            </a:r>
            <a:endParaRPr lang="zh-CN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)</a:t>
            </a:r>
            <a:endParaRPr lang="zh-CN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)</a:t>
            </a:r>
            <a:endParaRPr lang="zh-CN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73D837C-8D89-4B32-AD1E-4199EF71F59D}"/>
              </a:ext>
            </a:extLst>
          </p:cNvPr>
          <p:cNvSpPr txBox="1"/>
          <p:nvPr/>
        </p:nvSpPr>
        <p:spPr bwMode="gray">
          <a:xfrm>
            <a:off x="995122" y="4253946"/>
            <a:ext cx="4834177" cy="1754326"/>
          </a:xfrm>
          <a:prstGeom prst="rect">
            <a:avLst/>
          </a:prstGeom>
          <a:noFill/>
          <a:ln>
            <a:solidFill>
              <a:srgbClr val="56C4D2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defRPr>
            </a:lvl1pPr>
          </a:lstStyle>
          <a:p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protoc.main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(</a:t>
            </a:r>
            <a:endParaRPr lang="zh-CN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(</a:t>
            </a:r>
            <a:endParaRPr lang="zh-CN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'',</a:t>
            </a:r>
            <a:endParaRPr lang="zh-CN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'-I./</a:t>
            </a:r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protos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',</a:t>
            </a:r>
            <a:endParaRPr lang="zh-CN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'--</a:t>
            </a:r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python_out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=.',</a:t>
            </a:r>
            <a:endParaRPr lang="zh-CN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'--</a:t>
            </a:r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gRPC_python_out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=.',</a:t>
            </a:r>
            <a:endParaRPr lang="zh-CN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'./</a:t>
            </a:r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protos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/</a:t>
            </a:r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huawei-devm.proto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', #</a:t>
            </a:r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devm</a:t>
            </a:r>
            <a:r>
              <a:rPr lang="zh-CN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文件路径</a:t>
            </a:r>
          </a:p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)</a:t>
            </a:r>
            <a:endParaRPr lang="zh-CN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)</a:t>
            </a:r>
            <a:endParaRPr lang="zh-CN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773D837C-8D89-4B32-AD1E-4199EF71F59D}"/>
              </a:ext>
            </a:extLst>
          </p:cNvPr>
          <p:cNvSpPr txBox="1"/>
          <p:nvPr/>
        </p:nvSpPr>
        <p:spPr bwMode="gray">
          <a:xfrm>
            <a:off x="5910430" y="2276234"/>
            <a:ext cx="4596192" cy="1938992"/>
          </a:xfrm>
          <a:prstGeom prst="rect">
            <a:avLst/>
          </a:prstGeom>
          <a:noFill/>
          <a:ln>
            <a:solidFill>
              <a:srgbClr val="56C4D2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defRPr>
            </a:lvl1pPr>
          </a:lstStyle>
          <a:p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protoc.main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(</a:t>
            </a:r>
            <a:endParaRPr lang="zh-CN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(</a:t>
            </a:r>
            <a:endParaRPr lang="zh-CN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'',</a:t>
            </a:r>
            <a:endParaRPr lang="zh-CN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'-I./</a:t>
            </a:r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protos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',</a:t>
            </a:r>
            <a:endParaRPr lang="zh-CN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'--</a:t>
            </a:r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python_out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=.',</a:t>
            </a:r>
            <a:endParaRPr lang="zh-CN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'--</a:t>
            </a:r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gRPC_python_out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=.',</a:t>
            </a:r>
            <a:endParaRPr lang="zh-CN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‘./</a:t>
            </a:r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protos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/</a:t>
            </a:r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huawei-telemetry.proto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’, #telemetry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文件路径</a:t>
            </a:r>
            <a:endParaRPr lang="zh-CN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)</a:t>
            </a:r>
            <a:endParaRPr lang="zh-CN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)</a:t>
            </a:r>
          </a:p>
          <a:p>
            <a:endParaRPr lang="en-US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38" name="组合 37"/>
          <p:cNvGrpSpPr/>
          <p:nvPr/>
        </p:nvGrpSpPr>
        <p:grpSpPr bwMode="gray">
          <a:xfrm>
            <a:off x="1784377" y="1265272"/>
            <a:ext cx="8722245" cy="351975"/>
            <a:chOff x="2860156" y="1322655"/>
            <a:chExt cx="8722245" cy="351975"/>
          </a:xfrm>
        </p:grpSpPr>
        <p:sp>
          <p:nvSpPr>
            <p:cNvPr id="39" name="圆角矩形 11">
              <a:extLst>
                <a:ext uri="{FF2B5EF4-FFF2-40B4-BE49-F238E27FC236}">
                  <a16:creationId xmlns:a16="http://schemas.microsoft.com/office/drawing/2014/main" id="{701E0E72-A8AF-4A06-B6EF-16D484D4FF4A}"/>
                </a:ext>
              </a:extLst>
            </p:cNvPr>
            <p:cNvSpPr/>
            <p:nvPr/>
          </p:nvSpPr>
          <p:spPr bwMode="gray">
            <a:xfrm>
              <a:off x="2860156" y="1329025"/>
              <a:ext cx="958370" cy="327639"/>
            </a:xfrm>
            <a:prstGeom prst="roundRect">
              <a:avLst>
                <a:gd name="adj" fmla="val 429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配置推送</a:t>
              </a:r>
              <a:endPara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0" name="圆角矩形 11">
              <a:extLst>
                <a:ext uri="{FF2B5EF4-FFF2-40B4-BE49-F238E27FC236}">
                  <a16:creationId xmlns:a16="http://schemas.microsoft.com/office/drawing/2014/main" id="{701E0E72-A8AF-4A06-B6EF-16D484D4FF4A}"/>
                </a:ext>
              </a:extLst>
            </p:cNvPr>
            <p:cNvSpPr/>
            <p:nvPr/>
          </p:nvSpPr>
          <p:spPr bwMode="gray">
            <a:xfrm>
              <a:off x="5681925" y="1329527"/>
              <a:ext cx="1353763" cy="345103"/>
            </a:xfrm>
            <a:prstGeom prst="roundRect">
              <a:avLst>
                <a:gd name="adj" fmla="val 429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创建静态订阅</a:t>
              </a:r>
              <a:endPara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2" name="圆角矩形 11">
              <a:extLst>
                <a:ext uri="{FF2B5EF4-FFF2-40B4-BE49-F238E27FC236}">
                  <a16:creationId xmlns:a16="http://schemas.microsoft.com/office/drawing/2014/main" id="{701E0E72-A8AF-4A06-B6EF-16D484D4FF4A}"/>
                </a:ext>
              </a:extLst>
            </p:cNvPr>
            <p:cNvSpPr/>
            <p:nvPr/>
          </p:nvSpPr>
          <p:spPr bwMode="gray">
            <a:xfrm>
              <a:off x="4309586" y="1329023"/>
              <a:ext cx="942091" cy="345103"/>
            </a:xfrm>
            <a:prstGeom prst="roundRect">
              <a:avLst>
                <a:gd name="adj" fmla="val 429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配置采样</a:t>
              </a:r>
              <a:endPara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3" name="圆角矩形 12">
              <a:extLst>
                <a:ext uri="{FF2B5EF4-FFF2-40B4-BE49-F238E27FC236}">
                  <a16:creationId xmlns:a16="http://schemas.microsoft.com/office/drawing/2014/main" id="{7E1C0CD0-705F-43E8-93C5-8AA73F3C40FD}"/>
                </a:ext>
              </a:extLst>
            </p:cNvPr>
            <p:cNvSpPr/>
            <p:nvPr/>
          </p:nvSpPr>
          <p:spPr bwMode="gray">
            <a:xfrm>
              <a:off x="7456030" y="1329527"/>
              <a:ext cx="1433970" cy="345103"/>
            </a:xfrm>
            <a:prstGeom prst="roundRect">
              <a:avLst>
                <a:gd name="adj" fmla="val 4298"/>
              </a:avLst>
            </a:prstGeom>
            <a:solidFill>
              <a:srgbClr val="30B5C5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编译</a:t>
              </a:r>
              <a:r>
                <a:rPr lang="en-US" altLang="zh-CN" sz="14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proto</a:t>
              </a:r>
              <a:r>
                <a:rPr lang="zh-CN" altLang="en-US" sz="14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文件</a:t>
              </a:r>
            </a:p>
          </p:txBody>
        </p: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123AA511-BE26-485F-AC84-C8225487E8EA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842252" y="1525687"/>
              <a:ext cx="429675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123AA511-BE26-485F-AC84-C8225487E8EA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5269837" y="1525687"/>
              <a:ext cx="420341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123AA511-BE26-485F-AC84-C8225487E8EA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035688" y="1525687"/>
              <a:ext cx="420341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7" name="直接箭头连接符 56">
              <a:extLst>
                <a:ext uri="{FF2B5EF4-FFF2-40B4-BE49-F238E27FC236}">
                  <a16:creationId xmlns:a16="http://schemas.microsoft.com/office/drawing/2014/main" id="{123AA511-BE26-485F-AC84-C8225487E8EA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897180" y="1525687"/>
              <a:ext cx="399908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8" name="圆角矩形 12">
              <a:extLst>
                <a:ext uri="{FF2B5EF4-FFF2-40B4-BE49-F238E27FC236}">
                  <a16:creationId xmlns:a16="http://schemas.microsoft.com/office/drawing/2014/main" id="{605A06C5-BF3A-417C-B6E3-668468C81F0A}"/>
                </a:ext>
              </a:extLst>
            </p:cNvPr>
            <p:cNvSpPr/>
            <p:nvPr/>
          </p:nvSpPr>
          <p:spPr bwMode="gray">
            <a:xfrm>
              <a:off x="9340045" y="1329527"/>
              <a:ext cx="915263" cy="345103"/>
            </a:xfrm>
            <a:prstGeom prst="roundRect">
              <a:avLst>
                <a:gd name="adj" fmla="val 429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编写代码</a:t>
              </a:r>
              <a:endPara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123AA511-BE26-485F-AC84-C8225487E8EA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10271871" y="1549295"/>
              <a:ext cx="399908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60" name="圆角矩形 12">
              <a:extLst>
                <a:ext uri="{FF2B5EF4-FFF2-40B4-BE49-F238E27FC236}">
                  <a16:creationId xmlns:a16="http://schemas.microsoft.com/office/drawing/2014/main" id="{605A06C5-BF3A-417C-B6E3-668468C81F0A}"/>
                </a:ext>
              </a:extLst>
            </p:cNvPr>
            <p:cNvSpPr/>
            <p:nvPr/>
          </p:nvSpPr>
          <p:spPr bwMode="gray">
            <a:xfrm>
              <a:off x="10675397" y="1322655"/>
              <a:ext cx="907004" cy="345103"/>
            </a:xfrm>
            <a:prstGeom prst="roundRect">
              <a:avLst>
                <a:gd name="adj" fmla="val 429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结果验证</a:t>
              </a:r>
              <a:endPara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664593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>
                <a:sym typeface="Huawei Sans" panose="020C0503030203020204" pitchFamily="34" charset="0"/>
              </a:rPr>
              <a:t>步骤：采集器编译</a:t>
            </a:r>
            <a:r>
              <a:rPr lang="en-US" altLang="zh-CN">
                <a:sym typeface="Huawei Sans" panose="020C0503030203020204" pitchFamily="34" charset="0"/>
              </a:rPr>
              <a:t>proto</a:t>
            </a:r>
            <a:r>
              <a:rPr lang="zh-CN" altLang="en-US">
                <a:sym typeface="Huawei Sans" panose="020C0503030203020204" pitchFamily="34" charset="0"/>
              </a:rPr>
              <a:t>文件 </a:t>
            </a:r>
            <a:r>
              <a:rPr lang="en-US" altLang="zh-CN">
                <a:sym typeface="Huawei Sans" panose="020C0503030203020204" pitchFamily="34" charset="0"/>
              </a:rPr>
              <a:t>(3)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>
          <a:xfrm>
            <a:off x="455612" y="2310063"/>
            <a:ext cx="11293475" cy="3617492"/>
          </a:xfrm>
        </p:spPr>
        <p:txBody>
          <a:bodyPr/>
          <a:lstStyle/>
          <a:p>
            <a:r>
              <a:rPr lang="zh-CN" altLang="en-US" sz="1600" dirty="0">
                <a:sym typeface="Huawei Sans" panose="020C0503030203020204" pitchFamily="34" charset="0"/>
              </a:rPr>
              <a:t>运行</a:t>
            </a:r>
            <a:r>
              <a:rPr lang="en-US" altLang="zh-CN" sz="1600" dirty="0">
                <a:sym typeface="Huawei Sans" panose="020C0503030203020204" pitchFamily="34" charset="0"/>
              </a:rPr>
              <a:t>run_codegen.py</a:t>
            </a:r>
            <a:r>
              <a:rPr lang="zh-CN" altLang="en-US" sz="1600" dirty="0">
                <a:sym typeface="Huawei Sans" panose="020C0503030203020204" pitchFamily="34" charset="0"/>
              </a:rPr>
              <a:t>脚本，完成后当前目录下得到</a:t>
            </a:r>
            <a:r>
              <a:rPr lang="en-US" altLang="zh-CN" sz="1600" dirty="0">
                <a:sym typeface="Huawei Sans" panose="020C0503030203020204" pitchFamily="34" charset="0"/>
              </a:rPr>
              <a:t>python</a:t>
            </a:r>
            <a:r>
              <a:rPr lang="zh-CN" altLang="en-US" sz="1600" dirty="0">
                <a:sym typeface="Huawei Sans" panose="020C0503030203020204" pitchFamily="34" charset="0"/>
              </a:rPr>
              <a:t>编译</a:t>
            </a:r>
            <a:r>
              <a:rPr lang="en-US" altLang="zh-CN" sz="1600" dirty="0">
                <a:sym typeface="Huawei Sans" panose="020C0503030203020204" pitchFamily="34" charset="0"/>
              </a:rPr>
              <a:t>proto</a:t>
            </a:r>
            <a:r>
              <a:rPr lang="zh-CN" altLang="en-US" sz="1600" dirty="0">
                <a:sym typeface="Huawei Sans" panose="020C0503030203020204" pitchFamily="34" charset="0"/>
              </a:rPr>
              <a:t>文件后的生成的相关文件。如图所示：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endParaRPr lang="zh-CN" altLang="en-US" sz="1600" dirty="0">
              <a:sym typeface="Huawei Sans" panose="020C0503030203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gray">
          <a:xfrm>
            <a:off x="1951233" y="2716281"/>
            <a:ext cx="4421474" cy="2697377"/>
          </a:xfrm>
          <a:prstGeom prst="rect">
            <a:avLst/>
          </a:prstGeom>
          <a:ln w="12700">
            <a:noFill/>
          </a:ln>
        </p:spPr>
      </p:pic>
      <p:sp>
        <p:nvSpPr>
          <p:cNvPr id="6" name="矩形 5"/>
          <p:cNvSpPr/>
          <p:nvPr/>
        </p:nvSpPr>
        <p:spPr bwMode="gray">
          <a:xfrm>
            <a:off x="1951233" y="2821961"/>
            <a:ext cx="4187100" cy="2208020"/>
          </a:xfrm>
          <a:prstGeom prst="rect">
            <a:avLst/>
          </a:prstGeom>
          <a:noFill/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 bwMode="gray">
          <a:xfrm>
            <a:off x="6970395" y="3560885"/>
            <a:ext cx="28055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编译后生成的</a:t>
            </a: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py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文件</a:t>
            </a:r>
          </a:p>
        </p:txBody>
      </p:sp>
      <p:grpSp>
        <p:nvGrpSpPr>
          <p:cNvPr id="22" name="组合 21"/>
          <p:cNvGrpSpPr/>
          <p:nvPr/>
        </p:nvGrpSpPr>
        <p:grpSpPr bwMode="gray">
          <a:xfrm>
            <a:off x="1784377" y="1265272"/>
            <a:ext cx="8722245" cy="351975"/>
            <a:chOff x="2860156" y="1322655"/>
            <a:chExt cx="8722245" cy="351975"/>
          </a:xfrm>
        </p:grpSpPr>
        <p:sp>
          <p:nvSpPr>
            <p:cNvPr id="24" name="圆角矩形 11">
              <a:extLst>
                <a:ext uri="{FF2B5EF4-FFF2-40B4-BE49-F238E27FC236}">
                  <a16:creationId xmlns:a16="http://schemas.microsoft.com/office/drawing/2014/main" id="{701E0E72-A8AF-4A06-B6EF-16D484D4FF4A}"/>
                </a:ext>
              </a:extLst>
            </p:cNvPr>
            <p:cNvSpPr/>
            <p:nvPr/>
          </p:nvSpPr>
          <p:spPr bwMode="gray">
            <a:xfrm>
              <a:off x="2860156" y="1329025"/>
              <a:ext cx="958370" cy="327639"/>
            </a:xfrm>
            <a:prstGeom prst="roundRect">
              <a:avLst>
                <a:gd name="adj" fmla="val 429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配置推送</a:t>
              </a:r>
              <a:endPara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5" name="圆角矩形 11">
              <a:extLst>
                <a:ext uri="{FF2B5EF4-FFF2-40B4-BE49-F238E27FC236}">
                  <a16:creationId xmlns:a16="http://schemas.microsoft.com/office/drawing/2014/main" id="{701E0E72-A8AF-4A06-B6EF-16D484D4FF4A}"/>
                </a:ext>
              </a:extLst>
            </p:cNvPr>
            <p:cNvSpPr/>
            <p:nvPr/>
          </p:nvSpPr>
          <p:spPr bwMode="gray">
            <a:xfrm>
              <a:off x="5681925" y="1329527"/>
              <a:ext cx="1353763" cy="345103"/>
            </a:xfrm>
            <a:prstGeom prst="roundRect">
              <a:avLst>
                <a:gd name="adj" fmla="val 429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创建静态订阅</a:t>
              </a:r>
              <a:endPara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6" name="圆角矩形 11">
              <a:extLst>
                <a:ext uri="{FF2B5EF4-FFF2-40B4-BE49-F238E27FC236}">
                  <a16:creationId xmlns:a16="http://schemas.microsoft.com/office/drawing/2014/main" id="{701E0E72-A8AF-4A06-B6EF-16D484D4FF4A}"/>
                </a:ext>
              </a:extLst>
            </p:cNvPr>
            <p:cNvSpPr/>
            <p:nvPr/>
          </p:nvSpPr>
          <p:spPr bwMode="gray">
            <a:xfrm>
              <a:off x="4309586" y="1329023"/>
              <a:ext cx="942091" cy="345103"/>
            </a:xfrm>
            <a:prstGeom prst="roundRect">
              <a:avLst>
                <a:gd name="adj" fmla="val 429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配置采样</a:t>
              </a:r>
              <a:endPara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7" name="圆角矩形 12">
              <a:extLst>
                <a:ext uri="{FF2B5EF4-FFF2-40B4-BE49-F238E27FC236}">
                  <a16:creationId xmlns:a16="http://schemas.microsoft.com/office/drawing/2014/main" id="{7E1C0CD0-705F-43E8-93C5-8AA73F3C40FD}"/>
                </a:ext>
              </a:extLst>
            </p:cNvPr>
            <p:cNvSpPr/>
            <p:nvPr/>
          </p:nvSpPr>
          <p:spPr bwMode="gray">
            <a:xfrm>
              <a:off x="7456030" y="1329527"/>
              <a:ext cx="1433970" cy="345103"/>
            </a:xfrm>
            <a:prstGeom prst="roundRect">
              <a:avLst>
                <a:gd name="adj" fmla="val 4298"/>
              </a:avLst>
            </a:prstGeom>
            <a:solidFill>
              <a:srgbClr val="30B5C5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编译</a:t>
              </a:r>
              <a:r>
                <a:rPr lang="en-US" altLang="zh-CN" sz="14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proto</a:t>
              </a:r>
              <a:r>
                <a:rPr lang="zh-CN" altLang="en-US" sz="14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文件</a:t>
              </a:r>
            </a:p>
          </p:txBody>
        </p: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123AA511-BE26-485F-AC84-C8225487E8EA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842252" y="1525687"/>
              <a:ext cx="429675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123AA511-BE26-485F-AC84-C8225487E8EA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5269837" y="1525687"/>
              <a:ext cx="420341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123AA511-BE26-485F-AC84-C8225487E8EA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035688" y="1525687"/>
              <a:ext cx="420341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123AA511-BE26-485F-AC84-C8225487E8EA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897180" y="1525687"/>
              <a:ext cx="399908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5" name="圆角矩形 12">
              <a:extLst>
                <a:ext uri="{FF2B5EF4-FFF2-40B4-BE49-F238E27FC236}">
                  <a16:creationId xmlns:a16="http://schemas.microsoft.com/office/drawing/2014/main" id="{605A06C5-BF3A-417C-B6E3-668468C81F0A}"/>
                </a:ext>
              </a:extLst>
            </p:cNvPr>
            <p:cNvSpPr/>
            <p:nvPr/>
          </p:nvSpPr>
          <p:spPr bwMode="gray">
            <a:xfrm>
              <a:off x="9340045" y="1329527"/>
              <a:ext cx="915263" cy="345103"/>
            </a:xfrm>
            <a:prstGeom prst="roundRect">
              <a:avLst>
                <a:gd name="adj" fmla="val 429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编写代码</a:t>
              </a:r>
              <a:endPara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123AA511-BE26-485F-AC84-C8225487E8EA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10271871" y="1549295"/>
              <a:ext cx="399908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7" name="圆角矩形 12">
              <a:extLst>
                <a:ext uri="{FF2B5EF4-FFF2-40B4-BE49-F238E27FC236}">
                  <a16:creationId xmlns:a16="http://schemas.microsoft.com/office/drawing/2014/main" id="{605A06C5-BF3A-417C-B6E3-668468C81F0A}"/>
                </a:ext>
              </a:extLst>
            </p:cNvPr>
            <p:cNvSpPr/>
            <p:nvPr/>
          </p:nvSpPr>
          <p:spPr bwMode="gray">
            <a:xfrm>
              <a:off x="10675397" y="1322655"/>
              <a:ext cx="907004" cy="345103"/>
            </a:xfrm>
            <a:prstGeom prst="roundRect">
              <a:avLst>
                <a:gd name="adj" fmla="val 429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结果验证</a:t>
              </a:r>
              <a:endPara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428576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>
                <a:sym typeface="Huawei Sans" panose="020C0503030203020204" pitchFamily="34" charset="0"/>
              </a:rPr>
              <a:t>步骤：编写</a:t>
            </a:r>
            <a:r>
              <a:rPr lang="en-US" altLang="zh-CN">
                <a:sym typeface="Huawei Sans" panose="020C0503030203020204" pitchFamily="34" charset="0"/>
              </a:rPr>
              <a:t>python</a:t>
            </a:r>
            <a:r>
              <a:rPr lang="zh-CN" altLang="en-US">
                <a:sym typeface="Huawei Sans" panose="020C0503030203020204" pitchFamily="34" charset="0"/>
              </a:rPr>
              <a:t>代码 </a:t>
            </a:r>
            <a:r>
              <a:rPr lang="en-US" altLang="zh-CN">
                <a:sym typeface="Huawei Sans" panose="020C0503030203020204" pitchFamily="34" charset="0"/>
              </a:rPr>
              <a:t>(1)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>
          <a:xfrm>
            <a:off x="455612" y="1641435"/>
            <a:ext cx="11293475" cy="4132114"/>
          </a:xfrm>
        </p:spPr>
        <p:txBody>
          <a:bodyPr/>
          <a:lstStyle/>
          <a:p>
            <a:pPr marL="342900" indent="-342900">
              <a:buSzPct val="100000"/>
              <a:buFont typeface="+mj-lt"/>
              <a:buAutoNum type="arabicPeriod" startAt="6"/>
            </a:pPr>
            <a:r>
              <a:rPr lang="zh-CN" altLang="en-US" sz="1600" dirty="0">
                <a:sym typeface="Huawei Sans" panose="020C0503030203020204" pitchFamily="34" charset="0"/>
              </a:rPr>
              <a:t>编写</a:t>
            </a:r>
            <a:r>
              <a:rPr lang="en-US" altLang="zh-CN" sz="1600" dirty="0">
                <a:sym typeface="Huawei Sans" panose="020C0503030203020204" pitchFamily="34" charset="0"/>
              </a:rPr>
              <a:t>python</a:t>
            </a:r>
            <a:r>
              <a:rPr lang="zh-CN" altLang="en-US" sz="1600" dirty="0">
                <a:sym typeface="Huawei Sans" panose="020C0503030203020204" pitchFamily="34" charset="0"/>
              </a:rPr>
              <a:t>代码，获取设备信息。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marL="0" indent="0">
              <a:buNone/>
            </a:pPr>
            <a:endParaRPr lang="en-US" altLang="zh-CN" sz="1600" dirty="0">
              <a:sym typeface="Huawei Sans" panose="020C0503030203020204" pitchFamily="34" charset="0"/>
            </a:endParaRPr>
          </a:p>
          <a:p>
            <a:pPr marL="0" indent="0">
              <a:buNone/>
            </a:pPr>
            <a:endParaRPr lang="zh-CN" altLang="en-US" sz="1600" dirty="0">
              <a:sym typeface="Huawei Sans" panose="020C0503030203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 bwMode="gray">
          <a:xfrm>
            <a:off x="4025199" y="1988239"/>
            <a:ext cx="7525312" cy="4135751"/>
            <a:chOff x="3273032" y="2195240"/>
            <a:chExt cx="7525312" cy="4135751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773D837C-8D89-4B32-AD1E-4199EF71F59D}"/>
                </a:ext>
              </a:extLst>
            </p:cNvPr>
            <p:cNvSpPr txBox="1"/>
            <p:nvPr/>
          </p:nvSpPr>
          <p:spPr bwMode="gray">
            <a:xfrm>
              <a:off x="3273032" y="3606142"/>
              <a:ext cx="7525312" cy="2724849"/>
            </a:xfrm>
            <a:prstGeom prst="rect">
              <a:avLst/>
            </a:prstGeom>
            <a:noFill/>
            <a:ln>
              <a:solidFill>
                <a:srgbClr val="56C4D2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648335" marR="0" lvl="0" indent="0" defTabSz="914400" fontAlgn="auto">
                <a:lnSpc>
                  <a:spcPts val="12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 kumimoji="0" sz="1200" b="0" i="0" u="none" strike="noStrike" kern="100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Courier New" panose="02070309020205020404" pitchFamily="49" charset="0"/>
                </a:defRPr>
              </a:lvl1pPr>
            </a:lstStyle>
            <a:p>
              <a:r>
                <a:rPr lang="en-US" altLang="zh-CN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 _ONE_DAY_IN_SECONDS = 60 * 60 * 24</a:t>
              </a:r>
              <a:endParaRPr lang="zh-CN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r>
                <a:rPr lang="en-US" altLang="zh-CN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 </a:t>
              </a:r>
              <a:endParaRPr lang="zh-CN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r>
                <a:rPr lang="en-US" altLang="zh-CN" dirty="0" err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def</a:t>
              </a:r>
              <a:r>
                <a:rPr lang="en-US" altLang="zh-CN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serve():</a:t>
              </a:r>
              <a:endParaRPr lang="zh-CN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r>
                <a:rPr lang="en-US" altLang="zh-CN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server = </a:t>
              </a:r>
              <a:r>
                <a:rPr lang="en-US" altLang="zh-CN" dirty="0" err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gRPC.server</a:t>
              </a:r>
              <a:r>
                <a:rPr lang="en-US" altLang="zh-CN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(</a:t>
              </a:r>
              <a:r>
                <a:rPr lang="en-US" altLang="zh-CN" dirty="0" err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futures.ThreadPoolExecutor</a:t>
              </a:r>
              <a:r>
                <a:rPr lang="en-US" altLang="zh-CN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(</a:t>
              </a:r>
              <a:r>
                <a:rPr lang="en-US" altLang="zh-CN" dirty="0" err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max_workers</a:t>
              </a:r>
              <a:r>
                <a:rPr lang="en-US" altLang="zh-CN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=10)) </a:t>
              </a:r>
              <a:endParaRPr lang="zh-CN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r>
                <a:rPr lang="en-US" altLang="zh-CN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huawei_gRPC_dialout_pb2_gRPC.add_gRPCDataserviceServicer_to_server(</a:t>
              </a:r>
              <a:r>
                <a:rPr lang="en-US" altLang="zh-CN" dirty="0" err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Telemetry_CPU_Info</a:t>
              </a:r>
              <a:r>
                <a:rPr lang="en-US" altLang="zh-CN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(), server)     </a:t>
              </a:r>
              <a:endParaRPr lang="zh-CN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r>
                <a:rPr lang="en-US" altLang="zh-CN" dirty="0" err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server.add_insecure_port</a:t>
              </a:r>
              <a:r>
                <a:rPr lang="en-US" altLang="zh-CN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('192.168.56.1:20000')     </a:t>
              </a:r>
              <a:endParaRPr lang="zh-CN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r>
                <a:rPr lang="en-US" altLang="zh-CN" dirty="0" err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server.start</a:t>
              </a:r>
              <a:r>
                <a:rPr lang="en-US" altLang="zh-CN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()</a:t>
              </a:r>
              <a:endParaRPr lang="zh-CN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r>
                <a:rPr lang="en-US" altLang="zh-CN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try:</a:t>
              </a:r>
              <a:endParaRPr lang="zh-CN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r>
                <a:rPr lang="en-US" altLang="zh-CN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   while True:</a:t>
              </a:r>
              <a:endParaRPr lang="zh-CN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r>
                <a:rPr lang="en-US" altLang="zh-CN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     </a:t>
              </a:r>
              <a:r>
                <a:rPr lang="en-US" altLang="zh-CN" dirty="0" err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time.sleep</a:t>
              </a:r>
              <a:r>
                <a:rPr lang="en-US" altLang="zh-CN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(_ONE_DAY_IN_SECONDS)</a:t>
              </a:r>
              <a:endParaRPr lang="zh-CN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r>
                <a:rPr lang="en-US" altLang="zh-CN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except </a:t>
              </a:r>
              <a:r>
                <a:rPr lang="en-US" altLang="zh-CN" dirty="0" err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KeyboardInterrupt</a:t>
              </a:r>
              <a:r>
                <a:rPr lang="en-US" altLang="zh-CN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:</a:t>
              </a:r>
              <a:endParaRPr lang="zh-CN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r>
                <a:rPr lang="en-US" altLang="zh-CN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   </a:t>
              </a:r>
              <a:r>
                <a:rPr lang="en-US" altLang="zh-CN" dirty="0" err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server.stop</a:t>
              </a:r>
              <a:r>
                <a:rPr lang="en-US" altLang="zh-CN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(0)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773D837C-8D89-4B32-AD1E-4199EF71F59D}"/>
                </a:ext>
              </a:extLst>
            </p:cNvPr>
            <p:cNvSpPr txBox="1"/>
            <p:nvPr/>
          </p:nvSpPr>
          <p:spPr bwMode="gray">
            <a:xfrm>
              <a:off x="3273032" y="2195240"/>
              <a:ext cx="7525312" cy="1272143"/>
            </a:xfrm>
            <a:prstGeom prst="rect">
              <a:avLst/>
            </a:prstGeom>
            <a:noFill/>
            <a:ln>
              <a:solidFill>
                <a:srgbClr val="56C4D2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648335" marR="0" lvl="0" indent="0" defTabSz="914400" fontAlgn="auto">
                <a:lnSpc>
                  <a:spcPts val="12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 kumimoji="0" sz="1200" b="0" i="0" u="none" strike="noStrike" kern="100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Courier New" panose="02070309020205020404" pitchFamily="49" charset="0"/>
                </a:defRPr>
              </a:lvl1pPr>
            </a:lstStyle>
            <a:p>
              <a:r>
                <a:rPr lang="en-US" altLang="zh-CN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from concurrent import futures</a:t>
              </a:r>
              <a:endParaRPr lang="zh-CN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r>
                <a:rPr lang="en-US" altLang="zh-CN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import time</a:t>
              </a:r>
              <a:endParaRPr lang="zh-CN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r>
                <a:rPr lang="en-US" altLang="zh-CN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import </a:t>
              </a:r>
              <a:r>
                <a:rPr lang="en-US" altLang="zh-CN" dirty="0" err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importlib</a:t>
              </a:r>
              <a:endParaRPr lang="zh-CN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r>
                <a:rPr lang="en-US" altLang="zh-CN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import </a:t>
              </a:r>
              <a:r>
                <a:rPr lang="en-US" altLang="zh-CN" dirty="0" err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gRPC</a:t>
              </a:r>
              <a:r>
                <a:rPr lang="en-US" altLang="zh-CN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                         </a:t>
              </a:r>
            </a:p>
            <a:p>
              <a:r>
                <a:rPr lang="en-US" altLang="zh-CN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import huawei_gRPC_dialout_pb2_gRPC  </a:t>
              </a:r>
            </a:p>
            <a:p>
              <a:r>
                <a:rPr lang="en-US" altLang="zh-CN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import huawei_telemetry_pb2          </a:t>
              </a:r>
              <a:endParaRPr lang="zh-CN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76555FBF-27B5-43BA-BEF8-5D6B48E01858}"/>
              </a:ext>
            </a:extLst>
          </p:cNvPr>
          <p:cNvSpPr txBox="1"/>
          <p:nvPr/>
        </p:nvSpPr>
        <p:spPr bwMode="gray">
          <a:xfrm>
            <a:off x="2732790" y="2384092"/>
            <a:ext cx="914714" cy="364074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fontAlgn="auto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导入模块</a:t>
            </a:r>
            <a:endParaRPr lang="en-US" altLang="zh-CN" sz="120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054DF83-260B-4E69-B8A9-C0910F849C57}"/>
              </a:ext>
            </a:extLst>
          </p:cNvPr>
          <p:cNvSpPr txBox="1"/>
          <p:nvPr/>
        </p:nvSpPr>
        <p:spPr bwMode="gray">
          <a:xfrm>
            <a:off x="3636167" y="4010551"/>
            <a:ext cx="399192" cy="367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--</a:t>
            </a:r>
          </a:p>
        </p:txBody>
      </p:sp>
      <p:sp>
        <p:nvSpPr>
          <p:cNvPr id="6" name="矩形 5"/>
          <p:cNvSpPr/>
          <p:nvPr/>
        </p:nvSpPr>
        <p:spPr bwMode="gray">
          <a:xfrm>
            <a:off x="1705947" y="3980190"/>
            <a:ext cx="2005677" cy="400110"/>
          </a:xfrm>
          <a:prstGeom prst="rect">
            <a:avLst/>
          </a:prstGeom>
        </p:spPr>
        <p:txBody>
          <a:bodyPr wrap="none" anchor="t" anchorCtr="0">
            <a:spAutoFit/>
          </a:bodyPr>
          <a:lstStyle/>
          <a:p>
            <a:pPr>
              <a:lnSpc>
                <a:spcPts val="2400"/>
              </a:lnSpc>
            </a:pPr>
            <a:r>
              <a:rPr lang="en-US" altLang="zh-CN" sz="1600" kern="100" dirty="0">
                <a:latin typeface="Huawei Sans" panose="020C0503030203020204" pitchFamily="34" charset="0"/>
                <a:ea typeface="方正兰亭黑简体" panose="02000000000000000000" pitchFamily="2" charset="-122"/>
                <a:cs typeface="微软雅黑" panose="020B0503020204020204" pitchFamily="34" charset="-122"/>
                <a:sym typeface="Huawei Sans" panose="020C0503030203020204" pitchFamily="34" charset="0"/>
              </a:rPr>
              <a:t> </a:t>
            </a:r>
            <a:r>
              <a:rPr lang="zh-CN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创建一个</a:t>
            </a:r>
            <a:r>
              <a:rPr lang="en-US" altLang="zh-CN" sz="1200" dirty="0" err="1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gRPC</a:t>
            </a: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server</a:t>
            </a:r>
            <a:r>
              <a:rPr lang="zh-CN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对象</a:t>
            </a:r>
            <a:endParaRPr lang="en-US" altLang="zh-CN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054DF83-260B-4E69-B8A9-C0910F849C57}"/>
              </a:ext>
            </a:extLst>
          </p:cNvPr>
          <p:cNvSpPr txBox="1"/>
          <p:nvPr/>
        </p:nvSpPr>
        <p:spPr bwMode="gray">
          <a:xfrm>
            <a:off x="3642656" y="2378812"/>
            <a:ext cx="399192" cy="367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--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054DF83-260B-4E69-B8A9-C0910F849C57}"/>
              </a:ext>
            </a:extLst>
          </p:cNvPr>
          <p:cNvSpPr txBox="1"/>
          <p:nvPr/>
        </p:nvSpPr>
        <p:spPr bwMode="gray">
          <a:xfrm>
            <a:off x="3642656" y="4194287"/>
            <a:ext cx="399192" cy="367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--</a:t>
            </a:r>
          </a:p>
        </p:txBody>
      </p:sp>
      <p:sp>
        <p:nvSpPr>
          <p:cNvPr id="7" name="矩形 6"/>
          <p:cNvSpPr/>
          <p:nvPr/>
        </p:nvSpPr>
        <p:spPr bwMode="gray">
          <a:xfrm>
            <a:off x="2231732" y="4212132"/>
            <a:ext cx="1415772" cy="364074"/>
          </a:xfrm>
          <a:prstGeom prst="rect">
            <a:avLst/>
          </a:prstGeom>
        </p:spPr>
        <p:txBody>
          <a:bodyPr wrap="none" anchor="t" anchorCtr="0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zh-CN" sz="1200" kern="100">
                <a:latin typeface="Huawei Sans" panose="020C0503030203020204" pitchFamily="34" charset="0"/>
                <a:ea typeface="方正兰亭黑简体" panose="02000000000000000000" pitchFamily="2" charset="-122"/>
                <a:cs typeface="微软雅黑" panose="020B0503020204020204" pitchFamily="34" charset="-122"/>
                <a:sym typeface="Huawei Sans" panose="020C0503030203020204" pitchFamily="34" charset="0"/>
              </a:rPr>
              <a:t>注册数据监听服务</a:t>
            </a:r>
            <a:endParaRPr lang="zh-CN" altLang="en-US" sz="1200" kern="100">
              <a:latin typeface="Huawei Sans" panose="020C0503030203020204" pitchFamily="34" charset="0"/>
              <a:ea typeface="方正兰亭黑简体" panose="02000000000000000000" pitchFamily="2" charset="-122"/>
              <a:cs typeface="微软雅黑" panose="020B0503020204020204" pitchFamily="34" charset="-122"/>
              <a:sym typeface="Huawei Sans" panose="020C050303020302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054DF83-260B-4E69-B8A9-C0910F849C57}"/>
              </a:ext>
            </a:extLst>
          </p:cNvPr>
          <p:cNvSpPr txBox="1"/>
          <p:nvPr/>
        </p:nvSpPr>
        <p:spPr bwMode="gray">
          <a:xfrm>
            <a:off x="3642656" y="4427562"/>
            <a:ext cx="399192" cy="367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--</a:t>
            </a:r>
          </a:p>
        </p:txBody>
      </p:sp>
      <p:sp>
        <p:nvSpPr>
          <p:cNvPr id="33" name="矩形 32"/>
          <p:cNvSpPr/>
          <p:nvPr/>
        </p:nvSpPr>
        <p:spPr bwMode="gray">
          <a:xfrm>
            <a:off x="2069956" y="4412856"/>
            <a:ext cx="1552028" cy="364074"/>
          </a:xfrm>
          <a:prstGeom prst="rect">
            <a:avLst/>
          </a:prstGeom>
        </p:spPr>
        <p:txBody>
          <a:bodyPr wrap="none" anchor="t" anchorCtr="0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sz="1200" kern="100">
                <a:latin typeface="Huawei Sans" panose="020C0503030203020204" pitchFamily="34" charset="0"/>
                <a:ea typeface="方正兰亭黑简体" panose="02000000000000000000" pitchFamily="2" charset="-122"/>
                <a:cs typeface="微软雅黑" panose="020B0503020204020204" pitchFamily="34" charset="-122"/>
                <a:sym typeface="Huawei Sans" panose="020C0503030203020204" pitchFamily="34" charset="0"/>
              </a:rPr>
              <a:t>设置</a:t>
            </a:r>
            <a:r>
              <a:rPr lang="en-US" altLang="zh-CN" sz="1200" kern="100">
                <a:latin typeface="Huawei Sans" panose="020C0503030203020204" pitchFamily="34" charset="0"/>
                <a:ea typeface="方正兰亭黑简体" panose="02000000000000000000" pitchFamily="2" charset="-122"/>
                <a:cs typeface="微软雅黑" panose="020B0503020204020204" pitchFamily="34" charset="-122"/>
                <a:sym typeface="Huawei Sans" panose="020C0503030203020204" pitchFamily="34" charset="0"/>
              </a:rPr>
              <a:t>socket</a:t>
            </a:r>
            <a:r>
              <a:rPr lang="zh-CN" altLang="en-US" sz="1200" kern="100">
                <a:latin typeface="Huawei Sans" panose="020C0503030203020204" pitchFamily="34" charset="0"/>
                <a:ea typeface="方正兰亭黑简体" panose="02000000000000000000" pitchFamily="2" charset="-122"/>
                <a:cs typeface="微软雅黑" panose="020B0503020204020204" pitchFamily="34" charset="-122"/>
                <a:sym typeface="Huawei Sans" panose="020C0503030203020204" pitchFamily="34" charset="0"/>
              </a:rPr>
              <a:t>监听端口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054DF83-260B-4E69-B8A9-C0910F849C57}"/>
              </a:ext>
            </a:extLst>
          </p:cNvPr>
          <p:cNvSpPr txBox="1"/>
          <p:nvPr/>
        </p:nvSpPr>
        <p:spPr bwMode="gray">
          <a:xfrm>
            <a:off x="3642656" y="4642308"/>
            <a:ext cx="399192" cy="367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--</a:t>
            </a:r>
          </a:p>
        </p:txBody>
      </p:sp>
      <p:sp>
        <p:nvSpPr>
          <p:cNvPr id="35" name="矩形 34"/>
          <p:cNvSpPr/>
          <p:nvPr/>
        </p:nvSpPr>
        <p:spPr bwMode="gray">
          <a:xfrm>
            <a:off x="2330220" y="4625989"/>
            <a:ext cx="1326004" cy="400110"/>
          </a:xfrm>
          <a:prstGeom prst="rect">
            <a:avLst/>
          </a:prstGeom>
        </p:spPr>
        <p:txBody>
          <a:bodyPr wrap="none" anchor="t" anchorCtr="0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sz="1200" kern="100" dirty="0">
                <a:latin typeface="Huawei Sans" panose="020C0503030203020204" pitchFamily="34" charset="0"/>
                <a:ea typeface="方正兰亭黑简体" panose="02000000000000000000" pitchFamily="2" charset="-122"/>
                <a:cs typeface="微软雅黑" panose="020B0503020204020204" pitchFamily="34" charset="-122"/>
                <a:sym typeface="Huawei Sans" panose="020C0503030203020204" pitchFamily="34" charset="0"/>
              </a:rPr>
              <a:t>启动</a:t>
            </a:r>
            <a:r>
              <a:rPr lang="en-US" altLang="zh-CN" sz="1200" kern="100" dirty="0" err="1">
                <a:latin typeface="Huawei Sans" panose="020C0503030203020204" pitchFamily="34" charset="0"/>
                <a:ea typeface="方正兰亭黑简体" panose="02000000000000000000" pitchFamily="2" charset="-122"/>
                <a:cs typeface="微软雅黑" panose="020B0503020204020204" pitchFamily="34" charset="-122"/>
                <a:sym typeface="Huawei Sans" panose="020C0503030203020204" pitchFamily="34" charset="0"/>
              </a:rPr>
              <a:t>gRPC</a:t>
            </a:r>
            <a:r>
              <a:rPr lang="en-US" altLang="zh-CN" sz="1200" kern="100" dirty="0">
                <a:latin typeface="Huawei Sans" panose="020C0503030203020204" pitchFamily="34" charset="0"/>
                <a:ea typeface="方正兰亭黑简体" panose="02000000000000000000" pitchFamily="2" charset="-122"/>
                <a:cs typeface="微软雅黑" panose="020B0503020204020204" pitchFamily="34" charset="-122"/>
                <a:sym typeface="Huawei Sans" panose="020C0503030203020204" pitchFamily="34" charset="0"/>
              </a:rPr>
              <a:t> server</a:t>
            </a:r>
            <a:endParaRPr lang="zh-CN" altLang="en-US" sz="1200" kern="100" dirty="0">
              <a:latin typeface="Huawei Sans" panose="020C0503030203020204" pitchFamily="34" charset="0"/>
              <a:ea typeface="方正兰亭黑简体" panose="02000000000000000000" pitchFamily="2" charset="-122"/>
              <a:cs typeface="微软雅黑" panose="020B0503020204020204" pitchFamily="34" charset="-122"/>
              <a:sym typeface="Huawei Sans" panose="020C0503030203020204" pitchFamily="34" charset="0"/>
            </a:endParaRPr>
          </a:p>
        </p:txBody>
      </p:sp>
      <p:sp>
        <p:nvSpPr>
          <p:cNvPr id="36" name="矩形 35"/>
          <p:cNvSpPr/>
          <p:nvPr/>
        </p:nvSpPr>
        <p:spPr bwMode="gray">
          <a:xfrm>
            <a:off x="2693397" y="4992943"/>
            <a:ext cx="954107" cy="364074"/>
          </a:xfrm>
          <a:prstGeom prst="rect">
            <a:avLst/>
          </a:prstGeom>
        </p:spPr>
        <p:txBody>
          <a:bodyPr wrap="none" anchor="t" anchorCtr="0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sz="1200" kern="100">
                <a:latin typeface="Huawei Sans" panose="020C0503030203020204" pitchFamily="34" charset="0"/>
                <a:ea typeface="方正兰亭黑简体" panose="02000000000000000000" pitchFamily="2" charset="-122"/>
                <a:cs typeface="微软雅黑" panose="020B0503020204020204" pitchFamily="34" charset="-122"/>
                <a:sym typeface="Huawei Sans" panose="020C0503030203020204" pitchFamily="34" charset="0"/>
              </a:rPr>
              <a:t>死循环监听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054DF83-260B-4E69-B8A9-C0910F849C57}"/>
              </a:ext>
            </a:extLst>
          </p:cNvPr>
          <p:cNvSpPr txBox="1"/>
          <p:nvPr/>
        </p:nvSpPr>
        <p:spPr bwMode="gray">
          <a:xfrm>
            <a:off x="3642656" y="4989434"/>
            <a:ext cx="399192" cy="367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--</a:t>
            </a:r>
          </a:p>
        </p:txBody>
      </p:sp>
      <p:grpSp>
        <p:nvGrpSpPr>
          <p:cNvPr id="38" name="组合 37"/>
          <p:cNvGrpSpPr/>
          <p:nvPr/>
        </p:nvGrpSpPr>
        <p:grpSpPr bwMode="gray">
          <a:xfrm>
            <a:off x="1784377" y="1265272"/>
            <a:ext cx="8722245" cy="351975"/>
            <a:chOff x="2860156" y="1322655"/>
            <a:chExt cx="8722245" cy="351975"/>
          </a:xfrm>
        </p:grpSpPr>
        <p:sp>
          <p:nvSpPr>
            <p:cNvPr id="39" name="圆角矩形 11">
              <a:extLst>
                <a:ext uri="{FF2B5EF4-FFF2-40B4-BE49-F238E27FC236}">
                  <a16:creationId xmlns:a16="http://schemas.microsoft.com/office/drawing/2014/main" id="{701E0E72-A8AF-4A06-B6EF-16D484D4FF4A}"/>
                </a:ext>
              </a:extLst>
            </p:cNvPr>
            <p:cNvSpPr/>
            <p:nvPr/>
          </p:nvSpPr>
          <p:spPr bwMode="gray">
            <a:xfrm>
              <a:off x="2860156" y="1329025"/>
              <a:ext cx="958370" cy="327639"/>
            </a:xfrm>
            <a:prstGeom prst="roundRect">
              <a:avLst>
                <a:gd name="adj" fmla="val 429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配置推送</a:t>
              </a:r>
              <a:endPara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0" name="圆角矩形 11">
              <a:extLst>
                <a:ext uri="{FF2B5EF4-FFF2-40B4-BE49-F238E27FC236}">
                  <a16:creationId xmlns:a16="http://schemas.microsoft.com/office/drawing/2014/main" id="{701E0E72-A8AF-4A06-B6EF-16D484D4FF4A}"/>
                </a:ext>
              </a:extLst>
            </p:cNvPr>
            <p:cNvSpPr/>
            <p:nvPr/>
          </p:nvSpPr>
          <p:spPr bwMode="gray">
            <a:xfrm>
              <a:off x="5681925" y="1329527"/>
              <a:ext cx="1353763" cy="345103"/>
            </a:xfrm>
            <a:prstGeom prst="roundRect">
              <a:avLst>
                <a:gd name="adj" fmla="val 429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创建静态订阅</a:t>
              </a:r>
              <a:endPara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2" name="圆角矩形 11">
              <a:extLst>
                <a:ext uri="{FF2B5EF4-FFF2-40B4-BE49-F238E27FC236}">
                  <a16:creationId xmlns:a16="http://schemas.microsoft.com/office/drawing/2014/main" id="{701E0E72-A8AF-4A06-B6EF-16D484D4FF4A}"/>
                </a:ext>
              </a:extLst>
            </p:cNvPr>
            <p:cNvSpPr/>
            <p:nvPr/>
          </p:nvSpPr>
          <p:spPr bwMode="gray">
            <a:xfrm>
              <a:off x="4309586" y="1329023"/>
              <a:ext cx="942091" cy="345103"/>
            </a:xfrm>
            <a:prstGeom prst="roundRect">
              <a:avLst>
                <a:gd name="adj" fmla="val 429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配置采样</a:t>
              </a:r>
              <a:endPara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3" name="圆角矩形 12">
              <a:extLst>
                <a:ext uri="{FF2B5EF4-FFF2-40B4-BE49-F238E27FC236}">
                  <a16:creationId xmlns:a16="http://schemas.microsoft.com/office/drawing/2014/main" id="{7E1C0CD0-705F-43E8-93C5-8AA73F3C40FD}"/>
                </a:ext>
              </a:extLst>
            </p:cNvPr>
            <p:cNvSpPr/>
            <p:nvPr/>
          </p:nvSpPr>
          <p:spPr bwMode="gray">
            <a:xfrm>
              <a:off x="7456030" y="1329527"/>
              <a:ext cx="1433970" cy="345103"/>
            </a:xfrm>
            <a:prstGeom prst="roundRect">
              <a:avLst>
                <a:gd name="adj" fmla="val 4298"/>
              </a:avLst>
            </a:prstGeom>
            <a:solidFill>
              <a:srgbClr val="FFFF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编译</a:t>
              </a:r>
              <a:r>
                <a:rPr lang="en-US" altLang="zh-CN" sz="14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proto</a:t>
              </a:r>
              <a:r>
                <a:rPr lang="zh-CN" altLang="en-US" sz="14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文件</a:t>
              </a:r>
              <a:endPara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123AA511-BE26-485F-AC84-C8225487E8EA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842252" y="1525687"/>
              <a:ext cx="429675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123AA511-BE26-485F-AC84-C8225487E8EA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5269837" y="1525687"/>
              <a:ext cx="420341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123AA511-BE26-485F-AC84-C8225487E8EA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035688" y="1525687"/>
              <a:ext cx="420341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7" name="直接箭头连接符 56">
              <a:extLst>
                <a:ext uri="{FF2B5EF4-FFF2-40B4-BE49-F238E27FC236}">
                  <a16:creationId xmlns:a16="http://schemas.microsoft.com/office/drawing/2014/main" id="{123AA511-BE26-485F-AC84-C8225487E8EA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897180" y="1525687"/>
              <a:ext cx="399908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8" name="圆角矩形 12">
              <a:extLst>
                <a:ext uri="{FF2B5EF4-FFF2-40B4-BE49-F238E27FC236}">
                  <a16:creationId xmlns:a16="http://schemas.microsoft.com/office/drawing/2014/main" id="{605A06C5-BF3A-417C-B6E3-668468C81F0A}"/>
                </a:ext>
              </a:extLst>
            </p:cNvPr>
            <p:cNvSpPr/>
            <p:nvPr/>
          </p:nvSpPr>
          <p:spPr bwMode="gray">
            <a:xfrm>
              <a:off x="9340045" y="1329527"/>
              <a:ext cx="915263" cy="345103"/>
            </a:xfrm>
            <a:prstGeom prst="roundRect">
              <a:avLst>
                <a:gd name="adj" fmla="val 4298"/>
              </a:avLst>
            </a:prstGeom>
            <a:solidFill>
              <a:srgbClr val="30B5C5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编写代码</a:t>
              </a:r>
            </a:p>
          </p:txBody>
        </p: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123AA511-BE26-485F-AC84-C8225487E8EA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10271871" y="1549295"/>
              <a:ext cx="399908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60" name="圆角矩形 12">
              <a:extLst>
                <a:ext uri="{FF2B5EF4-FFF2-40B4-BE49-F238E27FC236}">
                  <a16:creationId xmlns:a16="http://schemas.microsoft.com/office/drawing/2014/main" id="{605A06C5-BF3A-417C-B6E3-668468C81F0A}"/>
                </a:ext>
              </a:extLst>
            </p:cNvPr>
            <p:cNvSpPr/>
            <p:nvPr/>
          </p:nvSpPr>
          <p:spPr bwMode="gray">
            <a:xfrm>
              <a:off x="10675397" y="1322655"/>
              <a:ext cx="907004" cy="345103"/>
            </a:xfrm>
            <a:prstGeom prst="roundRect">
              <a:avLst>
                <a:gd name="adj" fmla="val 429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结果验证</a:t>
              </a:r>
              <a:endPara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734690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>
                <a:sym typeface="Huawei Sans" panose="020C0503030203020204" pitchFamily="34" charset="0"/>
              </a:rPr>
              <a:t>步骤：编写</a:t>
            </a:r>
            <a:r>
              <a:rPr lang="en-US" altLang="zh-CN">
                <a:sym typeface="Huawei Sans" panose="020C0503030203020204" pitchFamily="34" charset="0"/>
              </a:rPr>
              <a:t>python</a:t>
            </a:r>
            <a:r>
              <a:rPr lang="zh-CN" altLang="en-US">
                <a:sym typeface="Huawei Sans" panose="020C0503030203020204" pitchFamily="34" charset="0"/>
              </a:rPr>
              <a:t>代码 </a:t>
            </a:r>
            <a:r>
              <a:rPr lang="en-US" altLang="zh-CN">
                <a:sym typeface="Huawei Sans" panose="020C0503030203020204" pitchFamily="34" charset="0"/>
              </a:rPr>
              <a:t>(2)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73D837C-8D89-4B32-AD1E-4199EF71F59D}"/>
              </a:ext>
            </a:extLst>
          </p:cNvPr>
          <p:cNvSpPr txBox="1"/>
          <p:nvPr/>
        </p:nvSpPr>
        <p:spPr bwMode="gray">
          <a:xfrm>
            <a:off x="4317298" y="1067675"/>
            <a:ext cx="6760277" cy="226409"/>
          </a:xfrm>
          <a:prstGeom prst="rect">
            <a:avLst/>
          </a:prstGeom>
          <a:noFill/>
          <a:ln>
            <a:solidFill>
              <a:srgbClr val="56C4D2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648335" marR="0" lvl="0" indent="0" defTabSz="914400" fontAlgn="auto">
              <a:lnSpc>
                <a:spcPts val="1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2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</a:defRPr>
            </a:lvl1pPr>
          </a:lstStyle>
          <a:p>
            <a:r>
              <a:rPr lang="en-US" altLang="zh-CN" dirty="0">
                <a:sym typeface="Huawei Sans" panose="020C0503030203020204" pitchFamily="34" charset="0"/>
              </a:rPr>
              <a:t>class </a:t>
            </a:r>
            <a:r>
              <a:rPr lang="en-US" altLang="zh-CN" dirty="0" err="1">
                <a:sym typeface="Huawei Sans" panose="020C0503030203020204" pitchFamily="34" charset="0"/>
              </a:rPr>
              <a:t>Telemetry_CPU_Info</a:t>
            </a:r>
            <a:r>
              <a:rPr lang="en-US" altLang="zh-CN" dirty="0">
                <a:sym typeface="Huawei Sans" panose="020C0503030203020204" pitchFamily="34" charset="0"/>
              </a:rPr>
              <a:t>(huawei_gRPC_dialout_pb2_gRPC.gRPCDataserviceServicer): </a:t>
            </a:r>
            <a:endParaRPr lang="zh-CN" altLang="zh-CN" dirty="0">
              <a:sym typeface="Huawei Sans" panose="020C050303020302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73D837C-8D89-4B32-AD1E-4199EF71F59D}"/>
              </a:ext>
            </a:extLst>
          </p:cNvPr>
          <p:cNvSpPr txBox="1"/>
          <p:nvPr/>
        </p:nvSpPr>
        <p:spPr bwMode="gray">
          <a:xfrm>
            <a:off x="4317296" y="5392265"/>
            <a:ext cx="6760279" cy="405945"/>
          </a:xfrm>
          <a:prstGeom prst="rect">
            <a:avLst/>
          </a:prstGeom>
          <a:noFill/>
          <a:ln>
            <a:solidFill>
              <a:srgbClr val="56C4D2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648335" marR="0" lvl="0" indent="0" defTabSz="914400" fontAlgn="auto">
              <a:lnSpc>
                <a:spcPts val="1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2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</a:defRPr>
            </a:lvl1pPr>
          </a:lstStyle>
          <a:p>
            <a:r>
              <a:rPr lang="en-US" altLang="zh-CN">
                <a:sym typeface="Huawei Sans" panose="020C0503030203020204" pitchFamily="34" charset="0"/>
              </a:rPr>
              <a:t>if __name__ == '__main__':</a:t>
            </a:r>
            <a:endParaRPr lang="zh-CN" altLang="zh-CN">
              <a:sym typeface="Huawei Sans" panose="020C0503030203020204" pitchFamily="34" charset="0"/>
            </a:endParaRPr>
          </a:p>
          <a:p>
            <a:r>
              <a:rPr lang="en-US" altLang="zh-CN">
                <a:sym typeface="Huawei Sans" panose="020C0503030203020204" pitchFamily="34" charset="0"/>
              </a:rPr>
              <a:t>  serve()</a:t>
            </a:r>
            <a:endParaRPr lang="zh-CN" altLang="zh-CN">
              <a:sym typeface="Huawei Sans" panose="020C0503030203020204" pitchFamily="3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73D837C-8D89-4B32-AD1E-4199EF71F59D}"/>
              </a:ext>
            </a:extLst>
          </p:cNvPr>
          <p:cNvSpPr txBox="1"/>
          <p:nvPr/>
        </p:nvSpPr>
        <p:spPr bwMode="gray">
          <a:xfrm>
            <a:off x="4317296" y="1372142"/>
            <a:ext cx="6760279" cy="405945"/>
          </a:xfrm>
          <a:prstGeom prst="rect">
            <a:avLst/>
          </a:prstGeom>
          <a:noFill/>
          <a:ln>
            <a:solidFill>
              <a:srgbClr val="56C4D2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648335" marR="0" lvl="0" indent="0" defTabSz="914400" fontAlgn="auto">
              <a:lnSpc>
                <a:spcPts val="1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2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</a:defRPr>
            </a:lvl1pPr>
          </a:lstStyle>
          <a:p>
            <a:r>
              <a:rPr lang="en-US" altLang="zh-CN" dirty="0">
                <a:sym typeface="Huawei Sans" panose="020C0503030203020204" pitchFamily="34" charset="0"/>
              </a:rPr>
              <a:t>  </a:t>
            </a:r>
            <a:r>
              <a:rPr lang="en-US" altLang="zh-CN" dirty="0" err="1">
                <a:sym typeface="Huawei Sans" panose="020C0503030203020204" pitchFamily="34" charset="0"/>
              </a:rPr>
              <a:t>def</a:t>
            </a:r>
            <a:r>
              <a:rPr lang="en-US" altLang="zh-CN" dirty="0">
                <a:sym typeface="Huawei Sans" panose="020C0503030203020204" pitchFamily="34" charset="0"/>
              </a:rPr>
              <a:t> __</a:t>
            </a:r>
            <a:r>
              <a:rPr lang="en-US" altLang="zh-CN" dirty="0" err="1">
                <a:sym typeface="Huawei Sans" panose="020C0503030203020204" pitchFamily="34" charset="0"/>
              </a:rPr>
              <a:t>init</a:t>
            </a:r>
            <a:r>
              <a:rPr lang="en-US" altLang="zh-CN" dirty="0">
                <a:sym typeface="Huawei Sans" panose="020C0503030203020204" pitchFamily="34" charset="0"/>
              </a:rPr>
              <a:t>__(self):</a:t>
            </a:r>
            <a:endParaRPr lang="zh-CN" altLang="zh-CN" dirty="0">
              <a:sym typeface="Huawei Sans" panose="020C0503030203020204" pitchFamily="34" charset="0"/>
            </a:endParaRPr>
          </a:p>
          <a:p>
            <a:r>
              <a:rPr lang="en-US" altLang="zh-CN" dirty="0">
                <a:sym typeface="Huawei Sans" panose="020C0503030203020204" pitchFamily="34" charset="0"/>
              </a:rPr>
              <a:t>        return</a:t>
            </a:r>
            <a:endParaRPr lang="zh-CN" altLang="zh-CN" dirty="0">
              <a:sym typeface="Huawei Sans" panose="020C0503030203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73D837C-8D89-4B32-AD1E-4199EF71F59D}"/>
              </a:ext>
            </a:extLst>
          </p:cNvPr>
          <p:cNvSpPr txBox="1"/>
          <p:nvPr/>
        </p:nvSpPr>
        <p:spPr bwMode="gray">
          <a:xfrm>
            <a:off x="4317296" y="1856145"/>
            <a:ext cx="6760279" cy="3458063"/>
          </a:xfrm>
          <a:prstGeom prst="rect">
            <a:avLst/>
          </a:prstGeom>
          <a:noFill/>
          <a:ln>
            <a:solidFill>
              <a:srgbClr val="56C4D2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648335" marR="0" lvl="0" indent="0" defTabSz="914400" fontAlgn="auto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2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Courier New" panose="02070309020205020404" pitchFamily="49" charset="0"/>
              </a:defRPr>
            </a:lvl1pPr>
          </a:lstStyle>
          <a:p>
            <a:pPr>
              <a:lnSpc>
                <a:spcPts val="1000"/>
              </a:lnSpc>
            </a:pP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</a:t>
            </a:r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def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dataPublish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(self, </a:t>
            </a:r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request_iterator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, context):</a:t>
            </a:r>
            <a:endParaRPr lang="zh-CN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ts val="1000"/>
              </a:lnSpc>
            </a:pP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for </a:t>
            </a:r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in </a:t>
            </a:r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request_iterator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:</a:t>
            </a:r>
            <a:endParaRPr lang="zh-CN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ts val="1000"/>
              </a:lnSpc>
            </a:pP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print ('############ start ############\n')</a:t>
            </a:r>
            <a:endParaRPr lang="zh-CN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ts val="1000"/>
              </a:lnSpc>
            </a:pP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</a:t>
            </a:r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telemetry_data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= huawei_telemetry_pb2.Telemetry.FromString(</a:t>
            </a:r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i.data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)</a:t>
            </a:r>
            <a:endParaRPr lang="zh-CN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ts val="1000"/>
              </a:lnSpc>
            </a:pP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print (</a:t>
            </a:r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telemetry_data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)            </a:t>
            </a:r>
            <a:endParaRPr lang="zh-CN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ts val="1000"/>
              </a:lnSpc>
            </a:pP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</a:t>
            </a:r>
            <a:endParaRPr lang="zh-CN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ts val="1000"/>
              </a:lnSpc>
            </a:pP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for </a:t>
            </a:r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row_data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in  </a:t>
            </a:r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telemetry_data.data_gpb.row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:</a:t>
            </a:r>
            <a:endParaRPr lang="zh-CN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ts val="1000"/>
              </a:lnSpc>
            </a:pP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    print ('-----------------')</a:t>
            </a:r>
            <a:endParaRPr lang="zh-CN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ts val="1000"/>
              </a:lnSpc>
            </a:pP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    print ('The proto path is :'+</a:t>
            </a:r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telemetry_data.proto_path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)</a:t>
            </a:r>
            <a:endParaRPr lang="zh-CN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ts val="1000"/>
              </a:lnSpc>
            </a:pP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    print ('-----------------')</a:t>
            </a:r>
            <a:endParaRPr lang="zh-CN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ts val="1000"/>
              </a:lnSpc>
            </a:pP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    </a:t>
            </a:r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module_name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= </a:t>
            </a:r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telemetry_data.proto_path.split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('.')[0]</a:t>
            </a:r>
            <a:endParaRPr lang="zh-CN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ts val="1000"/>
              </a:lnSpc>
            </a:pP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    </a:t>
            </a:r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root_class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= </a:t>
            </a:r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telemetry_data.proto_path.split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('.')[1]</a:t>
            </a:r>
            <a:endParaRPr lang="zh-CN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ts val="1000"/>
              </a:lnSpc>
            </a:pP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    </a:t>
            </a:r>
            <a:endParaRPr lang="zh-CN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ts val="1000"/>
              </a:lnSpc>
            </a:pP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    </a:t>
            </a:r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decode_module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= </a:t>
            </a:r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importlib.import_module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( module_name+'_pb2')</a:t>
            </a:r>
            <a:endParaRPr lang="zh-CN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ts val="1000"/>
              </a:lnSpc>
            </a:pP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    print (</a:t>
            </a:r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decode_module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)</a:t>
            </a:r>
            <a:endParaRPr lang="zh-CN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ts val="1000"/>
              </a:lnSpc>
            </a:pP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    </a:t>
            </a:r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decode_func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= </a:t>
            </a:r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getattr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(</a:t>
            </a:r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decode_module,root_class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).</a:t>
            </a:r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FromString</a:t>
            </a:r>
            <a:endParaRPr lang="zh-CN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ts val="1000"/>
              </a:lnSpc>
            </a:pP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    print ('----------- content is -----------\n')</a:t>
            </a:r>
            <a:endParaRPr lang="zh-CN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ts val="1000"/>
              </a:lnSpc>
            </a:pP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    print (</a:t>
            </a:r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decode_func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(</a:t>
            </a:r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row_data.content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))</a:t>
            </a:r>
            <a:endParaRPr lang="zh-CN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ts val="1000"/>
              </a:lnSpc>
            </a:pP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    print ('----------- done -----------------')</a:t>
            </a:r>
            <a:endParaRPr lang="zh-CN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054DF83-260B-4E69-B8A9-C0910F849C57}"/>
              </a:ext>
            </a:extLst>
          </p:cNvPr>
          <p:cNvSpPr txBox="1"/>
          <p:nvPr/>
        </p:nvSpPr>
        <p:spPr bwMode="gray">
          <a:xfrm>
            <a:off x="3864268" y="1028083"/>
            <a:ext cx="399192" cy="367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--</a:t>
            </a:r>
          </a:p>
        </p:txBody>
      </p:sp>
      <p:sp>
        <p:nvSpPr>
          <p:cNvPr id="26" name="矩形 25"/>
          <p:cNvSpPr/>
          <p:nvPr/>
        </p:nvSpPr>
        <p:spPr bwMode="gray">
          <a:xfrm>
            <a:off x="1898720" y="1021924"/>
            <a:ext cx="2084000" cy="3640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sz="1200" kern="100">
                <a:latin typeface="Huawei Sans" panose="020C0503030203020204" pitchFamily="34" charset="0"/>
                <a:ea typeface="方正兰亭黑简体" panose="02000000000000000000" pitchFamily="2" charset="-122"/>
                <a:cs typeface="微软雅黑" panose="020B0503020204020204" pitchFamily="34" charset="-122"/>
                <a:sym typeface="Huawei Sans" panose="020C0503030203020204" pitchFamily="34" charset="0"/>
              </a:rPr>
              <a:t>创建类继承</a:t>
            </a:r>
            <a:r>
              <a:rPr lang="en-US" altLang="zh-CN" sz="1200" kern="100">
                <a:latin typeface="Huawei Sans" panose="020C0503030203020204" pitchFamily="34" charset="0"/>
                <a:ea typeface="方正兰亭黑简体" panose="02000000000000000000" pitchFamily="2" charset="-122"/>
                <a:cs typeface="微软雅黑" panose="020B0503020204020204" pitchFamily="34" charset="-122"/>
                <a:sym typeface="Huawei Sans" panose="020C0503030203020204" pitchFamily="34" charset="0"/>
              </a:rPr>
              <a:t>Servicer</a:t>
            </a:r>
            <a:r>
              <a:rPr lang="zh-CN" altLang="en-US" sz="1200" kern="100">
                <a:latin typeface="Huawei Sans" panose="020C0503030203020204" pitchFamily="34" charset="0"/>
                <a:ea typeface="方正兰亭黑简体" panose="02000000000000000000" pitchFamily="2" charset="-122"/>
                <a:cs typeface="微软雅黑" panose="020B0503020204020204" pitchFamily="34" charset="-122"/>
                <a:sym typeface="Huawei Sans" panose="020C0503030203020204" pitchFamily="34" charset="0"/>
              </a:rPr>
              <a:t>方法 </a:t>
            </a:r>
            <a:endParaRPr lang="en-US" altLang="zh-CN" sz="105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054DF83-260B-4E69-B8A9-C0910F849C57}"/>
              </a:ext>
            </a:extLst>
          </p:cNvPr>
          <p:cNvSpPr txBox="1"/>
          <p:nvPr/>
        </p:nvSpPr>
        <p:spPr bwMode="gray">
          <a:xfrm>
            <a:off x="3864268" y="1751587"/>
            <a:ext cx="399192" cy="367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--</a:t>
            </a:r>
          </a:p>
        </p:txBody>
      </p:sp>
      <p:sp>
        <p:nvSpPr>
          <p:cNvPr id="28" name="矩形 27"/>
          <p:cNvSpPr/>
          <p:nvPr/>
        </p:nvSpPr>
        <p:spPr bwMode="gray">
          <a:xfrm>
            <a:off x="1898720" y="1745428"/>
            <a:ext cx="2084000" cy="3640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sz="1200" kern="100" dirty="0">
                <a:latin typeface="Huawei Sans" panose="020C0503030203020204" pitchFamily="34" charset="0"/>
                <a:ea typeface="方正兰亭黑简体" panose="02000000000000000000" pitchFamily="2" charset="-122"/>
                <a:cs typeface="微软雅黑" panose="020B0503020204020204" pitchFamily="34" charset="-122"/>
                <a:sym typeface="Huawei Sans" panose="020C0503030203020204" pitchFamily="34" charset="0"/>
              </a:rPr>
              <a:t>继承</a:t>
            </a:r>
            <a:r>
              <a:rPr lang="en-US" altLang="zh-CN" sz="1200" kern="100" dirty="0" err="1">
                <a:latin typeface="Huawei Sans" panose="020C0503030203020204" pitchFamily="34" charset="0"/>
                <a:ea typeface="方正兰亭黑简体" panose="02000000000000000000" pitchFamily="2" charset="-122"/>
                <a:cs typeface="微软雅黑" panose="020B0503020204020204" pitchFamily="34" charset="-122"/>
                <a:sym typeface="Huawei Sans" panose="020C0503030203020204" pitchFamily="34" charset="0"/>
              </a:rPr>
              <a:t>dataPublish</a:t>
            </a:r>
            <a:r>
              <a:rPr lang="zh-CN" altLang="en-US" sz="1200" kern="100" dirty="0">
                <a:latin typeface="Huawei Sans" panose="020C0503030203020204" pitchFamily="34" charset="0"/>
                <a:ea typeface="方正兰亭黑简体" panose="02000000000000000000" pitchFamily="2" charset="-122"/>
                <a:cs typeface="微软雅黑" panose="020B0503020204020204" pitchFamily="34" charset="-122"/>
                <a:sym typeface="Huawei Sans" panose="020C0503030203020204" pitchFamily="34" charset="0"/>
              </a:rPr>
              <a:t>方法 </a:t>
            </a:r>
            <a:endParaRPr lang="en-US" altLang="zh-CN" sz="105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  <p:sp>
        <p:nvSpPr>
          <p:cNvPr id="7" name="矩形 6"/>
          <p:cNvSpPr/>
          <p:nvPr/>
        </p:nvSpPr>
        <p:spPr bwMode="gray">
          <a:xfrm>
            <a:off x="1090005" y="3179932"/>
            <a:ext cx="2856872" cy="3640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zh-CN" sz="1200" kern="100">
                <a:latin typeface="Huawei Sans" panose="020C0503030203020204" pitchFamily="34" charset="0"/>
                <a:ea typeface="方正兰亭黑简体" panose="02000000000000000000" pitchFamily="2" charset="-122"/>
                <a:cs typeface="微软雅黑" panose="020B0503020204020204" pitchFamily="34" charset="-122"/>
                <a:sym typeface="Huawei Sans" panose="020C0503030203020204" pitchFamily="34" charset="0"/>
              </a:rPr>
              <a:t>动态加载</a:t>
            </a:r>
            <a:r>
              <a:rPr lang="en-US" altLang="zh-CN" sz="1200" kern="100">
                <a:latin typeface="Huawei Sans" panose="020C0503030203020204" pitchFamily="34" charset="0"/>
                <a:ea typeface="方正兰亭黑简体" panose="02000000000000000000" pitchFamily="2" charset="-122"/>
                <a:cs typeface="微软雅黑" panose="020B0503020204020204" pitchFamily="34" charset="-122"/>
                <a:sym typeface="Huawei Sans" panose="020C0503030203020204" pitchFamily="34" charset="0"/>
              </a:rPr>
              <a:t>telemetry</a:t>
            </a:r>
            <a:r>
              <a:rPr lang="zh-CN" altLang="zh-CN" sz="1200" kern="100">
                <a:latin typeface="Huawei Sans" panose="020C0503030203020204" pitchFamily="34" charset="0"/>
                <a:ea typeface="方正兰亭黑简体" panose="02000000000000000000" pitchFamily="2" charset="-122"/>
                <a:cs typeface="微软雅黑" panose="020B0503020204020204" pitchFamily="34" charset="-122"/>
                <a:sym typeface="Huawei Sans" panose="020C0503030203020204" pitchFamily="34" charset="0"/>
              </a:rPr>
              <a:t>获取数据的对应模块</a:t>
            </a:r>
            <a:endParaRPr lang="zh-CN" altLang="en-US" sz="1200" kern="100">
              <a:latin typeface="Huawei Sans" panose="020C0503030203020204" pitchFamily="34" charset="0"/>
              <a:ea typeface="方正兰亭黑简体" panose="02000000000000000000" pitchFamily="2" charset="-122"/>
              <a:cs typeface="微软雅黑" panose="020B0503020204020204" pitchFamily="34" charset="-122"/>
              <a:sym typeface="Huawei Sans" panose="020C050303020302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054DF83-260B-4E69-B8A9-C0910F849C57}"/>
              </a:ext>
            </a:extLst>
          </p:cNvPr>
          <p:cNvSpPr txBox="1"/>
          <p:nvPr/>
        </p:nvSpPr>
        <p:spPr bwMode="gray">
          <a:xfrm>
            <a:off x="3870164" y="3166589"/>
            <a:ext cx="399192" cy="367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--</a:t>
            </a:r>
          </a:p>
        </p:txBody>
      </p:sp>
      <p:sp>
        <p:nvSpPr>
          <p:cNvPr id="34" name="矩形 33"/>
          <p:cNvSpPr/>
          <p:nvPr/>
        </p:nvSpPr>
        <p:spPr bwMode="gray">
          <a:xfrm>
            <a:off x="1090005" y="4205089"/>
            <a:ext cx="2856872" cy="3640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zh-CN" sz="1200" kern="100">
                <a:latin typeface="Huawei Sans" panose="020C0503030203020204" pitchFamily="34" charset="0"/>
                <a:ea typeface="方正兰亭黑简体" panose="02000000000000000000" pitchFamily="2" charset="-122"/>
                <a:cs typeface="微软雅黑" panose="020B0503020204020204" pitchFamily="34" charset="-122"/>
                <a:sym typeface="Huawei Sans" panose="020C0503030203020204" pitchFamily="34" charset="0"/>
              </a:rPr>
              <a:t>动态加载</a:t>
            </a:r>
            <a:r>
              <a:rPr lang="en-US" altLang="zh-CN" sz="1200" kern="100">
                <a:latin typeface="Huawei Sans" panose="020C0503030203020204" pitchFamily="34" charset="0"/>
                <a:ea typeface="方正兰亭黑简体" panose="02000000000000000000" pitchFamily="2" charset="-122"/>
                <a:cs typeface="微软雅黑" panose="020B0503020204020204" pitchFamily="34" charset="-122"/>
                <a:sym typeface="Huawei Sans" panose="020C0503030203020204" pitchFamily="34" charset="0"/>
              </a:rPr>
              <a:t>telemetry</a:t>
            </a:r>
            <a:r>
              <a:rPr lang="zh-CN" altLang="zh-CN" sz="1200" kern="100">
                <a:latin typeface="Huawei Sans" panose="020C0503030203020204" pitchFamily="34" charset="0"/>
                <a:ea typeface="方正兰亭黑简体" panose="02000000000000000000" pitchFamily="2" charset="-122"/>
                <a:cs typeface="微软雅黑" panose="020B0503020204020204" pitchFamily="34" charset="-122"/>
                <a:sym typeface="Huawei Sans" panose="020C0503030203020204" pitchFamily="34" charset="0"/>
              </a:rPr>
              <a:t>获取数据的对应模块</a:t>
            </a:r>
            <a:endParaRPr lang="zh-CN" altLang="en-US" sz="1200" kern="100">
              <a:latin typeface="Huawei Sans" panose="020C0503030203020204" pitchFamily="34" charset="0"/>
              <a:ea typeface="方正兰亭黑简体" panose="02000000000000000000" pitchFamily="2" charset="-122"/>
              <a:cs typeface="微软雅黑" panose="020B0503020204020204" pitchFamily="34" charset="-122"/>
              <a:sym typeface="Huawei Sans" panose="020C0503030203020204" pitchFamily="34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2054DF83-260B-4E69-B8A9-C0910F849C57}"/>
              </a:ext>
            </a:extLst>
          </p:cNvPr>
          <p:cNvSpPr txBox="1"/>
          <p:nvPr/>
        </p:nvSpPr>
        <p:spPr bwMode="gray">
          <a:xfrm>
            <a:off x="3864268" y="4191746"/>
            <a:ext cx="399192" cy="367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--</a:t>
            </a:r>
          </a:p>
        </p:txBody>
      </p:sp>
      <p:sp>
        <p:nvSpPr>
          <p:cNvPr id="36" name="矩形 35"/>
          <p:cNvSpPr/>
          <p:nvPr/>
        </p:nvSpPr>
        <p:spPr bwMode="gray">
          <a:xfrm>
            <a:off x="2720836" y="4755491"/>
            <a:ext cx="1261884" cy="3640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sz="1200" kern="100">
                <a:latin typeface="Huawei Sans" panose="020C0503030203020204" pitchFamily="34" charset="0"/>
                <a:ea typeface="方正兰亭黑简体" panose="02000000000000000000" pitchFamily="2" charset="-122"/>
                <a:cs typeface="微软雅黑" panose="020B0503020204020204" pitchFamily="34" charset="-122"/>
                <a:sym typeface="Huawei Sans" panose="020C0503030203020204" pitchFamily="34" charset="0"/>
              </a:rPr>
              <a:t>解码并打印数据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054DF83-260B-4E69-B8A9-C0910F849C57}"/>
              </a:ext>
            </a:extLst>
          </p:cNvPr>
          <p:cNvSpPr txBox="1"/>
          <p:nvPr/>
        </p:nvSpPr>
        <p:spPr bwMode="gray">
          <a:xfrm>
            <a:off x="3858372" y="4776631"/>
            <a:ext cx="399192" cy="367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--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054DF83-260B-4E69-B8A9-C0910F849C57}"/>
              </a:ext>
            </a:extLst>
          </p:cNvPr>
          <p:cNvSpPr txBox="1"/>
          <p:nvPr/>
        </p:nvSpPr>
        <p:spPr bwMode="gray">
          <a:xfrm>
            <a:off x="3858372" y="1403074"/>
            <a:ext cx="399192" cy="367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--</a:t>
            </a:r>
          </a:p>
        </p:txBody>
      </p:sp>
      <p:sp>
        <p:nvSpPr>
          <p:cNvPr id="18" name="矩形 17"/>
          <p:cNvSpPr/>
          <p:nvPr/>
        </p:nvSpPr>
        <p:spPr bwMode="gray">
          <a:xfrm>
            <a:off x="1898720" y="1393411"/>
            <a:ext cx="2084000" cy="3640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sz="1200" kern="100">
                <a:latin typeface="Huawei Sans" panose="020C0503030203020204" pitchFamily="34" charset="0"/>
                <a:ea typeface="方正兰亭黑简体" panose="02000000000000000000" pitchFamily="2" charset="-122"/>
                <a:cs typeface="微软雅黑" panose="020B0503020204020204" pitchFamily="34" charset="-122"/>
                <a:sym typeface="Huawei Sans" panose="020C0503030203020204" pitchFamily="34" charset="0"/>
              </a:rPr>
              <a:t>定义初始化方法 </a:t>
            </a:r>
            <a:endParaRPr lang="en-US" altLang="zh-CN" sz="105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11213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>
                <a:sym typeface="Huawei Sans" panose="020C0503030203020204" pitchFamily="34" charset="0"/>
              </a:rPr>
              <a:t>步骤：结果验证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59" name="文本占位符 2"/>
          <p:cNvSpPr>
            <a:spLocks noGrp="1"/>
          </p:cNvSpPr>
          <p:nvPr>
            <p:ph type="body" sz="quarter" idx="10"/>
          </p:nvPr>
        </p:nvSpPr>
        <p:spPr bwMode="gray">
          <a:xfrm>
            <a:off x="455612" y="1843383"/>
            <a:ext cx="11293475" cy="4084172"/>
          </a:xfrm>
        </p:spPr>
        <p:txBody>
          <a:bodyPr/>
          <a:lstStyle/>
          <a:p>
            <a:pPr marL="342900" indent="-342900">
              <a:buSzPct val="100000"/>
              <a:buFont typeface="+mj-lt"/>
              <a:buAutoNum type="arabicPeriod" startAt="7"/>
            </a:pPr>
            <a:r>
              <a:rPr lang="zh-CN" altLang="en-US" sz="1600" dirty="0">
                <a:sym typeface="Huawei Sans" panose="020C0503030203020204" pitchFamily="34" charset="0"/>
              </a:rPr>
              <a:t>结果验证。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400" dirty="0">
                <a:sym typeface="Huawei Sans" panose="020C0503030203020204" pitchFamily="34" charset="0"/>
              </a:rPr>
              <a:t>运行脚本，查看输出结果已成功获得设备</a:t>
            </a:r>
            <a:r>
              <a:rPr lang="en-US" altLang="zh-CN" sz="1400" dirty="0">
                <a:sym typeface="Huawei Sans" panose="020C0503030203020204" pitchFamily="34" charset="0"/>
              </a:rPr>
              <a:t>CPU</a:t>
            </a:r>
            <a:r>
              <a:rPr lang="zh-CN" altLang="en-US" sz="1400" dirty="0">
                <a:sym typeface="Huawei Sans" panose="020C0503030203020204" pitchFamily="34" charset="0"/>
              </a:rPr>
              <a:t>信息。</a:t>
            </a:r>
            <a:endParaRPr lang="en-US" altLang="zh-CN" sz="1400" dirty="0">
              <a:sym typeface="Huawei Sans" panose="020C0503030203020204" pitchFamily="34" charset="0"/>
            </a:endParaRPr>
          </a:p>
          <a:p>
            <a:endParaRPr lang="en-US" altLang="zh-CN" sz="1600" dirty="0">
              <a:sym typeface="Huawei Sans" panose="020C0503030203020204" pitchFamily="34" charset="0"/>
            </a:endParaRPr>
          </a:p>
          <a:p>
            <a:endParaRPr lang="zh-CN" altLang="en-US" sz="1600" dirty="0">
              <a:sym typeface="Huawei Sans" panose="020C0503030203020204" pitchFamily="34" charset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773D837C-8D89-4B32-AD1E-4199EF71F59D}"/>
              </a:ext>
            </a:extLst>
          </p:cNvPr>
          <p:cNvSpPr txBox="1"/>
          <p:nvPr/>
        </p:nvSpPr>
        <p:spPr bwMode="gray">
          <a:xfrm>
            <a:off x="3939164" y="2798935"/>
            <a:ext cx="3953746" cy="2932085"/>
          </a:xfrm>
          <a:prstGeom prst="rect">
            <a:avLst/>
          </a:prstGeom>
          <a:noFill/>
          <a:ln>
            <a:solidFill>
              <a:srgbClr val="56C4D2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648335" marR="0" lvl="0" indent="0" defTabSz="914400" fontAlgn="auto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2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Courier New" panose="02070309020205020404" pitchFamily="49" charset="0"/>
              </a:defRPr>
            </a:lvl1pPr>
          </a:lstStyle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----------- content is -----------</a:t>
            </a:r>
            <a:endParaRPr lang="zh-CN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 </a:t>
            </a:r>
            <a:endParaRPr lang="zh-CN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cpuInfos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{</a:t>
            </a:r>
            <a:endParaRPr lang="zh-CN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</a:t>
            </a:r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cpuInfo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{</a:t>
            </a:r>
            <a:endParaRPr lang="zh-CN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</a:t>
            </a:r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entIndex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: 16842753</a:t>
            </a:r>
            <a:endParaRPr lang="zh-CN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interval: 8</a:t>
            </a:r>
            <a:endParaRPr lang="zh-CN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</a:t>
            </a:r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ovloadThreshold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: 90</a:t>
            </a:r>
            <a:endParaRPr lang="zh-CN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position: "1"</a:t>
            </a:r>
            <a:endParaRPr lang="zh-CN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</a:t>
            </a:r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systemCpuUsage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: 6</a:t>
            </a:r>
            <a:endParaRPr lang="zh-CN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</a:t>
            </a:r>
            <a:r>
              <a:rPr lang="en-US" altLang="zh-CN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unovloadThreshold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: 75</a:t>
            </a:r>
            <a:endParaRPr lang="zh-CN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}</a:t>
            </a:r>
            <a:endParaRPr lang="zh-CN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}</a:t>
            </a:r>
            <a:endParaRPr lang="zh-CN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 </a:t>
            </a:r>
            <a:endParaRPr lang="zh-CN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----------- done -----------------</a:t>
            </a:r>
            <a:endParaRPr lang="zh-CN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9" name="组合 18"/>
          <p:cNvGrpSpPr/>
          <p:nvPr/>
        </p:nvGrpSpPr>
        <p:grpSpPr bwMode="gray">
          <a:xfrm>
            <a:off x="1784377" y="1265272"/>
            <a:ext cx="8722245" cy="351975"/>
            <a:chOff x="2860156" y="1322655"/>
            <a:chExt cx="8722245" cy="351975"/>
          </a:xfrm>
        </p:grpSpPr>
        <p:sp>
          <p:nvSpPr>
            <p:cNvPr id="20" name="圆角矩形 11">
              <a:extLst>
                <a:ext uri="{FF2B5EF4-FFF2-40B4-BE49-F238E27FC236}">
                  <a16:creationId xmlns:a16="http://schemas.microsoft.com/office/drawing/2014/main" id="{701E0E72-A8AF-4A06-B6EF-16D484D4FF4A}"/>
                </a:ext>
              </a:extLst>
            </p:cNvPr>
            <p:cNvSpPr/>
            <p:nvPr/>
          </p:nvSpPr>
          <p:spPr bwMode="gray">
            <a:xfrm>
              <a:off x="2860156" y="1329025"/>
              <a:ext cx="958370" cy="327639"/>
            </a:xfrm>
            <a:prstGeom prst="roundRect">
              <a:avLst>
                <a:gd name="adj" fmla="val 429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配置推送</a:t>
              </a:r>
              <a:endPara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1" name="圆角矩形 11">
              <a:extLst>
                <a:ext uri="{FF2B5EF4-FFF2-40B4-BE49-F238E27FC236}">
                  <a16:creationId xmlns:a16="http://schemas.microsoft.com/office/drawing/2014/main" id="{701E0E72-A8AF-4A06-B6EF-16D484D4FF4A}"/>
                </a:ext>
              </a:extLst>
            </p:cNvPr>
            <p:cNvSpPr/>
            <p:nvPr/>
          </p:nvSpPr>
          <p:spPr bwMode="gray">
            <a:xfrm>
              <a:off x="5681925" y="1329527"/>
              <a:ext cx="1353763" cy="345103"/>
            </a:xfrm>
            <a:prstGeom prst="roundRect">
              <a:avLst>
                <a:gd name="adj" fmla="val 429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创建静态订阅</a:t>
              </a:r>
              <a:endPara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2" name="圆角矩形 11">
              <a:extLst>
                <a:ext uri="{FF2B5EF4-FFF2-40B4-BE49-F238E27FC236}">
                  <a16:creationId xmlns:a16="http://schemas.microsoft.com/office/drawing/2014/main" id="{701E0E72-A8AF-4A06-B6EF-16D484D4FF4A}"/>
                </a:ext>
              </a:extLst>
            </p:cNvPr>
            <p:cNvSpPr/>
            <p:nvPr/>
          </p:nvSpPr>
          <p:spPr bwMode="gray">
            <a:xfrm>
              <a:off x="4309586" y="1329023"/>
              <a:ext cx="942091" cy="345103"/>
            </a:xfrm>
            <a:prstGeom prst="roundRect">
              <a:avLst>
                <a:gd name="adj" fmla="val 429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配置采样</a:t>
              </a:r>
              <a:endPara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3" name="圆角矩形 12">
              <a:extLst>
                <a:ext uri="{FF2B5EF4-FFF2-40B4-BE49-F238E27FC236}">
                  <a16:creationId xmlns:a16="http://schemas.microsoft.com/office/drawing/2014/main" id="{7E1C0CD0-705F-43E8-93C5-8AA73F3C40FD}"/>
                </a:ext>
              </a:extLst>
            </p:cNvPr>
            <p:cNvSpPr/>
            <p:nvPr/>
          </p:nvSpPr>
          <p:spPr bwMode="gray">
            <a:xfrm>
              <a:off x="7456030" y="1329527"/>
              <a:ext cx="1433970" cy="345103"/>
            </a:xfrm>
            <a:prstGeom prst="roundRect">
              <a:avLst>
                <a:gd name="adj" fmla="val 429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编译</a:t>
              </a:r>
              <a:r>
                <a:rPr lang="en-US" altLang="zh-CN" sz="14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proto</a:t>
              </a:r>
              <a:r>
                <a:rPr lang="zh-CN" altLang="en-US" sz="14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文件</a:t>
              </a:r>
              <a:endPara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123AA511-BE26-485F-AC84-C8225487E8EA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842252" y="1525687"/>
              <a:ext cx="429675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123AA511-BE26-485F-AC84-C8225487E8EA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5269837" y="1525687"/>
              <a:ext cx="420341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123AA511-BE26-485F-AC84-C8225487E8EA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035688" y="1525687"/>
              <a:ext cx="420341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123AA511-BE26-485F-AC84-C8225487E8EA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897180" y="1525687"/>
              <a:ext cx="399908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8" name="圆角矩形 12">
              <a:extLst>
                <a:ext uri="{FF2B5EF4-FFF2-40B4-BE49-F238E27FC236}">
                  <a16:creationId xmlns:a16="http://schemas.microsoft.com/office/drawing/2014/main" id="{605A06C5-BF3A-417C-B6E3-668468C81F0A}"/>
                </a:ext>
              </a:extLst>
            </p:cNvPr>
            <p:cNvSpPr/>
            <p:nvPr/>
          </p:nvSpPr>
          <p:spPr bwMode="gray">
            <a:xfrm>
              <a:off x="9340045" y="1329527"/>
              <a:ext cx="915263" cy="345103"/>
            </a:xfrm>
            <a:prstGeom prst="roundRect">
              <a:avLst>
                <a:gd name="adj" fmla="val 429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编写代码</a:t>
              </a:r>
              <a:endPara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123AA511-BE26-485F-AC84-C8225487E8EA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10271871" y="1549295"/>
              <a:ext cx="399908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0" name="圆角矩形 12">
              <a:extLst>
                <a:ext uri="{FF2B5EF4-FFF2-40B4-BE49-F238E27FC236}">
                  <a16:creationId xmlns:a16="http://schemas.microsoft.com/office/drawing/2014/main" id="{605A06C5-BF3A-417C-B6E3-668468C81F0A}"/>
                </a:ext>
              </a:extLst>
            </p:cNvPr>
            <p:cNvSpPr/>
            <p:nvPr/>
          </p:nvSpPr>
          <p:spPr bwMode="gray">
            <a:xfrm>
              <a:off x="10675397" y="1322655"/>
              <a:ext cx="907004" cy="345103"/>
            </a:xfrm>
            <a:prstGeom prst="roundRect">
              <a:avLst>
                <a:gd name="adj" fmla="val 4298"/>
              </a:avLst>
            </a:prstGeom>
            <a:solidFill>
              <a:srgbClr val="30B5C5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结果验证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315737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(</a:t>
            </a:r>
            <a:r>
              <a:rPr lang="zh-CN" altLang="en-US" dirty="0">
                <a:sym typeface="Huawei Sans" panose="020C0503030203020204" pitchFamily="34" charset="0"/>
              </a:rPr>
              <a:t>多选题</a:t>
            </a:r>
            <a:r>
              <a:rPr lang="en-US" altLang="zh-CN" dirty="0">
                <a:sym typeface="Huawei Sans" panose="020C0503030203020204" pitchFamily="34" charset="0"/>
              </a:rPr>
              <a:t>)Telemetry</a:t>
            </a:r>
            <a:r>
              <a:rPr lang="zh-CN" altLang="en-US" dirty="0">
                <a:sym typeface="Huawei Sans" panose="020C0503030203020204" pitchFamily="34" charset="0"/>
              </a:rPr>
              <a:t>数据推送有哪几种方式？</a:t>
            </a:r>
            <a:r>
              <a:rPr lang="en-US" altLang="zh-CN" dirty="0">
                <a:sym typeface="Huawei Sans" panose="020C0503030203020204" pitchFamily="34" charset="0"/>
              </a:rPr>
              <a:t>(     )</a:t>
            </a:r>
          </a:p>
          <a:p>
            <a:pPr lvl="1"/>
            <a:r>
              <a:rPr lang="en-US" altLang="zh-CN" dirty="0">
                <a:sym typeface="Huawei Sans" panose="020C0503030203020204" pitchFamily="34" charset="0"/>
              </a:rPr>
              <a:t>TCP</a:t>
            </a:r>
            <a:endParaRPr lang="zh-CN" altLang="en-US" dirty="0">
              <a:sym typeface="Huawei Sans" panose="020C0503030203020204" pitchFamily="34" charset="0"/>
            </a:endParaRPr>
          </a:p>
          <a:p>
            <a:pPr lvl="1"/>
            <a:r>
              <a:rPr lang="en-US" altLang="zh-CN" dirty="0">
                <a:sym typeface="Huawei Sans" panose="020C0503030203020204" pitchFamily="34" charset="0"/>
              </a:rPr>
              <a:t>UDP</a:t>
            </a:r>
            <a:endParaRPr lang="zh-CN" altLang="en-US" dirty="0">
              <a:sym typeface="Huawei Sans" panose="020C0503030203020204" pitchFamily="34" charset="0"/>
            </a:endParaRPr>
          </a:p>
          <a:p>
            <a:pPr lvl="1"/>
            <a:r>
              <a:rPr lang="en-US" altLang="zh-CN" dirty="0" err="1">
                <a:sym typeface="Huawei Sans" panose="020C0503030203020204" pitchFamily="34" charset="0"/>
              </a:rPr>
              <a:t>gRPC</a:t>
            </a:r>
            <a:endParaRPr lang="en-US" altLang="zh-CN" dirty="0">
              <a:sym typeface="Huawei Sans" panose="020C0503030203020204" pitchFamily="34" charset="0"/>
            </a:endParaRPr>
          </a:p>
          <a:p>
            <a:pPr lvl="1"/>
            <a:r>
              <a:rPr lang="en-US" altLang="zh-CN" dirty="0">
                <a:sym typeface="Huawei Sans" panose="020C0503030203020204" pitchFamily="34" charset="0"/>
              </a:rPr>
              <a:t>HTTP</a:t>
            </a:r>
            <a:endParaRPr lang="zh-CN" altLang="en-US" dirty="0">
              <a:sym typeface="Huawei Sans" panose="020C0503030203020204" pitchFamily="34" charset="0"/>
            </a:endParaRPr>
          </a:p>
          <a:p>
            <a:r>
              <a:rPr lang="en-US" altLang="zh-CN" dirty="0">
                <a:sym typeface="Huawei Sans" panose="020C0503030203020204" pitchFamily="34" charset="0"/>
              </a:rPr>
              <a:t>(</a:t>
            </a:r>
            <a:r>
              <a:rPr lang="zh-CN" altLang="en-US" dirty="0">
                <a:sym typeface="Huawei Sans" panose="020C0503030203020204" pitchFamily="34" charset="0"/>
              </a:rPr>
              <a:t>简答题</a:t>
            </a:r>
            <a:r>
              <a:rPr lang="en-US" altLang="zh-CN" dirty="0">
                <a:sym typeface="Huawei Sans" panose="020C0503030203020204" pitchFamily="34" charset="0"/>
              </a:rPr>
              <a:t>)Telemetry</a:t>
            </a:r>
            <a:r>
              <a:rPr lang="zh-CN" altLang="en-US" dirty="0">
                <a:sym typeface="Huawei Sans" panose="020C0503030203020204" pitchFamily="34" charset="0"/>
              </a:rPr>
              <a:t>数据订阅有哪些方式？</a:t>
            </a:r>
            <a:r>
              <a:rPr lang="en-US" altLang="zh-CN" dirty="0">
                <a:sym typeface="Huawei Sans" panose="020C0503030203020204" pitchFamily="34" charset="0"/>
              </a:rPr>
              <a:t>(     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94251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 bwMode="gray"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Telemetry</a:t>
            </a:r>
            <a:r>
              <a:rPr lang="zh-CN" altLang="en-US" dirty="0">
                <a:sym typeface="Huawei Sans" panose="020C0503030203020204" pitchFamily="34" charset="0"/>
              </a:rPr>
              <a:t>是一项远程的从物理设备或虚拟设备上高速采集数据的技术。</a:t>
            </a:r>
            <a:endParaRPr lang="en-US" altLang="zh-CN" dirty="0">
              <a:sym typeface="Huawei Sans" panose="020C0503030203020204" pitchFamily="34" charset="0"/>
            </a:endParaRPr>
          </a:p>
          <a:p>
            <a:r>
              <a:rPr lang="zh-CN" altLang="en-US" dirty="0">
                <a:sym typeface="Huawei Sans" panose="020C0503030203020204" pitchFamily="34" charset="0"/>
              </a:rPr>
              <a:t>狭义的</a:t>
            </a:r>
            <a:r>
              <a:rPr lang="en-US" altLang="zh-CN" dirty="0">
                <a:sym typeface="Huawei Sans" panose="020C0503030203020204" pitchFamily="34" charset="0"/>
              </a:rPr>
              <a:t>Telemetry</a:t>
            </a:r>
            <a:r>
              <a:rPr lang="zh-CN" altLang="en-US" dirty="0">
                <a:sym typeface="Huawei Sans" panose="020C0503030203020204" pitchFamily="34" charset="0"/>
              </a:rPr>
              <a:t>框架分为四个模块：数据源、数据生成、数据订阅和数据推送。</a:t>
            </a:r>
            <a:endParaRPr lang="en-US" altLang="zh-CN" dirty="0">
              <a:sym typeface="Huawei Sans" panose="020C0503030203020204" pitchFamily="34" charset="0"/>
            </a:endParaRPr>
          </a:p>
          <a:p>
            <a:r>
              <a:rPr lang="zh-CN" altLang="en-US" dirty="0">
                <a:sym typeface="Huawei Sans" panose="020C0503030203020204" pitchFamily="34" charset="0"/>
              </a:rPr>
              <a:t>数据源采用</a:t>
            </a:r>
            <a:r>
              <a:rPr lang="en-US" altLang="zh-CN" dirty="0">
                <a:sym typeface="Huawei Sans" panose="020C0503030203020204" pitchFamily="34" charset="0"/>
              </a:rPr>
              <a:t>YANG</a:t>
            </a:r>
            <a:r>
              <a:rPr lang="zh-CN" altLang="en-US" dirty="0">
                <a:sym typeface="Huawei Sans" panose="020C0503030203020204" pitchFamily="34" charset="0"/>
              </a:rPr>
              <a:t>模型定义设备，数据生成采用</a:t>
            </a:r>
            <a:r>
              <a:rPr lang="en-US" altLang="zh-CN" dirty="0">
                <a:sym typeface="Huawei Sans" panose="020C0503030203020204" pitchFamily="34" charset="0"/>
              </a:rPr>
              <a:t>GPB</a:t>
            </a:r>
            <a:r>
              <a:rPr lang="zh-CN" altLang="en-US" dirty="0">
                <a:sym typeface="Huawei Sans" panose="020C0503030203020204" pitchFamily="34" charset="0"/>
              </a:rPr>
              <a:t>编码，数据订阅采用静态订阅或动态订阅，数据推送采用</a:t>
            </a:r>
            <a:r>
              <a:rPr lang="en-US" altLang="zh-CN" dirty="0" err="1">
                <a:sym typeface="Huawei Sans" panose="020C0503030203020204" pitchFamily="34" charset="0"/>
              </a:rPr>
              <a:t>gRPC</a:t>
            </a:r>
            <a:r>
              <a:rPr lang="zh-CN" altLang="en-US" dirty="0">
                <a:sym typeface="Huawei Sans" panose="020C0503030203020204" pitchFamily="34" charset="0"/>
              </a:rPr>
              <a:t>或者</a:t>
            </a:r>
            <a:r>
              <a:rPr lang="en-US" altLang="zh-CN" dirty="0">
                <a:sym typeface="Huawei Sans" panose="020C0503030203020204" pitchFamily="34" charset="0"/>
              </a:rPr>
              <a:t>UDP</a:t>
            </a:r>
            <a:r>
              <a:rPr lang="zh-CN" altLang="en-US" dirty="0">
                <a:sym typeface="Huawei Sans" panose="020C0503030203020204" pitchFamily="34" charset="0"/>
              </a:rPr>
              <a:t>。</a:t>
            </a:r>
            <a:endParaRPr lang="en-US" altLang="zh-CN" dirty="0">
              <a:sym typeface="Huawei Sans" panose="020C0503030203020204" pitchFamily="34" charset="0"/>
            </a:endParaRPr>
          </a:p>
          <a:p>
            <a:r>
              <a:rPr lang="zh-CN" altLang="en-US" dirty="0">
                <a:sym typeface="Huawei Sans" panose="020C0503030203020204" pitchFamily="34" charset="0"/>
              </a:rPr>
              <a:t>可通过</a:t>
            </a:r>
            <a:r>
              <a:rPr lang="en-US" altLang="zh-CN" dirty="0">
                <a:sym typeface="Huawei Sans" panose="020C0503030203020204" pitchFamily="34" charset="0"/>
              </a:rPr>
              <a:t>Python</a:t>
            </a:r>
            <a:r>
              <a:rPr lang="zh-CN" altLang="en-US" dirty="0">
                <a:sym typeface="Huawei Sans" panose="020C0503030203020204" pitchFamily="34" charset="0"/>
              </a:rPr>
              <a:t>脚本进行</a:t>
            </a:r>
            <a:r>
              <a:rPr lang="en-US" altLang="zh-CN" dirty="0">
                <a:sym typeface="Huawei Sans" panose="020C0503030203020204" pitchFamily="34" charset="0"/>
              </a:rPr>
              <a:t>Telemetry</a:t>
            </a:r>
            <a:r>
              <a:rPr lang="zh-CN" altLang="en-US" dirty="0">
                <a:sym typeface="Huawei Sans" panose="020C0503030203020204" pitchFamily="34" charset="0"/>
              </a:rPr>
              <a:t>订阅实现设备的数据采样。</a:t>
            </a:r>
            <a:endParaRPr lang="en-US" altLang="zh-CN" dirty="0">
              <a:sym typeface="Huawei Sans" panose="020C0503030203020204" pitchFamily="34" charset="0"/>
            </a:endParaRPr>
          </a:p>
          <a:p>
            <a:endParaRPr lang="zh-CN" altLang="en-US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252492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Protobuf</a:t>
            </a:r>
            <a:r>
              <a:rPr lang="zh-CN" altLang="en-US" dirty="0">
                <a:sym typeface="Huawei Sans" panose="020C0503030203020204" pitchFamily="34" charset="0"/>
              </a:rPr>
              <a:t>官网</a:t>
            </a:r>
            <a:endParaRPr lang="en-US" altLang="zh-CN" dirty="0">
              <a:sym typeface="Huawei Sans" panose="020C0503030203020204" pitchFamily="34" charset="0"/>
            </a:endParaRPr>
          </a:p>
          <a:p>
            <a:pPr lvl="1"/>
            <a:r>
              <a:rPr lang="en-US" altLang="zh-CN" dirty="0">
                <a:sym typeface="Huawei Sans" panose="020C0503030203020204" pitchFamily="34" charset="0"/>
              </a:rPr>
              <a:t>https://developers.google.com/protocol-buffers/</a:t>
            </a:r>
          </a:p>
          <a:p>
            <a:r>
              <a:rPr lang="en-US" altLang="zh-CN" dirty="0" err="1">
                <a:sym typeface="Huawei Sans" panose="020C0503030203020204" pitchFamily="34" charset="0"/>
              </a:rPr>
              <a:t>gRPC</a:t>
            </a:r>
            <a:r>
              <a:rPr lang="zh-CN" altLang="en-US" dirty="0">
                <a:sym typeface="Huawei Sans" panose="020C0503030203020204" pitchFamily="34" charset="0"/>
              </a:rPr>
              <a:t>官网</a:t>
            </a:r>
            <a:endParaRPr lang="en-US" altLang="zh-CN" dirty="0">
              <a:sym typeface="Huawei Sans" panose="020C0503030203020204" pitchFamily="34" charset="0"/>
            </a:endParaRPr>
          </a:p>
          <a:p>
            <a:pPr lvl="1"/>
            <a:r>
              <a:rPr lang="en-US" altLang="zh-CN" dirty="0">
                <a:sym typeface="Huawei Sans" panose="020C0503030203020204" pitchFamily="34" charset="0"/>
              </a:rPr>
              <a:t>https://www.gRPC.io/</a:t>
            </a:r>
          </a:p>
          <a:p>
            <a:pPr lvl="2"/>
            <a:endParaRPr lang="zh-CN" altLang="en-US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8972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0998978"/>
      </p:ext>
    </p:extLst>
  </p:cSld>
  <p:clrMapOvr>
    <a:masterClrMapping/>
  </p:clrMapOvr>
</p:sld>
</file>

<file path=ppt/theme/theme1.xml><?xml version="1.0" encoding="utf-8"?>
<a:theme xmlns:a="http://schemas.openxmlformats.org/drawingml/2006/main" name="2_标题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功能页模板">
  <a:themeElements>
    <a:clrScheme name="自定义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7000B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内容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感谢页模板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1AA013AF-7C2E-4A39-9796-86760F640C19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C5B4B712841F4C8A7AAEE2CD191271" ma:contentTypeVersion="1" ma:contentTypeDescription="Create a new document." ma:contentTypeScope="" ma:versionID="fd4f534fc22f1d982cc2e0e62ad2af45">
  <xsd:schema xmlns:xsd="http://www.w3.org/2001/XMLSchema" xmlns:xs="http://www.w3.org/2001/XMLSchema" xmlns:p="http://schemas.microsoft.com/office/2006/metadata/properties" xmlns:ns2="475f1e55-3009-46d8-9566-5d569a2b3a98" targetNamespace="http://schemas.microsoft.com/office/2006/metadata/properties" ma:root="true" ma:fieldsID="1d095aabec1d15598815726bd4b054a7" ns2:_="">
    <xsd:import namespace="475f1e55-3009-46d8-9566-5d569a2b3a98"/>
    <xsd:element name="properties">
      <xsd:complexType>
        <xsd:sequence>
          <xsd:element name="documentManagement">
            <xsd:complexType>
              <xsd:all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5f1e55-3009-46d8-9566-5d569a2b3a9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EDE263F-0510-4442-823E-69B63ECB61E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A5960F2-6186-408B-A0DC-5CA5E58B604F}">
  <ds:schemaRefs>
    <ds:schemaRef ds:uri="http://schemas.openxmlformats.org/package/2006/metadata/core-properties"/>
    <ds:schemaRef ds:uri="http://purl.org/dc/terms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475f1e55-3009-46d8-9566-5d569a2b3a98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2799AF70-0EA9-466F-8A16-829B0B0264E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75f1e55-3009-46d8-9566-5d569a2b3a9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13984</TotalTime>
  <Words>6125</Words>
  <Application>Microsoft Office PowerPoint</Application>
  <PresentationFormat>宽屏</PresentationFormat>
  <Paragraphs>1074</Paragraphs>
  <Slides>53</Slides>
  <Notes>53</Notes>
  <HiddenSlides>1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53</vt:i4>
      </vt:variant>
    </vt:vector>
  </HeadingPairs>
  <TitlesOfParts>
    <vt:vector size="64" baseType="lpstr">
      <vt:lpstr>Huawei Sans</vt:lpstr>
      <vt:lpstr>方正兰亭黑简体</vt:lpstr>
      <vt:lpstr>Microsoft YaHei</vt:lpstr>
      <vt:lpstr>Microsoft YaHei</vt:lpstr>
      <vt:lpstr>Arial</vt:lpstr>
      <vt:lpstr>Symbol</vt:lpstr>
      <vt:lpstr>Wingdings</vt:lpstr>
      <vt:lpstr>2_标题页模板</vt:lpstr>
      <vt:lpstr>3_功能页模板</vt:lpstr>
      <vt:lpstr>4_内容页模板</vt:lpstr>
      <vt:lpstr>5_感谢页模板</vt:lpstr>
      <vt:lpstr>PowerPoint 演示文稿</vt:lpstr>
      <vt:lpstr>Telemetry原理与实践</vt:lpstr>
      <vt:lpstr>PowerPoint 演示文稿</vt:lpstr>
      <vt:lpstr>PowerPoint 演示文稿</vt:lpstr>
      <vt:lpstr>PowerPoint 演示文稿</vt:lpstr>
      <vt:lpstr>技术背景：网络设备监控介绍</vt:lpstr>
      <vt:lpstr>传统网络采集技术的问题</vt:lpstr>
      <vt:lpstr>传统运维方式有诸多问题</vt:lpstr>
      <vt:lpstr>总结：传统采集机制无法满足大数据要求</vt:lpstr>
      <vt:lpstr>PowerPoint 演示文稿</vt:lpstr>
      <vt:lpstr>Telemetry简介</vt:lpstr>
      <vt:lpstr>Telemetry技术特点</vt:lpstr>
      <vt:lpstr>Telemetry技术优势</vt:lpstr>
      <vt:lpstr>Telemetry网络模型</vt:lpstr>
      <vt:lpstr>Telemetry应用场景：广域网</vt:lpstr>
      <vt:lpstr>Telemetry应用场景：园区网</vt:lpstr>
      <vt:lpstr>Telemetry应用场景：数据中心</vt:lpstr>
      <vt:lpstr>PowerPoint 演示文稿</vt:lpstr>
      <vt:lpstr>Telemetry框架解读</vt:lpstr>
      <vt:lpstr>Telemetry协议栈</vt:lpstr>
      <vt:lpstr>Telemetry数据源</vt:lpstr>
      <vt:lpstr>YANG模型文件与采样路径</vt:lpstr>
      <vt:lpstr>Telemetry数据订阅</vt:lpstr>
      <vt:lpstr>Telemetry静态订阅</vt:lpstr>
      <vt:lpstr>Telemetry静态订阅</vt:lpstr>
      <vt:lpstr>自定义事件上报</vt:lpstr>
      <vt:lpstr>Telemetry动态订阅 (1)</vt:lpstr>
      <vt:lpstr>Telemetry动态订阅 (2)</vt:lpstr>
      <vt:lpstr>gRPC</vt:lpstr>
      <vt:lpstr>gRPC协议栈</vt:lpstr>
      <vt:lpstr>gRPC的模式</vt:lpstr>
      <vt:lpstr>Telemetry数据生成</vt:lpstr>
      <vt:lpstr>GBP编码</vt:lpstr>
      <vt:lpstr>Telemetry数据推送</vt:lpstr>
      <vt:lpstr>基于gRPC的推送流程</vt:lpstr>
      <vt:lpstr>基于UDP的推送流程</vt:lpstr>
      <vt:lpstr>推送数据格式定义 (基于gRPC协议)</vt:lpstr>
      <vt:lpstr>推送数据格式定义 (基于UDP协议)</vt:lpstr>
      <vt:lpstr>PowerPoint 演示文稿</vt:lpstr>
      <vt:lpstr>案例：配置Telemetry静态订阅</vt:lpstr>
      <vt:lpstr>配置思路</vt:lpstr>
      <vt:lpstr>步骤：设备配置推送</vt:lpstr>
      <vt:lpstr>步骤：设备配置采样和静态订阅</vt:lpstr>
      <vt:lpstr>步骤：采集器编译proto文件 (1)</vt:lpstr>
      <vt:lpstr>步骤：采集器编译proto文件 (2)</vt:lpstr>
      <vt:lpstr>步骤：采集器编译proto文件 (3)</vt:lpstr>
      <vt:lpstr>步骤：编写python代码 (1)</vt:lpstr>
      <vt:lpstr>步骤：编写python代码 (2)</vt:lpstr>
      <vt:lpstr>步骤：结果验证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fanyan (A)</dc:creator>
  <cp:lastModifiedBy>junpeng he</cp:lastModifiedBy>
  <cp:revision>631</cp:revision>
  <cp:lastPrinted>2020-07-31T09:33:18Z</cp:lastPrinted>
  <dcterms:created xsi:type="dcterms:W3CDTF">2018-11-29T10:16:29Z</dcterms:created>
  <dcterms:modified xsi:type="dcterms:W3CDTF">2023-12-09T02:05:16Z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(3)KZp7HboSPSnv8zjGJkV0+vByowLrEEXRPZe/s4E8paXHwLM/NSShWGm2KRWyavKWLwKPWGmu
tYCB5Ch36x4mqGbf/HrZBn6eOubPhBBCC4Wj19dh+qhEX9UAJ1dcNe17VI7mBHfNqZ4U27dp
wy2Gwf3hHmERuJU5PTVDSsgp0UBWiPdlNPQlqR7sgqxM1FPeT1ZCBldsBAmdeLBHAPn+gQrG
KdH7p/yNHmXDwdUzB0</vt:lpwstr>
  </property>
  <property fmtid="{D5CDD505-2E9C-101B-9397-08002B2CF9AE}" pid="3" name="_2015_ms_pID_7253431">
    <vt:lpwstr>iMWatGHs4kKhKq42CRk4Kr22W5IFn8RZUxOt9ZDqtNcqwoW7jJ5Qt0
ty4qLDzcYjBWxU7QYOTtNIj/bEY6M+JcDBQdMKNRorbNpL5MSK5ultoluAuMFa+jqHTzYMJC
0hmu/qWY4Eb3NhrC+oIElOaJXcMk/jS5Zxk5IBtjbA5A64eT+VLJ4zSp939BYiUbvQm3MKpm
BC6KoJDXZIYp4BGkkcFOo8kKjuFkfNdHYici</vt:lpwstr>
  </property>
  <property fmtid="{D5CDD505-2E9C-101B-9397-08002B2CF9AE}" pid="4" name="_2015_ms_pID_7253432">
    <vt:lpwstr>lQ==</vt:lpwstr>
  </property>
  <property fmtid="{D5CDD505-2E9C-101B-9397-08002B2CF9AE}" pid="5" name="ContentTypeId">
    <vt:lpwstr>0x01010002C5B4B712841F4C8A7AAEE2CD191271</vt:lpwstr>
  </property>
  <property fmtid="{D5CDD505-2E9C-101B-9397-08002B2CF9AE}" pid="6" name="_readonly">
    <vt:lpwstr/>
  </property>
  <property fmtid="{D5CDD505-2E9C-101B-9397-08002B2CF9AE}" pid="7" name="_change">
    <vt:lpwstr/>
  </property>
  <property fmtid="{D5CDD505-2E9C-101B-9397-08002B2CF9AE}" pid="8" name="_full-control">
    <vt:lpwstr/>
  </property>
  <property fmtid="{D5CDD505-2E9C-101B-9397-08002B2CF9AE}" pid="9" name="sflag">
    <vt:lpwstr>1634777000</vt:lpwstr>
  </property>
</Properties>
</file>